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01960e9b5a4564" /><Relationship Type="http://schemas.openxmlformats.org/officeDocument/2006/relationships/extended-properties" Target="/docProps/app.xml" Id="R1dc4cce9a2d7430c" /><Relationship Type="http://schemas.openxmlformats.org/officeDocument/2006/relationships/officeDocument" Target="/ppt/presentation.xml" Id="R93ac848bcc9c40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f66377ec514321"/>
  </p:sldMasterIdLst>
  <p:notesMasterIdLst>
    <p:notesMasterId xmlns:r="http://schemas.openxmlformats.org/officeDocument/2006/relationships" r:id="Rcc1410ff87bf4743"/>
  </p:notesMasterIdLst>
  <p:sldIdLst>
    <p:sldId xmlns:r="http://schemas.openxmlformats.org/officeDocument/2006/relationships" id="256" r:id="Re690ff7c204649bc"/>
  </p:sldIdLst>
  <p:sldSz cx="11172825" cy="63722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284db8d2764adb" /><Relationship Type="http://schemas.openxmlformats.org/officeDocument/2006/relationships/slideMaster" Target="/ppt/slideMasters/slideMaster1.xml" Id="Rc9f66377ec514321" /><Relationship Type="http://schemas.openxmlformats.org/officeDocument/2006/relationships/notesMaster" Target="/ppt/notesMasters/notesMaster1.xml" Id="Rcc1410ff87bf4743" /><Relationship Type="http://schemas.openxmlformats.org/officeDocument/2006/relationships/presProps" Target="/ppt/presProps.xml" Id="R4e646a0fd1614e14" /><Relationship Type="http://schemas.openxmlformats.org/officeDocument/2006/relationships/tableStyles" Target="/ppt/tableStyles.xml" Id="R4c53e207974f4a0b" /><Relationship Type="http://schemas.openxmlformats.org/officeDocument/2006/relationships/slide" Target="/ppt/slides/slide1.xml" Id="Re690ff7c204649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a656ff464b4b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d299a99f084dea" /><Relationship Type="http://schemas.openxmlformats.org/officeDocument/2006/relationships/notesMaster" Target="/ppt/notesMasters/notesMaster1.xml" Id="R7c8a1f48f69d455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素材ID：SEC-001</ns1:t>
            </ns1:r>
          </ns1:p>
          <ns1:p>
            <ns1:r>
              <ns1:t>论文：SafeSplit: A Novel Defense Against Client-Side Backdoor Attacks in Split Learning</ns1:t>
            </ns1:r>
          </ns1:p>
          <ns1:p>
            <ns1:r>
              <ns1:t>会议：NDSS 2025</ns1:t>
            </ns1:r>
          </ns1:p>
          <ns1:p>
            <ns1:r>
              <ns1:t>奖项：Distinguished Paper Award</ns1:t>
            </ns1:r>
          </ns1:p>
          <ns1:p>
            <ns1:r>
              <ns1:t>图号：Figure 3，PDF第6页</ns1:t>
            </ns1:r>
          </ns1:p>
          <ns1:p>
            <ns1:r>
              <ns1:t>类型：方法流程</ns1:t>
            </ns1:r>
          </ns1:p>
          <ns1:p>
            <ns1:r>
              <ns1:t>借鉴点：以圆形时序+分支选择把循环训练、异常跳过和回滚串联，适合有状态Agent、检测器和恢复系统。</ns1:t>
            </ns1:r>
          </ns1:p>
          <ns1:p>
            <ns1:r>
              <ns1:t>论文URL：https://www.ndss-symposium.org/wp-content/uploads/2025-1698-paper.pdf</ns1:t>
            </ns1:r>
          </ns1:p>
          <ns1:p>
            <ns1:r>
              <ns1:t>官方获奖URL：https://www.ndss-symposium.org/ndss2025/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0d6e63e4d4a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b01a9b33554eb8" /><Relationship Type="http://schemas.openxmlformats.org/officeDocument/2006/relationships/slideLayout" Target="/ppt/slideLayouts/slideLayout1.xml" Id="R89aad2af569a42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aad2af569a42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2d0cbaf4d45db" /><Relationship Type="http://schemas.openxmlformats.org/officeDocument/2006/relationships/notesSlide" Target="/ppt/notesSlides/notesSlide1.xml" Id="R094a4572b1e147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B059A-515B-45F9-9216-D157D71B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5" y="57722"/>
            <a:ext cx="11122944" cy="6314503"/>
          </a:xfrm>
          <a:custGeom xmlns:a="http://schemas.openxmlformats.org/drawingml/2006/main">
            <a:pathLst>
              <a:path w="11122944" h="6314503">
                <a:moveTo>
                  <a:pt x="0" y="6314503"/>
                </a:moveTo>
                <a:lnTo>
                  <a:pt x="11122944" y="6314503"/>
                </a:lnTo>
                <a:lnTo>
                  <a:pt x="11122944" y="0"/>
                </a:lnTo>
                <a:lnTo>
                  <a:pt x="0" y="0"/>
                </a:lnTo>
                <a:lnTo>
                  <a:pt x="0" y="63145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AF9E0-958D-4D05-8D26-DC4ADB2A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56" y="231465"/>
            <a:ext cx="177117" cy="79281"/>
          </a:xfrm>
          <a:custGeom xmlns:a="http://schemas.openxmlformats.org/drawingml/2006/main">
            <a:pathLst>
              <a:path w="177117" h="79281">
                <a:moveTo>
                  <a:pt x="0" y="69160"/>
                </a:moveTo>
                <a:lnTo>
                  <a:pt x="172056" y="0"/>
                </a:lnTo>
                <a:lnTo>
                  <a:pt x="177117" y="11808"/>
                </a:lnTo>
                <a:lnTo>
                  <a:pt x="5060" y="79281"/>
                </a:lnTo>
                <a:lnTo>
                  <a:pt x="0" y="6916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B01C4-7B93-4B82-A96B-248B1C53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869" y="266888"/>
            <a:ext cx="193985" cy="231095"/>
          </a:xfrm>
          <a:custGeom xmlns:a="http://schemas.openxmlformats.org/drawingml/2006/main">
            <a:pathLst>
              <a:path w="193985" h="231095">
                <a:moveTo>
                  <a:pt x="0" y="224348"/>
                </a:moveTo>
                <a:lnTo>
                  <a:pt x="185551" y="0"/>
                </a:lnTo>
                <a:lnTo>
                  <a:pt x="193985" y="8434"/>
                </a:lnTo>
                <a:lnTo>
                  <a:pt x="8434" y="231095"/>
                </a:lnTo>
                <a:lnTo>
                  <a:pt x="0" y="22434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43B18-EDFB-4519-8F14-8A237AA0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182" y="268575"/>
            <a:ext cx="195672" cy="416647"/>
          </a:xfrm>
          <a:custGeom xmlns:a="http://schemas.openxmlformats.org/drawingml/2006/main">
            <a:pathLst>
              <a:path w="195672" h="416647">
                <a:moveTo>
                  <a:pt x="0" y="411586"/>
                </a:moveTo>
                <a:lnTo>
                  <a:pt x="185551" y="0"/>
                </a:lnTo>
                <a:lnTo>
                  <a:pt x="195672" y="5060"/>
                </a:lnTo>
                <a:lnTo>
                  <a:pt x="10121" y="416647"/>
                </a:lnTo>
                <a:lnTo>
                  <a:pt x="0" y="41158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09523-4540-4A39-B272-4F5D6409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737" y="334361"/>
            <a:ext cx="175430" cy="62413"/>
          </a:xfrm>
          <a:custGeom xmlns:a="http://schemas.openxmlformats.org/drawingml/2006/main">
            <a:pathLst>
              <a:path w="175430" h="62413">
                <a:moveTo>
                  <a:pt x="3374" y="0"/>
                </a:moveTo>
                <a:lnTo>
                  <a:pt x="175430" y="50605"/>
                </a:lnTo>
                <a:lnTo>
                  <a:pt x="172056" y="62413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B426A-6D8C-4362-811B-45A713B8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182" y="369785"/>
            <a:ext cx="195672" cy="399778"/>
          </a:xfrm>
          <a:custGeom xmlns:a="http://schemas.openxmlformats.org/drawingml/2006/main">
            <a:pathLst>
              <a:path w="195672" h="399778">
                <a:moveTo>
                  <a:pt x="10121" y="0"/>
                </a:moveTo>
                <a:lnTo>
                  <a:pt x="195672" y="394718"/>
                </a:lnTo>
                <a:lnTo>
                  <a:pt x="185551" y="399778"/>
                </a:lnTo>
                <a:lnTo>
                  <a:pt x="0" y="5060"/>
                </a:lnTo>
                <a:lnTo>
                  <a:pt x="10121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DDDD8D-44BB-4B68-A7F5-F0E9F3DA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869" y="368098"/>
            <a:ext cx="193985" cy="215914"/>
          </a:xfrm>
          <a:custGeom xmlns:a="http://schemas.openxmlformats.org/drawingml/2006/main">
            <a:pathLst>
              <a:path w="193985" h="215914">
                <a:moveTo>
                  <a:pt x="8434" y="0"/>
                </a:moveTo>
                <a:lnTo>
                  <a:pt x="193985" y="207480"/>
                </a:lnTo>
                <a:lnTo>
                  <a:pt x="185551" y="215914"/>
                </a:lnTo>
                <a:lnTo>
                  <a:pt x="0" y="8434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29386-EAC9-4DDD-AB9D-C2AC5452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56" y="418703"/>
            <a:ext cx="177117" cy="80968"/>
          </a:xfrm>
          <a:custGeom xmlns:a="http://schemas.openxmlformats.org/drawingml/2006/main">
            <a:pathLst>
              <a:path w="177117" h="80968">
                <a:moveTo>
                  <a:pt x="0" y="69160"/>
                </a:moveTo>
                <a:lnTo>
                  <a:pt x="172056" y="0"/>
                </a:lnTo>
                <a:lnTo>
                  <a:pt x="177117" y="10121"/>
                </a:lnTo>
                <a:lnTo>
                  <a:pt x="5060" y="80968"/>
                </a:lnTo>
                <a:lnTo>
                  <a:pt x="0" y="6916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4272B-2BB4-4E9A-8147-9E89BE51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050" y="521599"/>
            <a:ext cx="163622" cy="94462"/>
          </a:xfrm>
          <a:custGeom xmlns:a="http://schemas.openxmlformats.org/drawingml/2006/main">
            <a:pathLst>
              <a:path w="163622" h="94462">
                <a:moveTo>
                  <a:pt x="5060" y="0"/>
                </a:moveTo>
                <a:lnTo>
                  <a:pt x="163622" y="84341"/>
                </a:lnTo>
                <a:lnTo>
                  <a:pt x="158562" y="94462"/>
                </a:lnTo>
                <a:lnTo>
                  <a:pt x="0" y="10121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785C6-E683-4A8C-8145-32E88EC7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869" y="557023"/>
            <a:ext cx="193985" cy="212540"/>
          </a:xfrm>
          <a:custGeom xmlns:a="http://schemas.openxmlformats.org/drawingml/2006/main">
            <a:pathLst>
              <a:path w="193985" h="212540">
                <a:moveTo>
                  <a:pt x="8434" y="0"/>
                </a:moveTo>
                <a:lnTo>
                  <a:pt x="193985" y="205793"/>
                </a:lnTo>
                <a:lnTo>
                  <a:pt x="185551" y="212540"/>
                </a:lnTo>
                <a:lnTo>
                  <a:pt x="0" y="6747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FAF59-3020-4A2D-A11B-36C0F9CC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869" y="454126"/>
            <a:ext cx="193985" cy="231095"/>
          </a:xfrm>
          <a:custGeom xmlns:a="http://schemas.openxmlformats.org/drawingml/2006/main">
            <a:pathLst>
              <a:path w="193985" h="231095">
                <a:moveTo>
                  <a:pt x="0" y="224348"/>
                </a:moveTo>
                <a:lnTo>
                  <a:pt x="185551" y="0"/>
                </a:lnTo>
                <a:lnTo>
                  <a:pt x="193985" y="6747"/>
                </a:lnTo>
                <a:lnTo>
                  <a:pt x="8434" y="231095"/>
                </a:lnTo>
                <a:lnTo>
                  <a:pt x="0" y="22434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1AB93-0B9F-4B5F-A5D9-0B590A68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050" y="641364"/>
            <a:ext cx="177117" cy="79281"/>
          </a:xfrm>
          <a:custGeom xmlns:a="http://schemas.openxmlformats.org/drawingml/2006/main">
            <a:pathLst>
              <a:path w="177117" h="79281">
                <a:moveTo>
                  <a:pt x="0" y="69160"/>
                </a:moveTo>
                <a:lnTo>
                  <a:pt x="172056" y="0"/>
                </a:lnTo>
                <a:lnTo>
                  <a:pt x="177117" y="10121"/>
                </a:lnTo>
                <a:lnTo>
                  <a:pt x="5060" y="79281"/>
                </a:lnTo>
                <a:lnTo>
                  <a:pt x="0" y="6916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FDF2F-F521-41E1-8974-BAA59E3B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56" y="742574"/>
            <a:ext cx="175430" cy="62413"/>
          </a:xfrm>
          <a:custGeom xmlns:a="http://schemas.openxmlformats.org/drawingml/2006/main">
            <a:pathLst>
              <a:path w="175430" h="62413">
                <a:moveTo>
                  <a:pt x="3374" y="0"/>
                </a:moveTo>
                <a:lnTo>
                  <a:pt x="175430" y="52292"/>
                </a:lnTo>
                <a:lnTo>
                  <a:pt x="172056" y="62413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ED902F-23F4-40BD-8A56-8ECFACA1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388" y="231465"/>
            <a:ext cx="161935" cy="72534"/>
          </a:xfrm>
          <a:custGeom xmlns:a="http://schemas.openxmlformats.org/drawingml/2006/main">
            <a:pathLst>
              <a:path w="161935" h="72534">
                <a:moveTo>
                  <a:pt x="3374" y="0"/>
                </a:moveTo>
                <a:lnTo>
                  <a:pt x="161935" y="60726"/>
                </a:lnTo>
                <a:lnTo>
                  <a:pt x="158562" y="72534"/>
                </a:lnTo>
                <a:lnTo>
                  <a:pt x="0" y="11808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D7850-AF62-40DC-868A-719D8756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519" y="266888"/>
            <a:ext cx="180491" cy="222661"/>
          </a:xfrm>
          <a:custGeom xmlns:a="http://schemas.openxmlformats.org/drawingml/2006/main">
            <a:pathLst>
              <a:path w="180491" h="222661">
                <a:moveTo>
                  <a:pt x="8434" y="0"/>
                </a:moveTo>
                <a:lnTo>
                  <a:pt x="180491" y="215914"/>
                </a:lnTo>
                <a:lnTo>
                  <a:pt x="172056" y="222661"/>
                </a:lnTo>
                <a:lnTo>
                  <a:pt x="0" y="8434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03F6F-CD8D-45D7-B820-4ADE156D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833" y="268575"/>
            <a:ext cx="183864" cy="406526"/>
          </a:xfrm>
          <a:custGeom xmlns:a="http://schemas.openxmlformats.org/drawingml/2006/main">
            <a:pathLst>
              <a:path w="183864" h="406526">
                <a:moveTo>
                  <a:pt x="11808" y="0"/>
                </a:moveTo>
                <a:lnTo>
                  <a:pt x="183864" y="403152"/>
                </a:lnTo>
                <a:lnTo>
                  <a:pt x="173743" y="406526"/>
                </a:lnTo>
                <a:lnTo>
                  <a:pt x="0" y="5060"/>
                </a:lnTo>
                <a:lnTo>
                  <a:pt x="11808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B3A40-9E7E-4B4A-B98A-04CCF61C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893" y="325927"/>
            <a:ext cx="163622" cy="69160"/>
          </a:xfrm>
          <a:custGeom xmlns:a="http://schemas.openxmlformats.org/drawingml/2006/main">
            <a:pathLst>
              <a:path w="163622" h="69160">
                <a:moveTo>
                  <a:pt x="0" y="59039"/>
                </a:moveTo>
                <a:lnTo>
                  <a:pt x="158562" y="0"/>
                </a:lnTo>
                <a:lnTo>
                  <a:pt x="163622" y="10121"/>
                </a:lnTo>
                <a:lnTo>
                  <a:pt x="5060" y="69160"/>
                </a:lnTo>
                <a:lnTo>
                  <a:pt x="0" y="59039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9685C-9A11-45F0-8C8E-D15F81BB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388" y="418703"/>
            <a:ext cx="161935" cy="72534"/>
          </a:xfrm>
          <a:custGeom xmlns:a="http://schemas.openxmlformats.org/drawingml/2006/main">
            <a:pathLst>
              <a:path w="161935" h="72534">
                <a:moveTo>
                  <a:pt x="3374" y="0"/>
                </a:moveTo>
                <a:lnTo>
                  <a:pt x="161935" y="62413"/>
                </a:lnTo>
                <a:lnTo>
                  <a:pt x="158562" y="72534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93F64-0262-44EA-A519-F677F061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206" y="454126"/>
            <a:ext cx="180491" cy="222661"/>
          </a:xfrm>
          <a:custGeom xmlns:a="http://schemas.openxmlformats.org/drawingml/2006/main">
            <a:pathLst>
              <a:path w="180491" h="222661">
                <a:moveTo>
                  <a:pt x="8434" y="0"/>
                </a:moveTo>
                <a:lnTo>
                  <a:pt x="180491" y="215914"/>
                </a:lnTo>
                <a:lnTo>
                  <a:pt x="172056" y="222661"/>
                </a:lnTo>
                <a:lnTo>
                  <a:pt x="0" y="6747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731FD-2ABF-404E-986E-D5517C03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519" y="359664"/>
            <a:ext cx="180491" cy="222661"/>
          </a:xfrm>
          <a:custGeom xmlns:a="http://schemas.openxmlformats.org/drawingml/2006/main">
            <a:pathLst>
              <a:path w="180491" h="222661">
                <a:moveTo>
                  <a:pt x="0" y="215914"/>
                </a:moveTo>
                <a:lnTo>
                  <a:pt x="172056" y="0"/>
                </a:lnTo>
                <a:lnTo>
                  <a:pt x="180491" y="8434"/>
                </a:lnTo>
                <a:lnTo>
                  <a:pt x="8434" y="222661"/>
                </a:lnTo>
                <a:lnTo>
                  <a:pt x="0" y="215914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F9C2D-C356-4F53-B363-D4A0111C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701" y="513165"/>
            <a:ext cx="151815" cy="102897"/>
          </a:xfrm>
          <a:custGeom xmlns:a="http://schemas.openxmlformats.org/drawingml/2006/main">
            <a:pathLst>
              <a:path w="151815" h="102897">
                <a:moveTo>
                  <a:pt x="0" y="94462"/>
                </a:moveTo>
                <a:lnTo>
                  <a:pt x="145067" y="0"/>
                </a:lnTo>
                <a:lnTo>
                  <a:pt x="151815" y="10121"/>
                </a:lnTo>
                <a:lnTo>
                  <a:pt x="6747" y="102897"/>
                </a:lnTo>
                <a:lnTo>
                  <a:pt x="0" y="9446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96C09D-CF95-4F36-82F2-5FC02E78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206" y="641364"/>
            <a:ext cx="163622" cy="70847"/>
          </a:xfrm>
          <a:custGeom xmlns:a="http://schemas.openxmlformats.org/drawingml/2006/main">
            <a:pathLst>
              <a:path w="163622" h="70847">
                <a:moveTo>
                  <a:pt x="5060" y="0"/>
                </a:moveTo>
                <a:lnTo>
                  <a:pt x="163622" y="60726"/>
                </a:lnTo>
                <a:lnTo>
                  <a:pt x="160249" y="70847"/>
                </a:lnTo>
                <a:lnTo>
                  <a:pt x="0" y="10121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859DF-75C7-4A34-9AF0-377F410B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833" y="361351"/>
            <a:ext cx="183864" cy="408212"/>
          </a:xfrm>
          <a:custGeom xmlns:a="http://schemas.openxmlformats.org/drawingml/2006/main">
            <a:pathLst>
              <a:path w="183864" h="408212">
                <a:moveTo>
                  <a:pt x="0" y="403152"/>
                </a:moveTo>
                <a:lnTo>
                  <a:pt x="173743" y="0"/>
                </a:lnTo>
                <a:lnTo>
                  <a:pt x="183864" y="5060"/>
                </a:lnTo>
                <a:lnTo>
                  <a:pt x="11808" y="408212"/>
                </a:lnTo>
                <a:lnTo>
                  <a:pt x="0" y="40315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D79C9-7A94-4F24-A11D-B3BEA750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519" y="548589"/>
            <a:ext cx="180491" cy="220974"/>
          </a:xfrm>
          <a:custGeom xmlns:a="http://schemas.openxmlformats.org/drawingml/2006/main">
            <a:pathLst>
              <a:path w="180491" h="220974">
                <a:moveTo>
                  <a:pt x="0" y="214227"/>
                </a:moveTo>
                <a:lnTo>
                  <a:pt x="172056" y="0"/>
                </a:lnTo>
                <a:lnTo>
                  <a:pt x="180491" y="6747"/>
                </a:lnTo>
                <a:lnTo>
                  <a:pt x="8434" y="220974"/>
                </a:lnTo>
                <a:lnTo>
                  <a:pt x="0" y="21422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DB9D76-E83E-442A-8709-DFCC55EA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388" y="734140"/>
            <a:ext cx="161935" cy="70847"/>
          </a:xfrm>
          <a:custGeom xmlns:a="http://schemas.openxmlformats.org/drawingml/2006/main">
            <a:pathLst>
              <a:path w="161935" h="70847">
                <a:moveTo>
                  <a:pt x="0" y="60726"/>
                </a:moveTo>
                <a:lnTo>
                  <a:pt x="158562" y="0"/>
                </a:lnTo>
                <a:lnTo>
                  <a:pt x="161935" y="10121"/>
                </a:lnTo>
                <a:lnTo>
                  <a:pt x="3374" y="70847"/>
                </a:lnTo>
                <a:lnTo>
                  <a:pt x="0" y="6072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EB1186-A895-4863-844A-CF1BA56A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298" y="190981"/>
            <a:ext cx="92776" cy="94462"/>
          </a:xfrm>
          <a:custGeom xmlns:a="http://schemas.openxmlformats.org/drawingml/2006/main">
            <a:pathLst>
              <a:path w="92776" h="94462">
                <a:moveTo>
                  <a:pt x="0" y="47231"/>
                </a:moveTo>
                <a:cubicBezTo>
                  <a:pt x="0" y="20242"/>
                  <a:pt x="21929" y="0"/>
                  <a:pt x="47231" y="0"/>
                </a:cubicBezTo>
                <a:cubicBezTo>
                  <a:pt x="72534" y="0"/>
                  <a:pt x="92776" y="20242"/>
                  <a:pt x="92776" y="47231"/>
                </a:cubicBezTo>
                <a:cubicBezTo>
                  <a:pt x="92776" y="72534"/>
                  <a:pt x="72534" y="94462"/>
                  <a:pt x="47231" y="94462"/>
                </a:cubicBezTo>
                <a:cubicBezTo>
                  <a:pt x="21929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DF26C-C674-4AB8-982F-DEE89D31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238" y="184234"/>
            <a:ext cx="102897" cy="106270"/>
          </a:xfrm>
          <a:custGeom xmlns:a="http://schemas.openxmlformats.org/drawingml/2006/main">
            <a:pathLst>
              <a:path w="102897" h="106270">
                <a:moveTo>
                  <a:pt x="5060" y="53978"/>
                </a:moveTo>
                <a:lnTo>
                  <a:pt x="0" y="53978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3978"/>
                </a:cubicBezTo>
                <a:cubicBezTo>
                  <a:pt x="102897" y="82655"/>
                  <a:pt x="80968" y="106270"/>
                  <a:pt x="52292" y="106270"/>
                </a:cubicBezTo>
                <a:cubicBezTo>
                  <a:pt x="23616" y="106270"/>
                  <a:pt x="0" y="82655"/>
                  <a:pt x="0" y="53978"/>
                </a:cubicBezTo>
                <a:lnTo>
                  <a:pt x="5060" y="53978"/>
                </a:lnTo>
                <a:lnTo>
                  <a:pt x="11808" y="53978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1089" y="75907"/>
                  <a:pt x="91089" y="53978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3978"/>
                </a:cubicBezTo>
                <a:lnTo>
                  <a:pt x="5060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67CC8-5C6A-41FD-B710-FCAB911A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986" y="376532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4220"/>
                  <a:pt x="70847" y="94462"/>
                  <a:pt x="45544" y="94462"/>
                </a:cubicBezTo>
                <a:cubicBezTo>
                  <a:pt x="20242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B6FCF-367F-44AB-A8F2-4CD9835A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925" y="371472"/>
            <a:ext cx="101210" cy="106270"/>
          </a:xfrm>
          <a:custGeom xmlns:a="http://schemas.openxmlformats.org/drawingml/2006/main">
            <a:pathLst>
              <a:path w="101210" h="106270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2292"/>
                </a:cubicBezTo>
                <a:cubicBezTo>
                  <a:pt x="101210" y="80968"/>
                  <a:pt x="79281" y="104583"/>
                  <a:pt x="50605" y="106270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89402" y="75907"/>
                  <a:pt x="89402" y="52292"/>
                </a:cubicBezTo>
                <a:cubicBezTo>
                  <a:pt x="89402" y="28676"/>
                  <a:pt x="72534" y="10121"/>
                  <a:pt x="50605" y="10121"/>
                </a:cubicBezTo>
                <a:cubicBezTo>
                  <a:pt x="28676" y="10121"/>
                  <a:pt x="11808" y="28676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D5C4C-9BC2-43CF-A609-633B7121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298" y="565457"/>
            <a:ext cx="92776" cy="92776"/>
          </a:xfrm>
          <a:custGeom xmlns:a="http://schemas.openxmlformats.org/drawingml/2006/main">
            <a:pathLst>
              <a:path w="92776" h="92776">
                <a:moveTo>
                  <a:pt x="0" y="47231"/>
                </a:moveTo>
                <a:cubicBezTo>
                  <a:pt x="0" y="20242"/>
                  <a:pt x="21929" y="0"/>
                  <a:pt x="47231" y="0"/>
                </a:cubicBezTo>
                <a:cubicBezTo>
                  <a:pt x="72534" y="0"/>
                  <a:pt x="92776" y="20242"/>
                  <a:pt x="92776" y="47231"/>
                </a:cubicBezTo>
                <a:cubicBezTo>
                  <a:pt x="92776" y="72534"/>
                  <a:pt x="72534" y="92776"/>
                  <a:pt x="47231" y="92776"/>
                </a:cubicBezTo>
                <a:cubicBezTo>
                  <a:pt x="21929" y="92776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255A9-6E32-42C2-B9BD-E2615E38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238" y="560396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4220"/>
                  <a:pt x="30363" y="92776"/>
                  <a:pt x="52292" y="92776"/>
                </a:cubicBezTo>
                <a:cubicBezTo>
                  <a:pt x="74220" y="92776"/>
                  <a:pt x="91089" y="74220"/>
                  <a:pt x="91089" y="52292"/>
                </a:cubicBezTo>
                <a:cubicBezTo>
                  <a:pt x="91089" y="28676"/>
                  <a:pt x="74220" y="11808"/>
                  <a:pt x="52292" y="11808"/>
                </a:cubicBezTo>
                <a:cubicBezTo>
                  <a:pt x="30363" y="11808"/>
                  <a:pt x="11808" y="28676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33431-C60E-4CBE-B692-09F52737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298" y="752695"/>
            <a:ext cx="92776" cy="94462"/>
          </a:xfrm>
          <a:custGeom xmlns:a="http://schemas.openxmlformats.org/drawingml/2006/main">
            <a:pathLst>
              <a:path w="92776" h="94462">
                <a:moveTo>
                  <a:pt x="0" y="47231"/>
                </a:moveTo>
                <a:cubicBezTo>
                  <a:pt x="0" y="21929"/>
                  <a:pt x="21929" y="0"/>
                  <a:pt x="47231" y="0"/>
                </a:cubicBezTo>
                <a:cubicBezTo>
                  <a:pt x="72534" y="0"/>
                  <a:pt x="92776" y="21929"/>
                  <a:pt x="92776" y="47231"/>
                </a:cubicBezTo>
                <a:cubicBezTo>
                  <a:pt x="92776" y="74220"/>
                  <a:pt x="72534" y="94462"/>
                  <a:pt x="47231" y="94462"/>
                </a:cubicBezTo>
                <a:cubicBezTo>
                  <a:pt x="21929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65804-E5B8-47AA-8477-62ECD0A2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238" y="747634"/>
            <a:ext cx="102897" cy="106270"/>
          </a:xfrm>
          <a:custGeom xmlns:a="http://schemas.openxmlformats.org/drawingml/2006/main">
            <a:pathLst>
              <a:path w="102897" h="106270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2655"/>
                  <a:pt x="80968" y="106270"/>
                  <a:pt x="52292" y="106270"/>
                </a:cubicBezTo>
                <a:cubicBezTo>
                  <a:pt x="23616" y="106270"/>
                  <a:pt x="0" y="82655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1089" y="75907"/>
                  <a:pt x="91089" y="52292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3C69D-1455-4DD5-A5CD-9597D985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648" y="292191"/>
            <a:ext cx="92776" cy="94462"/>
          </a:xfrm>
          <a:custGeom xmlns:a="http://schemas.openxmlformats.org/drawingml/2006/main">
            <a:pathLst>
              <a:path w="92776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2776" y="20242"/>
                  <a:pt x="92776" y="47231"/>
                </a:cubicBezTo>
                <a:cubicBezTo>
                  <a:pt x="92776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D4531D-21F8-4B1A-BE3D-AD1FD43B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588" y="285443"/>
            <a:ext cx="102897" cy="106270"/>
          </a:xfrm>
          <a:custGeom xmlns:a="http://schemas.openxmlformats.org/drawingml/2006/main">
            <a:pathLst>
              <a:path w="102897" h="106270">
                <a:moveTo>
                  <a:pt x="5060" y="53978"/>
                </a:moveTo>
                <a:lnTo>
                  <a:pt x="0" y="53978"/>
                </a:lnTo>
                <a:cubicBezTo>
                  <a:pt x="0" y="25302"/>
                  <a:pt x="21929" y="0"/>
                  <a:pt x="50605" y="0"/>
                </a:cubicBezTo>
                <a:cubicBezTo>
                  <a:pt x="79281" y="0"/>
                  <a:pt x="102897" y="25302"/>
                  <a:pt x="102897" y="53978"/>
                </a:cubicBezTo>
                <a:cubicBezTo>
                  <a:pt x="102897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3978"/>
                </a:cubicBezTo>
                <a:lnTo>
                  <a:pt x="5060" y="53978"/>
                </a:lnTo>
                <a:lnTo>
                  <a:pt x="11808" y="53978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91089" y="75907"/>
                  <a:pt x="91089" y="53978"/>
                </a:cubicBezTo>
                <a:cubicBezTo>
                  <a:pt x="91089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3978"/>
                </a:cubicBezTo>
                <a:lnTo>
                  <a:pt x="5060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048B2-386C-47D0-A12B-0B6CAFED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648" y="481115"/>
            <a:ext cx="92776" cy="92776"/>
          </a:xfrm>
          <a:custGeom xmlns:a="http://schemas.openxmlformats.org/drawingml/2006/main">
            <a:pathLst>
              <a:path w="92776" h="92776">
                <a:moveTo>
                  <a:pt x="0" y="45544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2776" y="20242"/>
                  <a:pt x="92776" y="45544"/>
                </a:cubicBezTo>
                <a:cubicBezTo>
                  <a:pt x="92776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5544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31E792-1805-4F97-9C3E-B0C44B22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588" y="474368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2897" y="23616"/>
                  <a:pt x="102897" y="52292"/>
                </a:cubicBezTo>
                <a:cubicBezTo>
                  <a:pt x="102897" y="82655"/>
                  <a:pt x="79281" y="104583"/>
                  <a:pt x="50605" y="104583"/>
                </a:cubicBezTo>
                <a:cubicBezTo>
                  <a:pt x="21929" y="104583"/>
                  <a:pt x="0" y="82655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91089" y="75907"/>
                  <a:pt x="91089" y="52292"/>
                </a:cubicBezTo>
                <a:cubicBezTo>
                  <a:pt x="91089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54431-F7EB-4ADA-82D3-1F1D49B8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648" y="668353"/>
            <a:ext cx="92776" cy="92776"/>
          </a:xfrm>
          <a:custGeom xmlns:a="http://schemas.openxmlformats.org/drawingml/2006/main">
            <a:pathLst>
              <a:path w="92776" h="92776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2776" y="20242"/>
                  <a:pt x="92776" y="47231"/>
                </a:cubicBezTo>
                <a:cubicBezTo>
                  <a:pt x="92776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C6E45-A885-412B-A714-5ABDFE35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588" y="663293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2897" y="23616"/>
                  <a:pt x="102897" y="52292"/>
                </a:cubicBezTo>
                <a:cubicBezTo>
                  <a:pt x="102897" y="80968"/>
                  <a:pt x="79281" y="104583"/>
                  <a:pt x="50605" y="104583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4220"/>
                  <a:pt x="28676" y="92776"/>
                  <a:pt x="50605" y="92776"/>
                </a:cubicBezTo>
                <a:cubicBezTo>
                  <a:pt x="72534" y="92776"/>
                  <a:pt x="91089" y="74220"/>
                  <a:pt x="91089" y="52292"/>
                </a:cubicBezTo>
                <a:cubicBezTo>
                  <a:pt x="91089" y="28676"/>
                  <a:pt x="72534" y="11808"/>
                  <a:pt x="50605" y="11808"/>
                </a:cubicBezTo>
                <a:cubicBezTo>
                  <a:pt x="28676" y="11808"/>
                  <a:pt x="11808" y="28676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E4084-B5EC-4A53-9335-F96890EC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141" y="285443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5544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5544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5544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311ECF-86CB-4E23-A279-6A4DA4FF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080" y="278696"/>
            <a:ext cx="101210" cy="104583"/>
          </a:xfrm>
          <a:custGeom xmlns:a="http://schemas.openxmlformats.org/drawingml/2006/main">
            <a:pathLst>
              <a:path w="101210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2292"/>
                </a:cubicBezTo>
                <a:cubicBezTo>
                  <a:pt x="101210" y="80968"/>
                  <a:pt x="79281" y="104583"/>
                  <a:pt x="50605" y="104583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28676" y="92776"/>
                  <a:pt x="50605" y="92776"/>
                </a:cubicBezTo>
                <a:cubicBezTo>
                  <a:pt x="72534" y="92776"/>
                  <a:pt x="89402" y="75907"/>
                  <a:pt x="91089" y="52292"/>
                </a:cubicBezTo>
                <a:cubicBezTo>
                  <a:pt x="89402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78FF8-03EE-408D-B286-39780492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141" y="472681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D8600-C353-47A6-89F9-0843C15A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080" y="465934"/>
            <a:ext cx="101210" cy="106270"/>
          </a:xfrm>
          <a:custGeom xmlns:a="http://schemas.openxmlformats.org/drawingml/2006/main">
            <a:pathLst>
              <a:path w="101210" h="106270">
                <a:moveTo>
                  <a:pt x="5060" y="53978"/>
                </a:moveTo>
                <a:lnTo>
                  <a:pt x="0" y="53978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3978"/>
                </a:cubicBezTo>
                <a:cubicBezTo>
                  <a:pt x="101210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3978"/>
                </a:cubicBezTo>
                <a:lnTo>
                  <a:pt x="5060" y="53978"/>
                </a:lnTo>
                <a:lnTo>
                  <a:pt x="11808" y="53978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89402" y="75907"/>
                  <a:pt x="91089" y="53978"/>
                </a:cubicBezTo>
                <a:cubicBezTo>
                  <a:pt x="89402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3978"/>
                </a:cubicBezTo>
                <a:lnTo>
                  <a:pt x="5060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95BAE4-DB65-49EA-92F3-8180FC5F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141" y="658232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4220"/>
                  <a:pt x="70847" y="94462"/>
                  <a:pt x="45544" y="94462"/>
                </a:cubicBezTo>
                <a:cubicBezTo>
                  <a:pt x="20242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C3670-FC76-447A-AF8E-C2A745FC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080" y="653172"/>
            <a:ext cx="101210" cy="106270"/>
          </a:xfrm>
          <a:custGeom xmlns:a="http://schemas.openxmlformats.org/drawingml/2006/main">
            <a:pathLst>
              <a:path w="101210" h="106270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2292"/>
                </a:cubicBezTo>
                <a:cubicBezTo>
                  <a:pt x="101210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89402" y="75907"/>
                  <a:pt x="91089" y="52292"/>
                </a:cubicBezTo>
                <a:cubicBezTo>
                  <a:pt x="89402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5FF8D-A9E6-4562-B852-113383F4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645" y="155558"/>
            <a:ext cx="97836" cy="131573"/>
          </a:xfrm>
          <a:custGeom xmlns:a="http://schemas.openxmlformats.org/drawingml/2006/main">
            <a:pathLst>
              <a:path w="97836" h="131573">
                <a:moveTo>
                  <a:pt x="79281" y="28676"/>
                </a:moveTo>
                <a:cubicBezTo>
                  <a:pt x="79281" y="26989"/>
                  <a:pt x="79281" y="25302"/>
                  <a:pt x="79281" y="23616"/>
                </a:cubicBezTo>
                <a:cubicBezTo>
                  <a:pt x="77594" y="21929"/>
                  <a:pt x="77594" y="20242"/>
                  <a:pt x="75907" y="18555"/>
                </a:cubicBezTo>
                <a:cubicBezTo>
                  <a:pt x="74220" y="16868"/>
                  <a:pt x="70847" y="16868"/>
                  <a:pt x="69160" y="15181"/>
                </a:cubicBezTo>
                <a:cubicBezTo>
                  <a:pt x="65786" y="15181"/>
                  <a:pt x="62413" y="15181"/>
                  <a:pt x="59039" y="15181"/>
                </a:cubicBezTo>
                <a:lnTo>
                  <a:pt x="40484" y="15181"/>
                </a:lnTo>
                <a:lnTo>
                  <a:pt x="32050" y="57352"/>
                </a:lnTo>
                <a:lnTo>
                  <a:pt x="52292" y="57352"/>
                </a:lnTo>
                <a:cubicBezTo>
                  <a:pt x="57352" y="57352"/>
                  <a:pt x="60726" y="57352"/>
                  <a:pt x="64099" y="55665"/>
                </a:cubicBezTo>
                <a:cubicBezTo>
                  <a:pt x="69160" y="52292"/>
                  <a:pt x="70847" y="50605"/>
                  <a:pt x="72534" y="47231"/>
                </a:cubicBezTo>
                <a:cubicBezTo>
                  <a:pt x="75907" y="45544"/>
                  <a:pt x="77594" y="42171"/>
                  <a:pt x="77594" y="38797"/>
                </a:cubicBezTo>
                <a:cubicBezTo>
                  <a:pt x="79281" y="35423"/>
                  <a:pt x="79281" y="32050"/>
                  <a:pt x="79281" y="28676"/>
                </a:cubicBezTo>
                <a:close/>
                <a:moveTo>
                  <a:pt x="75907" y="89402"/>
                </a:moveTo>
                <a:cubicBezTo>
                  <a:pt x="75907" y="84341"/>
                  <a:pt x="74220" y="79281"/>
                  <a:pt x="69160" y="75907"/>
                </a:cubicBezTo>
                <a:cubicBezTo>
                  <a:pt x="65786" y="72534"/>
                  <a:pt x="59039" y="70847"/>
                  <a:pt x="50605" y="70847"/>
                </a:cubicBezTo>
                <a:lnTo>
                  <a:pt x="28676" y="70847"/>
                </a:lnTo>
                <a:lnTo>
                  <a:pt x="20242" y="118078"/>
                </a:lnTo>
                <a:lnTo>
                  <a:pt x="43858" y="118078"/>
                </a:lnTo>
                <a:cubicBezTo>
                  <a:pt x="50605" y="118078"/>
                  <a:pt x="53978" y="116391"/>
                  <a:pt x="59039" y="114704"/>
                </a:cubicBezTo>
                <a:cubicBezTo>
                  <a:pt x="62413" y="114704"/>
                  <a:pt x="65786" y="111331"/>
                  <a:pt x="67473" y="109644"/>
                </a:cubicBezTo>
                <a:cubicBezTo>
                  <a:pt x="70847" y="106270"/>
                  <a:pt x="72534" y="102897"/>
                  <a:pt x="74220" y="99523"/>
                </a:cubicBezTo>
                <a:cubicBezTo>
                  <a:pt x="75907" y="96149"/>
                  <a:pt x="75907" y="92776"/>
                  <a:pt x="75907" y="89402"/>
                </a:cubicBezTo>
                <a:close/>
                <a:moveTo>
                  <a:pt x="97836" y="26989"/>
                </a:moveTo>
                <a:cubicBezTo>
                  <a:pt x="97836" y="30363"/>
                  <a:pt x="97836" y="33737"/>
                  <a:pt x="96149" y="38797"/>
                </a:cubicBezTo>
                <a:cubicBezTo>
                  <a:pt x="96149" y="42171"/>
                  <a:pt x="94462" y="45544"/>
                  <a:pt x="92776" y="48918"/>
                </a:cubicBezTo>
                <a:cubicBezTo>
                  <a:pt x="89402" y="50605"/>
                  <a:pt x="87715" y="53978"/>
                  <a:pt x="84341" y="55665"/>
                </a:cubicBezTo>
                <a:cubicBezTo>
                  <a:pt x="80968" y="59039"/>
                  <a:pt x="77594" y="60726"/>
                  <a:pt x="74220" y="62413"/>
                </a:cubicBezTo>
                <a:cubicBezTo>
                  <a:pt x="77594" y="62413"/>
                  <a:pt x="79281" y="64099"/>
                  <a:pt x="82655" y="65786"/>
                </a:cubicBezTo>
                <a:cubicBezTo>
                  <a:pt x="84341" y="67473"/>
                  <a:pt x="87715" y="69160"/>
                  <a:pt x="89402" y="70847"/>
                </a:cubicBezTo>
                <a:cubicBezTo>
                  <a:pt x="91089" y="72534"/>
                  <a:pt x="92776" y="75907"/>
                  <a:pt x="92776" y="77594"/>
                </a:cubicBezTo>
                <a:cubicBezTo>
                  <a:pt x="94462" y="80968"/>
                  <a:pt x="94462" y="84341"/>
                  <a:pt x="94462" y="87715"/>
                </a:cubicBezTo>
                <a:cubicBezTo>
                  <a:pt x="94462" y="91089"/>
                  <a:pt x="94462" y="94462"/>
                  <a:pt x="92776" y="99523"/>
                </a:cubicBezTo>
                <a:cubicBezTo>
                  <a:pt x="92776" y="102897"/>
                  <a:pt x="91089" y="106270"/>
                  <a:pt x="89402" y="109644"/>
                </a:cubicBezTo>
                <a:cubicBezTo>
                  <a:pt x="86028" y="113017"/>
                  <a:pt x="84341" y="114704"/>
                  <a:pt x="80968" y="118078"/>
                </a:cubicBezTo>
                <a:cubicBezTo>
                  <a:pt x="79281" y="121452"/>
                  <a:pt x="75907" y="123138"/>
                  <a:pt x="70847" y="126512"/>
                </a:cubicBezTo>
                <a:cubicBezTo>
                  <a:pt x="67473" y="128199"/>
                  <a:pt x="62413" y="129886"/>
                  <a:pt x="59039" y="129886"/>
                </a:cubicBezTo>
                <a:cubicBezTo>
                  <a:pt x="53978" y="131573"/>
                  <a:pt x="47231" y="131573"/>
                  <a:pt x="42171" y="131573"/>
                </a:cubicBezTo>
                <a:lnTo>
                  <a:pt x="6747" y="131573"/>
                </a:lnTo>
                <a:cubicBezTo>
                  <a:pt x="5060" y="131573"/>
                  <a:pt x="3374" y="131573"/>
                  <a:pt x="1687" y="129886"/>
                </a:cubicBezTo>
                <a:cubicBezTo>
                  <a:pt x="0" y="129886"/>
                  <a:pt x="0" y="128199"/>
                  <a:pt x="1687" y="124825"/>
                </a:cubicBezTo>
                <a:lnTo>
                  <a:pt x="23616" y="8434"/>
                </a:lnTo>
                <a:cubicBezTo>
                  <a:pt x="25302" y="5060"/>
                  <a:pt x="25302" y="3374"/>
                  <a:pt x="26989" y="1687"/>
                </a:cubicBezTo>
                <a:cubicBezTo>
                  <a:pt x="28676" y="1687"/>
                  <a:pt x="30363" y="0"/>
                  <a:pt x="33737" y="0"/>
                </a:cubicBezTo>
                <a:lnTo>
                  <a:pt x="60726" y="0"/>
                </a:lnTo>
                <a:cubicBezTo>
                  <a:pt x="67473" y="0"/>
                  <a:pt x="74220" y="1687"/>
                  <a:pt x="77594" y="1687"/>
                </a:cubicBezTo>
                <a:cubicBezTo>
                  <a:pt x="82655" y="3374"/>
                  <a:pt x="86028" y="5060"/>
                  <a:pt x="89402" y="6747"/>
                </a:cubicBezTo>
                <a:cubicBezTo>
                  <a:pt x="92776" y="10121"/>
                  <a:pt x="94462" y="11808"/>
                  <a:pt x="96149" y="15181"/>
                </a:cubicBezTo>
                <a:cubicBezTo>
                  <a:pt x="97836" y="18555"/>
                  <a:pt x="97836" y="21929"/>
                  <a:pt x="97836" y="269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1CDAAC-3EF7-4077-A853-C068B313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63" y="258454"/>
            <a:ext cx="40484" cy="82655"/>
          </a:xfrm>
          <a:custGeom xmlns:a="http://schemas.openxmlformats.org/drawingml/2006/main">
            <a:pathLst>
              <a:path w="40484" h="82655">
                <a:moveTo>
                  <a:pt x="40484" y="18555"/>
                </a:moveTo>
                <a:lnTo>
                  <a:pt x="40484" y="20242"/>
                </a:lnTo>
                <a:lnTo>
                  <a:pt x="40484" y="21929"/>
                </a:lnTo>
                <a:lnTo>
                  <a:pt x="40484" y="23616"/>
                </a:lnTo>
                <a:lnTo>
                  <a:pt x="38797" y="23616"/>
                </a:lnTo>
                <a:lnTo>
                  <a:pt x="38797" y="25302"/>
                </a:lnTo>
                <a:lnTo>
                  <a:pt x="37110" y="25302"/>
                </a:lnTo>
                <a:lnTo>
                  <a:pt x="21929" y="25302"/>
                </a:lnTo>
                <a:lnTo>
                  <a:pt x="15181" y="59039"/>
                </a:lnTo>
                <a:cubicBezTo>
                  <a:pt x="15181" y="60726"/>
                  <a:pt x="13495" y="62413"/>
                  <a:pt x="13495" y="62413"/>
                </a:cubicBezTo>
                <a:cubicBezTo>
                  <a:pt x="13495" y="64099"/>
                  <a:pt x="13495" y="65786"/>
                  <a:pt x="13495" y="65786"/>
                </a:cubicBezTo>
                <a:cubicBezTo>
                  <a:pt x="13495" y="67473"/>
                  <a:pt x="15181" y="69160"/>
                  <a:pt x="15181" y="70847"/>
                </a:cubicBezTo>
                <a:cubicBezTo>
                  <a:pt x="16868" y="72534"/>
                  <a:pt x="18555" y="72534"/>
                  <a:pt x="20242" y="72534"/>
                </a:cubicBezTo>
                <a:cubicBezTo>
                  <a:pt x="21929" y="72534"/>
                  <a:pt x="21929" y="72534"/>
                  <a:pt x="23616" y="72534"/>
                </a:cubicBezTo>
                <a:cubicBezTo>
                  <a:pt x="23616" y="72534"/>
                  <a:pt x="25302" y="72534"/>
                  <a:pt x="25302" y="70847"/>
                </a:cubicBezTo>
                <a:lnTo>
                  <a:pt x="26989" y="70847"/>
                </a:lnTo>
                <a:lnTo>
                  <a:pt x="28676" y="70847"/>
                </a:lnTo>
                <a:cubicBezTo>
                  <a:pt x="30363" y="70847"/>
                  <a:pt x="30363" y="70847"/>
                  <a:pt x="30363" y="72534"/>
                </a:cubicBezTo>
                <a:lnTo>
                  <a:pt x="30363" y="74220"/>
                </a:lnTo>
                <a:cubicBezTo>
                  <a:pt x="28676" y="74220"/>
                  <a:pt x="28676" y="75907"/>
                  <a:pt x="28676" y="75907"/>
                </a:cubicBezTo>
                <a:lnTo>
                  <a:pt x="28676" y="77594"/>
                </a:lnTo>
                <a:cubicBezTo>
                  <a:pt x="28676" y="79281"/>
                  <a:pt x="28676" y="79281"/>
                  <a:pt x="26989" y="79281"/>
                </a:cubicBezTo>
                <a:lnTo>
                  <a:pt x="25302" y="80968"/>
                </a:lnTo>
                <a:lnTo>
                  <a:pt x="23616" y="80968"/>
                </a:lnTo>
                <a:cubicBezTo>
                  <a:pt x="21929" y="80968"/>
                  <a:pt x="21929" y="80968"/>
                  <a:pt x="20242" y="80968"/>
                </a:cubicBezTo>
                <a:cubicBezTo>
                  <a:pt x="18555" y="82655"/>
                  <a:pt x="18555" y="82655"/>
                  <a:pt x="16868" y="82655"/>
                </a:cubicBezTo>
                <a:cubicBezTo>
                  <a:pt x="15181" y="82655"/>
                  <a:pt x="11808" y="80968"/>
                  <a:pt x="10121" y="80968"/>
                </a:cubicBezTo>
                <a:cubicBezTo>
                  <a:pt x="8434" y="80968"/>
                  <a:pt x="6747" y="79281"/>
                  <a:pt x="6747" y="79281"/>
                </a:cubicBezTo>
                <a:cubicBezTo>
                  <a:pt x="5060" y="77594"/>
                  <a:pt x="3374" y="75907"/>
                  <a:pt x="3374" y="74220"/>
                </a:cubicBezTo>
                <a:cubicBezTo>
                  <a:pt x="3374" y="72534"/>
                  <a:pt x="1687" y="70847"/>
                  <a:pt x="1687" y="67473"/>
                </a:cubicBezTo>
                <a:lnTo>
                  <a:pt x="1687" y="65786"/>
                </a:lnTo>
                <a:cubicBezTo>
                  <a:pt x="1687" y="65786"/>
                  <a:pt x="1687" y="64099"/>
                  <a:pt x="3374" y="64099"/>
                </a:cubicBezTo>
                <a:lnTo>
                  <a:pt x="3374" y="62413"/>
                </a:lnTo>
                <a:lnTo>
                  <a:pt x="3374" y="60726"/>
                </a:lnTo>
                <a:lnTo>
                  <a:pt x="10121" y="25302"/>
                </a:lnTo>
                <a:lnTo>
                  <a:pt x="1687" y="25302"/>
                </a:lnTo>
                <a:lnTo>
                  <a:pt x="0" y="25302"/>
                </a:lnTo>
                <a:lnTo>
                  <a:pt x="0" y="23616"/>
                </a:lnTo>
                <a:lnTo>
                  <a:pt x="0" y="21929"/>
                </a:lnTo>
                <a:cubicBezTo>
                  <a:pt x="0" y="20242"/>
                  <a:pt x="0" y="20242"/>
                  <a:pt x="1687" y="18555"/>
                </a:cubicBezTo>
                <a:lnTo>
                  <a:pt x="1687" y="16868"/>
                </a:lnTo>
                <a:lnTo>
                  <a:pt x="3374" y="16868"/>
                </a:lnTo>
                <a:lnTo>
                  <a:pt x="11808" y="16868"/>
                </a:lnTo>
                <a:lnTo>
                  <a:pt x="15181" y="1687"/>
                </a:lnTo>
                <a:cubicBezTo>
                  <a:pt x="15181" y="0"/>
                  <a:pt x="15181" y="0"/>
                  <a:pt x="16868" y="0"/>
                </a:cubicBezTo>
                <a:lnTo>
                  <a:pt x="18555" y="0"/>
                </a:lnTo>
                <a:lnTo>
                  <a:pt x="20242" y="0"/>
                </a:lnTo>
                <a:cubicBezTo>
                  <a:pt x="21929" y="0"/>
                  <a:pt x="23616" y="0"/>
                  <a:pt x="23616" y="0"/>
                </a:cubicBezTo>
                <a:lnTo>
                  <a:pt x="25302" y="0"/>
                </a:lnTo>
                <a:lnTo>
                  <a:pt x="25302" y="1687"/>
                </a:lnTo>
                <a:lnTo>
                  <a:pt x="26989" y="1687"/>
                </a:lnTo>
                <a:lnTo>
                  <a:pt x="23616" y="16868"/>
                </a:lnTo>
                <a:lnTo>
                  <a:pt x="38797" y="16868"/>
                </a:lnTo>
                <a:lnTo>
                  <a:pt x="40484" y="16868"/>
                </a:lnTo>
                <a:lnTo>
                  <a:pt x="40484" y="185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BE18C-3114-4668-B61F-F158235F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520" y="300625"/>
            <a:ext cx="33737" cy="8434"/>
          </a:xfrm>
          <a:custGeom xmlns:a="http://schemas.openxmlformats.org/drawingml/2006/main">
            <a:pathLst>
              <a:path w="33737" h="8434">
                <a:moveTo>
                  <a:pt x="33737" y="1687"/>
                </a:moveTo>
                <a:lnTo>
                  <a:pt x="33737" y="3374"/>
                </a:lnTo>
                <a:lnTo>
                  <a:pt x="33737" y="5060"/>
                </a:lnTo>
                <a:lnTo>
                  <a:pt x="33737" y="6747"/>
                </a:lnTo>
                <a:lnTo>
                  <a:pt x="32050" y="8434"/>
                </a:lnTo>
                <a:lnTo>
                  <a:pt x="30363" y="8434"/>
                </a:lnTo>
                <a:lnTo>
                  <a:pt x="1687" y="8434"/>
                </a:lnTo>
                <a:lnTo>
                  <a:pt x="0" y="6747"/>
                </a:lnTo>
                <a:lnTo>
                  <a:pt x="0" y="5060"/>
                </a:lnTo>
                <a:lnTo>
                  <a:pt x="1687" y="5060"/>
                </a:lnTo>
                <a:lnTo>
                  <a:pt x="1687" y="3374"/>
                </a:lnTo>
                <a:lnTo>
                  <a:pt x="1687" y="1687"/>
                </a:lnTo>
                <a:cubicBezTo>
                  <a:pt x="1687" y="0"/>
                  <a:pt x="3374" y="0"/>
                  <a:pt x="3374" y="0"/>
                </a:cubicBezTo>
                <a:lnTo>
                  <a:pt x="5060" y="0"/>
                </a:lnTo>
                <a:lnTo>
                  <a:pt x="32050" y="0"/>
                </a:lnTo>
                <a:lnTo>
                  <a:pt x="33737" y="0"/>
                </a:lnTo>
                <a:lnTo>
                  <a:pt x="33737" y="1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BA762-8E77-4F7E-8D27-8D9ACAC6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78" y="253394"/>
            <a:ext cx="47231" cy="79281"/>
          </a:xfrm>
          <a:custGeom xmlns:a="http://schemas.openxmlformats.org/drawingml/2006/main">
            <a:pathLst>
              <a:path w="47231" h="79281">
                <a:moveTo>
                  <a:pt x="47231" y="72534"/>
                </a:moveTo>
                <a:lnTo>
                  <a:pt x="45544" y="74220"/>
                </a:lnTo>
                <a:lnTo>
                  <a:pt x="45544" y="75907"/>
                </a:lnTo>
                <a:lnTo>
                  <a:pt x="45544" y="77594"/>
                </a:lnTo>
                <a:cubicBezTo>
                  <a:pt x="45544" y="77594"/>
                  <a:pt x="43858" y="77594"/>
                  <a:pt x="43858" y="79281"/>
                </a:cubicBezTo>
                <a:lnTo>
                  <a:pt x="1687" y="79281"/>
                </a:lnTo>
                <a:lnTo>
                  <a:pt x="1687" y="77594"/>
                </a:lnTo>
                <a:cubicBezTo>
                  <a:pt x="1687" y="77594"/>
                  <a:pt x="0" y="77594"/>
                  <a:pt x="0" y="75907"/>
                </a:cubicBezTo>
                <a:lnTo>
                  <a:pt x="1687" y="75907"/>
                </a:lnTo>
                <a:lnTo>
                  <a:pt x="1687" y="74220"/>
                </a:lnTo>
                <a:lnTo>
                  <a:pt x="1687" y="72534"/>
                </a:lnTo>
                <a:cubicBezTo>
                  <a:pt x="1687" y="70847"/>
                  <a:pt x="3374" y="70847"/>
                  <a:pt x="3374" y="70847"/>
                </a:cubicBezTo>
                <a:lnTo>
                  <a:pt x="20242" y="70847"/>
                </a:lnTo>
                <a:lnTo>
                  <a:pt x="32050" y="11808"/>
                </a:lnTo>
                <a:lnTo>
                  <a:pt x="15181" y="20242"/>
                </a:lnTo>
                <a:lnTo>
                  <a:pt x="13495" y="21929"/>
                </a:lnTo>
                <a:cubicBezTo>
                  <a:pt x="11808" y="21929"/>
                  <a:pt x="11808" y="20242"/>
                  <a:pt x="11808" y="20242"/>
                </a:cubicBezTo>
                <a:lnTo>
                  <a:pt x="11808" y="18555"/>
                </a:lnTo>
                <a:cubicBezTo>
                  <a:pt x="11808" y="16868"/>
                  <a:pt x="11808" y="16868"/>
                  <a:pt x="11808" y="15181"/>
                </a:cubicBezTo>
                <a:cubicBezTo>
                  <a:pt x="13495" y="15181"/>
                  <a:pt x="13495" y="15181"/>
                  <a:pt x="13495" y="13495"/>
                </a:cubicBezTo>
                <a:lnTo>
                  <a:pt x="15181" y="11808"/>
                </a:lnTo>
                <a:lnTo>
                  <a:pt x="35423" y="1687"/>
                </a:lnTo>
                <a:lnTo>
                  <a:pt x="35423" y="0"/>
                </a:lnTo>
                <a:lnTo>
                  <a:pt x="37110" y="0"/>
                </a:lnTo>
                <a:lnTo>
                  <a:pt x="38797" y="0"/>
                </a:lnTo>
                <a:lnTo>
                  <a:pt x="40484" y="0"/>
                </a:lnTo>
                <a:lnTo>
                  <a:pt x="42171" y="0"/>
                </a:lnTo>
                <a:lnTo>
                  <a:pt x="43858" y="0"/>
                </a:lnTo>
                <a:lnTo>
                  <a:pt x="43858" y="1687"/>
                </a:lnTo>
                <a:lnTo>
                  <a:pt x="30363" y="70847"/>
                </a:lnTo>
                <a:lnTo>
                  <a:pt x="45544" y="70847"/>
                </a:lnTo>
                <a:lnTo>
                  <a:pt x="47231" y="72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9777E-C1B3-4BC7-966B-973BF47A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933" y="1987453"/>
            <a:ext cx="1572124" cy="325558"/>
          </a:xfrm>
          <a:custGeom xmlns:a="http://schemas.openxmlformats.org/drawingml/2006/main">
            <a:pathLst>
              <a:path w="1572124" h="325558">
                <a:moveTo>
                  <a:pt x="107957" y="317124"/>
                </a:moveTo>
                <a:lnTo>
                  <a:pt x="107957" y="308690"/>
                </a:lnTo>
                <a:lnTo>
                  <a:pt x="1464167" y="308690"/>
                </a:lnTo>
                <a:cubicBezTo>
                  <a:pt x="1513085" y="308690"/>
                  <a:pt x="1553569" y="268206"/>
                  <a:pt x="1553569" y="219288"/>
                </a:cubicBezTo>
                <a:lnTo>
                  <a:pt x="1553569" y="106270"/>
                </a:lnTo>
                <a:cubicBezTo>
                  <a:pt x="1553569" y="57352"/>
                  <a:pt x="1513085" y="16868"/>
                  <a:pt x="1464167" y="16868"/>
                </a:cubicBezTo>
                <a:lnTo>
                  <a:pt x="107957" y="16868"/>
                </a:lnTo>
                <a:cubicBezTo>
                  <a:pt x="57352" y="16868"/>
                  <a:pt x="16868" y="57352"/>
                  <a:pt x="16868" y="106270"/>
                </a:cubicBezTo>
                <a:lnTo>
                  <a:pt x="16868" y="219288"/>
                </a:lnTo>
                <a:cubicBezTo>
                  <a:pt x="16868" y="268206"/>
                  <a:pt x="57352" y="308690"/>
                  <a:pt x="107957" y="308690"/>
                </a:cubicBezTo>
                <a:lnTo>
                  <a:pt x="107957" y="317124"/>
                </a:lnTo>
                <a:lnTo>
                  <a:pt x="107957" y="325558"/>
                </a:lnTo>
                <a:cubicBezTo>
                  <a:pt x="47231" y="325558"/>
                  <a:pt x="0" y="278327"/>
                  <a:pt x="0" y="219288"/>
                </a:cubicBezTo>
                <a:lnTo>
                  <a:pt x="0" y="106270"/>
                </a:lnTo>
                <a:cubicBezTo>
                  <a:pt x="0" y="47231"/>
                  <a:pt x="47231" y="0"/>
                  <a:pt x="107957" y="0"/>
                </a:cubicBezTo>
                <a:lnTo>
                  <a:pt x="1464167" y="0"/>
                </a:lnTo>
                <a:cubicBezTo>
                  <a:pt x="1523206" y="0"/>
                  <a:pt x="1572124" y="47231"/>
                  <a:pt x="1572124" y="106270"/>
                </a:cubicBezTo>
                <a:lnTo>
                  <a:pt x="1572124" y="219288"/>
                </a:lnTo>
                <a:cubicBezTo>
                  <a:pt x="1572124" y="278327"/>
                  <a:pt x="1523206" y="325558"/>
                  <a:pt x="1464167" y="325558"/>
                </a:cubicBezTo>
                <a:lnTo>
                  <a:pt x="107957" y="325558"/>
                </a:lnTo>
                <a:lnTo>
                  <a:pt x="107957" y="317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9D721-E6C5-46B9-8838-53D5478C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627" y="2085289"/>
            <a:ext cx="465565" cy="128199"/>
          </a:xfrm>
          <a:custGeom xmlns:a="http://schemas.openxmlformats.org/drawingml/2006/main">
            <a:pathLst>
              <a:path w="465565" h="128199">
                <a:moveTo>
                  <a:pt x="465565" y="8434"/>
                </a:moveTo>
                <a:cubicBezTo>
                  <a:pt x="465565" y="10121"/>
                  <a:pt x="465565" y="11808"/>
                  <a:pt x="465565" y="11808"/>
                </a:cubicBezTo>
                <a:lnTo>
                  <a:pt x="465565" y="13495"/>
                </a:lnTo>
                <a:lnTo>
                  <a:pt x="465565" y="15181"/>
                </a:lnTo>
                <a:lnTo>
                  <a:pt x="463878" y="15181"/>
                </a:lnTo>
                <a:cubicBezTo>
                  <a:pt x="463878" y="15181"/>
                  <a:pt x="462191" y="15181"/>
                  <a:pt x="462191" y="13495"/>
                </a:cubicBezTo>
                <a:lnTo>
                  <a:pt x="460504" y="13495"/>
                </a:lnTo>
                <a:cubicBezTo>
                  <a:pt x="458817" y="13495"/>
                  <a:pt x="458817" y="13495"/>
                  <a:pt x="457130" y="11808"/>
                </a:cubicBezTo>
                <a:cubicBezTo>
                  <a:pt x="455444" y="11808"/>
                  <a:pt x="453757" y="11808"/>
                  <a:pt x="452070" y="11808"/>
                </a:cubicBezTo>
                <a:cubicBezTo>
                  <a:pt x="450383" y="11808"/>
                  <a:pt x="448696" y="11808"/>
                  <a:pt x="447009" y="13495"/>
                </a:cubicBezTo>
                <a:cubicBezTo>
                  <a:pt x="445323" y="13495"/>
                  <a:pt x="443636" y="15181"/>
                  <a:pt x="443636" y="16868"/>
                </a:cubicBezTo>
                <a:cubicBezTo>
                  <a:pt x="441949" y="18555"/>
                  <a:pt x="441949" y="20242"/>
                  <a:pt x="440262" y="21929"/>
                </a:cubicBezTo>
                <a:cubicBezTo>
                  <a:pt x="440262" y="25302"/>
                  <a:pt x="440262" y="28676"/>
                  <a:pt x="440262" y="32050"/>
                </a:cubicBezTo>
                <a:lnTo>
                  <a:pt x="440262" y="40484"/>
                </a:lnTo>
                <a:lnTo>
                  <a:pt x="458817" y="40484"/>
                </a:lnTo>
                <a:lnTo>
                  <a:pt x="460504" y="40484"/>
                </a:lnTo>
                <a:lnTo>
                  <a:pt x="460504" y="42171"/>
                </a:lnTo>
                <a:lnTo>
                  <a:pt x="460504" y="43858"/>
                </a:lnTo>
                <a:cubicBezTo>
                  <a:pt x="462191" y="43858"/>
                  <a:pt x="462191" y="45544"/>
                  <a:pt x="462191" y="47231"/>
                </a:cubicBezTo>
                <a:cubicBezTo>
                  <a:pt x="462191" y="48918"/>
                  <a:pt x="460504" y="50605"/>
                  <a:pt x="460504" y="50605"/>
                </a:cubicBezTo>
                <a:cubicBezTo>
                  <a:pt x="460504" y="52292"/>
                  <a:pt x="458817" y="52292"/>
                  <a:pt x="458817" y="52292"/>
                </a:cubicBezTo>
                <a:lnTo>
                  <a:pt x="440262" y="52292"/>
                </a:lnTo>
                <a:lnTo>
                  <a:pt x="440262" y="123138"/>
                </a:lnTo>
                <a:lnTo>
                  <a:pt x="440262" y="124825"/>
                </a:lnTo>
                <a:lnTo>
                  <a:pt x="438575" y="126512"/>
                </a:lnTo>
                <a:lnTo>
                  <a:pt x="436888" y="126512"/>
                </a:lnTo>
                <a:cubicBezTo>
                  <a:pt x="435202" y="126512"/>
                  <a:pt x="433515" y="126512"/>
                  <a:pt x="433515" y="126512"/>
                </a:cubicBezTo>
                <a:cubicBezTo>
                  <a:pt x="431828" y="126512"/>
                  <a:pt x="430141" y="126512"/>
                  <a:pt x="428454" y="126512"/>
                </a:cubicBezTo>
                <a:lnTo>
                  <a:pt x="426767" y="126512"/>
                </a:lnTo>
                <a:cubicBezTo>
                  <a:pt x="426767" y="126512"/>
                  <a:pt x="426767" y="124825"/>
                  <a:pt x="425081" y="124825"/>
                </a:cubicBezTo>
                <a:lnTo>
                  <a:pt x="425081" y="123138"/>
                </a:lnTo>
                <a:lnTo>
                  <a:pt x="425081" y="52292"/>
                </a:lnTo>
                <a:lnTo>
                  <a:pt x="413273" y="52292"/>
                </a:lnTo>
                <a:cubicBezTo>
                  <a:pt x="413273" y="52292"/>
                  <a:pt x="411586" y="52292"/>
                  <a:pt x="411586" y="50605"/>
                </a:cubicBezTo>
                <a:cubicBezTo>
                  <a:pt x="411586" y="50605"/>
                  <a:pt x="411586" y="48918"/>
                  <a:pt x="411586" y="47231"/>
                </a:cubicBezTo>
                <a:cubicBezTo>
                  <a:pt x="411586" y="45544"/>
                  <a:pt x="411586" y="43858"/>
                  <a:pt x="411586" y="43858"/>
                </a:cubicBezTo>
                <a:lnTo>
                  <a:pt x="411586" y="42171"/>
                </a:lnTo>
                <a:cubicBezTo>
                  <a:pt x="411586" y="40484"/>
                  <a:pt x="411586" y="40484"/>
                  <a:pt x="413273" y="40484"/>
                </a:cubicBezTo>
                <a:lnTo>
                  <a:pt x="425081" y="40484"/>
                </a:lnTo>
                <a:lnTo>
                  <a:pt x="425081" y="32050"/>
                </a:lnTo>
                <a:cubicBezTo>
                  <a:pt x="425081" y="26989"/>
                  <a:pt x="425081" y="21929"/>
                  <a:pt x="426767" y="16868"/>
                </a:cubicBezTo>
                <a:cubicBezTo>
                  <a:pt x="428454" y="13495"/>
                  <a:pt x="430141" y="10121"/>
                  <a:pt x="431828" y="6747"/>
                </a:cubicBezTo>
                <a:cubicBezTo>
                  <a:pt x="433515" y="5060"/>
                  <a:pt x="436888" y="3374"/>
                  <a:pt x="440262" y="1687"/>
                </a:cubicBezTo>
                <a:cubicBezTo>
                  <a:pt x="443636" y="0"/>
                  <a:pt x="447009" y="0"/>
                  <a:pt x="452070" y="0"/>
                </a:cubicBezTo>
                <a:cubicBezTo>
                  <a:pt x="453757" y="0"/>
                  <a:pt x="455444" y="0"/>
                  <a:pt x="457130" y="0"/>
                </a:cubicBezTo>
                <a:cubicBezTo>
                  <a:pt x="460504" y="0"/>
                  <a:pt x="460504" y="1687"/>
                  <a:pt x="462191" y="1687"/>
                </a:cubicBezTo>
                <a:cubicBezTo>
                  <a:pt x="463878" y="1687"/>
                  <a:pt x="463878" y="1687"/>
                  <a:pt x="463878" y="3374"/>
                </a:cubicBezTo>
                <a:lnTo>
                  <a:pt x="465565" y="3374"/>
                </a:lnTo>
                <a:cubicBezTo>
                  <a:pt x="465565" y="5060"/>
                  <a:pt x="465565" y="5060"/>
                  <a:pt x="465565" y="6747"/>
                </a:cubicBezTo>
                <a:lnTo>
                  <a:pt x="465565" y="8434"/>
                </a:lnTo>
                <a:close/>
                <a:moveTo>
                  <a:pt x="384597" y="82655"/>
                </a:moveTo>
                <a:cubicBezTo>
                  <a:pt x="384597" y="79281"/>
                  <a:pt x="384597" y="74220"/>
                  <a:pt x="382910" y="70847"/>
                </a:cubicBezTo>
                <a:cubicBezTo>
                  <a:pt x="382910" y="67473"/>
                  <a:pt x="381223" y="64099"/>
                  <a:pt x="379536" y="60726"/>
                </a:cubicBezTo>
                <a:cubicBezTo>
                  <a:pt x="377849" y="57352"/>
                  <a:pt x="374476" y="55665"/>
                  <a:pt x="371102" y="53978"/>
                </a:cubicBezTo>
                <a:cubicBezTo>
                  <a:pt x="367728" y="52292"/>
                  <a:pt x="364355" y="50605"/>
                  <a:pt x="359294" y="50605"/>
                </a:cubicBezTo>
                <a:cubicBezTo>
                  <a:pt x="354234" y="50605"/>
                  <a:pt x="350860" y="52292"/>
                  <a:pt x="347487" y="53978"/>
                </a:cubicBezTo>
                <a:cubicBezTo>
                  <a:pt x="344113" y="55665"/>
                  <a:pt x="342426" y="57352"/>
                  <a:pt x="340739" y="60726"/>
                </a:cubicBezTo>
                <a:cubicBezTo>
                  <a:pt x="337366" y="62413"/>
                  <a:pt x="335679" y="65786"/>
                  <a:pt x="335679" y="70847"/>
                </a:cubicBezTo>
                <a:cubicBezTo>
                  <a:pt x="333992" y="74220"/>
                  <a:pt x="333992" y="77594"/>
                  <a:pt x="333992" y="82655"/>
                </a:cubicBezTo>
                <a:cubicBezTo>
                  <a:pt x="333992" y="87715"/>
                  <a:pt x="333992" y="91089"/>
                  <a:pt x="335679" y="96149"/>
                </a:cubicBezTo>
                <a:cubicBezTo>
                  <a:pt x="335679" y="99523"/>
                  <a:pt x="337366" y="102897"/>
                  <a:pt x="339052" y="106270"/>
                </a:cubicBezTo>
                <a:cubicBezTo>
                  <a:pt x="340739" y="107957"/>
                  <a:pt x="344113" y="111331"/>
                  <a:pt x="347487" y="113017"/>
                </a:cubicBezTo>
                <a:cubicBezTo>
                  <a:pt x="350860" y="114704"/>
                  <a:pt x="354234" y="114704"/>
                  <a:pt x="359294" y="114704"/>
                </a:cubicBezTo>
                <a:cubicBezTo>
                  <a:pt x="362668" y="114704"/>
                  <a:pt x="367728" y="114704"/>
                  <a:pt x="369415" y="113017"/>
                </a:cubicBezTo>
                <a:cubicBezTo>
                  <a:pt x="372789" y="111331"/>
                  <a:pt x="376163" y="109644"/>
                  <a:pt x="377849" y="106270"/>
                </a:cubicBezTo>
                <a:cubicBezTo>
                  <a:pt x="379536" y="102897"/>
                  <a:pt x="381223" y="99523"/>
                  <a:pt x="382910" y="96149"/>
                </a:cubicBezTo>
                <a:cubicBezTo>
                  <a:pt x="382910" y="92776"/>
                  <a:pt x="384597" y="87715"/>
                  <a:pt x="384597" y="82655"/>
                </a:cubicBezTo>
                <a:close/>
                <a:moveTo>
                  <a:pt x="399778" y="82655"/>
                </a:moveTo>
                <a:cubicBezTo>
                  <a:pt x="399778" y="89402"/>
                  <a:pt x="398091" y="94462"/>
                  <a:pt x="396405" y="101210"/>
                </a:cubicBezTo>
                <a:cubicBezTo>
                  <a:pt x="394718" y="106270"/>
                  <a:pt x="393031" y="111331"/>
                  <a:pt x="389657" y="114704"/>
                </a:cubicBezTo>
                <a:cubicBezTo>
                  <a:pt x="386284" y="119765"/>
                  <a:pt x="381223" y="121452"/>
                  <a:pt x="376163" y="124825"/>
                </a:cubicBezTo>
                <a:cubicBezTo>
                  <a:pt x="371102" y="126512"/>
                  <a:pt x="364355" y="128199"/>
                  <a:pt x="357608" y="128199"/>
                </a:cubicBezTo>
                <a:cubicBezTo>
                  <a:pt x="350860" y="128199"/>
                  <a:pt x="345800" y="126512"/>
                  <a:pt x="340739" y="124825"/>
                </a:cubicBezTo>
                <a:cubicBezTo>
                  <a:pt x="335679" y="123138"/>
                  <a:pt x="332305" y="119765"/>
                  <a:pt x="328931" y="116391"/>
                </a:cubicBezTo>
                <a:cubicBezTo>
                  <a:pt x="325558" y="113017"/>
                  <a:pt x="322184" y="107957"/>
                  <a:pt x="320497" y="102897"/>
                </a:cubicBezTo>
                <a:cubicBezTo>
                  <a:pt x="318810" y="96149"/>
                  <a:pt x="318810" y="91089"/>
                  <a:pt x="318810" y="84341"/>
                </a:cubicBezTo>
                <a:cubicBezTo>
                  <a:pt x="318810" y="77594"/>
                  <a:pt x="318810" y="70847"/>
                  <a:pt x="320497" y="65786"/>
                </a:cubicBezTo>
                <a:cubicBezTo>
                  <a:pt x="322184" y="60726"/>
                  <a:pt x="325558" y="55665"/>
                  <a:pt x="328931" y="50605"/>
                </a:cubicBezTo>
                <a:cubicBezTo>
                  <a:pt x="332305" y="47231"/>
                  <a:pt x="335679" y="43858"/>
                  <a:pt x="342426" y="42171"/>
                </a:cubicBezTo>
                <a:cubicBezTo>
                  <a:pt x="347487" y="40484"/>
                  <a:pt x="352547" y="38797"/>
                  <a:pt x="359294" y="38797"/>
                </a:cubicBezTo>
                <a:cubicBezTo>
                  <a:pt x="366042" y="38797"/>
                  <a:pt x="372789" y="38797"/>
                  <a:pt x="377849" y="42171"/>
                </a:cubicBezTo>
                <a:cubicBezTo>
                  <a:pt x="382910" y="43858"/>
                  <a:pt x="386284" y="47231"/>
                  <a:pt x="389657" y="50605"/>
                </a:cubicBezTo>
                <a:cubicBezTo>
                  <a:pt x="393031" y="53978"/>
                  <a:pt x="394718" y="59039"/>
                  <a:pt x="396405" y="64099"/>
                </a:cubicBezTo>
                <a:cubicBezTo>
                  <a:pt x="398091" y="69160"/>
                  <a:pt x="399778" y="75907"/>
                  <a:pt x="399778" y="82655"/>
                </a:cubicBezTo>
                <a:close/>
                <a:moveTo>
                  <a:pt x="239530" y="67473"/>
                </a:moveTo>
                <a:cubicBezTo>
                  <a:pt x="236156" y="62413"/>
                  <a:pt x="231095" y="57352"/>
                  <a:pt x="227722" y="55665"/>
                </a:cubicBezTo>
                <a:cubicBezTo>
                  <a:pt x="224348" y="52292"/>
                  <a:pt x="219288" y="50605"/>
                  <a:pt x="215914" y="50605"/>
                </a:cubicBezTo>
                <a:cubicBezTo>
                  <a:pt x="212540" y="50605"/>
                  <a:pt x="209167" y="52292"/>
                  <a:pt x="205793" y="53978"/>
                </a:cubicBezTo>
                <a:cubicBezTo>
                  <a:pt x="204106" y="55665"/>
                  <a:pt x="200733" y="59039"/>
                  <a:pt x="200733" y="60726"/>
                </a:cubicBezTo>
                <a:cubicBezTo>
                  <a:pt x="199046" y="64099"/>
                  <a:pt x="197359" y="67473"/>
                  <a:pt x="195672" y="70847"/>
                </a:cubicBezTo>
                <a:cubicBezTo>
                  <a:pt x="195672" y="74220"/>
                  <a:pt x="195672" y="79281"/>
                  <a:pt x="195672" y="82655"/>
                </a:cubicBezTo>
                <a:cubicBezTo>
                  <a:pt x="195672" y="86028"/>
                  <a:pt x="195672" y="91089"/>
                  <a:pt x="195672" y="94462"/>
                </a:cubicBezTo>
                <a:cubicBezTo>
                  <a:pt x="197359" y="97836"/>
                  <a:pt x="197359" y="101210"/>
                  <a:pt x="199046" y="104583"/>
                </a:cubicBezTo>
                <a:cubicBezTo>
                  <a:pt x="200733" y="107957"/>
                  <a:pt x="202419" y="111331"/>
                  <a:pt x="205793" y="113017"/>
                </a:cubicBezTo>
                <a:cubicBezTo>
                  <a:pt x="207480" y="114704"/>
                  <a:pt x="210853" y="114704"/>
                  <a:pt x="215914" y="114704"/>
                </a:cubicBezTo>
                <a:cubicBezTo>
                  <a:pt x="217601" y="114704"/>
                  <a:pt x="219288" y="114704"/>
                  <a:pt x="220974" y="114704"/>
                </a:cubicBezTo>
                <a:cubicBezTo>
                  <a:pt x="222661" y="113017"/>
                  <a:pt x="224348" y="113017"/>
                  <a:pt x="226035" y="111331"/>
                </a:cubicBezTo>
                <a:cubicBezTo>
                  <a:pt x="229409" y="109644"/>
                  <a:pt x="231095" y="107957"/>
                  <a:pt x="232782" y="106270"/>
                </a:cubicBezTo>
                <a:cubicBezTo>
                  <a:pt x="234469" y="104583"/>
                  <a:pt x="237843" y="102897"/>
                  <a:pt x="239530" y="99523"/>
                </a:cubicBezTo>
                <a:lnTo>
                  <a:pt x="239530" y="67473"/>
                </a:lnTo>
                <a:close/>
                <a:moveTo>
                  <a:pt x="254711" y="123138"/>
                </a:moveTo>
                <a:lnTo>
                  <a:pt x="254711" y="124825"/>
                </a:lnTo>
                <a:lnTo>
                  <a:pt x="253024" y="126512"/>
                </a:lnTo>
                <a:lnTo>
                  <a:pt x="251337" y="126512"/>
                </a:lnTo>
                <a:cubicBezTo>
                  <a:pt x="249651" y="126512"/>
                  <a:pt x="249651" y="126512"/>
                  <a:pt x="247964" y="126512"/>
                </a:cubicBezTo>
                <a:cubicBezTo>
                  <a:pt x="246277" y="126512"/>
                  <a:pt x="246277" y="126512"/>
                  <a:pt x="244590" y="126512"/>
                </a:cubicBezTo>
                <a:lnTo>
                  <a:pt x="242903" y="126512"/>
                </a:lnTo>
                <a:lnTo>
                  <a:pt x="241216" y="124825"/>
                </a:lnTo>
                <a:lnTo>
                  <a:pt x="241216" y="123138"/>
                </a:lnTo>
                <a:lnTo>
                  <a:pt x="241216" y="113017"/>
                </a:lnTo>
                <a:cubicBezTo>
                  <a:pt x="236156" y="118078"/>
                  <a:pt x="232782" y="121452"/>
                  <a:pt x="227722" y="123138"/>
                </a:cubicBezTo>
                <a:cubicBezTo>
                  <a:pt x="222661" y="126512"/>
                  <a:pt x="217601" y="128199"/>
                  <a:pt x="212540" y="128199"/>
                </a:cubicBezTo>
                <a:cubicBezTo>
                  <a:pt x="207480" y="128199"/>
                  <a:pt x="202419" y="126512"/>
                  <a:pt x="197359" y="124825"/>
                </a:cubicBezTo>
                <a:cubicBezTo>
                  <a:pt x="193985" y="121452"/>
                  <a:pt x="190612" y="118078"/>
                  <a:pt x="187238" y="114704"/>
                </a:cubicBezTo>
                <a:cubicBezTo>
                  <a:pt x="183864" y="111331"/>
                  <a:pt x="182177" y="106270"/>
                  <a:pt x="182177" y="101210"/>
                </a:cubicBezTo>
                <a:cubicBezTo>
                  <a:pt x="180491" y="96149"/>
                  <a:pt x="180491" y="89402"/>
                  <a:pt x="180491" y="84341"/>
                </a:cubicBezTo>
                <a:cubicBezTo>
                  <a:pt x="180491" y="77594"/>
                  <a:pt x="180491" y="70847"/>
                  <a:pt x="182177" y="65786"/>
                </a:cubicBezTo>
                <a:cubicBezTo>
                  <a:pt x="183864" y="59039"/>
                  <a:pt x="185551" y="55665"/>
                  <a:pt x="188925" y="50605"/>
                </a:cubicBezTo>
                <a:cubicBezTo>
                  <a:pt x="192298" y="47231"/>
                  <a:pt x="195672" y="43858"/>
                  <a:pt x="199046" y="42171"/>
                </a:cubicBezTo>
                <a:cubicBezTo>
                  <a:pt x="204106" y="38797"/>
                  <a:pt x="209167" y="38797"/>
                  <a:pt x="214227" y="38797"/>
                </a:cubicBezTo>
                <a:cubicBezTo>
                  <a:pt x="219288" y="38797"/>
                  <a:pt x="224348" y="38797"/>
                  <a:pt x="227722" y="42171"/>
                </a:cubicBezTo>
                <a:cubicBezTo>
                  <a:pt x="231095" y="43858"/>
                  <a:pt x="236156" y="47231"/>
                  <a:pt x="239530" y="50605"/>
                </a:cubicBezTo>
                <a:lnTo>
                  <a:pt x="239530" y="3374"/>
                </a:lnTo>
                <a:lnTo>
                  <a:pt x="239530" y="1687"/>
                </a:lnTo>
                <a:lnTo>
                  <a:pt x="241216" y="1687"/>
                </a:lnTo>
                <a:lnTo>
                  <a:pt x="242903" y="1687"/>
                </a:lnTo>
                <a:cubicBezTo>
                  <a:pt x="244590" y="0"/>
                  <a:pt x="246277" y="0"/>
                  <a:pt x="246277" y="0"/>
                </a:cubicBezTo>
                <a:cubicBezTo>
                  <a:pt x="247964" y="0"/>
                  <a:pt x="249651" y="0"/>
                  <a:pt x="251337" y="1687"/>
                </a:cubicBezTo>
                <a:lnTo>
                  <a:pt x="253024" y="1687"/>
                </a:lnTo>
                <a:lnTo>
                  <a:pt x="254711" y="1687"/>
                </a:lnTo>
                <a:lnTo>
                  <a:pt x="254711" y="3374"/>
                </a:lnTo>
                <a:lnTo>
                  <a:pt x="254711" y="123138"/>
                </a:lnTo>
                <a:close/>
                <a:moveTo>
                  <a:pt x="158562" y="123138"/>
                </a:moveTo>
                <a:cubicBezTo>
                  <a:pt x="158562" y="124825"/>
                  <a:pt x="156875" y="124825"/>
                  <a:pt x="156875" y="124825"/>
                </a:cubicBezTo>
                <a:lnTo>
                  <a:pt x="156875" y="126512"/>
                </a:lnTo>
                <a:cubicBezTo>
                  <a:pt x="155188" y="126512"/>
                  <a:pt x="155188" y="126512"/>
                  <a:pt x="153501" y="126512"/>
                </a:cubicBezTo>
                <a:cubicBezTo>
                  <a:pt x="153501" y="126512"/>
                  <a:pt x="151815" y="126512"/>
                  <a:pt x="150128" y="126512"/>
                </a:cubicBezTo>
                <a:cubicBezTo>
                  <a:pt x="148441" y="126512"/>
                  <a:pt x="148441" y="126512"/>
                  <a:pt x="146754" y="126512"/>
                </a:cubicBezTo>
                <a:lnTo>
                  <a:pt x="145067" y="126512"/>
                </a:lnTo>
                <a:cubicBezTo>
                  <a:pt x="143380" y="126512"/>
                  <a:pt x="143380" y="124825"/>
                  <a:pt x="143380" y="124825"/>
                </a:cubicBezTo>
                <a:lnTo>
                  <a:pt x="143380" y="123138"/>
                </a:lnTo>
                <a:lnTo>
                  <a:pt x="143380" y="75907"/>
                </a:lnTo>
                <a:cubicBezTo>
                  <a:pt x="143380" y="70847"/>
                  <a:pt x="141694" y="67473"/>
                  <a:pt x="141694" y="65786"/>
                </a:cubicBezTo>
                <a:cubicBezTo>
                  <a:pt x="141694" y="62413"/>
                  <a:pt x="140007" y="59039"/>
                  <a:pt x="138320" y="57352"/>
                </a:cubicBezTo>
                <a:cubicBezTo>
                  <a:pt x="136633" y="55665"/>
                  <a:pt x="134946" y="53978"/>
                  <a:pt x="133259" y="52292"/>
                </a:cubicBezTo>
                <a:cubicBezTo>
                  <a:pt x="131573" y="52292"/>
                  <a:pt x="128199" y="52292"/>
                  <a:pt x="124825" y="52292"/>
                </a:cubicBezTo>
                <a:cubicBezTo>
                  <a:pt x="121452" y="52292"/>
                  <a:pt x="118078" y="52292"/>
                  <a:pt x="114704" y="55665"/>
                </a:cubicBezTo>
                <a:cubicBezTo>
                  <a:pt x="111331" y="57352"/>
                  <a:pt x="106270" y="62413"/>
                  <a:pt x="102897" y="67473"/>
                </a:cubicBezTo>
                <a:lnTo>
                  <a:pt x="102897" y="123138"/>
                </a:lnTo>
                <a:lnTo>
                  <a:pt x="102897" y="124825"/>
                </a:lnTo>
                <a:lnTo>
                  <a:pt x="101210" y="126512"/>
                </a:lnTo>
                <a:lnTo>
                  <a:pt x="99523" y="126512"/>
                </a:lnTo>
                <a:cubicBezTo>
                  <a:pt x="97836" y="126512"/>
                  <a:pt x="96149" y="126512"/>
                  <a:pt x="94462" y="126512"/>
                </a:cubicBezTo>
                <a:cubicBezTo>
                  <a:pt x="94462" y="126512"/>
                  <a:pt x="92776" y="126512"/>
                  <a:pt x="91089" y="126512"/>
                </a:cubicBezTo>
                <a:lnTo>
                  <a:pt x="89402" y="126512"/>
                </a:lnTo>
                <a:lnTo>
                  <a:pt x="87715" y="124825"/>
                </a:lnTo>
                <a:lnTo>
                  <a:pt x="87715" y="123138"/>
                </a:lnTo>
                <a:lnTo>
                  <a:pt x="87715" y="42171"/>
                </a:lnTo>
                <a:cubicBezTo>
                  <a:pt x="87715" y="40484"/>
                  <a:pt x="89402" y="40484"/>
                  <a:pt x="89402" y="40484"/>
                </a:cubicBezTo>
                <a:lnTo>
                  <a:pt x="91089" y="40484"/>
                </a:lnTo>
                <a:cubicBezTo>
                  <a:pt x="92776" y="40484"/>
                  <a:pt x="92776" y="40484"/>
                  <a:pt x="94462" y="40484"/>
                </a:cubicBezTo>
                <a:cubicBezTo>
                  <a:pt x="96149" y="40484"/>
                  <a:pt x="97836" y="40484"/>
                  <a:pt x="97836" y="40484"/>
                </a:cubicBezTo>
                <a:lnTo>
                  <a:pt x="99523" y="40484"/>
                </a:lnTo>
                <a:cubicBezTo>
                  <a:pt x="101210" y="40484"/>
                  <a:pt x="101210" y="40484"/>
                  <a:pt x="101210" y="42171"/>
                </a:cubicBezTo>
                <a:lnTo>
                  <a:pt x="101210" y="53978"/>
                </a:lnTo>
                <a:cubicBezTo>
                  <a:pt x="106270" y="48918"/>
                  <a:pt x="109644" y="43858"/>
                  <a:pt x="114704" y="42171"/>
                </a:cubicBezTo>
                <a:cubicBezTo>
                  <a:pt x="119765" y="40484"/>
                  <a:pt x="124825" y="38797"/>
                  <a:pt x="128199" y="38797"/>
                </a:cubicBezTo>
                <a:cubicBezTo>
                  <a:pt x="134946" y="38797"/>
                  <a:pt x="138320" y="38797"/>
                  <a:pt x="141694" y="40484"/>
                </a:cubicBezTo>
                <a:cubicBezTo>
                  <a:pt x="146754" y="43858"/>
                  <a:pt x="148441" y="45544"/>
                  <a:pt x="151815" y="48918"/>
                </a:cubicBezTo>
                <a:cubicBezTo>
                  <a:pt x="153501" y="52292"/>
                  <a:pt x="155188" y="55665"/>
                  <a:pt x="156875" y="59039"/>
                </a:cubicBezTo>
                <a:cubicBezTo>
                  <a:pt x="156875" y="64099"/>
                  <a:pt x="158562" y="69160"/>
                  <a:pt x="158562" y="74220"/>
                </a:cubicBezTo>
                <a:lnTo>
                  <a:pt x="158562" y="123138"/>
                </a:lnTo>
                <a:close/>
                <a:moveTo>
                  <a:pt x="64099" y="119765"/>
                </a:moveTo>
                <a:cubicBezTo>
                  <a:pt x="64099" y="121452"/>
                  <a:pt x="64099" y="121452"/>
                  <a:pt x="64099" y="123138"/>
                </a:cubicBezTo>
                <a:lnTo>
                  <a:pt x="64099" y="124825"/>
                </a:lnTo>
                <a:cubicBezTo>
                  <a:pt x="62413" y="124825"/>
                  <a:pt x="62413" y="124825"/>
                  <a:pt x="62413" y="126512"/>
                </a:cubicBezTo>
                <a:lnTo>
                  <a:pt x="60726" y="126512"/>
                </a:lnTo>
                <a:lnTo>
                  <a:pt x="5060" y="126512"/>
                </a:lnTo>
                <a:cubicBezTo>
                  <a:pt x="3374" y="126512"/>
                  <a:pt x="1687" y="124825"/>
                  <a:pt x="1687" y="124825"/>
                </a:cubicBezTo>
                <a:cubicBezTo>
                  <a:pt x="0" y="123138"/>
                  <a:pt x="0" y="121452"/>
                  <a:pt x="0" y="119765"/>
                </a:cubicBezTo>
                <a:lnTo>
                  <a:pt x="0" y="15181"/>
                </a:lnTo>
                <a:cubicBezTo>
                  <a:pt x="0" y="13495"/>
                  <a:pt x="0" y="11808"/>
                  <a:pt x="1687" y="10121"/>
                </a:cubicBezTo>
                <a:cubicBezTo>
                  <a:pt x="1687" y="10121"/>
                  <a:pt x="3374" y="10121"/>
                  <a:pt x="5060" y="10121"/>
                </a:cubicBezTo>
                <a:lnTo>
                  <a:pt x="60726" y="10121"/>
                </a:lnTo>
                <a:lnTo>
                  <a:pt x="62413" y="10121"/>
                </a:lnTo>
                <a:cubicBezTo>
                  <a:pt x="62413" y="11808"/>
                  <a:pt x="62413" y="11808"/>
                  <a:pt x="64099" y="13495"/>
                </a:cubicBezTo>
                <a:lnTo>
                  <a:pt x="64099" y="15181"/>
                </a:lnTo>
                <a:cubicBezTo>
                  <a:pt x="64099" y="16868"/>
                  <a:pt x="64099" y="18555"/>
                  <a:pt x="64099" y="18555"/>
                </a:cubicBezTo>
                <a:lnTo>
                  <a:pt x="62413" y="20242"/>
                </a:lnTo>
                <a:lnTo>
                  <a:pt x="62413" y="21929"/>
                </a:lnTo>
                <a:lnTo>
                  <a:pt x="60726" y="21929"/>
                </a:lnTo>
                <a:lnTo>
                  <a:pt x="15181" y="21929"/>
                </a:lnTo>
                <a:lnTo>
                  <a:pt x="15181" y="59039"/>
                </a:lnTo>
                <a:lnTo>
                  <a:pt x="53978" y="59039"/>
                </a:lnTo>
                <a:lnTo>
                  <a:pt x="55665" y="59039"/>
                </a:lnTo>
                <a:lnTo>
                  <a:pt x="55665" y="60726"/>
                </a:lnTo>
                <a:cubicBezTo>
                  <a:pt x="57352" y="60726"/>
                  <a:pt x="57352" y="60726"/>
                  <a:pt x="57352" y="62413"/>
                </a:cubicBezTo>
                <a:cubicBezTo>
                  <a:pt x="57352" y="62413"/>
                  <a:pt x="57352" y="64099"/>
                  <a:pt x="57352" y="65786"/>
                </a:cubicBezTo>
                <a:lnTo>
                  <a:pt x="57352" y="67473"/>
                </a:lnTo>
                <a:cubicBezTo>
                  <a:pt x="57352" y="69160"/>
                  <a:pt x="57352" y="69160"/>
                  <a:pt x="55665" y="70847"/>
                </a:cubicBezTo>
                <a:lnTo>
                  <a:pt x="53978" y="70847"/>
                </a:lnTo>
                <a:lnTo>
                  <a:pt x="15181" y="70847"/>
                </a:lnTo>
                <a:lnTo>
                  <a:pt x="15181" y="113017"/>
                </a:lnTo>
                <a:lnTo>
                  <a:pt x="60726" y="113017"/>
                </a:lnTo>
                <a:lnTo>
                  <a:pt x="62413" y="113017"/>
                </a:lnTo>
                <a:cubicBezTo>
                  <a:pt x="62413" y="113017"/>
                  <a:pt x="62413" y="114704"/>
                  <a:pt x="64099" y="114704"/>
                </a:cubicBezTo>
                <a:lnTo>
                  <a:pt x="64099" y="116391"/>
                </a:lnTo>
                <a:cubicBezTo>
                  <a:pt x="64099" y="118078"/>
                  <a:pt x="64099" y="118078"/>
                  <a:pt x="64099" y="1197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B83C00-CC91-4FE5-88DA-5600CD6F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543" y="2095410"/>
            <a:ext cx="77594" cy="116391"/>
          </a:xfrm>
          <a:custGeom xmlns:a="http://schemas.openxmlformats.org/drawingml/2006/main">
            <a:pathLst>
              <a:path w="77594" h="116391">
                <a:moveTo>
                  <a:pt x="60726" y="82655"/>
                </a:moveTo>
                <a:cubicBezTo>
                  <a:pt x="60726" y="79281"/>
                  <a:pt x="60726" y="77594"/>
                  <a:pt x="59039" y="74220"/>
                </a:cubicBezTo>
                <a:cubicBezTo>
                  <a:pt x="59039" y="70847"/>
                  <a:pt x="57352" y="69160"/>
                  <a:pt x="53978" y="67473"/>
                </a:cubicBezTo>
                <a:cubicBezTo>
                  <a:pt x="52292" y="65786"/>
                  <a:pt x="48918" y="64099"/>
                  <a:pt x="47231" y="64099"/>
                </a:cubicBezTo>
                <a:cubicBezTo>
                  <a:pt x="43858" y="62413"/>
                  <a:pt x="38797" y="62413"/>
                  <a:pt x="33737" y="62413"/>
                </a:cubicBezTo>
                <a:lnTo>
                  <a:pt x="15181" y="62413"/>
                </a:lnTo>
                <a:lnTo>
                  <a:pt x="15181" y="102897"/>
                </a:lnTo>
                <a:lnTo>
                  <a:pt x="38797" y="102897"/>
                </a:lnTo>
                <a:cubicBezTo>
                  <a:pt x="42171" y="102897"/>
                  <a:pt x="45544" y="102897"/>
                  <a:pt x="47231" y="101210"/>
                </a:cubicBezTo>
                <a:cubicBezTo>
                  <a:pt x="50605" y="101210"/>
                  <a:pt x="52292" y="99523"/>
                  <a:pt x="53978" y="97836"/>
                </a:cubicBezTo>
                <a:cubicBezTo>
                  <a:pt x="57352" y="96149"/>
                  <a:pt x="59039" y="94462"/>
                  <a:pt x="59039" y="92776"/>
                </a:cubicBezTo>
                <a:cubicBezTo>
                  <a:pt x="60726" y="89402"/>
                  <a:pt x="60726" y="86028"/>
                  <a:pt x="60726" y="82655"/>
                </a:cubicBezTo>
                <a:close/>
                <a:moveTo>
                  <a:pt x="53978" y="30363"/>
                </a:moveTo>
                <a:cubicBezTo>
                  <a:pt x="53978" y="26989"/>
                  <a:pt x="53978" y="25302"/>
                  <a:pt x="52292" y="21929"/>
                </a:cubicBezTo>
                <a:cubicBezTo>
                  <a:pt x="52292" y="20242"/>
                  <a:pt x="50605" y="18555"/>
                  <a:pt x="48918" y="16868"/>
                </a:cubicBezTo>
                <a:cubicBezTo>
                  <a:pt x="47231" y="15181"/>
                  <a:pt x="45544" y="13495"/>
                  <a:pt x="42171" y="13495"/>
                </a:cubicBezTo>
                <a:cubicBezTo>
                  <a:pt x="40484" y="11808"/>
                  <a:pt x="37110" y="11808"/>
                  <a:pt x="32050" y="11808"/>
                </a:cubicBezTo>
                <a:lnTo>
                  <a:pt x="15181" y="11808"/>
                </a:lnTo>
                <a:lnTo>
                  <a:pt x="15181" y="48918"/>
                </a:lnTo>
                <a:lnTo>
                  <a:pt x="33737" y="48918"/>
                </a:lnTo>
                <a:cubicBezTo>
                  <a:pt x="37110" y="48918"/>
                  <a:pt x="40484" y="48918"/>
                  <a:pt x="43858" y="47231"/>
                </a:cubicBezTo>
                <a:cubicBezTo>
                  <a:pt x="45544" y="47231"/>
                  <a:pt x="47231" y="45544"/>
                  <a:pt x="48918" y="43858"/>
                </a:cubicBezTo>
                <a:cubicBezTo>
                  <a:pt x="50605" y="42171"/>
                  <a:pt x="52292" y="40484"/>
                  <a:pt x="52292" y="37110"/>
                </a:cubicBezTo>
                <a:cubicBezTo>
                  <a:pt x="53978" y="35423"/>
                  <a:pt x="53978" y="32050"/>
                  <a:pt x="53978" y="30363"/>
                </a:cubicBezTo>
                <a:close/>
                <a:moveTo>
                  <a:pt x="77594" y="82655"/>
                </a:moveTo>
                <a:cubicBezTo>
                  <a:pt x="77594" y="86028"/>
                  <a:pt x="77594" y="89402"/>
                  <a:pt x="75907" y="92776"/>
                </a:cubicBezTo>
                <a:cubicBezTo>
                  <a:pt x="75907" y="96149"/>
                  <a:pt x="74220" y="97836"/>
                  <a:pt x="72534" y="101210"/>
                </a:cubicBezTo>
                <a:cubicBezTo>
                  <a:pt x="70847" y="102897"/>
                  <a:pt x="69160" y="106270"/>
                  <a:pt x="65786" y="107957"/>
                </a:cubicBezTo>
                <a:cubicBezTo>
                  <a:pt x="64099" y="109644"/>
                  <a:pt x="60726" y="111331"/>
                  <a:pt x="57352" y="113017"/>
                </a:cubicBezTo>
                <a:cubicBezTo>
                  <a:pt x="55665" y="113017"/>
                  <a:pt x="52292" y="114704"/>
                  <a:pt x="48918" y="114704"/>
                </a:cubicBezTo>
                <a:cubicBezTo>
                  <a:pt x="45544" y="116391"/>
                  <a:pt x="40484" y="116391"/>
                  <a:pt x="37110" y="116391"/>
                </a:cubicBezTo>
                <a:lnTo>
                  <a:pt x="6747" y="116391"/>
                </a:lnTo>
                <a:cubicBezTo>
                  <a:pt x="5060" y="116391"/>
                  <a:pt x="3374" y="114704"/>
                  <a:pt x="1687" y="114704"/>
                </a:cubicBezTo>
                <a:cubicBezTo>
                  <a:pt x="1687" y="113017"/>
                  <a:pt x="0" y="111331"/>
                  <a:pt x="0" y="109644"/>
                </a:cubicBezTo>
                <a:lnTo>
                  <a:pt x="0" y="5060"/>
                </a:lnTo>
                <a:cubicBezTo>
                  <a:pt x="0" y="3374"/>
                  <a:pt x="1687" y="1687"/>
                  <a:pt x="1687" y="0"/>
                </a:cubicBezTo>
                <a:cubicBezTo>
                  <a:pt x="3374" y="0"/>
                  <a:pt x="5060" y="0"/>
                  <a:pt x="6747" y="0"/>
                </a:cubicBezTo>
                <a:lnTo>
                  <a:pt x="32050" y="0"/>
                </a:lnTo>
                <a:cubicBezTo>
                  <a:pt x="40484" y="0"/>
                  <a:pt x="45544" y="0"/>
                  <a:pt x="50605" y="1687"/>
                </a:cubicBezTo>
                <a:cubicBezTo>
                  <a:pt x="53978" y="1687"/>
                  <a:pt x="57352" y="5060"/>
                  <a:pt x="60726" y="6747"/>
                </a:cubicBezTo>
                <a:cubicBezTo>
                  <a:pt x="64099" y="10121"/>
                  <a:pt x="65786" y="11808"/>
                  <a:pt x="67473" y="16868"/>
                </a:cubicBezTo>
                <a:cubicBezTo>
                  <a:pt x="69160" y="20242"/>
                  <a:pt x="70847" y="23616"/>
                  <a:pt x="70847" y="28676"/>
                </a:cubicBezTo>
                <a:cubicBezTo>
                  <a:pt x="70847" y="32050"/>
                  <a:pt x="69160" y="33737"/>
                  <a:pt x="69160" y="37110"/>
                </a:cubicBezTo>
                <a:cubicBezTo>
                  <a:pt x="69160" y="38797"/>
                  <a:pt x="67473" y="42171"/>
                  <a:pt x="65786" y="43858"/>
                </a:cubicBezTo>
                <a:cubicBezTo>
                  <a:pt x="64099" y="45544"/>
                  <a:pt x="62413" y="47231"/>
                  <a:pt x="60726" y="48918"/>
                </a:cubicBezTo>
                <a:cubicBezTo>
                  <a:pt x="59039" y="50605"/>
                  <a:pt x="57352" y="52292"/>
                  <a:pt x="53978" y="53978"/>
                </a:cubicBezTo>
                <a:cubicBezTo>
                  <a:pt x="57352" y="53978"/>
                  <a:pt x="60726" y="55665"/>
                  <a:pt x="64099" y="57352"/>
                </a:cubicBezTo>
                <a:cubicBezTo>
                  <a:pt x="65786" y="59039"/>
                  <a:pt x="69160" y="60726"/>
                  <a:pt x="70847" y="62413"/>
                </a:cubicBezTo>
                <a:cubicBezTo>
                  <a:pt x="72534" y="65786"/>
                  <a:pt x="74220" y="67473"/>
                  <a:pt x="75907" y="70847"/>
                </a:cubicBezTo>
                <a:cubicBezTo>
                  <a:pt x="77594" y="74220"/>
                  <a:pt x="77594" y="79281"/>
                  <a:pt x="77594" y="82655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E9383-87C0-4FFE-BF09-292721E6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258" y="2183125"/>
            <a:ext cx="35423" cy="74220"/>
          </a:xfrm>
          <a:custGeom xmlns:a="http://schemas.openxmlformats.org/drawingml/2006/main">
            <a:pathLst>
              <a:path w="35423" h="74220">
                <a:moveTo>
                  <a:pt x="35423" y="67473"/>
                </a:moveTo>
                <a:cubicBezTo>
                  <a:pt x="35423" y="69160"/>
                  <a:pt x="35423" y="69160"/>
                  <a:pt x="33737" y="70847"/>
                </a:cubicBezTo>
                <a:cubicBezTo>
                  <a:pt x="33737" y="72534"/>
                  <a:pt x="33737" y="72534"/>
                  <a:pt x="32050" y="72534"/>
                </a:cubicBezTo>
                <a:lnTo>
                  <a:pt x="30363" y="72534"/>
                </a:lnTo>
                <a:cubicBezTo>
                  <a:pt x="28676" y="72534"/>
                  <a:pt x="28676" y="74220"/>
                  <a:pt x="26989" y="74220"/>
                </a:cubicBezTo>
                <a:lnTo>
                  <a:pt x="25302" y="74220"/>
                </a:lnTo>
                <a:cubicBezTo>
                  <a:pt x="21929" y="74220"/>
                  <a:pt x="20242" y="74220"/>
                  <a:pt x="16868" y="72534"/>
                </a:cubicBezTo>
                <a:cubicBezTo>
                  <a:pt x="15181" y="72534"/>
                  <a:pt x="13495" y="70847"/>
                  <a:pt x="11808" y="69160"/>
                </a:cubicBezTo>
                <a:cubicBezTo>
                  <a:pt x="11808" y="67473"/>
                  <a:pt x="10121" y="65786"/>
                  <a:pt x="10121" y="64099"/>
                </a:cubicBezTo>
                <a:cubicBezTo>
                  <a:pt x="8434" y="60726"/>
                  <a:pt x="8434" y="59039"/>
                  <a:pt x="8434" y="55665"/>
                </a:cubicBezTo>
                <a:lnTo>
                  <a:pt x="8434" y="23616"/>
                </a:lnTo>
                <a:lnTo>
                  <a:pt x="1687" y="23616"/>
                </a:lnTo>
                <a:cubicBezTo>
                  <a:pt x="0" y="23616"/>
                  <a:pt x="0" y="23616"/>
                  <a:pt x="0" y="21929"/>
                </a:cubicBezTo>
                <a:lnTo>
                  <a:pt x="0" y="20242"/>
                </a:lnTo>
                <a:cubicBezTo>
                  <a:pt x="0" y="18555"/>
                  <a:pt x="0" y="18555"/>
                  <a:pt x="0" y="16868"/>
                </a:cubicBezTo>
                <a:lnTo>
                  <a:pt x="0" y="15181"/>
                </a:lnTo>
                <a:lnTo>
                  <a:pt x="1687" y="15181"/>
                </a:lnTo>
                <a:lnTo>
                  <a:pt x="8434" y="15181"/>
                </a:lnTo>
                <a:lnTo>
                  <a:pt x="8434" y="1687"/>
                </a:lnTo>
                <a:lnTo>
                  <a:pt x="10121" y="1687"/>
                </a:lnTo>
                <a:cubicBezTo>
                  <a:pt x="10121" y="0"/>
                  <a:pt x="10121" y="0"/>
                  <a:pt x="11808" y="0"/>
                </a:cubicBezTo>
                <a:lnTo>
                  <a:pt x="13495" y="0"/>
                </a:lnTo>
                <a:cubicBezTo>
                  <a:pt x="15181" y="0"/>
                  <a:pt x="15181" y="0"/>
                  <a:pt x="16868" y="0"/>
                </a:cubicBezTo>
                <a:lnTo>
                  <a:pt x="18555" y="1687"/>
                </a:lnTo>
                <a:lnTo>
                  <a:pt x="18555" y="15181"/>
                </a:lnTo>
                <a:lnTo>
                  <a:pt x="32050" y="15181"/>
                </a:lnTo>
                <a:lnTo>
                  <a:pt x="33737" y="15181"/>
                </a:lnTo>
                <a:lnTo>
                  <a:pt x="33737" y="16868"/>
                </a:lnTo>
                <a:lnTo>
                  <a:pt x="35423" y="16868"/>
                </a:lnTo>
                <a:cubicBezTo>
                  <a:pt x="35423" y="18555"/>
                  <a:pt x="35423" y="18555"/>
                  <a:pt x="35423" y="20242"/>
                </a:cubicBezTo>
                <a:cubicBezTo>
                  <a:pt x="35423" y="20242"/>
                  <a:pt x="35423" y="21929"/>
                  <a:pt x="33737" y="21929"/>
                </a:cubicBezTo>
                <a:cubicBezTo>
                  <a:pt x="33737" y="23616"/>
                  <a:pt x="33737" y="23616"/>
                  <a:pt x="32050" y="23616"/>
                </a:cubicBezTo>
                <a:lnTo>
                  <a:pt x="18555" y="23616"/>
                </a:lnTo>
                <a:lnTo>
                  <a:pt x="18555" y="53978"/>
                </a:lnTo>
                <a:cubicBezTo>
                  <a:pt x="18555" y="57352"/>
                  <a:pt x="18555" y="60726"/>
                  <a:pt x="20242" y="62413"/>
                </a:cubicBezTo>
                <a:cubicBezTo>
                  <a:pt x="21929" y="64099"/>
                  <a:pt x="23616" y="65786"/>
                  <a:pt x="26989" y="65786"/>
                </a:cubicBezTo>
                <a:lnTo>
                  <a:pt x="28676" y="65786"/>
                </a:lnTo>
                <a:lnTo>
                  <a:pt x="30363" y="64099"/>
                </a:lnTo>
                <a:lnTo>
                  <a:pt x="32050" y="64099"/>
                </a:lnTo>
                <a:lnTo>
                  <a:pt x="33737" y="64099"/>
                </a:lnTo>
                <a:cubicBezTo>
                  <a:pt x="33737" y="64099"/>
                  <a:pt x="33737" y="65786"/>
                  <a:pt x="35423" y="65786"/>
                </a:cubicBezTo>
                <a:lnTo>
                  <a:pt x="35423" y="67473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4AACE-EE91-4573-99F9-50D0270F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913" y="2092036"/>
            <a:ext cx="603884" cy="151815"/>
          </a:xfrm>
          <a:custGeom xmlns:a="http://schemas.openxmlformats.org/drawingml/2006/main">
            <a:pathLst>
              <a:path w="603884" h="151815">
                <a:moveTo>
                  <a:pt x="581956" y="60726"/>
                </a:moveTo>
                <a:cubicBezTo>
                  <a:pt x="581956" y="55665"/>
                  <a:pt x="580269" y="50605"/>
                  <a:pt x="576895" y="47231"/>
                </a:cubicBezTo>
                <a:cubicBezTo>
                  <a:pt x="573522" y="45544"/>
                  <a:pt x="568461" y="43858"/>
                  <a:pt x="563401" y="43858"/>
                </a:cubicBezTo>
                <a:cubicBezTo>
                  <a:pt x="560027" y="43858"/>
                  <a:pt x="558340" y="43858"/>
                  <a:pt x="556653" y="45544"/>
                </a:cubicBezTo>
                <a:cubicBezTo>
                  <a:pt x="553280" y="45544"/>
                  <a:pt x="551593" y="47231"/>
                  <a:pt x="551593" y="48918"/>
                </a:cubicBezTo>
                <a:cubicBezTo>
                  <a:pt x="549906" y="50605"/>
                  <a:pt x="548219" y="52292"/>
                  <a:pt x="548219" y="53978"/>
                </a:cubicBezTo>
                <a:cubicBezTo>
                  <a:pt x="546532" y="57352"/>
                  <a:pt x="546532" y="59039"/>
                  <a:pt x="546532" y="60726"/>
                </a:cubicBezTo>
                <a:cubicBezTo>
                  <a:pt x="546532" y="67473"/>
                  <a:pt x="548219" y="70847"/>
                  <a:pt x="551593" y="74220"/>
                </a:cubicBezTo>
                <a:cubicBezTo>
                  <a:pt x="554966" y="77594"/>
                  <a:pt x="558340" y="79281"/>
                  <a:pt x="563401" y="79281"/>
                </a:cubicBezTo>
                <a:cubicBezTo>
                  <a:pt x="566774" y="79281"/>
                  <a:pt x="570148" y="77594"/>
                  <a:pt x="571835" y="77594"/>
                </a:cubicBezTo>
                <a:cubicBezTo>
                  <a:pt x="573522" y="75907"/>
                  <a:pt x="575208" y="75907"/>
                  <a:pt x="576895" y="74220"/>
                </a:cubicBezTo>
                <a:cubicBezTo>
                  <a:pt x="578582" y="72534"/>
                  <a:pt x="580269" y="69160"/>
                  <a:pt x="580269" y="67473"/>
                </a:cubicBezTo>
                <a:cubicBezTo>
                  <a:pt x="580269" y="65786"/>
                  <a:pt x="581956" y="64099"/>
                  <a:pt x="581956" y="60726"/>
                </a:cubicBezTo>
                <a:close/>
                <a:moveTo>
                  <a:pt x="588703" y="124825"/>
                </a:moveTo>
                <a:cubicBezTo>
                  <a:pt x="588703" y="121452"/>
                  <a:pt x="587016" y="119765"/>
                  <a:pt x="583642" y="118078"/>
                </a:cubicBezTo>
                <a:cubicBezTo>
                  <a:pt x="581956" y="114704"/>
                  <a:pt x="576895" y="114704"/>
                  <a:pt x="573522" y="114704"/>
                </a:cubicBezTo>
                <a:lnTo>
                  <a:pt x="551593" y="113017"/>
                </a:lnTo>
                <a:cubicBezTo>
                  <a:pt x="549906" y="114704"/>
                  <a:pt x="548219" y="116391"/>
                  <a:pt x="546532" y="118078"/>
                </a:cubicBezTo>
                <a:cubicBezTo>
                  <a:pt x="546532" y="119765"/>
                  <a:pt x="544845" y="119765"/>
                  <a:pt x="544845" y="121452"/>
                </a:cubicBezTo>
                <a:cubicBezTo>
                  <a:pt x="543159" y="123138"/>
                  <a:pt x="543159" y="124825"/>
                  <a:pt x="543159" y="124825"/>
                </a:cubicBezTo>
                <a:cubicBezTo>
                  <a:pt x="541472" y="126512"/>
                  <a:pt x="541472" y="128199"/>
                  <a:pt x="541472" y="128199"/>
                </a:cubicBezTo>
                <a:cubicBezTo>
                  <a:pt x="541472" y="133259"/>
                  <a:pt x="544845" y="136633"/>
                  <a:pt x="548219" y="138320"/>
                </a:cubicBezTo>
                <a:cubicBezTo>
                  <a:pt x="551593" y="140007"/>
                  <a:pt x="558340" y="141694"/>
                  <a:pt x="565087" y="141694"/>
                </a:cubicBezTo>
                <a:cubicBezTo>
                  <a:pt x="568461" y="141694"/>
                  <a:pt x="573522" y="140007"/>
                  <a:pt x="576895" y="140007"/>
                </a:cubicBezTo>
                <a:cubicBezTo>
                  <a:pt x="578582" y="138320"/>
                  <a:pt x="581956" y="138320"/>
                  <a:pt x="583642" y="136633"/>
                </a:cubicBezTo>
                <a:cubicBezTo>
                  <a:pt x="585329" y="134946"/>
                  <a:pt x="587016" y="133259"/>
                  <a:pt x="587016" y="131573"/>
                </a:cubicBezTo>
                <a:cubicBezTo>
                  <a:pt x="588703" y="129886"/>
                  <a:pt x="588703" y="128199"/>
                  <a:pt x="588703" y="124825"/>
                </a:cubicBezTo>
                <a:close/>
                <a:moveTo>
                  <a:pt x="603884" y="38797"/>
                </a:moveTo>
                <a:cubicBezTo>
                  <a:pt x="603884" y="42171"/>
                  <a:pt x="603884" y="43858"/>
                  <a:pt x="603884" y="43858"/>
                </a:cubicBezTo>
                <a:lnTo>
                  <a:pt x="602198" y="45544"/>
                </a:lnTo>
                <a:lnTo>
                  <a:pt x="590390" y="45544"/>
                </a:lnTo>
                <a:cubicBezTo>
                  <a:pt x="592077" y="47231"/>
                  <a:pt x="593763" y="50605"/>
                  <a:pt x="593763" y="52292"/>
                </a:cubicBezTo>
                <a:cubicBezTo>
                  <a:pt x="595450" y="55665"/>
                  <a:pt x="595450" y="57352"/>
                  <a:pt x="595450" y="60726"/>
                </a:cubicBezTo>
                <a:cubicBezTo>
                  <a:pt x="595450" y="65786"/>
                  <a:pt x="595450" y="69160"/>
                  <a:pt x="593763" y="72534"/>
                </a:cubicBezTo>
                <a:cubicBezTo>
                  <a:pt x="592077" y="77594"/>
                  <a:pt x="588703" y="79281"/>
                  <a:pt x="587016" y="82655"/>
                </a:cubicBezTo>
                <a:cubicBezTo>
                  <a:pt x="583642" y="84341"/>
                  <a:pt x="580269" y="87715"/>
                  <a:pt x="576895" y="87715"/>
                </a:cubicBezTo>
                <a:cubicBezTo>
                  <a:pt x="573522" y="89402"/>
                  <a:pt x="568461" y="89402"/>
                  <a:pt x="563401" y="89402"/>
                </a:cubicBezTo>
                <a:cubicBezTo>
                  <a:pt x="560027" y="89402"/>
                  <a:pt x="556653" y="89402"/>
                  <a:pt x="554966" y="89402"/>
                </a:cubicBezTo>
                <a:cubicBezTo>
                  <a:pt x="551593" y="87715"/>
                  <a:pt x="549906" y="87715"/>
                  <a:pt x="548219" y="86028"/>
                </a:cubicBezTo>
                <a:cubicBezTo>
                  <a:pt x="546532" y="86028"/>
                  <a:pt x="544845" y="87715"/>
                  <a:pt x="544845" y="89402"/>
                </a:cubicBezTo>
                <a:cubicBezTo>
                  <a:pt x="544845" y="91089"/>
                  <a:pt x="543159" y="92776"/>
                  <a:pt x="543159" y="94462"/>
                </a:cubicBezTo>
                <a:cubicBezTo>
                  <a:pt x="543159" y="96149"/>
                  <a:pt x="544845" y="97836"/>
                  <a:pt x="546532" y="99523"/>
                </a:cubicBezTo>
                <a:cubicBezTo>
                  <a:pt x="548219" y="101210"/>
                  <a:pt x="551593" y="101210"/>
                  <a:pt x="554966" y="101210"/>
                </a:cubicBezTo>
                <a:lnTo>
                  <a:pt x="575208" y="102897"/>
                </a:lnTo>
                <a:cubicBezTo>
                  <a:pt x="580269" y="102897"/>
                  <a:pt x="583642" y="102897"/>
                  <a:pt x="587016" y="104583"/>
                </a:cubicBezTo>
                <a:cubicBezTo>
                  <a:pt x="590390" y="104583"/>
                  <a:pt x="593763" y="106270"/>
                  <a:pt x="595450" y="107957"/>
                </a:cubicBezTo>
                <a:cubicBezTo>
                  <a:pt x="598824" y="109644"/>
                  <a:pt x="600511" y="113017"/>
                  <a:pt x="602198" y="114704"/>
                </a:cubicBezTo>
                <a:cubicBezTo>
                  <a:pt x="602198" y="118078"/>
                  <a:pt x="603884" y="121452"/>
                  <a:pt x="603884" y="124825"/>
                </a:cubicBezTo>
                <a:cubicBezTo>
                  <a:pt x="603884" y="128199"/>
                  <a:pt x="602198" y="131573"/>
                  <a:pt x="600511" y="134946"/>
                </a:cubicBezTo>
                <a:cubicBezTo>
                  <a:pt x="598824" y="138320"/>
                  <a:pt x="597137" y="141694"/>
                  <a:pt x="593763" y="143380"/>
                </a:cubicBezTo>
                <a:cubicBezTo>
                  <a:pt x="590390" y="146754"/>
                  <a:pt x="587016" y="148441"/>
                  <a:pt x="581956" y="150128"/>
                </a:cubicBezTo>
                <a:cubicBezTo>
                  <a:pt x="576895" y="151815"/>
                  <a:pt x="570148" y="151815"/>
                  <a:pt x="563401" y="151815"/>
                </a:cubicBezTo>
                <a:cubicBezTo>
                  <a:pt x="556653" y="151815"/>
                  <a:pt x="551593" y="151815"/>
                  <a:pt x="546532" y="150128"/>
                </a:cubicBezTo>
                <a:cubicBezTo>
                  <a:pt x="543159" y="150128"/>
                  <a:pt x="538098" y="148441"/>
                  <a:pt x="536411" y="146754"/>
                </a:cubicBezTo>
                <a:cubicBezTo>
                  <a:pt x="533038" y="143380"/>
                  <a:pt x="531351" y="141694"/>
                  <a:pt x="529664" y="140007"/>
                </a:cubicBezTo>
                <a:cubicBezTo>
                  <a:pt x="527977" y="136633"/>
                  <a:pt x="527977" y="133259"/>
                  <a:pt x="527977" y="129886"/>
                </a:cubicBezTo>
                <a:cubicBezTo>
                  <a:pt x="527977" y="128199"/>
                  <a:pt x="527977" y="126512"/>
                  <a:pt x="527977" y="124825"/>
                </a:cubicBezTo>
                <a:cubicBezTo>
                  <a:pt x="527977" y="123138"/>
                  <a:pt x="529664" y="121452"/>
                  <a:pt x="529664" y="119765"/>
                </a:cubicBezTo>
                <a:cubicBezTo>
                  <a:pt x="531351" y="118078"/>
                  <a:pt x="533038" y="116391"/>
                  <a:pt x="534724" y="114704"/>
                </a:cubicBezTo>
                <a:cubicBezTo>
                  <a:pt x="536411" y="113017"/>
                  <a:pt x="538098" y="111331"/>
                  <a:pt x="539785" y="109644"/>
                </a:cubicBezTo>
                <a:cubicBezTo>
                  <a:pt x="536411" y="107957"/>
                  <a:pt x="534724" y="106270"/>
                  <a:pt x="533038" y="104583"/>
                </a:cubicBezTo>
                <a:cubicBezTo>
                  <a:pt x="531351" y="101210"/>
                  <a:pt x="531351" y="99523"/>
                  <a:pt x="531351" y="96149"/>
                </a:cubicBezTo>
                <a:cubicBezTo>
                  <a:pt x="531351" y="92776"/>
                  <a:pt x="531351" y="89402"/>
                  <a:pt x="533038" y="87715"/>
                </a:cubicBezTo>
                <a:cubicBezTo>
                  <a:pt x="534724" y="84341"/>
                  <a:pt x="536411" y="80968"/>
                  <a:pt x="538098" y="79281"/>
                </a:cubicBezTo>
                <a:cubicBezTo>
                  <a:pt x="536411" y="77594"/>
                  <a:pt x="534724" y="74220"/>
                  <a:pt x="534724" y="72534"/>
                </a:cubicBezTo>
                <a:cubicBezTo>
                  <a:pt x="533038" y="69160"/>
                  <a:pt x="533038" y="65786"/>
                  <a:pt x="533038" y="62413"/>
                </a:cubicBezTo>
                <a:cubicBezTo>
                  <a:pt x="533038" y="57352"/>
                  <a:pt x="533038" y="52292"/>
                  <a:pt x="534724" y="48918"/>
                </a:cubicBezTo>
                <a:cubicBezTo>
                  <a:pt x="536411" y="45544"/>
                  <a:pt x="538098" y="42171"/>
                  <a:pt x="541472" y="40484"/>
                </a:cubicBezTo>
                <a:cubicBezTo>
                  <a:pt x="544845" y="37110"/>
                  <a:pt x="546532" y="35423"/>
                  <a:pt x="551593" y="33737"/>
                </a:cubicBezTo>
                <a:cubicBezTo>
                  <a:pt x="554966" y="32050"/>
                  <a:pt x="560027" y="32050"/>
                  <a:pt x="563401" y="32050"/>
                </a:cubicBezTo>
                <a:cubicBezTo>
                  <a:pt x="566774" y="32050"/>
                  <a:pt x="568461" y="32050"/>
                  <a:pt x="570148" y="32050"/>
                </a:cubicBezTo>
                <a:cubicBezTo>
                  <a:pt x="573522" y="32050"/>
                  <a:pt x="575208" y="33737"/>
                  <a:pt x="576895" y="33737"/>
                </a:cubicBezTo>
                <a:lnTo>
                  <a:pt x="602198" y="33737"/>
                </a:lnTo>
                <a:cubicBezTo>
                  <a:pt x="602198" y="33737"/>
                  <a:pt x="603884" y="33737"/>
                  <a:pt x="603884" y="35423"/>
                </a:cubicBezTo>
                <a:cubicBezTo>
                  <a:pt x="603884" y="35423"/>
                  <a:pt x="603884" y="37110"/>
                  <a:pt x="603884" y="38797"/>
                </a:cubicBezTo>
                <a:close/>
                <a:moveTo>
                  <a:pt x="509422" y="116391"/>
                </a:moveTo>
                <a:lnTo>
                  <a:pt x="509422" y="118078"/>
                </a:lnTo>
                <a:lnTo>
                  <a:pt x="507735" y="119765"/>
                </a:lnTo>
                <a:lnTo>
                  <a:pt x="506048" y="119765"/>
                </a:lnTo>
                <a:cubicBezTo>
                  <a:pt x="504362" y="119765"/>
                  <a:pt x="504362" y="119765"/>
                  <a:pt x="502675" y="119765"/>
                </a:cubicBezTo>
                <a:cubicBezTo>
                  <a:pt x="500988" y="119765"/>
                  <a:pt x="499301" y="119765"/>
                  <a:pt x="497614" y="119765"/>
                </a:cubicBezTo>
                <a:lnTo>
                  <a:pt x="495927" y="119765"/>
                </a:lnTo>
                <a:cubicBezTo>
                  <a:pt x="495927" y="119765"/>
                  <a:pt x="495927" y="118078"/>
                  <a:pt x="494241" y="118078"/>
                </a:cubicBezTo>
                <a:lnTo>
                  <a:pt x="494241" y="116391"/>
                </a:lnTo>
                <a:lnTo>
                  <a:pt x="494241" y="69160"/>
                </a:lnTo>
                <a:cubicBezTo>
                  <a:pt x="494241" y="64099"/>
                  <a:pt x="494241" y="60726"/>
                  <a:pt x="494241" y="59039"/>
                </a:cubicBezTo>
                <a:cubicBezTo>
                  <a:pt x="492554" y="55665"/>
                  <a:pt x="492554" y="52292"/>
                  <a:pt x="490867" y="50605"/>
                </a:cubicBezTo>
                <a:cubicBezTo>
                  <a:pt x="489180" y="48918"/>
                  <a:pt x="487493" y="47231"/>
                  <a:pt x="485806" y="45544"/>
                </a:cubicBezTo>
                <a:cubicBezTo>
                  <a:pt x="482433" y="45544"/>
                  <a:pt x="480746" y="45544"/>
                  <a:pt x="477372" y="45544"/>
                </a:cubicBezTo>
                <a:cubicBezTo>
                  <a:pt x="473999" y="45544"/>
                  <a:pt x="470625" y="45544"/>
                  <a:pt x="465565" y="48918"/>
                </a:cubicBezTo>
                <a:cubicBezTo>
                  <a:pt x="462191" y="50605"/>
                  <a:pt x="458817" y="55665"/>
                  <a:pt x="453757" y="60726"/>
                </a:cubicBezTo>
                <a:lnTo>
                  <a:pt x="453757" y="116391"/>
                </a:lnTo>
                <a:lnTo>
                  <a:pt x="453757" y="118078"/>
                </a:lnTo>
                <a:cubicBezTo>
                  <a:pt x="453757" y="118078"/>
                  <a:pt x="453757" y="119765"/>
                  <a:pt x="452070" y="119765"/>
                </a:cubicBezTo>
                <a:lnTo>
                  <a:pt x="450383" y="119765"/>
                </a:lnTo>
                <a:cubicBezTo>
                  <a:pt x="450383" y="119765"/>
                  <a:pt x="448696" y="119765"/>
                  <a:pt x="447009" y="119765"/>
                </a:cubicBezTo>
                <a:cubicBezTo>
                  <a:pt x="445323" y="119765"/>
                  <a:pt x="443636" y="119765"/>
                  <a:pt x="443636" y="119765"/>
                </a:cubicBezTo>
                <a:cubicBezTo>
                  <a:pt x="441949" y="119765"/>
                  <a:pt x="441949" y="119765"/>
                  <a:pt x="440262" y="119765"/>
                </a:cubicBezTo>
                <a:lnTo>
                  <a:pt x="440262" y="118078"/>
                </a:lnTo>
                <a:lnTo>
                  <a:pt x="440262" y="116391"/>
                </a:lnTo>
                <a:lnTo>
                  <a:pt x="440262" y="35423"/>
                </a:lnTo>
                <a:lnTo>
                  <a:pt x="440262" y="33737"/>
                </a:lnTo>
                <a:cubicBezTo>
                  <a:pt x="441949" y="33737"/>
                  <a:pt x="441949" y="33737"/>
                  <a:pt x="443636" y="33737"/>
                </a:cubicBezTo>
                <a:cubicBezTo>
                  <a:pt x="443636" y="33737"/>
                  <a:pt x="445323" y="33737"/>
                  <a:pt x="447009" y="33737"/>
                </a:cubicBezTo>
                <a:cubicBezTo>
                  <a:pt x="447009" y="33737"/>
                  <a:pt x="448696" y="33737"/>
                  <a:pt x="450383" y="33737"/>
                </a:cubicBezTo>
                <a:lnTo>
                  <a:pt x="452070" y="33737"/>
                </a:lnTo>
                <a:lnTo>
                  <a:pt x="452070" y="35423"/>
                </a:lnTo>
                <a:lnTo>
                  <a:pt x="453757" y="35423"/>
                </a:lnTo>
                <a:lnTo>
                  <a:pt x="453757" y="47231"/>
                </a:lnTo>
                <a:cubicBezTo>
                  <a:pt x="457130" y="42171"/>
                  <a:pt x="462191" y="37110"/>
                  <a:pt x="467251" y="35423"/>
                </a:cubicBezTo>
                <a:cubicBezTo>
                  <a:pt x="470625" y="33737"/>
                  <a:pt x="475685" y="32050"/>
                  <a:pt x="480746" y="32050"/>
                </a:cubicBezTo>
                <a:cubicBezTo>
                  <a:pt x="485806" y="32050"/>
                  <a:pt x="490867" y="32050"/>
                  <a:pt x="494241" y="33737"/>
                </a:cubicBezTo>
                <a:cubicBezTo>
                  <a:pt x="497614" y="37110"/>
                  <a:pt x="500988" y="38797"/>
                  <a:pt x="502675" y="42171"/>
                </a:cubicBezTo>
                <a:cubicBezTo>
                  <a:pt x="506048" y="45544"/>
                  <a:pt x="507735" y="48918"/>
                  <a:pt x="507735" y="52292"/>
                </a:cubicBezTo>
                <a:cubicBezTo>
                  <a:pt x="509422" y="57352"/>
                  <a:pt x="509422" y="62413"/>
                  <a:pt x="509422" y="67473"/>
                </a:cubicBezTo>
                <a:lnTo>
                  <a:pt x="509422" y="116391"/>
                </a:lnTo>
                <a:close/>
                <a:moveTo>
                  <a:pt x="411586" y="116391"/>
                </a:moveTo>
                <a:lnTo>
                  <a:pt x="411586" y="118078"/>
                </a:lnTo>
                <a:cubicBezTo>
                  <a:pt x="409899" y="118078"/>
                  <a:pt x="409899" y="119765"/>
                  <a:pt x="409899" y="119765"/>
                </a:cubicBezTo>
                <a:lnTo>
                  <a:pt x="408212" y="119765"/>
                </a:lnTo>
                <a:cubicBezTo>
                  <a:pt x="406526" y="119765"/>
                  <a:pt x="404839" y="119765"/>
                  <a:pt x="403152" y="119765"/>
                </a:cubicBezTo>
                <a:cubicBezTo>
                  <a:pt x="403152" y="119765"/>
                  <a:pt x="401465" y="119765"/>
                  <a:pt x="399778" y="119765"/>
                </a:cubicBezTo>
                <a:lnTo>
                  <a:pt x="398091" y="119765"/>
                </a:lnTo>
                <a:lnTo>
                  <a:pt x="396405" y="118078"/>
                </a:lnTo>
                <a:lnTo>
                  <a:pt x="396405" y="116391"/>
                </a:lnTo>
                <a:lnTo>
                  <a:pt x="396405" y="35423"/>
                </a:lnTo>
                <a:cubicBezTo>
                  <a:pt x="396405" y="33737"/>
                  <a:pt x="398091" y="33737"/>
                  <a:pt x="398091" y="33737"/>
                </a:cubicBezTo>
                <a:lnTo>
                  <a:pt x="399778" y="33737"/>
                </a:lnTo>
                <a:cubicBezTo>
                  <a:pt x="401465" y="33737"/>
                  <a:pt x="403152" y="33737"/>
                  <a:pt x="403152" y="33737"/>
                </a:cubicBezTo>
                <a:cubicBezTo>
                  <a:pt x="404839" y="33737"/>
                  <a:pt x="406526" y="33737"/>
                  <a:pt x="408212" y="33737"/>
                </a:cubicBezTo>
                <a:lnTo>
                  <a:pt x="409899" y="33737"/>
                </a:lnTo>
                <a:lnTo>
                  <a:pt x="411586" y="35423"/>
                </a:lnTo>
                <a:lnTo>
                  <a:pt x="411586" y="116391"/>
                </a:lnTo>
                <a:close/>
                <a:moveTo>
                  <a:pt x="413273" y="8434"/>
                </a:moveTo>
                <a:cubicBezTo>
                  <a:pt x="413273" y="11808"/>
                  <a:pt x="411586" y="13495"/>
                  <a:pt x="411586" y="15181"/>
                </a:cubicBezTo>
                <a:cubicBezTo>
                  <a:pt x="409899" y="16868"/>
                  <a:pt x="406526" y="16868"/>
                  <a:pt x="403152" y="16868"/>
                </a:cubicBezTo>
                <a:cubicBezTo>
                  <a:pt x="399778" y="16868"/>
                  <a:pt x="398091" y="16868"/>
                  <a:pt x="396405" y="15181"/>
                </a:cubicBezTo>
                <a:cubicBezTo>
                  <a:pt x="394718" y="15181"/>
                  <a:pt x="394718" y="11808"/>
                  <a:pt x="394718" y="8434"/>
                </a:cubicBezTo>
                <a:cubicBezTo>
                  <a:pt x="394718" y="5060"/>
                  <a:pt x="394718" y="3374"/>
                  <a:pt x="396405" y="1687"/>
                </a:cubicBezTo>
                <a:cubicBezTo>
                  <a:pt x="398091" y="0"/>
                  <a:pt x="399778" y="0"/>
                  <a:pt x="403152" y="0"/>
                </a:cubicBezTo>
                <a:cubicBezTo>
                  <a:pt x="408212" y="0"/>
                  <a:pt x="409899" y="0"/>
                  <a:pt x="411586" y="1687"/>
                </a:cubicBezTo>
                <a:cubicBezTo>
                  <a:pt x="411586" y="3374"/>
                  <a:pt x="413273" y="5060"/>
                  <a:pt x="413273" y="8434"/>
                </a:cubicBezTo>
                <a:close/>
                <a:moveTo>
                  <a:pt x="369415" y="116391"/>
                </a:moveTo>
                <a:lnTo>
                  <a:pt x="369415" y="118078"/>
                </a:lnTo>
                <a:lnTo>
                  <a:pt x="367728" y="119765"/>
                </a:lnTo>
                <a:lnTo>
                  <a:pt x="366042" y="119765"/>
                </a:lnTo>
                <a:cubicBezTo>
                  <a:pt x="364355" y="119765"/>
                  <a:pt x="362668" y="119765"/>
                  <a:pt x="362668" y="119765"/>
                </a:cubicBezTo>
                <a:cubicBezTo>
                  <a:pt x="360981" y="119765"/>
                  <a:pt x="359294" y="119765"/>
                  <a:pt x="357608" y="119765"/>
                </a:cubicBezTo>
                <a:lnTo>
                  <a:pt x="355921" y="119765"/>
                </a:lnTo>
                <a:lnTo>
                  <a:pt x="354234" y="118078"/>
                </a:lnTo>
                <a:lnTo>
                  <a:pt x="354234" y="116391"/>
                </a:lnTo>
                <a:lnTo>
                  <a:pt x="354234" y="69160"/>
                </a:lnTo>
                <a:cubicBezTo>
                  <a:pt x="354234" y="64099"/>
                  <a:pt x="354234" y="60726"/>
                  <a:pt x="352547" y="59039"/>
                </a:cubicBezTo>
                <a:cubicBezTo>
                  <a:pt x="352547" y="55665"/>
                  <a:pt x="350860" y="52292"/>
                  <a:pt x="350860" y="50605"/>
                </a:cubicBezTo>
                <a:cubicBezTo>
                  <a:pt x="349173" y="48918"/>
                  <a:pt x="347487" y="47231"/>
                  <a:pt x="344113" y="45544"/>
                </a:cubicBezTo>
                <a:cubicBezTo>
                  <a:pt x="342426" y="45544"/>
                  <a:pt x="340739" y="45544"/>
                  <a:pt x="337366" y="45544"/>
                </a:cubicBezTo>
                <a:cubicBezTo>
                  <a:pt x="333992" y="45544"/>
                  <a:pt x="328931" y="45544"/>
                  <a:pt x="325558" y="48918"/>
                </a:cubicBezTo>
                <a:cubicBezTo>
                  <a:pt x="322184" y="50605"/>
                  <a:pt x="318810" y="55665"/>
                  <a:pt x="313750" y="60726"/>
                </a:cubicBezTo>
                <a:lnTo>
                  <a:pt x="313750" y="116391"/>
                </a:lnTo>
                <a:lnTo>
                  <a:pt x="313750" y="118078"/>
                </a:lnTo>
                <a:cubicBezTo>
                  <a:pt x="313750" y="118078"/>
                  <a:pt x="313750" y="119765"/>
                  <a:pt x="312063" y="119765"/>
                </a:cubicBezTo>
                <a:lnTo>
                  <a:pt x="310376" y="119765"/>
                </a:lnTo>
                <a:cubicBezTo>
                  <a:pt x="308690" y="119765"/>
                  <a:pt x="308690" y="119765"/>
                  <a:pt x="307003" y="119765"/>
                </a:cubicBezTo>
                <a:cubicBezTo>
                  <a:pt x="305316" y="119765"/>
                  <a:pt x="303629" y="119765"/>
                  <a:pt x="303629" y="119765"/>
                </a:cubicBezTo>
                <a:cubicBezTo>
                  <a:pt x="301942" y="119765"/>
                  <a:pt x="301942" y="119765"/>
                  <a:pt x="300255" y="119765"/>
                </a:cubicBezTo>
                <a:lnTo>
                  <a:pt x="300255" y="118078"/>
                </a:lnTo>
                <a:cubicBezTo>
                  <a:pt x="300255" y="118078"/>
                  <a:pt x="298569" y="118078"/>
                  <a:pt x="298569" y="116391"/>
                </a:cubicBezTo>
                <a:lnTo>
                  <a:pt x="298569" y="35423"/>
                </a:lnTo>
                <a:lnTo>
                  <a:pt x="300255" y="35423"/>
                </a:lnTo>
                <a:lnTo>
                  <a:pt x="300255" y="33737"/>
                </a:lnTo>
                <a:cubicBezTo>
                  <a:pt x="301942" y="33737"/>
                  <a:pt x="301942" y="33737"/>
                  <a:pt x="303629" y="33737"/>
                </a:cubicBezTo>
                <a:lnTo>
                  <a:pt x="305316" y="33737"/>
                </a:lnTo>
                <a:cubicBezTo>
                  <a:pt x="307003" y="33737"/>
                  <a:pt x="308690" y="33737"/>
                  <a:pt x="308690" y="33737"/>
                </a:cubicBezTo>
                <a:cubicBezTo>
                  <a:pt x="310376" y="33737"/>
                  <a:pt x="310376" y="33737"/>
                  <a:pt x="312063" y="33737"/>
                </a:cubicBezTo>
                <a:lnTo>
                  <a:pt x="312063" y="35423"/>
                </a:lnTo>
                <a:lnTo>
                  <a:pt x="312063" y="47231"/>
                </a:lnTo>
                <a:cubicBezTo>
                  <a:pt x="317124" y="42171"/>
                  <a:pt x="322184" y="37110"/>
                  <a:pt x="327245" y="35423"/>
                </a:cubicBezTo>
                <a:cubicBezTo>
                  <a:pt x="330618" y="33737"/>
                  <a:pt x="335679" y="32050"/>
                  <a:pt x="340739" y="32050"/>
                </a:cubicBezTo>
                <a:cubicBezTo>
                  <a:pt x="345800" y="32050"/>
                  <a:pt x="350860" y="32050"/>
                  <a:pt x="354234" y="33737"/>
                </a:cubicBezTo>
                <a:cubicBezTo>
                  <a:pt x="357608" y="37110"/>
                  <a:pt x="360981" y="38797"/>
                  <a:pt x="362668" y="42171"/>
                </a:cubicBezTo>
                <a:cubicBezTo>
                  <a:pt x="366042" y="45544"/>
                  <a:pt x="366042" y="48918"/>
                  <a:pt x="367728" y="52292"/>
                </a:cubicBezTo>
                <a:cubicBezTo>
                  <a:pt x="369415" y="57352"/>
                  <a:pt x="369415" y="62413"/>
                  <a:pt x="369415" y="67473"/>
                </a:cubicBezTo>
                <a:lnTo>
                  <a:pt x="369415" y="116391"/>
                </a:lnTo>
                <a:close/>
                <a:moveTo>
                  <a:pt x="271579" y="116391"/>
                </a:moveTo>
                <a:lnTo>
                  <a:pt x="271579" y="118078"/>
                </a:lnTo>
                <a:cubicBezTo>
                  <a:pt x="269892" y="118078"/>
                  <a:pt x="269892" y="119765"/>
                  <a:pt x="269892" y="119765"/>
                </a:cubicBezTo>
                <a:lnTo>
                  <a:pt x="268206" y="119765"/>
                </a:lnTo>
                <a:cubicBezTo>
                  <a:pt x="266519" y="119765"/>
                  <a:pt x="264832" y="119765"/>
                  <a:pt x="263145" y="119765"/>
                </a:cubicBezTo>
                <a:cubicBezTo>
                  <a:pt x="261458" y="119765"/>
                  <a:pt x="261458" y="119765"/>
                  <a:pt x="259772" y="119765"/>
                </a:cubicBezTo>
                <a:lnTo>
                  <a:pt x="258085" y="119765"/>
                </a:lnTo>
                <a:cubicBezTo>
                  <a:pt x="256398" y="119765"/>
                  <a:pt x="256398" y="118078"/>
                  <a:pt x="256398" y="118078"/>
                </a:cubicBezTo>
                <a:lnTo>
                  <a:pt x="256398" y="116391"/>
                </a:lnTo>
                <a:lnTo>
                  <a:pt x="256398" y="35423"/>
                </a:lnTo>
                <a:cubicBezTo>
                  <a:pt x="256398" y="33737"/>
                  <a:pt x="256398" y="33737"/>
                  <a:pt x="258085" y="33737"/>
                </a:cubicBezTo>
                <a:lnTo>
                  <a:pt x="259772" y="33737"/>
                </a:lnTo>
                <a:cubicBezTo>
                  <a:pt x="261458" y="33737"/>
                  <a:pt x="261458" y="33737"/>
                  <a:pt x="263145" y="33737"/>
                </a:cubicBezTo>
                <a:cubicBezTo>
                  <a:pt x="264832" y="33737"/>
                  <a:pt x="266519" y="33737"/>
                  <a:pt x="268206" y="33737"/>
                </a:cubicBezTo>
                <a:lnTo>
                  <a:pt x="269892" y="33737"/>
                </a:lnTo>
                <a:lnTo>
                  <a:pt x="271579" y="35423"/>
                </a:lnTo>
                <a:lnTo>
                  <a:pt x="271579" y="116391"/>
                </a:lnTo>
                <a:close/>
                <a:moveTo>
                  <a:pt x="273266" y="8434"/>
                </a:moveTo>
                <a:cubicBezTo>
                  <a:pt x="273266" y="11808"/>
                  <a:pt x="271579" y="13495"/>
                  <a:pt x="271579" y="15181"/>
                </a:cubicBezTo>
                <a:cubicBezTo>
                  <a:pt x="269892" y="16868"/>
                  <a:pt x="266519" y="16868"/>
                  <a:pt x="263145" y="16868"/>
                </a:cubicBezTo>
                <a:cubicBezTo>
                  <a:pt x="259772" y="16868"/>
                  <a:pt x="258085" y="16868"/>
                  <a:pt x="256398" y="15181"/>
                </a:cubicBezTo>
                <a:cubicBezTo>
                  <a:pt x="254711" y="15181"/>
                  <a:pt x="254711" y="11808"/>
                  <a:pt x="254711" y="8434"/>
                </a:cubicBezTo>
                <a:cubicBezTo>
                  <a:pt x="254711" y="5060"/>
                  <a:pt x="254711" y="3374"/>
                  <a:pt x="256398" y="1687"/>
                </a:cubicBezTo>
                <a:cubicBezTo>
                  <a:pt x="258085" y="0"/>
                  <a:pt x="259772" y="0"/>
                  <a:pt x="263145" y="0"/>
                </a:cubicBezTo>
                <a:cubicBezTo>
                  <a:pt x="266519" y="0"/>
                  <a:pt x="269892" y="0"/>
                  <a:pt x="271579" y="1687"/>
                </a:cubicBezTo>
                <a:cubicBezTo>
                  <a:pt x="271579" y="3374"/>
                  <a:pt x="273266" y="5060"/>
                  <a:pt x="273266" y="8434"/>
                </a:cubicBezTo>
                <a:close/>
                <a:moveTo>
                  <a:pt x="214227" y="79281"/>
                </a:moveTo>
                <a:lnTo>
                  <a:pt x="200733" y="79281"/>
                </a:lnTo>
                <a:cubicBezTo>
                  <a:pt x="197359" y="79281"/>
                  <a:pt x="193985" y="80968"/>
                  <a:pt x="190612" y="80968"/>
                </a:cubicBezTo>
                <a:cubicBezTo>
                  <a:pt x="187238" y="82655"/>
                  <a:pt x="185551" y="82655"/>
                  <a:pt x="183864" y="84341"/>
                </a:cubicBezTo>
                <a:cubicBezTo>
                  <a:pt x="180491" y="86028"/>
                  <a:pt x="180491" y="87715"/>
                  <a:pt x="178804" y="89402"/>
                </a:cubicBezTo>
                <a:cubicBezTo>
                  <a:pt x="178804" y="91089"/>
                  <a:pt x="177117" y="92776"/>
                  <a:pt x="177117" y="96149"/>
                </a:cubicBezTo>
                <a:cubicBezTo>
                  <a:pt x="177117" y="99523"/>
                  <a:pt x="178804" y="102897"/>
                  <a:pt x="182177" y="106270"/>
                </a:cubicBezTo>
                <a:cubicBezTo>
                  <a:pt x="183864" y="107957"/>
                  <a:pt x="187238" y="109644"/>
                  <a:pt x="192298" y="109644"/>
                </a:cubicBezTo>
                <a:cubicBezTo>
                  <a:pt x="197359" y="109644"/>
                  <a:pt x="200733" y="107957"/>
                  <a:pt x="204106" y="106270"/>
                </a:cubicBezTo>
                <a:cubicBezTo>
                  <a:pt x="207480" y="104583"/>
                  <a:pt x="210853" y="101210"/>
                  <a:pt x="214227" y="97836"/>
                </a:cubicBezTo>
                <a:lnTo>
                  <a:pt x="214227" y="79281"/>
                </a:lnTo>
                <a:close/>
                <a:moveTo>
                  <a:pt x="229409" y="116391"/>
                </a:moveTo>
                <a:cubicBezTo>
                  <a:pt x="229409" y="118078"/>
                  <a:pt x="229409" y="118078"/>
                  <a:pt x="227722" y="118078"/>
                </a:cubicBezTo>
                <a:cubicBezTo>
                  <a:pt x="227722" y="119765"/>
                  <a:pt x="227722" y="119765"/>
                  <a:pt x="226035" y="119765"/>
                </a:cubicBezTo>
                <a:cubicBezTo>
                  <a:pt x="226035" y="119765"/>
                  <a:pt x="224348" y="119765"/>
                  <a:pt x="222661" y="119765"/>
                </a:cubicBezTo>
                <a:cubicBezTo>
                  <a:pt x="220974" y="119765"/>
                  <a:pt x="219288" y="119765"/>
                  <a:pt x="219288" y="119765"/>
                </a:cubicBezTo>
                <a:cubicBezTo>
                  <a:pt x="217601" y="119765"/>
                  <a:pt x="217601" y="119765"/>
                  <a:pt x="217601" y="118078"/>
                </a:cubicBezTo>
                <a:cubicBezTo>
                  <a:pt x="215914" y="118078"/>
                  <a:pt x="215914" y="118078"/>
                  <a:pt x="215914" y="116391"/>
                </a:cubicBezTo>
                <a:lnTo>
                  <a:pt x="215914" y="109644"/>
                </a:lnTo>
                <a:cubicBezTo>
                  <a:pt x="212540" y="113017"/>
                  <a:pt x="209167" y="116391"/>
                  <a:pt x="204106" y="118078"/>
                </a:cubicBezTo>
                <a:cubicBezTo>
                  <a:pt x="200733" y="119765"/>
                  <a:pt x="195672" y="121452"/>
                  <a:pt x="190612" y="121452"/>
                </a:cubicBezTo>
                <a:cubicBezTo>
                  <a:pt x="185551" y="121452"/>
                  <a:pt x="182177" y="119765"/>
                  <a:pt x="178804" y="119765"/>
                </a:cubicBezTo>
                <a:cubicBezTo>
                  <a:pt x="175430" y="118078"/>
                  <a:pt x="172056" y="116391"/>
                  <a:pt x="170370" y="114704"/>
                </a:cubicBezTo>
                <a:cubicBezTo>
                  <a:pt x="166996" y="113017"/>
                  <a:pt x="165309" y="109644"/>
                  <a:pt x="163622" y="106270"/>
                </a:cubicBezTo>
                <a:cubicBezTo>
                  <a:pt x="163622" y="104583"/>
                  <a:pt x="161935" y="99523"/>
                  <a:pt x="161935" y="96149"/>
                </a:cubicBezTo>
                <a:cubicBezTo>
                  <a:pt x="161935" y="91089"/>
                  <a:pt x="163622" y="87715"/>
                  <a:pt x="165309" y="84341"/>
                </a:cubicBezTo>
                <a:cubicBezTo>
                  <a:pt x="166996" y="80968"/>
                  <a:pt x="170370" y="77594"/>
                  <a:pt x="173743" y="75907"/>
                </a:cubicBezTo>
                <a:cubicBezTo>
                  <a:pt x="177117" y="74220"/>
                  <a:pt x="180491" y="72534"/>
                  <a:pt x="185551" y="70847"/>
                </a:cubicBezTo>
                <a:cubicBezTo>
                  <a:pt x="190612" y="69160"/>
                  <a:pt x="197359" y="69160"/>
                  <a:pt x="202419" y="69160"/>
                </a:cubicBezTo>
                <a:lnTo>
                  <a:pt x="214227" y="69160"/>
                </a:lnTo>
                <a:lnTo>
                  <a:pt x="214227" y="62413"/>
                </a:lnTo>
                <a:cubicBezTo>
                  <a:pt x="214227" y="60726"/>
                  <a:pt x="214227" y="57352"/>
                  <a:pt x="212540" y="53978"/>
                </a:cubicBezTo>
                <a:cubicBezTo>
                  <a:pt x="212540" y="52292"/>
                  <a:pt x="210853" y="50605"/>
                  <a:pt x="209167" y="48918"/>
                </a:cubicBezTo>
                <a:cubicBezTo>
                  <a:pt x="209167" y="47231"/>
                  <a:pt x="205793" y="45544"/>
                  <a:pt x="204106" y="45544"/>
                </a:cubicBezTo>
                <a:cubicBezTo>
                  <a:pt x="202419" y="43858"/>
                  <a:pt x="199046" y="43858"/>
                  <a:pt x="195672" y="43858"/>
                </a:cubicBezTo>
                <a:cubicBezTo>
                  <a:pt x="192298" y="43858"/>
                  <a:pt x="188925" y="43858"/>
                  <a:pt x="185551" y="45544"/>
                </a:cubicBezTo>
                <a:cubicBezTo>
                  <a:pt x="182177" y="45544"/>
                  <a:pt x="180491" y="47231"/>
                  <a:pt x="178804" y="48918"/>
                </a:cubicBezTo>
                <a:cubicBezTo>
                  <a:pt x="175430" y="48918"/>
                  <a:pt x="173743" y="50605"/>
                  <a:pt x="172056" y="50605"/>
                </a:cubicBezTo>
                <a:cubicBezTo>
                  <a:pt x="170370" y="52292"/>
                  <a:pt x="170370" y="52292"/>
                  <a:pt x="168683" y="52292"/>
                </a:cubicBezTo>
                <a:cubicBezTo>
                  <a:pt x="166996" y="52292"/>
                  <a:pt x="166996" y="50605"/>
                  <a:pt x="166996" y="50605"/>
                </a:cubicBezTo>
                <a:lnTo>
                  <a:pt x="166996" y="48918"/>
                </a:lnTo>
                <a:lnTo>
                  <a:pt x="166996" y="47231"/>
                </a:lnTo>
                <a:cubicBezTo>
                  <a:pt x="166996" y="45544"/>
                  <a:pt x="166996" y="43858"/>
                  <a:pt x="166996" y="42171"/>
                </a:cubicBezTo>
                <a:cubicBezTo>
                  <a:pt x="166996" y="42171"/>
                  <a:pt x="166996" y="40484"/>
                  <a:pt x="168683" y="40484"/>
                </a:cubicBezTo>
                <a:cubicBezTo>
                  <a:pt x="168683" y="40484"/>
                  <a:pt x="170370" y="38797"/>
                  <a:pt x="172056" y="37110"/>
                </a:cubicBezTo>
                <a:cubicBezTo>
                  <a:pt x="173743" y="37110"/>
                  <a:pt x="177117" y="35423"/>
                  <a:pt x="178804" y="35423"/>
                </a:cubicBezTo>
                <a:cubicBezTo>
                  <a:pt x="182177" y="33737"/>
                  <a:pt x="183864" y="33737"/>
                  <a:pt x="187238" y="32050"/>
                </a:cubicBezTo>
                <a:cubicBezTo>
                  <a:pt x="190612" y="32050"/>
                  <a:pt x="193985" y="32050"/>
                  <a:pt x="197359" y="32050"/>
                </a:cubicBezTo>
                <a:cubicBezTo>
                  <a:pt x="202419" y="32050"/>
                  <a:pt x="207480" y="32050"/>
                  <a:pt x="212540" y="33737"/>
                </a:cubicBezTo>
                <a:cubicBezTo>
                  <a:pt x="215914" y="35423"/>
                  <a:pt x="219288" y="37110"/>
                  <a:pt x="220974" y="38797"/>
                </a:cubicBezTo>
                <a:cubicBezTo>
                  <a:pt x="224348" y="42171"/>
                  <a:pt x="226035" y="45544"/>
                  <a:pt x="227722" y="48918"/>
                </a:cubicBezTo>
                <a:cubicBezTo>
                  <a:pt x="227722" y="52292"/>
                  <a:pt x="229409" y="57352"/>
                  <a:pt x="229409" y="62413"/>
                </a:cubicBezTo>
                <a:lnTo>
                  <a:pt x="229409" y="116391"/>
                </a:lnTo>
                <a:close/>
                <a:moveTo>
                  <a:pt x="150128" y="40484"/>
                </a:moveTo>
                <a:cubicBezTo>
                  <a:pt x="150128" y="42171"/>
                  <a:pt x="150128" y="43858"/>
                  <a:pt x="150128" y="43858"/>
                </a:cubicBezTo>
                <a:cubicBezTo>
                  <a:pt x="150128" y="45544"/>
                  <a:pt x="150128" y="45544"/>
                  <a:pt x="150128" y="47231"/>
                </a:cubicBezTo>
                <a:cubicBezTo>
                  <a:pt x="150128" y="48918"/>
                  <a:pt x="148441" y="48918"/>
                  <a:pt x="148441" y="48918"/>
                </a:cubicBezTo>
                <a:cubicBezTo>
                  <a:pt x="148441" y="48918"/>
                  <a:pt x="146754" y="48918"/>
                  <a:pt x="146754" y="47231"/>
                </a:cubicBezTo>
                <a:lnTo>
                  <a:pt x="145067" y="47231"/>
                </a:lnTo>
                <a:cubicBezTo>
                  <a:pt x="143380" y="47231"/>
                  <a:pt x="141694" y="47231"/>
                  <a:pt x="141694" y="45544"/>
                </a:cubicBezTo>
                <a:cubicBezTo>
                  <a:pt x="140007" y="45544"/>
                  <a:pt x="140007" y="45544"/>
                  <a:pt x="138320" y="45544"/>
                </a:cubicBezTo>
                <a:cubicBezTo>
                  <a:pt x="136633" y="45544"/>
                  <a:pt x="134946" y="45544"/>
                  <a:pt x="133259" y="47231"/>
                </a:cubicBezTo>
                <a:cubicBezTo>
                  <a:pt x="131573" y="47231"/>
                  <a:pt x="129886" y="48918"/>
                  <a:pt x="128199" y="50605"/>
                </a:cubicBezTo>
                <a:cubicBezTo>
                  <a:pt x="126512" y="50605"/>
                  <a:pt x="124825" y="52292"/>
                  <a:pt x="123138" y="55665"/>
                </a:cubicBezTo>
                <a:cubicBezTo>
                  <a:pt x="121452" y="57352"/>
                  <a:pt x="119765" y="60726"/>
                  <a:pt x="118078" y="64099"/>
                </a:cubicBezTo>
                <a:lnTo>
                  <a:pt x="118078" y="116391"/>
                </a:lnTo>
                <a:lnTo>
                  <a:pt x="118078" y="118078"/>
                </a:lnTo>
                <a:lnTo>
                  <a:pt x="116391" y="119765"/>
                </a:lnTo>
                <a:lnTo>
                  <a:pt x="114704" y="119765"/>
                </a:lnTo>
                <a:cubicBezTo>
                  <a:pt x="113017" y="119765"/>
                  <a:pt x="111331" y="119765"/>
                  <a:pt x="111331" y="119765"/>
                </a:cubicBezTo>
                <a:cubicBezTo>
                  <a:pt x="109644" y="119765"/>
                  <a:pt x="107957" y="119765"/>
                  <a:pt x="106270" y="119765"/>
                </a:cubicBezTo>
                <a:lnTo>
                  <a:pt x="104583" y="119765"/>
                </a:lnTo>
                <a:cubicBezTo>
                  <a:pt x="104583" y="119765"/>
                  <a:pt x="104583" y="118078"/>
                  <a:pt x="102897" y="118078"/>
                </a:cubicBezTo>
                <a:lnTo>
                  <a:pt x="102897" y="116391"/>
                </a:lnTo>
                <a:lnTo>
                  <a:pt x="102897" y="35423"/>
                </a:lnTo>
                <a:cubicBezTo>
                  <a:pt x="102897" y="33737"/>
                  <a:pt x="104583" y="33737"/>
                  <a:pt x="104583" y="33737"/>
                </a:cubicBezTo>
                <a:lnTo>
                  <a:pt x="106270" y="33737"/>
                </a:lnTo>
                <a:cubicBezTo>
                  <a:pt x="107957" y="33737"/>
                  <a:pt x="107957" y="33737"/>
                  <a:pt x="109644" y="33737"/>
                </a:cubicBezTo>
                <a:cubicBezTo>
                  <a:pt x="111331" y="33737"/>
                  <a:pt x="113017" y="33737"/>
                  <a:pt x="113017" y="33737"/>
                </a:cubicBezTo>
                <a:lnTo>
                  <a:pt x="114704" y="33737"/>
                </a:lnTo>
                <a:cubicBezTo>
                  <a:pt x="116391" y="33737"/>
                  <a:pt x="116391" y="33737"/>
                  <a:pt x="116391" y="35423"/>
                </a:cubicBezTo>
                <a:lnTo>
                  <a:pt x="116391" y="47231"/>
                </a:lnTo>
                <a:cubicBezTo>
                  <a:pt x="118078" y="43858"/>
                  <a:pt x="121452" y="42171"/>
                  <a:pt x="123138" y="40484"/>
                </a:cubicBezTo>
                <a:cubicBezTo>
                  <a:pt x="124825" y="37110"/>
                  <a:pt x="126512" y="35423"/>
                  <a:pt x="128199" y="35423"/>
                </a:cubicBezTo>
                <a:cubicBezTo>
                  <a:pt x="129886" y="33737"/>
                  <a:pt x="131573" y="33737"/>
                  <a:pt x="133259" y="32050"/>
                </a:cubicBezTo>
                <a:cubicBezTo>
                  <a:pt x="134946" y="32050"/>
                  <a:pt x="136633" y="32050"/>
                  <a:pt x="138320" y="32050"/>
                </a:cubicBezTo>
                <a:cubicBezTo>
                  <a:pt x="140007" y="32050"/>
                  <a:pt x="140007" y="32050"/>
                  <a:pt x="141694" y="32050"/>
                </a:cubicBezTo>
                <a:cubicBezTo>
                  <a:pt x="143380" y="32050"/>
                  <a:pt x="143380" y="32050"/>
                  <a:pt x="145067" y="32050"/>
                </a:cubicBezTo>
                <a:cubicBezTo>
                  <a:pt x="145067" y="32050"/>
                  <a:pt x="146754" y="33737"/>
                  <a:pt x="148441" y="33737"/>
                </a:cubicBezTo>
                <a:lnTo>
                  <a:pt x="150128" y="33737"/>
                </a:lnTo>
                <a:lnTo>
                  <a:pt x="150128" y="35423"/>
                </a:lnTo>
                <a:lnTo>
                  <a:pt x="150128" y="37110"/>
                </a:lnTo>
                <a:cubicBezTo>
                  <a:pt x="150128" y="38797"/>
                  <a:pt x="150128" y="40484"/>
                  <a:pt x="150128" y="40484"/>
                </a:cubicBezTo>
                <a:close/>
                <a:moveTo>
                  <a:pt x="87715" y="8434"/>
                </a:moveTo>
                <a:cubicBezTo>
                  <a:pt x="87715" y="10121"/>
                  <a:pt x="87715" y="11808"/>
                  <a:pt x="87715" y="11808"/>
                </a:cubicBezTo>
                <a:lnTo>
                  <a:pt x="87715" y="13495"/>
                </a:lnTo>
                <a:cubicBezTo>
                  <a:pt x="87715" y="15181"/>
                  <a:pt x="86028" y="15181"/>
                  <a:pt x="86028" y="15181"/>
                </a:cubicBezTo>
                <a:lnTo>
                  <a:pt x="84341" y="15181"/>
                </a:lnTo>
                <a:lnTo>
                  <a:pt x="52292" y="15181"/>
                </a:lnTo>
                <a:lnTo>
                  <a:pt x="52292" y="116391"/>
                </a:lnTo>
                <a:lnTo>
                  <a:pt x="52292" y="118078"/>
                </a:lnTo>
                <a:lnTo>
                  <a:pt x="50605" y="119765"/>
                </a:lnTo>
                <a:lnTo>
                  <a:pt x="48918" y="119765"/>
                </a:lnTo>
                <a:cubicBezTo>
                  <a:pt x="47231" y="119765"/>
                  <a:pt x="45544" y="119765"/>
                  <a:pt x="43858" y="119765"/>
                </a:cubicBezTo>
                <a:cubicBezTo>
                  <a:pt x="42171" y="119765"/>
                  <a:pt x="42171" y="119765"/>
                  <a:pt x="40484" y="119765"/>
                </a:cubicBezTo>
                <a:lnTo>
                  <a:pt x="38797" y="119765"/>
                </a:lnTo>
                <a:cubicBezTo>
                  <a:pt x="37110" y="119765"/>
                  <a:pt x="37110" y="118078"/>
                  <a:pt x="37110" y="118078"/>
                </a:cubicBezTo>
                <a:lnTo>
                  <a:pt x="37110" y="116391"/>
                </a:lnTo>
                <a:lnTo>
                  <a:pt x="37110" y="15181"/>
                </a:lnTo>
                <a:lnTo>
                  <a:pt x="3374" y="15181"/>
                </a:lnTo>
                <a:lnTo>
                  <a:pt x="1687" y="15181"/>
                </a:lnTo>
                <a:lnTo>
                  <a:pt x="1687" y="13495"/>
                </a:lnTo>
                <a:lnTo>
                  <a:pt x="1687" y="11808"/>
                </a:lnTo>
                <a:cubicBezTo>
                  <a:pt x="0" y="11808"/>
                  <a:pt x="0" y="10121"/>
                  <a:pt x="0" y="8434"/>
                </a:cubicBezTo>
                <a:cubicBezTo>
                  <a:pt x="0" y="8434"/>
                  <a:pt x="0" y="6747"/>
                  <a:pt x="1687" y="6747"/>
                </a:cubicBezTo>
                <a:cubicBezTo>
                  <a:pt x="1687" y="5060"/>
                  <a:pt x="1687" y="5060"/>
                  <a:pt x="1687" y="3374"/>
                </a:cubicBezTo>
                <a:lnTo>
                  <a:pt x="3374" y="3374"/>
                </a:lnTo>
                <a:lnTo>
                  <a:pt x="84341" y="3374"/>
                </a:lnTo>
                <a:lnTo>
                  <a:pt x="86028" y="3374"/>
                </a:lnTo>
                <a:lnTo>
                  <a:pt x="87715" y="3374"/>
                </a:lnTo>
                <a:cubicBezTo>
                  <a:pt x="87715" y="5060"/>
                  <a:pt x="87715" y="5060"/>
                  <a:pt x="87715" y="6747"/>
                </a:cubicBezTo>
                <a:lnTo>
                  <a:pt x="87715" y="84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3544EF-7759-4A55-95F3-05B4D96C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77" y="3067023"/>
            <a:ext cx="3049785" cy="25302"/>
          </a:xfrm>
          <a:custGeom xmlns:a="http://schemas.openxmlformats.org/drawingml/2006/main">
            <a:pathLst>
              <a:path w="3049785" h="25302">
                <a:moveTo>
                  <a:pt x="0" y="0"/>
                </a:moveTo>
                <a:lnTo>
                  <a:pt x="207480" y="0"/>
                </a:lnTo>
                <a:lnTo>
                  <a:pt x="207480" y="25302"/>
                </a:lnTo>
                <a:lnTo>
                  <a:pt x="0" y="25302"/>
                </a:lnTo>
                <a:lnTo>
                  <a:pt x="0" y="0"/>
                </a:lnTo>
                <a:close/>
                <a:moveTo>
                  <a:pt x="286761" y="0"/>
                </a:moveTo>
                <a:lnTo>
                  <a:pt x="312063" y="0"/>
                </a:lnTo>
                <a:lnTo>
                  <a:pt x="312063" y="25302"/>
                </a:lnTo>
                <a:lnTo>
                  <a:pt x="286761" y="25302"/>
                </a:lnTo>
                <a:lnTo>
                  <a:pt x="286761" y="0"/>
                </a:lnTo>
                <a:close/>
                <a:moveTo>
                  <a:pt x="391344" y="0"/>
                </a:moveTo>
                <a:lnTo>
                  <a:pt x="598824" y="0"/>
                </a:lnTo>
                <a:lnTo>
                  <a:pt x="598824" y="25302"/>
                </a:lnTo>
                <a:lnTo>
                  <a:pt x="391344" y="25302"/>
                </a:lnTo>
                <a:lnTo>
                  <a:pt x="391344" y="0"/>
                </a:lnTo>
                <a:close/>
                <a:moveTo>
                  <a:pt x="676418" y="0"/>
                </a:moveTo>
                <a:lnTo>
                  <a:pt x="703407" y="0"/>
                </a:lnTo>
                <a:lnTo>
                  <a:pt x="703407" y="25302"/>
                </a:lnTo>
                <a:lnTo>
                  <a:pt x="676418" y="25302"/>
                </a:lnTo>
                <a:lnTo>
                  <a:pt x="676418" y="0"/>
                </a:lnTo>
                <a:close/>
                <a:moveTo>
                  <a:pt x="781001" y="0"/>
                </a:moveTo>
                <a:lnTo>
                  <a:pt x="990168" y="0"/>
                </a:lnTo>
                <a:lnTo>
                  <a:pt x="990168" y="25302"/>
                </a:lnTo>
                <a:lnTo>
                  <a:pt x="781001" y="25302"/>
                </a:lnTo>
                <a:lnTo>
                  <a:pt x="781001" y="0"/>
                </a:lnTo>
                <a:close/>
                <a:moveTo>
                  <a:pt x="1067762" y="0"/>
                </a:moveTo>
                <a:lnTo>
                  <a:pt x="1094751" y="0"/>
                </a:lnTo>
                <a:lnTo>
                  <a:pt x="1094751" y="25302"/>
                </a:lnTo>
                <a:lnTo>
                  <a:pt x="1067762" y="25302"/>
                </a:lnTo>
                <a:lnTo>
                  <a:pt x="1067762" y="0"/>
                </a:lnTo>
                <a:close/>
                <a:moveTo>
                  <a:pt x="1172345" y="0"/>
                </a:moveTo>
                <a:lnTo>
                  <a:pt x="1381512" y="0"/>
                </a:lnTo>
                <a:lnTo>
                  <a:pt x="1381512" y="25302"/>
                </a:lnTo>
                <a:lnTo>
                  <a:pt x="1172345" y="25302"/>
                </a:lnTo>
                <a:lnTo>
                  <a:pt x="1172345" y="0"/>
                </a:lnTo>
                <a:close/>
                <a:moveTo>
                  <a:pt x="1459106" y="0"/>
                </a:moveTo>
                <a:lnTo>
                  <a:pt x="1484409" y="0"/>
                </a:lnTo>
                <a:lnTo>
                  <a:pt x="1484409" y="25302"/>
                </a:lnTo>
                <a:lnTo>
                  <a:pt x="1459106" y="25302"/>
                </a:lnTo>
                <a:lnTo>
                  <a:pt x="1459106" y="0"/>
                </a:lnTo>
                <a:close/>
                <a:moveTo>
                  <a:pt x="1563690" y="0"/>
                </a:moveTo>
                <a:lnTo>
                  <a:pt x="1771169" y="0"/>
                </a:lnTo>
                <a:lnTo>
                  <a:pt x="1771169" y="25302"/>
                </a:lnTo>
                <a:lnTo>
                  <a:pt x="1563690" y="25302"/>
                </a:lnTo>
                <a:lnTo>
                  <a:pt x="1563690" y="0"/>
                </a:lnTo>
                <a:close/>
                <a:moveTo>
                  <a:pt x="1850450" y="0"/>
                </a:moveTo>
                <a:lnTo>
                  <a:pt x="1875753" y="0"/>
                </a:lnTo>
                <a:lnTo>
                  <a:pt x="1875753" y="25302"/>
                </a:lnTo>
                <a:lnTo>
                  <a:pt x="1850450" y="25302"/>
                </a:lnTo>
                <a:lnTo>
                  <a:pt x="1850450" y="0"/>
                </a:lnTo>
                <a:close/>
                <a:moveTo>
                  <a:pt x="1955034" y="0"/>
                </a:moveTo>
                <a:lnTo>
                  <a:pt x="2162513" y="0"/>
                </a:lnTo>
                <a:lnTo>
                  <a:pt x="2162513" y="25302"/>
                </a:lnTo>
                <a:lnTo>
                  <a:pt x="1955034" y="25302"/>
                </a:lnTo>
                <a:lnTo>
                  <a:pt x="1955034" y="0"/>
                </a:lnTo>
                <a:close/>
                <a:moveTo>
                  <a:pt x="2241794" y="0"/>
                </a:moveTo>
                <a:lnTo>
                  <a:pt x="2267097" y="0"/>
                </a:lnTo>
                <a:lnTo>
                  <a:pt x="2267097" y="25302"/>
                </a:lnTo>
                <a:lnTo>
                  <a:pt x="2241794" y="25302"/>
                </a:lnTo>
                <a:lnTo>
                  <a:pt x="2241794" y="0"/>
                </a:lnTo>
                <a:close/>
                <a:moveTo>
                  <a:pt x="2344691" y="0"/>
                </a:moveTo>
                <a:lnTo>
                  <a:pt x="2553858" y="0"/>
                </a:lnTo>
                <a:lnTo>
                  <a:pt x="2553858" y="25302"/>
                </a:lnTo>
                <a:lnTo>
                  <a:pt x="2344691" y="25302"/>
                </a:lnTo>
                <a:lnTo>
                  <a:pt x="2344691" y="0"/>
                </a:lnTo>
                <a:close/>
                <a:moveTo>
                  <a:pt x="2631452" y="0"/>
                </a:moveTo>
                <a:lnTo>
                  <a:pt x="2658441" y="0"/>
                </a:lnTo>
                <a:lnTo>
                  <a:pt x="2658441" y="25302"/>
                </a:lnTo>
                <a:lnTo>
                  <a:pt x="2631452" y="25302"/>
                </a:lnTo>
                <a:lnTo>
                  <a:pt x="2631452" y="0"/>
                </a:lnTo>
                <a:close/>
                <a:moveTo>
                  <a:pt x="2736035" y="0"/>
                </a:moveTo>
                <a:lnTo>
                  <a:pt x="2945202" y="0"/>
                </a:lnTo>
                <a:lnTo>
                  <a:pt x="2945202" y="25302"/>
                </a:lnTo>
                <a:lnTo>
                  <a:pt x="2736035" y="25302"/>
                </a:lnTo>
                <a:lnTo>
                  <a:pt x="2736035" y="0"/>
                </a:lnTo>
                <a:close/>
                <a:moveTo>
                  <a:pt x="3022796" y="0"/>
                </a:moveTo>
                <a:lnTo>
                  <a:pt x="3049785" y="0"/>
                </a:lnTo>
                <a:lnTo>
                  <a:pt x="3049785" y="25302"/>
                </a:lnTo>
                <a:lnTo>
                  <a:pt x="3022796" y="25302"/>
                </a:lnTo>
                <a:lnTo>
                  <a:pt x="302279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F6B16-88CF-4A02-BACC-C90C0830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541" y="2012755"/>
            <a:ext cx="263145" cy="263145"/>
          </a:xfrm>
          <a:custGeom xmlns:a="http://schemas.openxmlformats.org/drawingml/2006/main">
            <a:pathLst>
              <a:path w="263145" h="263145">
                <a:moveTo>
                  <a:pt x="0" y="131573"/>
                </a:moveTo>
                <a:cubicBezTo>
                  <a:pt x="0" y="59039"/>
                  <a:pt x="59039" y="0"/>
                  <a:pt x="131573" y="0"/>
                </a:cubicBezTo>
                <a:cubicBezTo>
                  <a:pt x="204106" y="0"/>
                  <a:pt x="263145" y="59039"/>
                  <a:pt x="263145" y="131573"/>
                </a:cubicBezTo>
                <a:cubicBezTo>
                  <a:pt x="263145" y="204106"/>
                  <a:pt x="204106" y="263145"/>
                  <a:pt x="131573" y="263145"/>
                </a:cubicBezTo>
                <a:cubicBezTo>
                  <a:pt x="59039" y="263145"/>
                  <a:pt x="0" y="204106"/>
                  <a:pt x="0" y="13157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4A1DE8-0B5B-4F98-BA47-A1D54658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107" y="2004321"/>
            <a:ext cx="280013" cy="280013"/>
          </a:xfrm>
          <a:custGeom xmlns:a="http://schemas.openxmlformats.org/drawingml/2006/main">
            <a:pathLst>
              <a:path w="280013" h="280013">
                <a:moveTo>
                  <a:pt x="8434" y="140007"/>
                </a:moveTo>
                <a:lnTo>
                  <a:pt x="0" y="140007"/>
                </a:lnTo>
                <a:cubicBezTo>
                  <a:pt x="0" y="62413"/>
                  <a:pt x="62413" y="0"/>
                  <a:pt x="140007" y="0"/>
                </a:cubicBezTo>
                <a:cubicBezTo>
                  <a:pt x="217601" y="0"/>
                  <a:pt x="280013" y="62413"/>
                  <a:pt x="280013" y="140007"/>
                </a:cubicBezTo>
                <a:cubicBezTo>
                  <a:pt x="280013" y="217601"/>
                  <a:pt x="217601" y="280013"/>
                  <a:pt x="140007" y="280013"/>
                </a:cubicBezTo>
                <a:cubicBezTo>
                  <a:pt x="62413" y="280013"/>
                  <a:pt x="0" y="217601"/>
                  <a:pt x="0" y="140007"/>
                </a:cubicBezTo>
                <a:lnTo>
                  <a:pt x="8434" y="140007"/>
                </a:lnTo>
                <a:lnTo>
                  <a:pt x="16868" y="140007"/>
                </a:lnTo>
                <a:cubicBezTo>
                  <a:pt x="16868" y="207480"/>
                  <a:pt x="72534" y="261458"/>
                  <a:pt x="140007" y="263145"/>
                </a:cubicBezTo>
                <a:cubicBezTo>
                  <a:pt x="207480" y="261458"/>
                  <a:pt x="263145" y="207480"/>
                  <a:pt x="263145" y="140007"/>
                </a:cubicBezTo>
                <a:cubicBezTo>
                  <a:pt x="263145" y="72534"/>
                  <a:pt x="207480" y="16868"/>
                  <a:pt x="140007" y="16868"/>
                </a:cubicBezTo>
                <a:cubicBezTo>
                  <a:pt x="72534" y="16868"/>
                  <a:pt x="16868" y="72534"/>
                  <a:pt x="16868" y="140007"/>
                </a:cubicBezTo>
                <a:lnTo>
                  <a:pt x="8434" y="140007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75AF50-DD7F-489C-8A5C-F58E72D2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751" y="2088663"/>
            <a:ext cx="67473" cy="118078"/>
          </a:xfrm>
          <a:custGeom xmlns:a="http://schemas.openxmlformats.org/drawingml/2006/main">
            <a:pathLst>
              <a:path w="67473" h="118078">
                <a:moveTo>
                  <a:pt x="67473" y="113017"/>
                </a:moveTo>
                <a:lnTo>
                  <a:pt x="67473" y="114704"/>
                </a:lnTo>
                <a:lnTo>
                  <a:pt x="67473" y="116391"/>
                </a:lnTo>
                <a:lnTo>
                  <a:pt x="65786" y="118078"/>
                </a:lnTo>
                <a:lnTo>
                  <a:pt x="64099" y="118078"/>
                </a:lnTo>
                <a:lnTo>
                  <a:pt x="3374" y="118078"/>
                </a:lnTo>
                <a:lnTo>
                  <a:pt x="1687" y="118078"/>
                </a:lnTo>
                <a:lnTo>
                  <a:pt x="1687" y="116391"/>
                </a:lnTo>
                <a:cubicBezTo>
                  <a:pt x="1687" y="116391"/>
                  <a:pt x="0" y="116391"/>
                  <a:pt x="0" y="114704"/>
                </a:cubicBezTo>
                <a:lnTo>
                  <a:pt x="0" y="113017"/>
                </a:lnTo>
                <a:cubicBezTo>
                  <a:pt x="0" y="111331"/>
                  <a:pt x="0" y="109644"/>
                  <a:pt x="0" y="109644"/>
                </a:cubicBezTo>
                <a:cubicBezTo>
                  <a:pt x="0" y="107957"/>
                  <a:pt x="0" y="107957"/>
                  <a:pt x="1687" y="107957"/>
                </a:cubicBezTo>
                <a:lnTo>
                  <a:pt x="1687" y="106270"/>
                </a:lnTo>
                <a:lnTo>
                  <a:pt x="3374" y="106270"/>
                </a:lnTo>
                <a:lnTo>
                  <a:pt x="26989" y="106270"/>
                </a:lnTo>
                <a:lnTo>
                  <a:pt x="26989" y="16868"/>
                </a:lnTo>
                <a:lnTo>
                  <a:pt x="5060" y="30363"/>
                </a:lnTo>
                <a:cubicBezTo>
                  <a:pt x="3374" y="30363"/>
                  <a:pt x="3374" y="32050"/>
                  <a:pt x="1687" y="32050"/>
                </a:cubicBezTo>
                <a:lnTo>
                  <a:pt x="0" y="30363"/>
                </a:lnTo>
                <a:lnTo>
                  <a:pt x="0" y="28676"/>
                </a:lnTo>
                <a:cubicBezTo>
                  <a:pt x="0" y="28676"/>
                  <a:pt x="0" y="26989"/>
                  <a:pt x="0" y="25302"/>
                </a:cubicBezTo>
                <a:lnTo>
                  <a:pt x="0" y="23616"/>
                </a:lnTo>
                <a:lnTo>
                  <a:pt x="0" y="21929"/>
                </a:lnTo>
                <a:cubicBezTo>
                  <a:pt x="0" y="20242"/>
                  <a:pt x="0" y="20242"/>
                  <a:pt x="1687" y="20242"/>
                </a:cubicBezTo>
                <a:lnTo>
                  <a:pt x="1687" y="18555"/>
                </a:lnTo>
                <a:lnTo>
                  <a:pt x="28676" y="1687"/>
                </a:lnTo>
                <a:lnTo>
                  <a:pt x="30363" y="1687"/>
                </a:lnTo>
                <a:lnTo>
                  <a:pt x="32050" y="1687"/>
                </a:lnTo>
                <a:cubicBezTo>
                  <a:pt x="32050" y="1687"/>
                  <a:pt x="32050" y="0"/>
                  <a:pt x="33737" y="0"/>
                </a:cubicBezTo>
                <a:lnTo>
                  <a:pt x="35423" y="0"/>
                </a:lnTo>
                <a:cubicBezTo>
                  <a:pt x="37110" y="0"/>
                  <a:pt x="38797" y="0"/>
                  <a:pt x="40484" y="1687"/>
                </a:cubicBezTo>
                <a:lnTo>
                  <a:pt x="42171" y="1687"/>
                </a:lnTo>
                <a:lnTo>
                  <a:pt x="43858" y="3374"/>
                </a:lnTo>
                <a:lnTo>
                  <a:pt x="43858" y="106270"/>
                </a:lnTo>
                <a:lnTo>
                  <a:pt x="64099" y="106270"/>
                </a:lnTo>
                <a:lnTo>
                  <a:pt x="65786" y="106270"/>
                </a:lnTo>
                <a:lnTo>
                  <a:pt x="67473" y="107957"/>
                </a:lnTo>
                <a:lnTo>
                  <a:pt x="67473" y="109644"/>
                </a:lnTo>
                <a:cubicBezTo>
                  <a:pt x="67473" y="109644"/>
                  <a:pt x="67473" y="111331"/>
                  <a:pt x="67473" y="1130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A06D43-A5C9-43F7-9FB3-F959542A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8157" y="4095988"/>
            <a:ext cx="224348" cy="129886"/>
          </a:xfrm>
          <a:custGeom xmlns:a="http://schemas.openxmlformats.org/drawingml/2006/main">
            <a:pathLst>
              <a:path w="224348" h="129886">
                <a:moveTo>
                  <a:pt x="170370" y="67473"/>
                </a:moveTo>
                <a:cubicBezTo>
                  <a:pt x="170370" y="70847"/>
                  <a:pt x="170370" y="72534"/>
                  <a:pt x="170370" y="74220"/>
                </a:cubicBezTo>
                <a:cubicBezTo>
                  <a:pt x="170370" y="75907"/>
                  <a:pt x="170370" y="77594"/>
                  <a:pt x="170370" y="79281"/>
                </a:cubicBezTo>
                <a:cubicBezTo>
                  <a:pt x="170370" y="82655"/>
                  <a:pt x="170370" y="86028"/>
                  <a:pt x="172056" y="87715"/>
                </a:cubicBezTo>
                <a:cubicBezTo>
                  <a:pt x="173743" y="89402"/>
                  <a:pt x="177117" y="91089"/>
                  <a:pt x="182177" y="91089"/>
                </a:cubicBezTo>
                <a:cubicBezTo>
                  <a:pt x="183864" y="91089"/>
                  <a:pt x="187238" y="91089"/>
                  <a:pt x="188925" y="89402"/>
                </a:cubicBezTo>
                <a:cubicBezTo>
                  <a:pt x="192298" y="87715"/>
                  <a:pt x="193985" y="86028"/>
                  <a:pt x="195672" y="84341"/>
                </a:cubicBezTo>
                <a:cubicBezTo>
                  <a:pt x="197359" y="82655"/>
                  <a:pt x="199046" y="80968"/>
                  <a:pt x="200733" y="77594"/>
                </a:cubicBezTo>
                <a:cubicBezTo>
                  <a:pt x="202419" y="74220"/>
                  <a:pt x="204106" y="70847"/>
                  <a:pt x="205793" y="67473"/>
                </a:cubicBezTo>
                <a:cubicBezTo>
                  <a:pt x="207480" y="64099"/>
                  <a:pt x="207480" y="59039"/>
                  <a:pt x="209167" y="55665"/>
                </a:cubicBezTo>
                <a:cubicBezTo>
                  <a:pt x="209167" y="52292"/>
                  <a:pt x="209167" y="47231"/>
                  <a:pt x="209167" y="43858"/>
                </a:cubicBezTo>
                <a:cubicBezTo>
                  <a:pt x="209167" y="38797"/>
                  <a:pt x="209167" y="35423"/>
                  <a:pt x="207480" y="32050"/>
                </a:cubicBezTo>
                <a:cubicBezTo>
                  <a:pt x="205793" y="28676"/>
                  <a:pt x="202419" y="26989"/>
                  <a:pt x="199046" y="26989"/>
                </a:cubicBezTo>
                <a:cubicBezTo>
                  <a:pt x="197359" y="26989"/>
                  <a:pt x="193985" y="28676"/>
                  <a:pt x="192298" y="30363"/>
                </a:cubicBezTo>
                <a:cubicBezTo>
                  <a:pt x="188925" y="32050"/>
                  <a:pt x="185551" y="35423"/>
                  <a:pt x="183864" y="38797"/>
                </a:cubicBezTo>
                <a:cubicBezTo>
                  <a:pt x="180491" y="43858"/>
                  <a:pt x="177117" y="47231"/>
                  <a:pt x="175430" y="50605"/>
                </a:cubicBezTo>
                <a:cubicBezTo>
                  <a:pt x="173743" y="55665"/>
                  <a:pt x="172056" y="59039"/>
                  <a:pt x="172056" y="64099"/>
                </a:cubicBezTo>
                <a:lnTo>
                  <a:pt x="170370" y="67473"/>
                </a:lnTo>
                <a:close/>
                <a:moveTo>
                  <a:pt x="163622" y="45544"/>
                </a:moveTo>
                <a:cubicBezTo>
                  <a:pt x="163622" y="40484"/>
                  <a:pt x="165309" y="37110"/>
                  <a:pt x="165309" y="33737"/>
                </a:cubicBezTo>
                <a:cubicBezTo>
                  <a:pt x="165309" y="32050"/>
                  <a:pt x="163622" y="30363"/>
                  <a:pt x="163622" y="28676"/>
                </a:cubicBezTo>
                <a:cubicBezTo>
                  <a:pt x="163622" y="28676"/>
                  <a:pt x="161935" y="26989"/>
                  <a:pt x="160249" y="26989"/>
                </a:cubicBezTo>
                <a:cubicBezTo>
                  <a:pt x="158562" y="26989"/>
                  <a:pt x="156875" y="28676"/>
                  <a:pt x="155188" y="30363"/>
                </a:cubicBezTo>
                <a:cubicBezTo>
                  <a:pt x="153501" y="30363"/>
                  <a:pt x="150128" y="33737"/>
                  <a:pt x="148441" y="37110"/>
                </a:cubicBezTo>
                <a:lnTo>
                  <a:pt x="143380" y="32050"/>
                </a:lnTo>
                <a:cubicBezTo>
                  <a:pt x="148441" y="26989"/>
                  <a:pt x="151815" y="23616"/>
                  <a:pt x="155188" y="21929"/>
                </a:cubicBezTo>
                <a:cubicBezTo>
                  <a:pt x="158562" y="20242"/>
                  <a:pt x="161935" y="18555"/>
                  <a:pt x="166996" y="18555"/>
                </a:cubicBezTo>
                <a:cubicBezTo>
                  <a:pt x="170370" y="18555"/>
                  <a:pt x="172056" y="20242"/>
                  <a:pt x="173743" y="21929"/>
                </a:cubicBezTo>
                <a:cubicBezTo>
                  <a:pt x="175430" y="23616"/>
                  <a:pt x="177117" y="26989"/>
                  <a:pt x="177117" y="30363"/>
                </a:cubicBezTo>
                <a:cubicBezTo>
                  <a:pt x="177117" y="33737"/>
                  <a:pt x="177117" y="37110"/>
                  <a:pt x="175430" y="40484"/>
                </a:cubicBezTo>
                <a:cubicBezTo>
                  <a:pt x="185551" y="25302"/>
                  <a:pt x="195672" y="18555"/>
                  <a:pt x="205793" y="18555"/>
                </a:cubicBezTo>
                <a:cubicBezTo>
                  <a:pt x="210853" y="18555"/>
                  <a:pt x="215914" y="20242"/>
                  <a:pt x="219288" y="25302"/>
                </a:cubicBezTo>
                <a:cubicBezTo>
                  <a:pt x="222661" y="30363"/>
                  <a:pt x="224348" y="35423"/>
                  <a:pt x="224348" y="43858"/>
                </a:cubicBezTo>
                <a:cubicBezTo>
                  <a:pt x="224348" y="52292"/>
                  <a:pt x="222661" y="60726"/>
                  <a:pt x="219288" y="69160"/>
                </a:cubicBezTo>
                <a:cubicBezTo>
                  <a:pt x="214227" y="77594"/>
                  <a:pt x="210853" y="84341"/>
                  <a:pt x="204106" y="89402"/>
                </a:cubicBezTo>
                <a:cubicBezTo>
                  <a:pt x="197359" y="94462"/>
                  <a:pt x="190612" y="97836"/>
                  <a:pt x="182177" y="97836"/>
                </a:cubicBezTo>
                <a:cubicBezTo>
                  <a:pt x="175430" y="97836"/>
                  <a:pt x="170370" y="96149"/>
                  <a:pt x="165309" y="92776"/>
                </a:cubicBezTo>
                <a:lnTo>
                  <a:pt x="161935" y="109644"/>
                </a:lnTo>
                <a:cubicBezTo>
                  <a:pt x="160249" y="113017"/>
                  <a:pt x="160249" y="116391"/>
                  <a:pt x="160249" y="119765"/>
                </a:cubicBezTo>
                <a:cubicBezTo>
                  <a:pt x="160249" y="121452"/>
                  <a:pt x="160249" y="123138"/>
                  <a:pt x="161935" y="124825"/>
                </a:cubicBezTo>
                <a:cubicBezTo>
                  <a:pt x="163622" y="124825"/>
                  <a:pt x="165309" y="126512"/>
                  <a:pt x="168683" y="126512"/>
                </a:cubicBezTo>
                <a:lnTo>
                  <a:pt x="168683" y="129886"/>
                </a:lnTo>
                <a:lnTo>
                  <a:pt x="143380" y="129886"/>
                </a:lnTo>
                <a:lnTo>
                  <a:pt x="163622" y="45544"/>
                </a:lnTo>
                <a:close/>
                <a:moveTo>
                  <a:pt x="77594" y="74220"/>
                </a:moveTo>
                <a:cubicBezTo>
                  <a:pt x="77594" y="79281"/>
                  <a:pt x="79281" y="84341"/>
                  <a:pt x="80968" y="86028"/>
                </a:cubicBezTo>
                <a:cubicBezTo>
                  <a:pt x="84341" y="89402"/>
                  <a:pt x="87715" y="91089"/>
                  <a:pt x="92776" y="91089"/>
                </a:cubicBezTo>
                <a:cubicBezTo>
                  <a:pt x="97836" y="91089"/>
                  <a:pt x="102897" y="89402"/>
                  <a:pt x="106270" y="84341"/>
                </a:cubicBezTo>
                <a:cubicBezTo>
                  <a:pt x="111331" y="79281"/>
                  <a:pt x="113017" y="72534"/>
                  <a:pt x="116391" y="64099"/>
                </a:cubicBezTo>
                <a:cubicBezTo>
                  <a:pt x="118078" y="55665"/>
                  <a:pt x="119765" y="48918"/>
                  <a:pt x="119765" y="42171"/>
                </a:cubicBezTo>
                <a:cubicBezTo>
                  <a:pt x="119765" y="37110"/>
                  <a:pt x="118078" y="32050"/>
                  <a:pt x="116391" y="28676"/>
                </a:cubicBezTo>
                <a:cubicBezTo>
                  <a:pt x="114704" y="26989"/>
                  <a:pt x="111331" y="25302"/>
                  <a:pt x="106270" y="25302"/>
                </a:cubicBezTo>
                <a:cubicBezTo>
                  <a:pt x="99523" y="25302"/>
                  <a:pt x="96149" y="26989"/>
                  <a:pt x="91089" y="32050"/>
                </a:cubicBezTo>
                <a:cubicBezTo>
                  <a:pt x="87715" y="37110"/>
                  <a:pt x="84341" y="43858"/>
                  <a:pt x="80968" y="52292"/>
                </a:cubicBezTo>
                <a:cubicBezTo>
                  <a:pt x="79281" y="60726"/>
                  <a:pt x="77594" y="67473"/>
                  <a:pt x="77594" y="74220"/>
                </a:cubicBezTo>
                <a:close/>
                <a:moveTo>
                  <a:pt x="89402" y="97836"/>
                </a:moveTo>
                <a:cubicBezTo>
                  <a:pt x="82655" y="97836"/>
                  <a:pt x="75907" y="94462"/>
                  <a:pt x="70847" y="91089"/>
                </a:cubicBezTo>
                <a:cubicBezTo>
                  <a:pt x="65786" y="86028"/>
                  <a:pt x="64099" y="79281"/>
                  <a:pt x="64099" y="70847"/>
                </a:cubicBezTo>
                <a:cubicBezTo>
                  <a:pt x="64099" y="65786"/>
                  <a:pt x="64099" y="60726"/>
                  <a:pt x="65786" y="55665"/>
                </a:cubicBezTo>
                <a:cubicBezTo>
                  <a:pt x="67473" y="48918"/>
                  <a:pt x="70847" y="42171"/>
                  <a:pt x="74220" y="35423"/>
                </a:cubicBezTo>
                <a:cubicBezTo>
                  <a:pt x="77594" y="30363"/>
                  <a:pt x="82655" y="25302"/>
                  <a:pt x="89402" y="23616"/>
                </a:cubicBezTo>
                <a:cubicBezTo>
                  <a:pt x="94462" y="20242"/>
                  <a:pt x="101210" y="18555"/>
                  <a:pt x="107957" y="18555"/>
                </a:cubicBezTo>
                <a:cubicBezTo>
                  <a:pt x="116391" y="18555"/>
                  <a:pt x="123138" y="20242"/>
                  <a:pt x="126512" y="25302"/>
                </a:cubicBezTo>
                <a:cubicBezTo>
                  <a:pt x="131573" y="30363"/>
                  <a:pt x="133259" y="37110"/>
                  <a:pt x="133259" y="45544"/>
                </a:cubicBezTo>
                <a:cubicBezTo>
                  <a:pt x="133259" y="52292"/>
                  <a:pt x="133259" y="57352"/>
                  <a:pt x="129886" y="65786"/>
                </a:cubicBezTo>
                <a:cubicBezTo>
                  <a:pt x="128199" y="72534"/>
                  <a:pt x="124825" y="77594"/>
                  <a:pt x="121452" y="82655"/>
                </a:cubicBezTo>
                <a:cubicBezTo>
                  <a:pt x="118078" y="87715"/>
                  <a:pt x="113017" y="91089"/>
                  <a:pt x="107957" y="92776"/>
                </a:cubicBezTo>
                <a:cubicBezTo>
                  <a:pt x="102897" y="96149"/>
                  <a:pt x="96149" y="97836"/>
                  <a:pt x="89402" y="97836"/>
                </a:cubicBezTo>
                <a:close/>
                <a:moveTo>
                  <a:pt x="47231" y="80968"/>
                </a:moveTo>
                <a:cubicBezTo>
                  <a:pt x="42171" y="86028"/>
                  <a:pt x="37110" y="91089"/>
                  <a:pt x="33737" y="92776"/>
                </a:cubicBezTo>
                <a:cubicBezTo>
                  <a:pt x="28676" y="96149"/>
                  <a:pt x="23616" y="97836"/>
                  <a:pt x="20242" y="97836"/>
                </a:cubicBezTo>
                <a:cubicBezTo>
                  <a:pt x="8434" y="97836"/>
                  <a:pt x="3374" y="91089"/>
                  <a:pt x="3374" y="80968"/>
                </a:cubicBezTo>
                <a:cubicBezTo>
                  <a:pt x="3374" y="77594"/>
                  <a:pt x="3374" y="72534"/>
                  <a:pt x="5060" y="69160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1929"/>
                </a:cubicBezTo>
                <a:cubicBezTo>
                  <a:pt x="10121" y="21929"/>
                  <a:pt x="11808" y="20242"/>
                  <a:pt x="13495" y="20242"/>
                </a:cubicBezTo>
                <a:cubicBezTo>
                  <a:pt x="13495" y="18555"/>
                  <a:pt x="15181" y="18555"/>
                  <a:pt x="15181" y="16868"/>
                </a:cubicBezTo>
                <a:cubicBezTo>
                  <a:pt x="16868" y="15181"/>
                  <a:pt x="16868" y="13495"/>
                  <a:pt x="18555" y="11808"/>
                </a:cubicBezTo>
                <a:cubicBezTo>
                  <a:pt x="18555" y="8434"/>
                  <a:pt x="20242" y="5060"/>
                  <a:pt x="21929" y="0"/>
                </a:cubicBezTo>
                <a:lnTo>
                  <a:pt x="33737" y="0"/>
                </a:lnTo>
                <a:lnTo>
                  <a:pt x="28676" y="20242"/>
                </a:lnTo>
                <a:lnTo>
                  <a:pt x="52292" y="20242"/>
                </a:lnTo>
                <a:lnTo>
                  <a:pt x="50605" y="26989"/>
                </a:lnTo>
                <a:lnTo>
                  <a:pt x="26989" y="26989"/>
                </a:lnTo>
                <a:lnTo>
                  <a:pt x="20242" y="59039"/>
                </a:lnTo>
                <a:cubicBezTo>
                  <a:pt x="18555" y="64099"/>
                  <a:pt x="18555" y="69160"/>
                  <a:pt x="16868" y="70847"/>
                </a:cubicBezTo>
                <a:cubicBezTo>
                  <a:pt x="16868" y="74220"/>
                  <a:pt x="16868" y="75907"/>
                  <a:pt x="16868" y="77594"/>
                </a:cubicBezTo>
                <a:cubicBezTo>
                  <a:pt x="16868" y="84341"/>
                  <a:pt x="20242" y="87715"/>
                  <a:pt x="25302" y="87715"/>
                </a:cubicBezTo>
                <a:cubicBezTo>
                  <a:pt x="26989" y="87715"/>
                  <a:pt x="30363" y="87715"/>
                  <a:pt x="32050" y="84341"/>
                </a:cubicBezTo>
                <a:cubicBezTo>
                  <a:pt x="35423" y="82655"/>
                  <a:pt x="38797" y="80968"/>
                  <a:pt x="42171" y="75907"/>
                </a:cubicBezTo>
                <a:lnTo>
                  <a:pt x="47231" y="80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min">
            <a:extLst xmlns:a="http://schemas.openxmlformats.org/drawingml/2006/main">
              <a:ext uri="{FF2B5EF4-FFF2-40B4-BE49-F238E27FC236}">
                <a16:creationId xmlns:a16="http://schemas.microsoft.com/office/drawing/2014/main" id="{D001787F-5FA2-4B1C-B256-777F3031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999" y="4181906"/>
            <a:ext cx="188032" cy="77720"/>
          </a:xfrm>
          <a:custGeom xmlns:a="http://schemas.openxmlformats.org/drawingml/2006/main">
            <a:pathLst>
              <a:path w="188032" h="77720">
                <a:moveTo>
                  <a:pt x="16374" y="31480"/>
                </a:moveTo>
                <a:lnTo>
                  <a:pt x="17181" y="31711"/>
                </a:lnTo>
                <a:cubicBezTo>
                  <a:pt x="19488" y="29404"/>
                  <a:pt x="21381" y="27665"/>
                  <a:pt x="22861" y="26493"/>
                </a:cubicBezTo>
                <a:cubicBezTo>
                  <a:pt x="24340" y="25320"/>
                  <a:pt x="25772" y="24379"/>
                  <a:pt x="27156" y="23668"/>
                </a:cubicBezTo>
                <a:cubicBezTo>
                  <a:pt x="28540" y="22957"/>
                  <a:pt x="29837" y="22447"/>
                  <a:pt x="31048" y="22140"/>
                </a:cubicBezTo>
                <a:cubicBezTo>
                  <a:pt x="32258" y="21832"/>
                  <a:pt x="33498" y="21679"/>
                  <a:pt x="34766" y="21679"/>
                </a:cubicBezTo>
                <a:cubicBezTo>
                  <a:pt x="38610" y="21679"/>
                  <a:pt x="41743" y="22563"/>
                  <a:pt x="44164" y="24331"/>
                </a:cubicBezTo>
                <a:cubicBezTo>
                  <a:pt x="46586" y="26099"/>
                  <a:pt x="48258" y="28809"/>
                  <a:pt x="49180" y="32460"/>
                </a:cubicBezTo>
                <a:cubicBezTo>
                  <a:pt x="52063" y="29539"/>
                  <a:pt x="54398" y="27386"/>
                  <a:pt x="56186" y="26003"/>
                </a:cubicBezTo>
                <a:cubicBezTo>
                  <a:pt x="57973" y="24619"/>
                  <a:pt x="59799" y="23552"/>
                  <a:pt x="61663" y="22803"/>
                </a:cubicBezTo>
                <a:cubicBezTo>
                  <a:pt x="63527" y="22053"/>
                  <a:pt x="65535" y="21679"/>
                  <a:pt x="67688" y="21679"/>
                </a:cubicBezTo>
                <a:cubicBezTo>
                  <a:pt x="70263" y="21679"/>
                  <a:pt x="72483" y="22053"/>
                  <a:pt x="74347" y="22803"/>
                </a:cubicBezTo>
                <a:cubicBezTo>
                  <a:pt x="76211" y="23552"/>
                  <a:pt x="77787" y="24706"/>
                  <a:pt x="79075" y="26262"/>
                </a:cubicBezTo>
                <a:cubicBezTo>
                  <a:pt x="80363" y="27819"/>
                  <a:pt x="81304" y="29770"/>
                  <a:pt x="81900" y="32114"/>
                </a:cubicBezTo>
                <a:cubicBezTo>
                  <a:pt x="82496" y="34459"/>
                  <a:pt x="82794" y="37611"/>
                  <a:pt x="82794" y="41570"/>
                </a:cubicBezTo>
                <a:lnTo>
                  <a:pt x="82794" y="63306"/>
                </a:lnTo>
                <a:cubicBezTo>
                  <a:pt x="82794" y="66227"/>
                  <a:pt x="82890" y="68245"/>
                  <a:pt x="83082" y="69360"/>
                </a:cubicBezTo>
                <a:cubicBezTo>
                  <a:pt x="83274" y="70475"/>
                  <a:pt x="83553" y="71339"/>
                  <a:pt x="83918" y="71954"/>
                </a:cubicBezTo>
                <a:cubicBezTo>
                  <a:pt x="84283" y="72569"/>
                  <a:pt x="84831" y="73098"/>
                  <a:pt x="85561" y="73540"/>
                </a:cubicBezTo>
                <a:cubicBezTo>
                  <a:pt x="86291" y="73982"/>
                  <a:pt x="87521" y="74434"/>
                  <a:pt x="89251" y="74895"/>
                </a:cubicBezTo>
                <a:lnTo>
                  <a:pt x="89251" y="77720"/>
                </a:lnTo>
                <a:lnTo>
                  <a:pt x="66592" y="77720"/>
                </a:lnTo>
                <a:lnTo>
                  <a:pt x="66592" y="74895"/>
                </a:lnTo>
                <a:cubicBezTo>
                  <a:pt x="68091" y="74434"/>
                  <a:pt x="69168" y="74030"/>
                  <a:pt x="69821" y="73684"/>
                </a:cubicBezTo>
                <a:cubicBezTo>
                  <a:pt x="70475" y="73338"/>
                  <a:pt x="71022" y="72858"/>
                  <a:pt x="71464" y="72243"/>
                </a:cubicBezTo>
                <a:cubicBezTo>
                  <a:pt x="71906" y="71628"/>
                  <a:pt x="72252" y="70676"/>
                  <a:pt x="72502" y="69389"/>
                </a:cubicBezTo>
                <a:cubicBezTo>
                  <a:pt x="72752" y="68101"/>
                  <a:pt x="72877" y="66150"/>
                  <a:pt x="72877" y="63537"/>
                </a:cubicBezTo>
                <a:lnTo>
                  <a:pt x="72877" y="48431"/>
                </a:lnTo>
                <a:cubicBezTo>
                  <a:pt x="72877" y="45164"/>
                  <a:pt x="72790" y="42463"/>
                  <a:pt x="72617" y="40330"/>
                </a:cubicBezTo>
                <a:cubicBezTo>
                  <a:pt x="72444" y="38197"/>
                  <a:pt x="72175" y="36496"/>
                  <a:pt x="71810" y="35228"/>
                </a:cubicBezTo>
                <a:cubicBezTo>
                  <a:pt x="71445" y="33959"/>
                  <a:pt x="71003" y="32960"/>
                  <a:pt x="70484" y="32230"/>
                </a:cubicBezTo>
                <a:cubicBezTo>
                  <a:pt x="69965" y="31499"/>
                  <a:pt x="69379" y="30865"/>
                  <a:pt x="68726" y="30327"/>
                </a:cubicBezTo>
                <a:cubicBezTo>
                  <a:pt x="68072" y="29789"/>
                  <a:pt x="67304" y="29366"/>
                  <a:pt x="66419" y="29059"/>
                </a:cubicBezTo>
                <a:cubicBezTo>
                  <a:pt x="65535" y="28751"/>
                  <a:pt x="64363" y="28597"/>
                  <a:pt x="62902" y="28597"/>
                </a:cubicBezTo>
                <a:cubicBezTo>
                  <a:pt x="61365" y="28597"/>
                  <a:pt x="59933" y="28905"/>
                  <a:pt x="58607" y="29520"/>
                </a:cubicBezTo>
                <a:cubicBezTo>
                  <a:pt x="57281" y="30135"/>
                  <a:pt x="55840" y="31173"/>
                  <a:pt x="54283" y="32633"/>
                </a:cubicBezTo>
                <a:cubicBezTo>
                  <a:pt x="52726" y="34094"/>
                  <a:pt x="51602" y="35564"/>
                  <a:pt x="50910" y="37044"/>
                </a:cubicBezTo>
                <a:cubicBezTo>
                  <a:pt x="50218" y="38524"/>
                  <a:pt x="49872" y="40263"/>
                  <a:pt x="49872" y="42262"/>
                </a:cubicBezTo>
                <a:lnTo>
                  <a:pt x="49872" y="63306"/>
                </a:lnTo>
                <a:cubicBezTo>
                  <a:pt x="49872" y="66227"/>
                  <a:pt x="49968" y="68245"/>
                  <a:pt x="50161" y="69360"/>
                </a:cubicBezTo>
                <a:cubicBezTo>
                  <a:pt x="50353" y="70475"/>
                  <a:pt x="50631" y="71339"/>
                  <a:pt x="50997" y="71954"/>
                </a:cubicBezTo>
                <a:cubicBezTo>
                  <a:pt x="51362" y="72569"/>
                  <a:pt x="51909" y="73098"/>
                  <a:pt x="52640" y="73540"/>
                </a:cubicBezTo>
                <a:cubicBezTo>
                  <a:pt x="53370" y="73982"/>
                  <a:pt x="54600" y="74434"/>
                  <a:pt x="56330" y="74895"/>
                </a:cubicBezTo>
                <a:lnTo>
                  <a:pt x="56330" y="77720"/>
                </a:lnTo>
                <a:lnTo>
                  <a:pt x="33671" y="77720"/>
                </a:lnTo>
                <a:lnTo>
                  <a:pt x="33671" y="74895"/>
                </a:lnTo>
                <a:cubicBezTo>
                  <a:pt x="35170" y="74434"/>
                  <a:pt x="36246" y="74030"/>
                  <a:pt x="36900" y="73684"/>
                </a:cubicBezTo>
                <a:cubicBezTo>
                  <a:pt x="37553" y="73338"/>
                  <a:pt x="38101" y="72858"/>
                  <a:pt x="38543" y="72243"/>
                </a:cubicBezTo>
                <a:cubicBezTo>
                  <a:pt x="38985" y="71628"/>
                  <a:pt x="39331" y="70676"/>
                  <a:pt x="39581" y="69389"/>
                </a:cubicBezTo>
                <a:cubicBezTo>
                  <a:pt x="39831" y="68101"/>
                  <a:pt x="39955" y="66150"/>
                  <a:pt x="39955" y="63537"/>
                </a:cubicBezTo>
                <a:lnTo>
                  <a:pt x="39955" y="48431"/>
                </a:lnTo>
                <a:cubicBezTo>
                  <a:pt x="39955" y="45010"/>
                  <a:pt x="39859" y="42223"/>
                  <a:pt x="39667" y="40071"/>
                </a:cubicBezTo>
                <a:cubicBezTo>
                  <a:pt x="39475" y="37918"/>
                  <a:pt x="39177" y="36189"/>
                  <a:pt x="38774" y="34882"/>
                </a:cubicBezTo>
                <a:cubicBezTo>
                  <a:pt x="38370" y="33575"/>
                  <a:pt x="37851" y="32518"/>
                  <a:pt x="37217" y="31711"/>
                </a:cubicBezTo>
                <a:cubicBezTo>
                  <a:pt x="36583" y="30903"/>
                  <a:pt x="35939" y="30288"/>
                  <a:pt x="35285" y="29866"/>
                </a:cubicBezTo>
                <a:cubicBezTo>
                  <a:pt x="34632" y="29443"/>
                  <a:pt x="33863" y="29126"/>
                  <a:pt x="32979" y="28914"/>
                </a:cubicBezTo>
                <a:cubicBezTo>
                  <a:pt x="32095" y="28703"/>
                  <a:pt x="31096" y="28597"/>
                  <a:pt x="29981" y="28597"/>
                </a:cubicBezTo>
                <a:cubicBezTo>
                  <a:pt x="28405" y="28597"/>
                  <a:pt x="26925" y="28953"/>
                  <a:pt x="25542" y="29664"/>
                </a:cubicBezTo>
                <a:cubicBezTo>
                  <a:pt x="24158" y="30375"/>
                  <a:pt x="22745" y="31403"/>
                  <a:pt x="21304" y="32748"/>
                </a:cubicBezTo>
                <a:cubicBezTo>
                  <a:pt x="19862" y="34094"/>
                  <a:pt x="18777" y="35497"/>
                  <a:pt x="18046" y="36957"/>
                </a:cubicBezTo>
                <a:cubicBezTo>
                  <a:pt x="17316" y="38418"/>
                  <a:pt x="16951" y="39994"/>
                  <a:pt x="16951" y="41685"/>
                </a:cubicBezTo>
                <a:lnTo>
                  <a:pt x="16951" y="63306"/>
                </a:lnTo>
                <a:cubicBezTo>
                  <a:pt x="16951" y="65497"/>
                  <a:pt x="17008" y="67169"/>
                  <a:pt x="17124" y="68322"/>
                </a:cubicBezTo>
                <a:cubicBezTo>
                  <a:pt x="17239" y="69475"/>
                  <a:pt x="17422" y="70378"/>
                  <a:pt x="17671" y="71032"/>
                </a:cubicBezTo>
                <a:cubicBezTo>
                  <a:pt x="17921" y="71685"/>
                  <a:pt x="18238" y="72214"/>
                  <a:pt x="18623" y="72617"/>
                </a:cubicBezTo>
                <a:cubicBezTo>
                  <a:pt x="19007" y="73021"/>
                  <a:pt x="19555" y="73405"/>
                  <a:pt x="20266" y="73771"/>
                </a:cubicBezTo>
                <a:cubicBezTo>
                  <a:pt x="20977" y="74136"/>
                  <a:pt x="22044" y="74510"/>
                  <a:pt x="23466" y="74895"/>
                </a:cubicBezTo>
                <a:lnTo>
                  <a:pt x="23466" y="77720"/>
                </a:lnTo>
                <a:lnTo>
                  <a:pt x="865" y="77720"/>
                </a:lnTo>
                <a:lnTo>
                  <a:pt x="865" y="74895"/>
                </a:lnTo>
                <a:cubicBezTo>
                  <a:pt x="2325" y="74434"/>
                  <a:pt x="3373" y="74030"/>
                  <a:pt x="4007" y="73684"/>
                </a:cubicBezTo>
                <a:cubicBezTo>
                  <a:pt x="4641" y="73338"/>
                  <a:pt x="5189" y="72858"/>
                  <a:pt x="5650" y="72243"/>
                </a:cubicBezTo>
                <a:cubicBezTo>
                  <a:pt x="6112" y="71628"/>
                  <a:pt x="6457" y="70686"/>
                  <a:pt x="6688" y="69418"/>
                </a:cubicBezTo>
                <a:cubicBezTo>
                  <a:pt x="6919" y="68149"/>
                  <a:pt x="7034" y="66170"/>
                  <a:pt x="7034" y="63479"/>
                </a:cubicBezTo>
                <a:lnTo>
                  <a:pt x="7034" y="38341"/>
                </a:lnTo>
                <a:cubicBezTo>
                  <a:pt x="7034" y="35881"/>
                  <a:pt x="6996" y="33902"/>
                  <a:pt x="6919" y="32403"/>
                </a:cubicBezTo>
                <a:cubicBezTo>
                  <a:pt x="6842" y="30903"/>
                  <a:pt x="6573" y="29702"/>
                  <a:pt x="6112" y="28799"/>
                </a:cubicBezTo>
                <a:cubicBezTo>
                  <a:pt x="5650" y="27896"/>
                  <a:pt x="4949" y="27223"/>
                  <a:pt x="4007" y="26781"/>
                </a:cubicBezTo>
                <a:cubicBezTo>
                  <a:pt x="3065" y="26339"/>
                  <a:pt x="1730" y="25964"/>
                  <a:pt x="0" y="25657"/>
                </a:cubicBezTo>
                <a:lnTo>
                  <a:pt x="0" y="22601"/>
                </a:lnTo>
                <a:lnTo>
                  <a:pt x="13491" y="22082"/>
                </a:lnTo>
                <a:lnTo>
                  <a:pt x="17008" y="22082"/>
                </a:lnTo>
                <a:lnTo>
                  <a:pt x="16374" y="31480"/>
                </a:lnTo>
                <a:close/>
                <a:moveTo>
                  <a:pt x="116483" y="0"/>
                </a:moveTo>
                <a:lnTo>
                  <a:pt x="116483" y="11185"/>
                </a:lnTo>
                <a:lnTo>
                  <a:pt x="105874" y="11185"/>
                </a:lnTo>
                <a:lnTo>
                  <a:pt x="105874" y="0"/>
                </a:lnTo>
                <a:lnTo>
                  <a:pt x="116483" y="0"/>
                </a:lnTo>
                <a:moveTo>
                  <a:pt x="99993" y="74895"/>
                </a:moveTo>
                <a:cubicBezTo>
                  <a:pt x="101492" y="74434"/>
                  <a:pt x="102559" y="74030"/>
                  <a:pt x="103193" y="73684"/>
                </a:cubicBezTo>
                <a:cubicBezTo>
                  <a:pt x="103827" y="73338"/>
                  <a:pt x="104366" y="72858"/>
                  <a:pt x="104808" y="72243"/>
                </a:cubicBezTo>
                <a:cubicBezTo>
                  <a:pt x="105250" y="71628"/>
                  <a:pt x="105596" y="70686"/>
                  <a:pt x="105845" y="69418"/>
                </a:cubicBezTo>
                <a:cubicBezTo>
                  <a:pt x="106095" y="68149"/>
                  <a:pt x="106220" y="66170"/>
                  <a:pt x="106220" y="63479"/>
                </a:cubicBezTo>
                <a:lnTo>
                  <a:pt x="106220" y="38341"/>
                </a:lnTo>
                <a:cubicBezTo>
                  <a:pt x="106220" y="35881"/>
                  <a:pt x="106182" y="33902"/>
                  <a:pt x="106105" y="32403"/>
                </a:cubicBezTo>
                <a:cubicBezTo>
                  <a:pt x="106028" y="30903"/>
                  <a:pt x="105759" y="29702"/>
                  <a:pt x="105298" y="28799"/>
                </a:cubicBezTo>
                <a:cubicBezTo>
                  <a:pt x="104836" y="27896"/>
                  <a:pt x="104135" y="27223"/>
                  <a:pt x="103193" y="26781"/>
                </a:cubicBezTo>
                <a:cubicBezTo>
                  <a:pt x="102251" y="26339"/>
                  <a:pt x="100916" y="25964"/>
                  <a:pt x="99186" y="25657"/>
                </a:cubicBezTo>
                <a:lnTo>
                  <a:pt x="99186" y="22601"/>
                </a:lnTo>
                <a:lnTo>
                  <a:pt x="112620" y="22082"/>
                </a:lnTo>
                <a:lnTo>
                  <a:pt x="116137" y="22082"/>
                </a:lnTo>
                <a:lnTo>
                  <a:pt x="116137" y="63306"/>
                </a:lnTo>
                <a:cubicBezTo>
                  <a:pt x="116137" y="66612"/>
                  <a:pt x="116291" y="68908"/>
                  <a:pt x="116598" y="70196"/>
                </a:cubicBezTo>
                <a:cubicBezTo>
                  <a:pt x="116906" y="71484"/>
                  <a:pt x="117492" y="72464"/>
                  <a:pt x="118357" y="73136"/>
                </a:cubicBezTo>
                <a:cubicBezTo>
                  <a:pt x="119221" y="73809"/>
                  <a:pt x="120634" y="74395"/>
                  <a:pt x="122594" y="74895"/>
                </a:cubicBezTo>
                <a:lnTo>
                  <a:pt x="122594" y="77720"/>
                </a:lnTo>
                <a:lnTo>
                  <a:pt x="99993" y="77720"/>
                </a:lnTo>
                <a:lnTo>
                  <a:pt x="99993" y="74895"/>
                </a:lnTo>
                <a:close/>
                <a:moveTo>
                  <a:pt x="188032" y="77720"/>
                </a:moveTo>
                <a:lnTo>
                  <a:pt x="165315" y="77720"/>
                </a:lnTo>
                <a:lnTo>
                  <a:pt x="165315" y="74895"/>
                </a:lnTo>
                <a:cubicBezTo>
                  <a:pt x="166814" y="74434"/>
                  <a:pt x="167891" y="74030"/>
                  <a:pt x="168544" y="73684"/>
                </a:cubicBezTo>
                <a:cubicBezTo>
                  <a:pt x="169197" y="73338"/>
                  <a:pt x="169745" y="72858"/>
                  <a:pt x="170187" y="72243"/>
                </a:cubicBezTo>
                <a:cubicBezTo>
                  <a:pt x="170629" y="71628"/>
                  <a:pt x="170975" y="70676"/>
                  <a:pt x="171225" y="69389"/>
                </a:cubicBezTo>
                <a:cubicBezTo>
                  <a:pt x="171475" y="68101"/>
                  <a:pt x="171600" y="66150"/>
                  <a:pt x="171600" y="63537"/>
                </a:cubicBezTo>
                <a:lnTo>
                  <a:pt x="171600" y="48431"/>
                </a:lnTo>
                <a:cubicBezTo>
                  <a:pt x="171600" y="45740"/>
                  <a:pt x="171523" y="43299"/>
                  <a:pt x="171369" y="41109"/>
                </a:cubicBezTo>
                <a:cubicBezTo>
                  <a:pt x="171215" y="38918"/>
                  <a:pt x="170956" y="37121"/>
                  <a:pt x="170591" y="35718"/>
                </a:cubicBezTo>
                <a:cubicBezTo>
                  <a:pt x="170226" y="34315"/>
                  <a:pt x="169784" y="33219"/>
                  <a:pt x="169265" y="32431"/>
                </a:cubicBezTo>
                <a:cubicBezTo>
                  <a:pt x="168746" y="31643"/>
                  <a:pt x="168131" y="30971"/>
                  <a:pt x="167420" y="30413"/>
                </a:cubicBezTo>
                <a:cubicBezTo>
                  <a:pt x="166709" y="29856"/>
                  <a:pt x="165892" y="29414"/>
                  <a:pt x="164969" y="29087"/>
                </a:cubicBezTo>
                <a:cubicBezTo>
                  <a:pt x="164047" y="28761"/>
                  <a:pt x="162836" y="28597"/>
                  <a:pt x="161337" y="28597"/>
                </a:cubicBezTo>
                <a:cubicBezTo>
                  <a:pt x="159838" y="28597"/>
                  <a:pt x="158416" y="28895"/>
                  <a:pt x="157071" y="29491"/>
                </a:cubicBezTo>
                <a:cubicBezTo>
                  <a:pt x="155725" y="30087"/>
                  <a:pt x="154245" y="31115"/>
                  <a:pt x="152631" y="32576"/>
                </a:cubicBezTo>
                <a:cubicBezTo>
                  <a:pt x="151017" y="34036"/>
                  <a:pt x="149844" y="35478"/>
                  <a:pt x="149114" y="36900"/>
                </a:cubicBezTo>
                <a:cubicBezTo>
                  <a:pt x="148384" y="38322"/>
                  <a:pt x="148019" y="39955"/>
                  <a:pt x="148019" y="41800"/>
                </a:cubicBezTo>
                <a:lnTo>
                  <a:pt x="148019" y="63306"/>
                </a:lnTo>
                <a:cubicBezTo>
                  <a:pt x="148019" y="66612"/>
                  <a:pt x="148172" y="68908"/>
                  <a:pt x="148480" y="70196"/>
                </a:cubicBezTo>
                <a:cubicBezTo>
                  <a:pt x="148787" y="71484"/>
                  <a:pt x="149374" y="72464"/>
                  <a:pt x="150238" y="73136"/>
                </a:cubicBezTo>
                <a:cubicBezTo>
                  <a:pt x="151103" y="73809"/>
                  <a:pt x="152516" y="74395"/>
                  <a:pt x="154476" y="74895"/>
                </a:cubicBezTo>
                <a:lnTo>
                  <a:pt x="154476" y="77720"/>
                </a:lnTo>
                <a:lnTo>
                  <a:pt x="131875" y="77720"/>
                </a:lnTo>
                <a:lnTo>
                  <a:pt x="131875" y="74895"/>
                </a:lnTo>
                <a:cubicBezTo>
                  <a:pt x="133374" y="74434"/>
                  <a:pt x="134441" y="74030"/>
                  <a:pt x="135075" y="73684"/>
                </a:cubicBezTo>
                <a:cubicBezTo>
                  <a:pt x="135709" y="73338"/>
                  <a:pt x="136247" y="72858"/>
                  <a:pt x="136689" y="72243"/>
                </a:cubicBezTo>
                <a:cubicBezTo>
                  <a:pt x="137131" y="71628"/>
                  <a:pt x="137477" y="70686"/>
                  <a:pt x="137727" y="69418"/>
                </a:cubicBezTo>
                <a:cubicBezTo>
                  <a:pt x="137977" y="68149"/>
                  <a:pt x="138102" y="66170"/>
                  <a:pt x="138102" y="63479"/>
                </a:cubicBezTo>
                <a:lnTo>
                  <a:pt x="138102" y="38341"/>
                </a:lnTo>
                <a:cubicBezTo>
                  <a:pt x="138102" y="35881"/>
                  <a:pt x="138063" y="33902"/>
                  <a:pt x="137987" y="32403"/>
                </a:cubicBezTo>
                <a:cubicBezTo>
                  <a:pt x="137910" y="30903"/>
                  <a:pt x="137641" y="29702"/>
                  <a:pt x="137179" y="28799"/>
                </a:cubicBezTo>
                <a:cubicBezTo>
                  <a:pt x="136718" y="27896"/>
                  <a:pt x="136017" y="27223"/>
                  <a:pt x="135075" y="26781"/>
                </a:cubicBezTo>
                <a:cubicBezTo>
                  <a:pt x="134133" y="26339"/>
                  <a:pt x="132797" y="25964"/>
                  <a:pt x="131068" y="25657"/>
                </a:cubicBezTo>
                <a:lnTo>
                  <a:pt x="131068" y="22601"/>
                </a:lnTo>
                <a:lnTo>
                  <a:pt x="144559" y="22082"/>
                </a:lnTo>
                <a:lnTo>
                  <a:pt x="148076" y="22082"/>
                </a:lnTo>
                <a:lnTo>
                  <a:pt x="147442" y="31480"/>
                </a:lnTo>
                <a:lnTo>
                  <a:pt x="148249" y="31711"/>
                </a:lnTo>
                <a:cubicBezTo>
                  <a:pt x="151094" y="28828"/>
                  <a:pt x="153390" y="26771"/>
                  <a:pt x="155139" y="25542"/>
                </a:cubicBezTo>
                <a:cubicBezTo>
                  <a:pt x="156888" y="24312"/>
                  <a:pt x="158656" y="23360"/>
                  <a:pt x="160443" y="22688"/>
                </a:cubicBezTo>
                <a:cubicBezTo>
                  <a:pt x="162231" y="22015"/>
                  <a:pt x="164124" y="21679"/>
                  <a:pt x="166123" y="21679"/>
                </a:cubicBezTo>
                <a:cubicBezTo>
                  <a:pt x="168198" y="21679"/>
                  <a:pt x="170053" y="21919"/>
                  <a:pt x="171686" y="22399"/>
                </a:cubicBezTo>
                <a:cubicBezTo>
                  <a:pt x="173320" y="22880"/>
                  <a:pt x="174761" y="23620"/>
                  <a:pt x="176010" y="24619"/>
                </a:cubicBezTo>
                <a:cubicBezTo>
                  <a:pt x="177260" y="25618"/>
                  <a:pt x="178288" y="26858"/>
                  <a:pt x="179095" y="28338"/>
                </a:cubicBezTo>
                <a:cubicBezTo>
                  <a:pt x="179902" y="29818"/>
                  <a:pt x="180508" y="31595"/>
                  <a:pt x="180911" y="33671"/>
                </a:cubicBezTo>
                <a:cubicBezTo>
                  <a:pt x="181315" y="35747"/>
                  <a:pt x="181517" y="38380"/>
                  <a:pt x="181517" y="41570"/>
                </a:cubicBezTo>
                <a:lnTo>
                  <a:pt x="181517" y="63306"/>
                </a:lnTo>
                <a:cubicBezTo>
                  <a:pt x="181517" y="65958"/>
                  <a:pt x="181593" y="67880"/>
                  <a:pt x="181747" y="69072"/>
                </a:cubicBezTo>
                <a:cubicBezTo>
                  <a:pt x="181901" y="70263"/>
                  <a:pt x="182170" y="71186"/>
                  <a:pt x="182554" y="71839"/>
                </a:cubicBezTo>
                <a:cubicBezTo>
                  <a:pt x="182939" y="72493"/>
                  <a:pt x="183496" y="73040"/>
                  <a:pt x="184226" y="73482"/>
                </a:cubicBezTo>
                <a:cubicBezTo>
                  <a:pt x="184957" y="73924"/>
                  <a:pt x="186225" y="74395"/>
                  <a:pt x="188032" y="74895"/>
                </a:cubicBezTo>
                <a:lnTo>
                  <a:pt x="188032" y="77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29079A-4036-492F-8F73-1ED51718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518" y="4219126"/>
            <a:ext cx="80968" cy="10121"/>
          </a:xfrm>
          <a:custGeom xmlns:a="http://schemas.openxmlformats.org/drawingml/2006/main">
            <a:pathLst>
              <a:path w="80968" h="10121">
                <a:moveTo>
                  <a:pt x="80968" y="0"/>
                </a:moveTo>
                <a:lnTo>
                  <a:pt x="80968" y="10121"/>
                </a:lnTo>
                <a:lnTo>
                  <a:pt x="0" y="10121"/>
                </a:lnTo>
                <a:lnTo>
                  <a:pt x="0" y="0"/>
                </a:lnTo>
                <a:lnTo>
                  <a:pt x="809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634ED-0FC2-4E14-851C-9867CB05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579" y="4131411"/>
            <a:ext cx="72534" cy="60726"/>
          </a:xfrm>
          <a:custGeom xmlns:a="http://schemas.openxmlformats.org/drawingml/2006/main">
            <a:pathLst>
              <a:path w="72534" h="60726">
                <a:moveTo>
                  <a:pt x="26989" y="15181"/>
                </a:moveTo>
                <a:cubicBezTo>
                  <a:pt x="30363" y="10121"/>
                  <a:pt x="35423" y="6747"/>
                  <a:pt x="38797" y="3374"/>
                </a:cubicBezTo>
                <a:cubicBezTo>
                  <a:pt x="42171" y="1687"/>
                  <a:pt x="45544" y="0"/>
                  <a:pt x="48918" y="0"/>
                </a:cubicBezTo>
                <a:cubicBezTo>
                  <a:pt x="53978" y="0"/>
                  <a:pt x="57352" y="1687"/>
                  <a:pt x="59039" y="3374"/>
                </a:cubicBezTo>
                <a:cubicBezTo>
                  <a:pt x="60726" y="5060"/>
                  <a:pt x="62413" y="8434"/>
                  <a:pt x="62413" y="11808"/>
                </a:cubicBezTo>
                <a:cubicBezTo>
                  <a:pt x="62413" y="13495"/>
                  <a:pt x="62413" y="15181"/>
                  <a:pt x="60726" y="16868"/>
                </a:cubicBezTo>
                <a:cubicBezTo>
                  <a:pt x="60726" y="20242"/>
                  <a:pt x="60726" y="21929"/>
                  <a:pt x="60726" y="23616"/>
                </a:cubicBezTo>
                <a:cubicBezTo>
                  <a:pt x="59039" y="26989"/>
                  <a:pt x="59039" y="28676"/>
                  <a:pt x="59039" y="32050"/>
                </a:cubicBezTo>
                <a:cubicBezTo>
                  <a:pt x="57352" y="35423"/>
                  <a:pt x="57352" y="37110"/>
                  <a:pt x="57352" y="38797"/>
                </a:cubicBezTo>
                <a:cubicBezTo>
                  <a:pt x="55665" y="42171"/>
                  <a:pt x="55665" y="43858"/>
                  <a:pt x="55665" y="45544"/>
                </a:cubicBezTo>
                <a:cubicBezTo>
                  <a:pt x="55665" y="47231"/>
                  <a:pt x="53978" y="47231"/>
                  <a:pt x="53978" y="48918"/>
                </a:cubicBezTo>
                <a:lnTo>
                  <a:pt x="55665" y="50605"/>
                </a:lnTo>
                <a:cubicBezTo>
                  <a:pt x="55665" y="52292"/>
                  <a:pt x="57352" y="52292"/>
                  <a:pt x="57352" y="52292"/>
                </a:cubicBezTo>
                <a:cubicBezTo>
                  <a:pt x="59039" y="52292"/>
                  <a:pt x="59039" y="52292"/>
                  <a:pt x="60726" y="52292"/>
                </a:cubicBezTo>
                <a:lnTo>
                  <a:pt x="62413" y="50605"/>
                </a:lnTo>
                <a:cubicBezTo>
                  <a:pt x="64099" y="50605"/>
                  <a:pt x="64099" y="48918"/>
                  <a:pt x="65786" y="48918"/>
                </a:cubicBezTo>
                <a:cubicBezTo>
                  <a:pt x="65786" y="47231"/>
                  <a:pt x="67473" y="47231"/>
                  <a:pt x="67473" y="45544"/>
                </a:cubicBezTo>
                <a:lnTo>
                  <a:pt x="72534" y="48918"/>
                </a:lnTo>
                <a:cubicBezTo>
                  <a:pt x="70847" y="50605"/>
                  <a:pt x="69160" y="52292"/>
                  <a:pt x="67473" y="53978"/>
                </a:cubicBezTo>
                <a:cubicBezTo>
                  <a:pt x="65786" y="55665"/>
                  <a:pt x="64099" y="55665"/>
                  <a:pt x="62413" y="57352"/>
                </a:cubicBezTo>
                <a:cubicBezTo>
                  <a:pt x="60726" y="59039"/>
                  <a:pt x="59039" y="59039"/>
                  <a:pt x="57352" y="59039"/>
                </a:cubicBezTo>
                <a:cubicBezTo>
                  <a:pt x="55665" y="59039"/>
                  <a:pt x="55665" y="60726"/>
                  <a:pt x="53978" y="60726"/>
                </a:cubicBezTo>
                <a:cubicBezTo>
                  <a:pt x="52292" y="60726"/>
                  <a:pt x="50605" y="59039"/>
                  <a:pt x="48918" y="59039"/>
                </a:cubicBezTo>
                <a:cubicBezTo>
                  <a:pt x="48918" y="59039"/>
                  <a:pt x="47231" y="57352"/>
                  <a:pt x="45544" y="57352"/>
                </a:cubicBezTo>
                <a:cubicBezTo>
                  <a:pt x="45544" y="55665"/>
                  <a:pt x="45544" y="55665"/>
                  <a:pt x="43858" y="53978"/>
                </a:cubicBezTo>
                <a:cubicBezTo>
                  <a:pt x="43858" y="52292"/>
                  <a:pt x="43858" y="50605"/>
                  <a:pt x="43858" y="48918"/>
                </a:cubicBezTo>
                <a:cubicBezTo>
                  <a:pt x="43858" y="47231"/>
                  <a:pt x="43858" y="45544"/>
                  <a:pt x="43858" y="43858"/>
                </a:cubicBezTo>
                <a:cubicBezTo>
                  <a:pt x="43858" y="42171"/>
                  <a:pt x="45544" y="40484"/>
                  <a:pt x="45544" y="37110"/>
                </a:cubicBezTo>
                <a:cubicBezTo>
                  <a:pt x="45544" y="35423"/>
                  <a:pt x="47231" y="32050"/>
                  <a:pt x="47231" y="30363"/>
                </a:cubicBezTo>
                <a:cubicBezTo>
                  <a:pt x="48918" y="26989"/>
                  <a:pt x="48918" y="25302"/>
                  <a:pt x="48918" y="23616"/>
                </a:cubicBezTo>
                <a:cubicBezTo>
                  <a:pt x="48918" y="21929"/>
                  <a:pt x="50605" y="20242"/>
                  <a:pt x="50605" y="18555"/>
                </a:cubicBezTo>
                <a:cubicBezTo>
                  <a:pt x="50605" y="16868"/>
                  <a:pt x="50605" y="15181"/>
                  <a:pt x="50605" y="15181"/>
                </a:cubicBezTo>
                <a:cubicBezTo>
                  <a:pt x="50605" y="11808"/>
                  <a:pt x="50605" y="10121"/>
                  <a:pt x="48918" y="10121"/>
                </a:cubicBezTo>
                <a:cubicBezTo>
                  <a:pt x="48918" y="8434"/>
                  <a:pt x="47231" y="8434"/>
                  <a:pt x="45544" y="8434"/>
                </a:cubicBezTo>
                <a:cubicBezTo>
                  <a:pt x="43858" y="8434"/>
                  <a:pt x="42171" y="8434"/>
                  <a:pt x="40484" y="8434"/>
                </a:cubicBezTo>
                <a:cubicBezTo>
                  <a:pt x="40484" y="8434"/>
                  <a:pt x="38797" y="10121"/>
                  <a:pt x="37110" y="11808"/>
                </a:cubicBezTo>
                <a:cubicBezTo>
                  <a:pt x="35423" y="11808"/>
                  <a:pt x="33737" y="13495"/>
                  <a:pt x="33737" y="15181"/>
                </a:cubicBezTo>
                <a:cubicBezTo>
                  <a:pt x="32050" y="16868"/>
                  <a:pt x="30363" y="18555"/>
                  <a:pt x="30363" y="20242"/>
                </a:cubicBezTo>
                <a:cubicBezTo>
                  <a:pt x="28676" y="21929"/>
                  <a:pt x="26989" y="23616"/>
                  <a:pt x="26989" y="25302"/>
                </a:cubicBezTo>
                <a:cubicBezTo>
                  <a:pt x="25302" y="26989"/>
                  <a:pt x="25302" y="28676"/>
                  <a:pt x="25302" y="30363"/>
                </a:cubicBezTo>
                <a:lnTo>
                  <a:pt x="18555" y="59039"/>
                </a:lnTo>
                <a:lnTo>
                  <a:pt x="6747" y="59039"/>
                </a:lnTo>
                <a:lnTo>
                  <a:pt x="15181" y="21929"/>
                </a:lnTo>
                <a:cubicBezTo>
                  <a:pt x="16868" y="18555"/>
                  <a:pt x="16868" y="16868"/>
                  <a:pt x="16868" y="15181"/>
                </a:cubicBezTo>
                <a:cubicBezTo>
                  <a:pt x="16868" y="15181"/>
                  <a:pt x="16868" y="13495"/>
                  <a:pt x="16868" y="11808"/>
                </a:cubicBezTo>
                <a:cubicBezTo>
                  <a:pt x="16868" y="8434"/>
                  <a:pt x="16868" y="8434"/>
                  <a:pt x="13495" y="8434"/>
                </a:cubicBezTo>
                <a:lnTo>
                  <a:pt x="11808" y="8434"/>
                </a:lnTo>
                <a:cubicBezTo>
                  <a:pt x="11808" y="8434"/>
                  <a:pt x="10121" y="8434"/>
                  <a:pt x="10121" y="10121"/>
                </a:cubicBezTo>
                <a:cubicBezTo>
                  <a:pt x="8434" y="10121"/>
                  <a:pt x="8434" y="10121"/>
                  <a:pt x="6747" y="11808"/>
                </a:cubicBezTo>
                <a:cubicBezTo>
                  <a:pt x="6747" y="13495"/>
                  <a:pt x="5060" y="13495"/>
                  <a:pt x="3374" y="15181"/>
                </a:cubicBezTo>
                <a:lnTo>
                  <a:pt x="0" y="11808"/>
                </a:lnTo>
                <a:cubicBezTo>
                  <a:pt x="1687" y="8434"/>
                  <a:pt x="3374" y="6747"/>
                  <a:pt x="5060" y="6747"/>
                </a:cubicBezTo>
                <a:cubicBezTo>
                  <a:pt x="6747" y="5060"/>
                  <a:pt x="8434" y="3374"/>
                  <a:pt x="10121" y="3374"/>
                </a:cubicBezTo>
                <a:cubicBezTo>
                  <a:pt x="11808" y="1687"/>
                  <a:pt x="11808" y="1687"/>
                  <a:pt x="13495" y="0"/>
                </a:cubicBezTo>
                <a:cubicBezTo>
                  <a:pt x="15181" y="0"/>
                  <a:pt x="16868" y="0"/>
                  <a:pt x="18555" y="0"/>
                </a:cubicBezTo>
                <a:cubicBezTo>
                  <a:pt x="21929" y="0"/>
                  <a:pt x="23616" y="1687"/>
                  <a:pt x="25302" y="3374"/>
                </a:cubicBezTo>
                <a:cubicBezTo>
                  <a:pt x="26989" y="5060"/>
                  <a:pt x="26989" y="6747"/>
                  <a:pt x="26989" y="10121"/>
                </a:cubicBezTo>
                <a:lnTo>
                  <a:pt x="26989" y="11808"/>
                </a:lnTo>
                <a:cubicBezTo>
                  <a:pt x="26989" y="13495"/>
                  <a:pt x="26989" y="13495"/>
                  <a:pt x="26989" y="151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2">
            <a:extLst xmlns:a="http://schemas.openxmlformats.org/drawingml/2006/main">
              <a:ext uri="{FF2B5EF4-FFF2-40B4-BE49-F238E27FC236}">
                <a16:creationId xmlns:a16="http://schemas.microsoft.com/office/drawing/2014/main" id="{891CE1E3-2810-4D28-882A-8A110F23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8357" y="4240794"/>
            <a:ext cx="48431" cy="79623"/>
          </a:xfrm>
          <a:custGeom xmlns:a="http://schemas.openxmlformats.org/drawingml/2006/main">
            <a:pathLst>
              <a:path w="48431" h="79623">
                <a:moveTo>
                  <a:pt x="33037" y="70398"/>
                </a:moveTo>
                <a:cubicBezTo>
                  <a:pt x="34920" y="70398"/>
                  <a:pt x="36438" y="70282"/>
                  <a:pt x="37592" y="70052"/>
                </a:cubicBezTo>
                <a:cubicBezTo>
                  <a:pt x="38745" y="69821"/>
                  <a:pt x="39667" y="69437"/>
                  <a:pt x="40359" y="68899"/>
                </a:cubicBezTo>
                <a:cubicBezTo>
                  <a:pt x="41051" y="68361"/>
                  <a:pt x="41599" y="67659"/>
                  <a:pt x="42002" y="66794"/>
                </a:cubicBezTo>
                <a:cubicBezTo>
                  <a:pt x="42406" y="65929"/>
                  <a:pt x="42915" y="64594"/>
                  <a:pt x="43530" y="62787"/>
                </a:cubicBezTo>
                <a:lnTo>
                  <a:pt x="48431" y="62787"/>
                </a:lnTo>
                <a:lnTo>
                  <a:pt x="47451" y="79623"/>
                </a:lnTo>
                <a:lnTo>
                  <a:pt x="0" y="79623"/>
                </a:lnTo>
                <a:lnTo>
                  <a:pt x="0" y="76855"/>
                </a:lnTo>
                <a:cubicBezTo>
                  <a:pt x="1653" y="72819"/>
                  <a:pt x="3882" y="68687"/>
                  <a:pt x="6688" y="64459"/>
                </a:cubicBezTo>
                <a:cubicBezTo>
                  <a:pt x="9494" y="60231"/>
                  <a:pt x="13472" y="55253"/>
                  <a:pt x="18623" y="49526"/>
                </a:cubicBezTo>
                <a:cubicBezTo>
                  <a:pt x="23082" y="44606"/>
                  <a:pt x="26291" y="40878"/>
                  <a:pt x="28251" y="38341"/>
                </a:cubicBezTo>
                <a:cubicBezTo>
                  <a:pt x="30404" y="35574"/>
                  <a:pt x="32009" y="33181"/>
                  <a:pt x="33066" y="31163"/>
                </a:cubicBezTo>
                <a:cubicBezTo>
                  <a:pt x="34123" y="29145"/>
                  <a:pt x="34882" y="27242"/>
                  <a:pt x="35343" y="25455"/>
                </a:cubicBezTo>
                <a:cubicBezTo>
                  <a:pt x="35804" y="23668"/>
                  <a:pt x="36035" y="21871"/>
                  <a:pt x="36035" y="20064"/>
                </a:cubicBezTo>
                <a:cubicBezTo>
                  <a:pt x="36035" y="17181"/>
                  <a:pt x="35574" y="14635"/>
                  <a:pt x="34651" y="12425"/>
                </a:cubicBezTo>
                <a:cubicBezTo>
                  <a:pt x="33729" y="10215"/>
                  <a:pt x="32316" y="8475"/>
                  <a:pt x="30413" y="7207"/>
                </a:cubicBezTo>
                <a:cubicBezTo>
                  <a:pt x="28511" y="5939"/>
                  <a:pt x="26118" y="5304"/>
                  <a:pt x="23235" y="5304"/>
                </a:cubicBezTo>
                <a:cubicBezTo>
                  <a:pt x="16048" y="5304"/>
                  <a:pt x="11204" y="9302"/>
                  <a:pt x="8706" y="17297"/>
                </a:cubicBezTo>
                <a:lnTo>
                  <a:pt x="1730" y="17297"/>
                </a:lnTo>
                <a:lnTo>
                  <a:pt x="1730" y="6227"/>
                </a:lnTo>
                <a:cubicBezTo>
                  <a:pt x="6381" y="4036"/>
                  <a:pt x="10734" y="2450"/>
                  <a:pt x="14789" y="1470"/>
                </a:cubicBezTo>
                <a:cubicBezTo>
                  <a:pt x="18844" y="490"/>
                  <a:pt x="22486" y="0"/>
                  <a:pt x="25714" y="0"/>
                </a:cubicBezTo>
                <a:cubicBezTo>
                  <a:pt x="32864" y="0"/>
                  <a:pt x="38264" y="1566"/>
                  <a:pt x="41916" y="4699"/>
                </a:cubicBezTo>
                <a:cubicBezTo>
                  <a:pt x="45567" y="7832"/>
                  <a:pt x="47393" y="12377"/>
                  <a:pt x="47393" y="18335"/>
                </a:cubicBezTo>
                <a:cubicBezTo>
                  <a:pt x="47393" y="20372"/>
                  <a:pt x="47191" y="22246"/>
                  <a:pt x="46788" y="23956"/>
                </a:cubicBezTo>
                <a:cubicBezTo>
                  <a:pt x="46384" y="25666"/>
                  <a:pt x="45750" y="27358"/>
                  <a:pt x="44885" y="29030"/>
                </a:cubicBezTo>
                <a:cubicBezTo>
                  <a:pt x="44020" y="30702"/>
                  <a:pt x="42857" y="32499"/>
                  <a:pt x="41397" y="34421"/>
                </a:cubicBezTo>
                <a:cubicBezTo>
                  <a:pt x="39936" y="36342"/>
                  <a:pt x="38322" y="38293"/>
                  <a:pt x="36554" y="40273"/>
                </a:cubicBezTo>
                <a:cubicBezTo>
                  <a:pt x="34786" y="42252"/>
                  <a:pt x="31730" y="45548"/>
                  <a:pt x="27386" y="50161"/>
                </a:cubicBezTo>
                <a:cubicBezTo>
                  <a:pt x="20083" y="57886"/>
                  <a:pt x="14721" y="64632"/>
                  <a:pt x="11301" y="70398"/>
                </a:cubicBezTo>
                <a:lnTo>
                  <a:pt x="33037" y="70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+1">
            <a:extLst xmlns:a="http://schemas.openxmlformats.org/drawingml/2006/main">
              <a:ext uri="{FF2B5EF4-FFF2-40B4-BE49-F238E27FC236}">
                <a16:creationId xmlns:a16="http://schemas.microsoft.com/office/drawing/2014/main" id="{642E50D1-3E27-4272-8C14-B35B44D0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041" y="4180003"/>
            <a:ext cx="134946" cy="82909"/>
          </a:xfrm>
          <a:custGeom xmlns:a="http://schemas.openxmlformats.org/drawingml/2006/main">
            <a:pathLst>
              <a:path w="134946" h="82909">
                <a:moveTo>
                  <a:pt x="39610" y="49699"/>
                </a:moveTo>
                <a:lnTo>
                  <a:pt x="39610" y="82909"/>
                </a:lnTo>
                <a:lnTo>
                  <a:pt x="31422" y="82909"/>
                </a:lnTo>
                <a:lnTo>
                  <a:pt x="31422" y="49699"/>
                </a:lnTo>
                <a:lnTo>
                  <a:pt x="0" y="49699"/>
                </a:lnTo>
                <a:lnTo>
                  <a:pt x="0" y="42031"/>
                </a:lnTo>
                <a:lnTo>
                  <a:pt x="31422" y="42031"/>
                </a:lnTo>
                <a:lnTo>
                  <a:pt x="31422" y="8821"/>
                </a:lnTo>
                <a:lnTo>
                  <a:pt x="39610" y="8821"/>
                </a:lnTo>
                <a:lnTo>
                  <a:pt x="39610" y="42031"/>
                </a:lnTo>
                <a:lnTo>
                  <a:pt x="71032" y="42031"/>
                </a:lnTo>
                <a:lnTo>
                  <a:pt x="71032" y="49699"/>
                </a:lnTo>
                <a:lnTo>
                  <a:pt x="39610" y="49699"/>
                </a:lnTo>
                <a:close/>
                <a:moveTo>
                  <a:pt x="118860" y="64574"/>
                </a:moveTo>
                <a:cubicBezTo>
                  <a:pt x="118860" y="66804"/>
                  <a:pt x="118984" y="68485"/>
                  <a:pt x="119234" y="69619"/>
                </a:cubicBezTo>
                <a:cubicBezTo>
                  <a:pt x="119484" y="70753"/>
                  <a:pt x="119926" y="71676"/>
                  <a:pt x="120560" y="72387"/>
                </a:cubicBezTo>
                <a:cubicBezTo>
                  <a:pt x="121195" y="73098"/>
                  <a:pt x="122107" y="73655"/>
                  <a:pt x="123299" y="74059"/>
                </a:cubicBezTo>
                <a:cubicBezTo>
                  <a:pt x="124491" y="74462"/>
                  <a:pt x="125990" y="74770"/>
                  <a:pt x="127796" y="74981"/>
                </a:cubicBezTo>
                <a:cubicBezTo>
                  <a:pt x="129603" y="75193"/>
                  <a:pt x="131986" y="75337"/>
                  <a:pt x="134946" y="75414"/>
                </a:cubicBezTo>
                <a:lnTo>
                  <a:pt x="134946" y="79623"/>
                </a:lnTo>
                <a:lnTo>
                  <a:pt x="92338" y="79623"/>
                </a:lnTo>
                <a:lnTo>
                  <a:pt x="92338" y="75414"/>
                </a:lnTo>
                <a:cubicBezTo>
                  <a:pt x="96604" y="75222"/>
                  <a:pt x="99651" y="74962"/>
                  <a:pt x="101476" y="74635"/>
                </a:cubicBezTo>
                <a:cubicBezTo>
                  <a:pt x="103302" y="74309"/>
                  <a:pt x="104695" y="73819"/>
                  <a:pt x="105656" y="73165"/>
                </a:cubicBezTo>
                <a:cubicBezTo>
                  <a:pt x="106617" y="72512"/>
                  <a:pt x="107319" y="71589"/>
                  <a:pt x="107761" y="70398"/>
                </a:cubicBezTo>
                <a:cubicBezTo>
                  <a:pt x="108203" y="69206"/>
                  <a:pt x="108424" y="67265"/>
                  <a:pt x="108424" y="64574"/>
                </a:cubicBezTo>
                <a:lnTo>
                  <a:pt x="108424" y="17816"/>
                </a:lnTo>
                <a:cubicBezTo>
                  <a:pt x="108424" y="16278"/>
                  <a:pt x="108155" y="15154"/>
                  <a:pt x="107617" y="14443"/>
                </a:cubicBezTo>
                <a:cubicBezTo>
                  <a:pt x="107079" y="13732"/>
                  <a:pt x="106291" y="13376"/>
                  <a:pt x="105253" y="13376"/>
                </a:cubicBezTo>
                <a:cubicBezTo>
                  <a:pt x="104023" y="13376"/>
                  <a:pt x="102274" y="14010"/>
                  <a:pt x="100006" y="15279"/>
                </a:cubicBezTo>
                <a:cubicBezTo>
                  <a:pt x="97738" y="16547"/>
                  <a:pt x="94932" y="18296"/>
                  <a:pt x="91588" y="20525"/>
                </a:cubicBezTo>
                <a:lnTo>
                  <a:pt x="89052" y="16086"/>
                </a:lnTo>
                <a:lnTo>
                  <a:pt x="116034" y="0"/>
                </a:lnTo>
                <a:lnTo>
                  <a:pt x="119205" y="0"/>
                </a:lnTo>
                <a:cubicBezTo>
                  <a:pt x="118975" y="3690"/>
                  <a:pt x="118860" y="8802"/>
                  <a:pt x="118860" y="15336"/>
                </a:cubicBezTo>
                <a:lnTo>
                  <a:pt x="118860" y="645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B71ED-9F55-4A7A-A0F1-F3FB15D2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214" y="4376002"/>
            <a:ext cx="48918" cy="150128"/>
          </a:xfrm>
          <a:custGeom xmlns:a="http://schemas.openxmlformats.org/drawingml/2006/main">
            <a:pathLst>
              <a:path w="48918" h="150128">
                <a:moveTo>
                  <a:pt x="21929" y="30363"/>
                </a:moveTo>
                <a:cubicBezTo>
                  <a:pt x="26989" y="18555"/>
                  <a:pt x="37110" y="10121"/>
                  <a:pt x="48918" y="6747"/>
                </a:cubicBezTo>
                <a:lnTo>
                  <a:pt x="47231" y="0"/>
                </a:lnTo>
                <a:cubicBezTo>
                  <a:pt x="32050" y="5060"/>
                  <a:pt x="20242" y="13495"/>
                  <a:pt x="11808" y="26989"/>
                </a:cubicBezTo>
                <a:cubicBezTo>
                  <a:pt x="3374" y="40484"/>
                  <a:pt x="0" y="55665"/>
                  <a:pt x="0" y="75907"/>
                </a:cubicBezTo>
                <a:cubicBezTo>
                  <a:pt x="0" y="94462"/>
                  <a:pt x="3374" y="111331"/>
                  <a:pt x="11808" y="124825"/>
                </a:cubicBezTo>
                <a:cubicBezTo>
                  <a:pt x="20242" y="138320"/>
                  <a:pt x="32050" y="146754"/>
                  <a:pt x="47231" y="150128"/>
                </a:cubicBezTo>
                <a:lnTo>
                  <a:pt x="48918" y="145067"/>
                </a:lnTo>
                <a:cubicBezTo>
                  <a:pt x="37110" y="140007"/>
                  <a:pt x="26989" y="131573"/>
                  <a:pt x="21929" y="119765"/>
                </a:cubicBezTo>
                <a:cubicBezTo>
                  <a:pt x="15181" y="107957"/>
                  <a:pt x="13495" y="92776"/>
                  <a:pt x="13495" y="74220"/>
                </a:cubicBezTo>
                <a:cubicBezTo>
                  <a:pt x="13495" y="57352"/>
                  <a:pt x="15181" y="42171"/>
                  <a:pt x="21929" y="303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A70DD6-826C-4138-904B-B7013E37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5253" y="4382749"/>
            <a:ext cx="92776" cy="107957"/>
          </a:xfrm>
          <a:custGeom xmlns:a="http://schemas.openxmlformats.org/drawingml/2006/main">
            <a:pathLst>
              <a:path w="92776" h="107957">
                <a:moveTo>
                  <a:pt x="92776" y="0"/>
                </a:moveTo>
                <a:lnTo>
                  <a:pt x="87715" y="23616"/>
                </a:lnTo>
                <a:lnTo>
                  <a:pt x="80968" y="23616"/>
                </a:lnTo>
                <a:cubicBezTo>
                  <a:pt x="79281" y="20242"/>
                  <a:pt x="79281" y="16868"/>
                  <a:pt x="79281" y="13495"/>
                </a:cubicBezTo>
                <a:cubicBezTo>
                  <a:pt x="79281" y="11808"/>
                  <a:pt x="77594" y="10121"/>
                  <a:pt x="77594" y="8434"/>
                </a:cubicBezTo>
                <a:cubicBezTo>
                  <a:pt x="75907" y="8434"/>
                  <a:pt x="75907" y="6747"/>
                  <a:pt x="74220" y="6747"/>
                </a:cubicBezTo>
                <a:cubicBezTo>
                  <a:pt x="72534" y="6747"/>
                  <a:pt x="70847" y="6747"/>
                  <a:pt x="69160" y="6747"/>
                </a:cubicBezTo>
                <a:lnTo>
                  <a:pt x="43858" y="6747"/>
                </a:lnTo>
                <a:lnTo>
                  <a:pt x="33737" y="48918"/>
                </a:lnTo>
                <a:lnTo>
                  <a:pt x="48918" y="48918"/>
                </a:lnTo>
                <a:cubicBezTo>
                  <a:pt x="52292" y="48918"/>
                  <a:pt x="55665" y="47231"/>
                  <a:pt x="57352" y="45544"/>
                </a:cubicBezTo>
                <a:cubicBezTo>
                  <a:pt x="60726" y="43858"/>
                  <a:pt x="62413" y="40484"/>
                  <a:pt x="64099" y="37110"/>
                </a:cubicBezTo>
                <a:lnTo>
                  <a:pt x="70847" y="37110"/>
                </a:lnTo>
                <a:lnTo>
                  <a:pt x="64099" y="67473"/>
                </a:lnTo>
                <a:lnTo>
                  <a:pt x="57352" y="67473"/>
                </a:lnTo>
                <a:cubicBezTo>
                  <a:pt x="57352" y="62413"/>
                  <a:pt x="57352" y="60726"/>
                  <a:pt x="55665" y="59039"/>
                </a:cubicBezTo>
                <a:cubicBezTo>
                  <a:pt x="55665" y="57352"/>
                  <a:pt x="55665" y="55665"/>
                  <a:pt x="53978" y="55665"/>
                </a:cubicBezTo>
                <a:cubicBezTo>
                  <a:pt x="52292" y="55665"/>
                  <a:pt x="50605" y="55665"/>
                  <a:pt x="48918" y="55665"/>
                </a:cubicBezTo>
                <a:lnTo>
                  <a:pt x="32050" y="55665"/>
                </a:lnTo>
                <a:lnTo>
                  <a:pt x="21929" y="101210"/>
                </a:lnTo>
                <a:lnTo>
                  <a:pt x="45544" y="101210"/>
                </a:lnTo>
                <a:cubicBezTo>
                  <a:pt x="48918" y="101210"/>
                  <a:pt x="52292" y="101210"/>
                  <a:pt x="53978" y="99523"/>
                </a:cubicBezTo>
                <a:cubicBezTo>
                  <a:pt x="55665" y="99523"/>
                  <a:pt x="57352" y="97836"/>
                  <a:pt x="59039" y="97836"/>
                </a:cubicBezTo>
                <a:cubicBezTo>
                  <a:pt x="60726" y="96149"/>
                  <a:pt x="62413" y="94462"/>
                  <a:pt x="64099" y="91089"/>
                </a:cubicBezTo>
                <a:cubicBezTo>
                  <a:pt x="65786" y="89402"/>
                  <a:pt x="67473" y="84341"/>
                  <a:pt x="69160" y="80968"/>
                </a:cubicBezTo>
                <a:lnTo>
                  <a:pt x="77594" y="80968"/>
                </a:lnTo>
                <a:lnTo>
                  <a:pt x="69160" y="107957"/>
                </a:lnTo>
                <a:lnTo>
                  <a:pt x="0" y="107957"/>
                </a:lnTo>
                <a:lnTo>
                  <a:pt x="0" y="104583"/>
                </a:lnTo>
                <a:cubicBezTo>
                  <a:pt x="1687" y="104583"/>
                  <a:pt x="3374" y="102897"/>
                  <a:pt x="5060" y="102897"/>
                </a:cubicBezTo>
                <a:cubicBezTo>
                  <a:pt x="5060" y="101210"/>
                  <a:pt x="6747" y="101210"/>
                  <a:pt x="6747" y="99523"/>
                </a:cubicBezTo>
                <a:cubicBezTo>
                  <a:pt x="8434" y="97836"/>
                  <a:pt x="8434" y="96149"/>
                  <a:pt x="10121" y="94462"/>
                </a:cubicBezTo>
                <a:cubicBezTo>
                  <a:pt x="10121" y="92776"/>
                  <a:pt x="10121" y="89402"/>
                  <a:pt x="11808" y="84341"/>
                </a:cubicBezTo>
                <a:lnTo>
                  <a:pt x="25302" y="23616"/>
                </a:lnTo>
                <a:cubicBezTo>
                  <a:pt x="26989" y="18555"/>
                  <a:pt x="26989" y="13495"/>
                  <a:pt x="26989" y="10121"/>
                </a:cubicBezTo>
                <a:cubicBezTo>
                  <a:pt x="26989" y="8434"/>
                  <a:pt x="26989" y="6747"/>
                  <a:pt x="25302" y="5060"/>
                </a:cubicBezTo>
                <a:cubicBezTo>
                  <a:pt x="23616" y="5060"/>
                  <a:pt x="21929" y="3374"/>
                  <a:pt x="20242" y="3374"/>
                </a:cubicBezTo>
                <a:lnTo>
                  <a:pt x="20242" y="0"/>
                </a:lnTo>
                <a:lnTo>
                  <a:pt x="9277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2A7B8-AEDB-4057-B043-5D641471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897" y="4359133"/>
            <a:ext cx="42171" cy="72534"/>
          </a:xfrm>
          <a:custGeom xmlns:a="http://schemas.openxmlformats.org/drawingml/2006/main">
            <a:pathLst>
              <a:path w="42171" h="72534">
                <a:moveTo>
                  <a:pt x="37110" y="60726"/>
                </a:moveTo>
                <a:cubicBezTo>
                  <a:pt x="35423" y="62413"/>
                  <a:pt x="33737" y="64099"/>
                  <a:pt x="32050" y="65786"/>
                </a:cubicBezTo>
                <a:cubicBezTo>
                  <a:pt x="28676" y="67473"/>
                  <a:pt x="26989" y="69160"/>
                  <a:pt x="25302" y="70847"/>
                </a:cubicBezTo>
                <a:cubicBezTo>
                  <a:pt x="23616" y="70847"/>
                  <a:pt x="21929" y="72534"/>
                  <a:pt x="20242" y="72534"/>
                </a:cubicBezTo>
                <a:cubicBezTo>
                  <a:pt x="20242" y="72534"/>
                  <a:pt x="16868" y="72534"/>
                  <a:pt x="15181" y="72534"/>
                </a:cubicBezTo>
                <a:cubicBezTo>
                  <a:pt x="11808" y="72534"/>
                  <a:pt x="8434" y="72534"/>
                  <a:pt x="5060" y="69160"/>
                </a:cubicBezTo>
                <a:cubicBezTo>
                  <a:pt x="3374" y="67473"/>
                  <a:pt x="1687" y="64099"/>
                  <a:pt x="1687" y="60726"/>
                </a:cubicBezTo>
                <a:cubicBezTo>
                  <a:pt x="1687" y="59039"/>
                  <a:pt x="1687" y="57352"/>
                  <a:pt x="3374" y="55665"/>
                </a:cubicBezTo>
                <a:cubicBezTo>
                  <a:pt x="3374" y="53978"/>
                  <a:pt x="3374" y="52292"/>
                  <a:pt x="3374" y="50605"/>
                </a:cubicBezTo>
                <a:lnTo>
                  <a:pt x="10121" y="20242"/>
                </a:lnTo>
                <a:lnTo>
                  <a:pt x="0" y="20242"/>
                </a:lnTo>
                <a:lnTo>
                  <a:pt x="1687" y="16868"/>
                </a:lnTo>
                <a:cubicBezTo>
                  <a:pt x="3374" y="16868"/>
                  <a:pt x="5060" y="16868"/>
                  <a:pt x="6747" y="15181"/>
                </a:cubicBezTo>
                <a:cubicBezTo>
                  <a:pt x="8434" y="15181"/>
                  <a:pt x="10121" y="15181"/>
                  <a:pt x="10121" y="13495"/>
                </a:cubicBezTo>
                <a:lnTo>
                  <a:pt x="11808" y="11808"/>
                </a:lnTo>
                <a:cubicBezTo>
                  <a:pt x="11808" y="11808"/>
                  <a:pt x="13495" y="10121"/>
                  <a:pt x="13495" y="8434"/>
                </a:cubicBezTo>
                <a:cubicBezTo>
                  <a:pt x="13495" y="8434"/>
                  <a:pt x="15181" y="6747"/>
                  <a:pt x="15181" y="5060"/>
                </a:cubicBezTo>
                <a:cubicBezTo>
                  <a:pt x="15181" y="3374"/>
                  <a:pt x="16868" y="1687"/>
                  <a:pt x="16868" y="0"/>
                </a:cubicBezTo>
                <a:lnTo>
                  <a:pt x="25302" y="0"/>
                </a:lnTo>
                <a:lnTo>
                  <a:pt x="23616" y="13495"/>
                </a:lnTo>
                <a:lnTo>
                  <a:pt x="42171" y="13495"/>
                </a:lnTo>
                <a:lnTo>
                  <a:pt x="40484" y="20242"/>
                </a:lnTo>
                <a:lnTo>
                  <a:pt x="21929" y="20242"/>
                </a:lnTo>
                <a:lnTo>
                  <a:pt x="15181" y="45544"/>
                </a:lnTo>
                <a:cubicBezTo>
                  <a:pt x="15181" y="47231"/>
                  <a:pt x="15181" y="47231"/>
                  <a:pt x="15181" y="48918"/>
                </a:cubicBezTo>
                <a:cubicBezTo>
                  <a:pt x="15181" y="50605"/>
                  <a:pt x="13495" y="52292"/>
                  <a:pt x="13495" y="52292"/>
                </a:cubicBezTo>
                <a:cubicBezTo>
                  <a:pt x="13495" y="53978"/>
                  <a:pt x="13495" y="53978"/>
                  <a:pt x="13495" y="55665"/>
                </a:cubicBezTo>
                <a:lnTo>
                  <a:pt x="13495" y="57352"/>
                </a:lnTo>
                <a:cubicBezTo>
                  <a:pt x="13495" y="60726"/>
                  <a:pt x="13495" y="62413"/>
                  <a:pt x="15181" y="64099"/>
                </a:cubicBezTo>
                <a:cubicBezTo>
                  <a:pt x="16868" y="64099"/>
                  <a:pt x="16868" y="65786"/>
                  <a:pt x="20242" y="65786"/>
                </a:cubicBezTo>
                <a:cubicBezTo>
                  <a:pt x="21929" y="65786"/>
                  <a:pt x="23616" y="64099"/>
                  <a:pt x="25302" y="64099"/>
                </a:cubicBezTo>
                <a:cubicBezTo>
                  <a:pt x="28676" y="62413"/>
                  <a:pt x="30363" y="59039"/>
                  <a:pt x="32050" y="57352"/>
                </a:cubicBezTo>
                <a:lnTo>
                  <a:pt x="37110" y="60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35542-B4E9-4A46-AC53-54776A6D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876" y="4392870"/>
            <a:ext cx="72534" cy="8434"/>
          </a:xfrm>
          <a:custGeom xmlns:a="http://schemas.openxmlformats.org/drawingml/2006/main">
            <a:pathLst>
              <a:path w="72534" h="8434">
                <a:moveTo>
                  <a:pt x="72534" y="0"/>
                </a:moveTo>
                <a:lnTo>
                  <a:pt x="72534" y="8434"/>
                </a:lnTo>
                <a:lnTo>
                  <a:pt x="0" y="8434"/>
                </a:lnTo>
                <a:lnTo>
                  <a:pt x="0" y="0"/>
                </a:lnTo>
                <a:lnTo>
                  <a:pt x="725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2">
            <a:extLst xmlns:a="http://schemas.openxmlformats.org/drawingml/2006/main">
              <a:ext uri="{FF2B5EF4-FFF2-40B4-BE49-F238E27FC236}">
                <a16:creationId xmlns:a16="http://schemas.microsoft.com/office/drawing/2014/main" id="{5B9C90FC-5BF0-4C28-B627-1569273E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567" y="4352106"/>
            <a:ext cx="48431" cy="79623"/>
          </a:xfrm>
          <a:custGeom xmlns:a="http://schemas.openxmlformats.org/drawingml/2006/main">
            <a:pathLst>
              <a:path w="48431" h="79623">
                <a:moveTo>
                  <a:pt x="33037" y="70398"/>
                </a:moveTo>
                <a:cubicBezTo>
                  <a:pt x="34920" y="70398"/>
                  <a:pt x="36438" y="70282"/>
                  <a:pt x="37592" y="70052"/>
                </a:cubicBezTo>
                <a:cubicBezTo>
                  <a:pt x="38745" y="69821"/>
                  <a:pt x="39667" y="69437"/>
                  <a:pt x="40359" y="68899"/>
                </a:cubicBezTo>
                <a:cubicBezTo>
                  <a:pt x="41051" y="68361"/>
                  <a:pt x="41599" y="67659"/>
                  <a:pt x="42002" y="66794"/>
                </a:cubicBezTo>
                <a:cubicBezTo>
                  <a:pt x="42406" y="65929"/>
                  <a:pt x="42915" y="64594"/>
                  <a:pt x="43530" y="62787"/>
                </a:cubicBezTo>
                <a:lnTo>
                  <a:pt x="48431" y="62787"/>
                </a:lnTo>
                <a:lnTo>
                  <a:pt x="47451" y="79623"/>
                </a:lnTo>
                <a:lnTo>
                  <a:pt x="0" y="79623"/>
                </a:lnTo>
                <a:lnTo>
                  <a:pt x="0" y="76855"/>
                </a:lnTo>
                <a:cubicBezTo>
                  <a:pt x="1653" y="72819"/>
                  <a:pt x="3882" y="68687"/>
                  <a:pt x="6688" y="64459"/>
                </a:cubicBezTo>
                <a:cubicBezTo>
                  <a:pt x="9494" y="60231"/>
                  <a:pt x="13472" y="55253"/>
                  <a:pt x="18623" y="49526"/>
                </a:cubicBezTo>
                <a:cubicBezTo>
                  <a:pt x="23082" y="44606"/>
                  <a:pt x="26291" y="40878"/>
                  <a:pt x="28251" y="38341"/>
                </a:cubicBezTo>
                <a:cubicBezTo>
                  <a:pt x="30404" y="35574"/>
                  <a:pt x="32009" y="33181"/>
                  <a:pt x="33066" y="31163"/>
                </a:cubicBezTo>
                <a:cubicBezTo>
                  <a:pt x="34123" y="29145"/>
                  <a:pt x="34882" y="27242"/>
                  <a:pt x="35343" y="25455"/>
                </a:cubicBezTo>
                <a:cubicBezTo>
                  <a:pt x="35804" y="23668"/>
                  <a:pt x="36035" y="21871"/>
                  <a:pt x="36035" y="20064"/>
                </a:cubicBezTo>
                <a:cubicBezTo>
                  <a:pt x="36035" y="17181"/>
                  <a:pt x="35574" y="14635"/>
                  <a:pt x="34651" y="12425"/>
                </a:cubicBezTo>
                <a:cubicBezTo>
                  <a:pt x="33729" y="10215"/>
                  <a:pt x="32316" y="8475"/>
                  <a:pt x="30413" y="7207"/>
                </a:cubicBezTo>
                <a:cubicBezTo>
                  <a:pt x="28511" y="5939"/>
                  <a:pt x="26118" y="5304"/>
                  <a:pt x="23235" y="5304"/>
                </a:cubicBezTo>
                <a:cubicBezTo>
                  <a:pt x="16048" y="5304"/>
                  <a:pt x="11204" y="9302"/>
                  <a:pt x="8706" y="17297"/>
                </a:cubicBezTo>
                <a:lnTo>
                  <a:pt x="1730" y="17297"/>
                </a:lnTo>
                <a:lnTo>
                  <a:pt x="1730" y="6227"/>
                </a:lnTo>
                <a:cubicBezTo>
                  <a:pt x="6381" y="4036"/>
                  <a:pt x="10734" y="2450"/>
                  <a:pt x="14789" y="1470"/>
                </a:cubicBezTo>
                <a:cubicBezTo>
                  <a:pt x="18844" y="490"/>
                  <a:pt x="22486" y="0"/>
                  <a:pt x="25714" y="0"/>
                </a:cubicBezTo>
                <a:cubicBezTo>
                  <a:pt x="32864" y="0"/>
                  <a:pt x="38264" y="1566"/>
                  <a:pt x="41916" y="4699"/>
                </a:cubicBezTo>
                <a:cubicBezTo>
                  <a:pt x="45567" y="7832"/>
                  <a:pt x="47393" y="12377"/>
                  <a:pt x="47393" y="18335"/>
                </a:cubicBezTo>
                <a:cubicBezTo>
                  <a:pt x="47393" y="20372"/>
                  <a:pt x="47191" y="22246"/>
                  <a:pt x="46788" y="23956"/>
                </a:cubicBezTo>
                <a:cubicBezTo>
                  <a:pt x="46384" y="25666"/>
                  <a:pt x="45750" y="27358"/>
                  <a:pt x="44885" y="29030"/>
                </a:cubicBezTo>
                <a:cubicBezTo>
                  <a:pt x="44020" y="30702"/>
                  <a:pt x="42857" y="32499"/>
                  <a:pt x="41397" y="34421"/>
                </a:cubicBezTo>
                <a:cubicBezTo>
                  <a:pt x="39936" y="36342"/>
                  <a:pt x="38322" y="38293"/>
                  <a:pt x="36554" y="40273"/>
                </a:cubicBezTo>
                <a:cubicBezTo>
                  <a:pt x="34786" y="42252"/>
                  <a:pt x="31730" y="45548"/>
                  <a:pt x="27386" y="50161"/>
                </a:cubicBezTo>
                <a:cubicBezTo>
                  <a:pt x="20083" y="57886"/>
                  <a:pt x="14721" y="64632"/>
                  <a:pt x="11301" y="70398"/>
                </a:cubicBezTo>
                <a:lnTo>
                  <a:pt x="33037" y="70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1B879-42A9-444C-8427-D6DF8F0F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750" y="4472150"/>
            <a:ext cx="23616" cy="40484"/>
          </a:xfrm>
          <a:custGeom xmlns:a="http://schemas.openxmlformats.org/drawingml/2006/main">
            <a:pathLst>
              <a:path w="23616" h="40484">
                <a:moveTo>
                  <a:pt x="8434" y="0"/>
                </a:moveTo>
                <a:cubicBezTo>
                  <a:pt x="8434" y="3374"/>
                  <a:pt x="8434" y="8434"/>
                  <a:pt x="8434" y="11808"/>
                </a:cubicBezTo>
                <a:cubicBezTo>
                  <a:pt x="8434" y="16868"/>
                  <a:pt x="8434" y="18555"/>
                  <a:pt x="8434" y="21929"/>
                </a:cubicBezTo>
                <a:cubicBezTo>
                  <a:pt x="6747" y="25302"/>
                  <a:pt x="6747" y="26989"/>
                  <a:pt x="5060" y="28676"/>
                </a:cubicBezTo>
                <a:cubicBezTo>
                  <a:pt x="5060" y="30363"/>
                  <a:pt x="3374" y="33737"/>
                  <a:pt x="0" y="35423"/>
                </a:cubicBezTo>
                <a:lnTo>
                  <a:pt x="5060" y="40484"/>
                </a:lnTo>
                <a:cubicBezTo>
                  <a:pt x="10121" y="37110"/>
                  <a:pt x="13495" y="33737"/>
                  <a:pt x="15181" y="30363"/>
                </a:cubicBezTo>
                <a:cubicBezTo>
                  <a:pt x="18555" y="26989"/>
                  <a:pt x="20242" y="25302"/>
                  <a:pt x="21929" y="21929"/>
                </a:cubicBezTo>
                <a:cubicBezTo>
                  <a:pt x="23616" y="18555"/>
                  <a:pt x="23616" y="15181"/>
                  <a:pt x="23616" y="11808"/>
                </a:cubicBezTo>
                <a:cubicBezTo>
                  <a:pt x="23616" y="8434"/>
                  <a:pt x="23616" y="3374"/>
                  <a:pt x="23616" y="0"/>
                </a:cubicBez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5F2224-D3BF-479B-8C29-D6E1FF04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6477" y="4382749"/>
            <a:ext cx="94462" cy="107957"/>
          </a:xfrm>
          <a:custGeom xmlns:a="http://schemas.openxmlformats.org/drawingml/2006/main">
            <a:pathLst>
              <a:path w="94462" h="107957">
                <a:moveTo>
                  <a:pt x="94462" y="0"/>
                </a:moveTo>
                <a:lnTo>
                  <a:pt x="89402" y="23616"/>
                </a:lnTo>
                <a:lnTo>
                  <a:pt x="80968" y="23616"/>
                </a:lnTo>
                <a:cubicBezTo>
                  <a:pt x="80968" y="20242"/>
                  <a:pt x="80968" y="16868"/>
                  <a:pt x="79281" y="13495"/>
                </a:cubicBezTo>
                <a:cubicBezTo>
                  <a:pt x="79281" y="11808"/>
                  <a:pt x="79281" y="10121"/>
                  <a:pt x="77594" y="8434"/>
                </a:cubicBezTo>
                <a:cubicBezTo>
                  <a:pt x="77594" y="8434"/>
                  <a:pt x="75907" y="6747"/>
                  <a:pt x="74220" y="6747"/>
                </a:cubicBezTo>
                <a:cubicBezTo>
                  <a:pt x="74220" y="6747"/>
                  <a:pt x="72534" y="6747"/>
                  <a:pt x="70847" y="6747"/>
                </a:cubicBezTo>
                <a:lnTo>
                  <a:pt x="43858" y="6747"/>
                </a:lnTo>
                <a:lnTo>
                  <a:pt x="35423" y="48918"/>
                </a:lnTo>
                <a:lnTo>
                  <a:pt x="50605" y="48918"/>
                </a:lnTo>
                <a:cubicBezTo>
                  <a:pt x="53978" y="48918"/>
                  <a:pt x="57352" y="47231"/>
                  <a:pt x="59039" y="45544"/>
                </a:cubicBezTo>
                <a:cubicBezTo>
                  <a:pt x="60726" y="43858"/>
                  <a:pt x="62413" y="40484"/>
                  <a:pt x="65786" y="37110"/>
                </a:cubicBezTo>
                <a:lnTo>
                  <a:pt x="72534" y="37110"/>
                </a:lnTo>
                <a:lnTo>
                  <a:pt x="65786" y="67473"/>
                </a:lnTo>
                <a:lnTo>
                  <a:pt x="59039" y="67473"/>
                </a:lnTo>
                <a:cubicBezTo>
                  <a:pt x="59039" y="62413"/>
                  <a:pt x="57352" y="60726"/>
                  <a:pt x="57352" y="59039"/>
                </a:cubicBezTo>
                <a:cubicBezTo>
                  <a:pt x="57352" y="57352"/>
                  <a:pt x="55665" y="55665"/>
                  <a:pt x="55665" y="55665"/>
                </a:cubicBezTo>
                <a:cubicBezTo>
                  <a:pt x="53978" y="55665"/>
                  <a:pt x="52292" y="55665"/>
                  <a:pt x="48918" y="55665"/>
                </a:cubicBezTo>
                <a:lnTo>
                  <a:pt x="33737" y="55665"/>
                </a:lnTo>
                <a:lnTo>
                  <a:pt x="23616" y="101210"/>
                </a:lnTo>
                <a:lnTo>
                  <a:pt x="47231" y="101210"/>
                </a:lnTo>
                <a:cubicBezTo>
                  <a:pt x="50605" y="101210"/>
                  <a:pt x="52292" y="101210"/>
                  <a:pt x="53978" y="99523"/>
                </a:cubicBezTo>
                <a:cubicBezTo>
                  <a:pt x="55665" y="99523"/>
                  <a:pt x="57352" y="97836"/>
                  <a:pt x="59039" y="97836"/>
                </a:cubicBezTo>
                <a:cubicBezTo>
                  <a:pt x="60726" y="96149"/>
                  <a:pt x="62413" y="94462"/>
                  <a:pt x="64099" y="91089"/>
                </a:cubicBezTo>
                <a:cubicBezTo>
                  <a:pt x="65786" y="89402"/>
                  <a:pt x="67473" y="84341"/>
                  <a:pt x="70847" y="80968"/>
                </a:cubicBezTo>
                <a:lnTo>
                  <a:pt x="77594" y="80968"/>
                </a:lnTo>
                <a:lnTo>
                  <a:pt x="70847" y="107957"/>
                </a:lnTo>
                <a:lnTo>
                  <a:pt x="0" y="107957"/>
                </a:lnTo>
                <a:lnTo>
                  <a:pt x="1687" y="104583"/>
                </a:lnTo>
                <a:cubicBezTo>
                  <a:pt x="3374" y="104583"/>
                  <a:pt x="5060" y="102897"/>
                  <a:pt x="5060" y="102897"/>
                </a:cubicBezTo>
                <a:cubicBezTo>
                  <a:pt x="6747" y="101210"/>
                  <a:pt x="8434" y="101210"/>
                  <a:pt x="8434" y="99523"/>
                </a:cubicBezTo>
                <a:cubicBezTo>
                  <a:pt x="8434" y="97836"/>
                  <a:pt x="10121" y="96149"/>
                  <a:pt x="10121" y="94462"/>
                </a:cubicBezTo>
                <a:cubicBezTo>
                  <a:pt x="10121" y="92776"/>
                  <a:pt x="11808" y="89402"/>
                  <a:pt x="13495" y="84341"/>
                </a:cubicBezTo>
                <a:lnTo>
                  <a:pt x="26989" y="23616"/>
                </a:lnTo>
                <a:cubicBezTo>
                  <a:pt x="26989" y="18555"/>
                  <a:pt x="28676" y="13495"/>
                  <a:pt x="28676" y="10121"/>
                </a:cubicBezTo>
                <a:cubicBezTo>
                  <a:pt x="28676" y="8434"/>
                  <a:pt x="26989" y="6747"/>
                  <a:pt x="26989" y="5060"/>
                </a:cubicBezTo>
                <a:cubicBezTo>
                  <a:pt x="25302" y="5060"/>
                  <a:pt x="23616" y="3374"/>
                  <a:pt x="20242" y="3374"/>
                </a:cubicBezTo>
                <a:lnTo>
                  <a:pt x="21929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AF748-C2E5-4709-86CD-0C548DA6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494" y="4359133"/>
            <a:ext cx="42171" cy="72534"/>
          </a:xfrm>
          <a:custGeom xmlns:a="http://schemas.openxmlformats.org/drawingml/2006/main">
            <a:pathLst>
              <a:path w="42171" h="72534">
                <a:moveTo>
                  <a:pt x="35423" y="60726"/>
                </a:moveTo>
                <a:cubicBezTo>
                  <a:pt x="33737" y="62413"/>
                  <a:pt x="32050" y="64099"/>
                  <a:pt x="30363" y="65786"/>
                </a:cubicBezTo>
                <a:cubicBezTo>
                  <a:pt x="28676" y="67473"/>
                  <a:pt x="26989" y="69160"/>
                  <a:pt x="25302" y="70847"/>
                </a:cubicBezTo>
                <a:cubicBezTo>
                  <a:pt x="23616" y="70847"/>
                  <a:pt x="21929" y="72534"/>
                  <a:pt x="20242" y="72534"/>
                </a:cubicBezTo>
                <a:cubicBezTo>
                  <a:pt x="18555" y="72534"/>
                  <a:pt x="16868" y="72534"/>
                  <a:pt x="15181" y="72534"/>
                </a:cubicBezTo>
                <a:cubicBezTo>
                  <a:pt x="10121" y="72534"/>
                  <a:pt x="6747" y="72534"/>
                  <a:pt x="5060" y="69160"/>
                </a:cubicBezTo>
                <a:cubicBezTo>
                  <a:pt x="3374" y="67473"/>
                  <a:pt x="1687" y="64099"/>
                  <a:pt x="1687" y="60726"/>
                </a:cubicBezTo>
                <a:cubicBezTo>
                  <a:pt x="1687" y="59039"/>
                  <a:pt x="1687" y="57352"/>
                  <a:pt x="1687" y="55665"/>
                </a:cubicBezTo>
                <a:cubicBezTo>
                  <a:pt x="1687" y="53978"/>
                  <a:pt x="1687" y="52292"/>
                  <a:pt x="3374" y="50605"/>
                </a:cubicBezTo>
                <a:lnTo>
                  <a:pt x="10121" y="20242"/>
                </a:lnTo>
                <a:lnTo>
                  <a:pt x="0" y="20242"/>
                </a:lnTo>
                <a:lnTo>
                  <a:pt x="0" y="16868"/>
                </a:lnTo>
                <a:cubicBezTo>
                  <a:pt x="3374" y="16868"/>
                  <a:pt x="5060" y="16868"/>
                  <a:pt x="6747" y="15181"/>
                </a:cubicBezTo>
                <a:cubicBezTo>
                  <a:pt x="6747" y="15181"/>
                  <a:pt x="8434" y="15181"/>
                  <a:pt x="10121" y="13495"/>
                </a:cubicBezTo>
                <a:cubicBezTo>
                  <a:pt x="10121" y="13495"/>
                  <a:pt x="10121" y="11808"/>
                  <a:pt x="11808" y="11808"/>
                </a:cubicBezTo>
                <a:cubicBezTo>
                  <a:pt x="11808" y="11808"/>
                  <a:pt x="11808" y="10121"/>
                  <a:pt x="13495" y="8434"/>
                </a:cubicBezTo>
                <a:cubicBezTo>
                  <a:pt x="13495" y="8434"/>
                  <a:pt x="13495" y="6747"/>
                  <a:pt x="13495" y="5060"/>
                </a:cubicBezTo>
                <a:cubicBezTo>
                  <a:pt x="15181" y="3374"/>
                  <a:pt x="15181" y="1687"/>
                  <a:pt x="16868" y="0"/>
                </a:cubicBezTo>
                <a:lnTo>
                  <a:pt x="25302" y="0"/>
                </a:lnTo>
                <a:lnTo>
                  <a:pt x="21929" y="13495"/>
                </a:lnTo>
                <a:lnTo>
                  <a:pt x="42171" y="13495"/>
                </a:lnTo>
                <a:lnTo>
                  <a:pt x="40484" y="20242"/>
                </a:lnTo>
                <a:lnTo>
                  <a:pt x="20242" y="20242"/>
                </a:lnTo>
                <a:lnTo>
                  <a:pt x="15181" y="45544"/>
                </a:lnTo>
                <a:cubicBezTo>
                  <a:pt x="15181" y="47231"/>
                  <a:pt x="13495" y="47231"/>
                  <a:pt x="13495" y="48918"/>
                </a:cubicBezTo>
                <a:cubicBezTo>
                  <a:pt x="13495" y="50605"/>
                  <a:pt x="13495" y="52292"/>
                  <a:pt x="13495" y="52292"/>
                </a:cubicBezTo>
                <a:cubicBezTo>
                  <a:pt x="13495" y="53978"/>
                  <a:pt x="13495" y="53978"/>
                  <a:pt x="13495" y="55665"/>
                </a:cubicBezTo>
                <a:lnTo>
                  <a:pt x="13495" y="57352"/>
                </a:lnTo>
                <a:cubicBezTo>
                  <a:pt x="13495" y="60726"/>
                  <a:pt x="13495" y="62413"/>
                  <a:pt x="13495" y="64099"/>
                </a:cubicBezTo>
                <a:cubicBezTo>
                  <a:pt x="15181" y="64099"/>
                  <a:pt x="16868" y="65786"/>
                  <a:pt x="18555" y="65786"/>
                </a:cubicBezTo>
                <a:cubicBezTo>
                  <a:pt x="20242" y="65786"/>
                  <a:pt x="21929" y="64099"/>
                  <a:pt x="25302" y="64099"/>
                </a:cubicBezTo>
                <a:cubicBezTo>
                  <a:pt x="26989" y="62413"/>
                  <a:pt x="28676" y="59039"/>
                  <a:pt x="32050" y="57352"/>
                </a:cubicBezTo>
                <a:lnTo>
                  <a:pt x="35423" y="60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275C6-80F4-4647-B6C3-0FA6018A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472" y="4392870"/>
            <a:ext cx="72534" cy="8434"/>
          </a:xfrm>
          <a:custGeom xmlns:a="http://schemas.openxmlformats.org/drawingml/2006/main">
            <a:pathLst>
              <a:path w="72534" h="8434">
                <a:moveTo>
                  <a:pt x="72534" y="0"/>
                </a:moveTo>
                <a:lnTo>
                  <a:pt x="72534" y="8434"/>
                </a:lnTo>
                <a:lnTo>
                  <a:pt x="0" y="8434"/>
                </a:lnTo>
                <a:lnTo>
                  <a:pt x="0" y="0"/>
                </a:lnTo>
                <a:lnTo>
                  <a:pt x="725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1">
            <a:extLst xmlns:a="http://schemas.openxmlformats.org/drawingml/2006/main">
              <a:ext uri="{FF2B5EF4-FFF2-40B4-BE49-F238E27FC236}">
                <a16:creationId xmlns:a16="http://schemas.microsoft.com/office/drawing/2014/main" id="{1C24E02B-B433-4099-93C9-D560E5F8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341" y="4352106"/>
            <a:ext cx="45894" cy="79623"/>
          </a:xfrm>
          <a:custGeom xmlns:a="http://schemas.openxmlformats.org/drawingml/2006/main">
            <a:pathLst>
              <a:path w="45894" h="79623">
                <a:moveTo>
                  <a:pt x="29808" y="64574"/>
                </a:moveTo>
                <a:cubicBezTo>
                  <a:pt x="29808" y="66804"/>
                  <a:pt x="29933" y="68485"/>
                  <a:pt x="30183" y="69619"/>
                </a:cubicBezTo>
                <a:cubicBezTo>
                  <a:pt x="30433" y="70753"/>
                  <a:pt x="30875" y="71676"/>
                  <a:pt x="31509" y="72387"/>
                </a:cubicBezTo>
                <a:cubicBezTo>
                  <a:pt x="32143" y="73098"/>
                  <a:pt x="33056" y="73655"/>
                  <a:pt x="34248" y="74059"/>
                </a:cubicBezTo>
                <a:cubicBezTo>
                  <a:pt x="35439" y="74462"/>
                  <a:pt x="36938" y="74770"/>
                  <a:pt x="38745" y="74981"/>
                </a:cubicBezTo>
                <a:cubicBezTo>
                  <a:pt x="40551" y="75193"/>
                  <a:pt x="42934" y="75337"/>
                  <a:pt x="45894" y="75414"/>
                </a:cubicBezTo>
                <a:lnTo>
                  <a:pt x="45894" y="79623"/>
                </a:lnTo>
                <a:lnTo>
                  <a:pt x="3286" y="79623"/>
                </a:lnTo>
                <a:lnTo>
                  <a:pt x="3286" y="75414"/>
                </a:lnTo>
                <a:cubicBezTo>
                  <a:pt x="7553" y="75222"/>
                  <a:pt x="10599" y="74962"/>
                  <a:pt x="12425" y="74635"/>
                </a:cubicBezTo>
                <a:cubicBezTo>
                  <a:pt x="14251" y="74309"/>
                  <a:pt x="15644" y="73819"/>
                  <a:pt x="16605" y="73165"/>
                </a:cubicBezTo>
                <a:cubicBezTo>
                  <a:pt x="17566" y="72512"/>
                  <a:pt x="18267" y="71589"/>
                  <a:pt x="18709" y="70398"/>
                </a:cubicBezTo>
                <a:cubicBezTo>
                  <a:pt x="19151" y="69206"/>
                  <a:pt x="19372" y="67265"/>
                  <a:pt x="19372" y="64574"/>
                </a:cubicBezTo>
                <a:lnTo>
                  <a:pt x="19372" y="17816"/>
                </a:lnTo>
                <a:cubicBezTo>
                  <a:pt x="19372" y="16278"/>
                  <a:pt x="19103" y="15154"/>
                  <a:pt x="18565" y="14443"/>
                </a:cubicBezTo>
                <a:cubicBezTo>
                  <a:pt x="18027" y="13732"/>
                  <a:pt x="17239" y="13376"/>
                  <a:pt x="16201" y="13376"/>
                </a:cubicBezTo>
                <a:cubicBezTo>
                  <a:pt x="14971" y="13376"/>
                  <a:pt x="13222" y="14010"/>
                  <a:pt x="10955" y="15279"/>
                </a:cubicBezTo>
                <a:cubicBezTo>
                  <a:pt x="8687" y="16547"/>
                  <a:pt x="5881" y="18296"/>
                  <a:pt x="2537" y="20525"/>
                </a:cubicBezTo>
                <a:lnTo>
                  <a:pt x="0" y="16086"/>
                </a:lnTo>
                <a:lnTo>
                  <a:pt x="26983" y="0"/>
                </a:lnTo>
                <a:lnTo>
                  <a:pt x="30154" y="0"/>
                </a:lnTo>
                <a:cubicBezTo>
                  <a:pt x="29923" y="3690"/>
                  <a:pt x="29808" y="8802"/>
                  <a:pt x="29808" y="15336"/>
                </a:cubicBezTo>
                <a:lnTo>
                  <a:pt x="29808" y="645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23F92-6E71-4A29-A151-A5F82A1C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347" y="4472150"/>
            <a:ext cx="23616" cy="40484"/>
          </a:xfrm>
          <a:custGeom xmlns:a="http://schemas.openxmlformats.org/drawingml/2006/main">
            <a:pathLst>
              <a:path w="23616" h="40484">
                <a:moveTo>
                  <a:pt x="8434" y="0"/>
                </a:moveTo>
                <a:cubicBezTo>
                  <a:pt x="8434" y="3374"/>
                  <a:pt x="8434" y="8434"/>
                  <a:pt x="8434" y="11808"/>
                </a:cubicBezTo>
                <a:cubicBezTo>
                  <a:pt x="8434" y="16868"/>
                  <a:pt x="6747" y="18555"/>
                  <a:pt x="6747" y="21929"/>
                </a:cubicBezTo>
                <a:cubicBezTo>
                  <a:pt x="6747" y="25302"/>
                  <a:pt x="5060" y="26989"/>
                  <a:pt x="5060" y="28676"/>
                </a:cubicBezTo>
                <a:cubicBezTo>
                  <a:pt x="3374" y="30363"/>
                  <a:pt x="1687" y="33737"/>
                  <a:pt x="0" y="35423"/>
                </a:cubicBezTo>
                <a:lnTo>
                  <a:pt x="3374" y="40484"/>
                </a:lnTo>
                <a:cubicBezTo>
                  <a:pt x="8434" y="37110"/>
                  <a:pt x="11808" y="33737"/>
                  <a:pt x="15181" y="30363"/>
                </a:cubicBezTo>
                <a:cubicBezTo>
                  <a:pt x="18555" y="26989"/>
                  <a:pt x="20242" y="25302"/>
                  <a:pt x="20242" y="21929"/>
                </a:cubicBezTo>
                <a:cubicBezTo>
                  <a:pt x="21929" y="18555"/>
                  <a:pt x="23616" y="15181"/>
                  <a:pt x="23616" y="11808"/>
                </a:cubicBezTo>
                <a:cubicBezTo>
                  <a:pt x="23616" y="8434"/>
                  <a:pt x="21929" y="3374"/>
                  <a:pt x="21929" y="0"/>
                </a:cubicBez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40DAF-2FD4-4D69-A463-A8BE8FEE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073" y="4382749"/>
            <a:ext cx="92776" cy="107957"/>
          </a:xfrm>
          <a:custGeom xmlns:a="http://schemas.openxmlformats.org/drawingml/2006/main">
            <a:pathLst>
              <a:path w="92776" h="107957">
                <a:moveTo>
                  <a:pt x="92776" y="0"/>
                </a:moveTo>
                <a:lnTo>
                  <a:pt x="87715" y="23616"/>
                </a:lnTo>
                <a:lnTo>
                  <a:pt x="80968" y="23616"/>
                </a:lnTo>
                <a:cubicBezTo>
                  <a:pt x="79281" y="20242"/>
                  <a:pt x="79281" y="16868"/>
                  <a:pt x="79281" y="13495"/>
                </a:cubicBezTo>
                <a:cubicBezTo>
                  <a:pt x="79281" y="11808"/>
                  <a:pt x="77594" y="10121"/>
                  <a:pt x="77594" y="8434"/>
                </a:cubicBezTo>
                <a:cubicBezTo>
                  <a:pt x="75907" y="8434"/>
                  <a:pt x="75907" y="6747"/>
                  <a:pt x="74220" y="6747"/>
                </a:cubicBezTo>
                <a:cubicBezTo>
                  <a:pt x="72534" y="6747"/>
                  <a:pt x="70847" y="6747"/>
                  <a:pt x="69160" y="6747"/>
                </a:cubicBezTo>
                <a:lnTo>
                  <a:pt x="43858" y="6747"/>
                </a:lnTo>
                <a:lnTo>
                  <a:pt x="33737" y="48918"/>
                </a:lnTo>
                <a:lnTo>
                  <a:pt x="48918" y="48918"/>
                </a:lnTo>
                <a:cubicBezTo>
                  <a:pt x="53978" y="48918"/>
                  <a:pt x="55665" y="47231"/>
                  <a:pt x="57352" y="45544"/>
                </a:cubicBezTo>
                <a:cubicBezTo>
                  <a:pt x="60726" y="43858"/>
                  <a:pt x="62413" y="40484"/>
                  <a:pt x="64099" y="37110"/>
                </a:cubicBezTo>
                <a:lnTo>
                  <a:pt x="70847" y="37110"/>
                </a:lnTo>
                <a:lnTo>
                  <a:pt x="64099" y="67473"/>
                </a:lnTo>
                <a:lnTo>
                  <a:pt x="57352" y="67473"/>
                </a:lnTo>
                <a:cubicBezTo>
                  <a:pt x="57352" y="62413"/>
                  <a:pt x="57352" y="60726"/>
                  <a:pt x="57352" y="59039"/>
                </a:cubicBezTo>
                <a:cubicBezTo>
                  <a:pt x="55665" y="57352"/>
                  <a:pt x="55665" y="55665"/>
                  <a:pt x="53978" y="55665"/>
                </a:cubicBezTo>
                <a:cubicBezTo>
                  <a:pt x="53978" y="55665"/>
                  <a:pt x="50605" y="55665"/>
                  <a:pt x="48918" y="55665"/>
                </a:cubicBezTo>
                <a:lnTo>
                  <a:pt x="32050" y="55665"/>
                </a:lnTo>
                <a:lnTo>
                  <a:pt x="21929" y="101210"/>
                </a:lnTo>
                <a:lnTo>
                  <a:pt x="45544" y="101210"/>
                </a:lnTo>
                <a:cubicBezTo>
                  <a:pt x="48918" y="101210"/>
                  <a:pt x="52292" y="101210"/>
                  <a:pt x="53978" y="99523"/>
                </a:cubicBezTo>
                <a:cubicBezTo>
                  <a:pt x="55665" y="99523"/>
                  <a:pt x="57352" y="97836"/>
                  <a:pt x="59039" y="97836"/>
                </a:cubicBezTo>
                <a:cubicBezTo>
                  <a:pt x="60726" y="96149"/>
                  <a:pt x="62413" y="94462"/>
                  <a:pt x="64099" y="91089"/>
                </a:cubicBezTo>
                <a:cubicBezTo>
                  <a:pt x="65786" y="89402"/>
                  <a:pt x="67473" y="84341"/>
                  <a:pt x="69160" y="80968"/>
                </a:cubicBezTo>
                <a:lnTo>
                  <a:pt x="77594" y="80968"/>
                </a:lnTo>
                <a:lnTo>
                  <a:pt x="69160" y="107957"/>
                </a:lnTo>
                <a:lnTo>
                  <a:pt x="0" y="107957"/>
                </a:lnTo>
                <a:lnTo>
                  <a:pt x="0" y="104583"/>
                </a:lnTo>
                <a:cubicBezTo>
                  <a:pt x="1687" y="104583"/>
                  <a:pt x="3374" y="102897"/>
                  <a:pt x="5060" y="102897"/>
                </a:cubicBezTo>
                <a:cubicBezTo>
                  <a:pt x="6747" y="101210"/>
                  <a:pt x="6747" y="101210"/>
                  <a:pt x="6747" y="99523"/>
                </a:cubicBezTo>
                <a:cubicBezTo>
                  <a:pt x="8434" y="97836"/>
                  <a:pt x="8434" y="96149"/>
                  <a:pt x="10121" y="94462"/>
                </a:cubicBezTo>
                <a:cubicBezTo>
                  <a:pt x="10121" y="92776"/>
                  <a:pt x="10121" y="89402"/>
                  <a:pt x="11808" y="84341"/>
                </a:cubicBezTo>
                <a:lnTo>
                  <a:pt x="25302" y="23616"/>
                </a:lnTo>
                <a:cubicBezTo>
                  <a:pt x="26989" y="18555"/>
                  <a:pt x="26989" y="13495"/>
                  <a:pt x="26989" y="10121"/>
                </a:cubicBezTo>
                <a:cubicBezTo>
                  <a:pt x="26989" y="8434"/>
                  <a:pt x="26989" y="6747"/>
                  <a:pt x="25302" y="5060"/>
                </a:cubicBezTo>
                <a:cubicBezTo>
                  <a:pt x="23616" y="5060"/>
                  <a:pt x="21929" y="3374"/>
                  <a:pt x="20242" y="3374"/>
                </a:cubicBezTo>
                <a:lnTo>
                  <a:pt x="20242" y="0"/>
                </a:lnTo>
                <a:lnTo>
                  <a:pt x="9277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A5249-A4A2-4B85-BEF4-0CAD1222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404" y="4359133"/>
            <a:ext cx="42171" cy="72534"/>
          </a:xfrm>
          <a:custGeom xmlns:a="http://schemas.openxmlformats.org/drawingml/2006/main">
            <a:pathLst>
              <a:path w="42171" h="72534">
                <a:moveTo>
                  <a:pt x="37110" y="60726"/>
                </a:moveTo>
                <a:cubicBezTo>
                  <a:pt x="35423" y="62413"/>
                  <a:pt x="32050" y="64099"/>
                  <a:pt x="30363" y="65786"/>
                </a:cubicBezTo>
                <a:cubicBezTo>
                  <a:pt x="28676" y="67473"/>
                  <a:pt x="26989" y="69160"/>
                  <a:pt x="25302" y="70847"/>
                </a:cubicBezTo>
                <a:cubicBezTo>
                  <a:pt x="23616" y="70847"/>
                  <a:pt x="21929" y="72534"/>
                  <a:pt x="20242" y="72534"/>
                </a:cubicBezTo>
                <a:cubicBezTo>
                  <a:pt x="18555" y="72534"/>
                  <a:pt x="16868" y="72534"/>
                  <a:pt x="15181" y="72534"/>
                </a:cubicBezTo>
                <a:cubicBezTo>
                  <a:pt x="11808" y="72534"/>
                  <a:pt x="8434" y="72534"/>
                  <a:pt x="5060" y="69160"/>
                </a:cubicBezTo>
                <a:cubicBezTo>
                  <a:pt x="3374" y="67473"/>
                  <a:pt x="1687" y="64099"/>
                  <a:pt x="1687" y="60726"/>
                </a:cubicBezTo>
                <a:cubicBezTo>
                  <a:pt x="1687" y="59039"/>
                  <a:pt x="1687" y="57352"/>
                  <a:pt x="1687" y="55665"/>
                </a:cubicBezTo>
                <a:cubicBezTo>
                  <a:pt x="3374" y="53978"/>
                  <a:pt x="3374" y="52292"/>
                  <a:pt x="3374" y="50605"/>
                </a:cubicBezTo>
                <a:lnTo>
                  <a:pt x="10121" y="20242"/>
                </a:lnTo>
                <a:lnTo>
                  <a:pt x="0" y="20242"/>
                </a:lnTo>
                <a:lnTo>
                  <a:pt x="1687" y="16868"/>
                </a:lnTo>
                <a:cubicBezTo>
                  <a:pt x="3374" y="16868"/>
                  <a:pt x="5060" y="16868"/>
                  <a:pt x="6747" y="15181"/>
                </a:cubicBezTo>
                <a:cubicBezTo>
                  <a:pt x="8434" y="15181"/>
                  <a:pt x="8434" y="15181"/>
                  <a:pt x="10121" y="13495"/>
                </a:cubicBezTo>
                <a:lnTo>
                  <a:pt x="11808" y="11808"/>
                </a:lnTo>
                <a:cubicBezTo>
                  <a:pt x="11808" y="11808"/>
                  <a:pt x="13495" y="10121"/>
                  <a:pt x="13495" y="8434"/>
                </a:cubicBezTo>
                <a:cubicBezTo>
                  <a:pt x="13495" y="8434"/>
                  <a:pt x="15181" y="6747"/>
                  <a:pt x="15181" y="5060"/>
                </a:cubicBezTo>
                <a:cubicBezTo>
                  <a:pt x="15181" y="3374"/>
                  <a:pt x="16868" y="1687"/>
                  <a:pt x="16868" y="0"/>
                </a:cubicBezTo>
                <a:lnTo>
                  <a:pt x="25302" y="0"/>
                </a:lnTo>
                <a:lnTo>
                  <a:pt x="21929" y="13495"/>
                </a:lnTo>
                <a:lnTo>
                  <a:pt x="42171" y="13495"/>
                </a:lnTo>
                <a:lnTo>
                  <a:pt x="40484" y="20242"/>
                </a:lnTo>
                <a:lnTo>
                  <a:pt x="21929" y="20242"/>
                </a:lnTo>
                <a:lnTo>
                  <a:pt x="15181" y="45544"/>
                </a:lnTo>
                <a:cubicBezTo>
                  <a:pt x="15181" y="47231"/>
                  <a:pt x="15181" y="47231"/>
                  <a:pt x="15181" y="48918"/>
                </a:cubicBezTo>
                <a:cubicBezTo>
                  <a:pt x="13495" y="50605"/>
                  <a:pt x="13495" y="52292"/>
                  <a:pt x="13495" y="52292"/>
                </a:cubicBezTo>
                <a:cubicBezTo>
                  <a:pt x="13495" y="53978"/>
                  <a:pt x="13495" y="53978"/>
                  <a:pt x="13495" y="55665"/>
                </a:cubicBezTo>
                <a:lnTo>
                  <a:pt x="13495" y="57352"/>
                </a:lnTo>
                <a:cubicBezTo>
                  <a:pt x="13495" y="60726"/>
                  <a:pt x="13495" y="62413"/>
                  <a:pt x="15181" y="64099"/>
                </a:cubicBezTo>
                <a:cubicBezTo>
                  <a:pt x="15181" y="64099"/>
                  <a:pt x="16868" y="65786"/>
                  <a:pt x="20242" y="65786"/>
                </a:cubicBezTo>
                <a:cubicBezTo>
                  <a:pt x="21929" y="65786"/>
                  <a:pt x="23616" y="64099"/>
                  <a:pt x="25302" y="64099"/>
                </a:cubicBezTo>
                <a:cubicBezTo>
                  <a:pt x="26989" y="62413"/>
                  <a:pt x="30363" y="59039"/>
                  <a:pt x="32050" y="57352"/>
                </a:cubicBezTo>
                <a:lnTo>
                  <a:pt x="37110" y="60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458B1E-04DA-4BF8-B143-F2EA94F0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756" y="4472150"/>
            <a:ext cx="23616" cy="40484"/>
          </a:xfrm>
          <a:custGeom xmlns:a="http://schemas.openxmlformats.org/drawingml/2006/main">
            <a:pathLst>
              <a:path w="23616" h="40484">
                <a:moveTo>
                  <a:pt x="8434" y="0"/>
                </a:moveTo>
                <a:cubicBezTo>
                  <a:pt x="8434" y="3374"/>
                  <a:pt x="8434" y="8434"/>
                  <a:pt x="8434" y="11808"/>
                </a:cubicBezTo>
                <a:cubicBezTo>
                  <a:pt x="8434" y="16868"/>
                  <a:pt x="8434" y="18555"/>
                  <a:pt x="6747" y="21929"/>
                </a:cubicBezTo>
                <a:cubicBezTo>
                  <a:pt x="6747" y="25302"/>
                  <a:pt x="6747" y="26989"/>
                  <a:pt x="5060" y="28676"/>
                </a:cubicBezTo>
                <a:cubicBezTo>
                  <a:pt x="3374" y="30363"/>
                  <a:pt x="1687" y="33737"/>
                  <a:pt x="0" y="35423"/>
                </a:cubicBezTo>
                <a:lnTo>
                  <a:pt x="3374" y="40484"/>
                </a:lnTo>
                <a:cubicBezTo>
                  <a:pt x="8434" y="37110"/>
                  <a:pt x="11808" y="33737"/>
                  <a:pt x="15181" y="30363"/>
                </a:cubicBezTo>
                <a:cubicBezTo>
                  <a:pt x="18555" y="26989"/>
                  <a:pt x="20242" y="25302"/>
                  <a:pt x="21929" y="21929"/>
                </a:cubicBezTo>
                <a:cubicBezTo>
                  <a:pt x="21929" y="18555"/>
                  <a:pt x="23616" y="15181"/>
                  <a:pt x="23616" y="11808"/>
                </a:cubicBezTo>
                <a:cubicBezTo>
                  <a:pt x="23616" y="8434"/>
                  <a:pt x="21929" y="3374"/>
                  <a:pt x="21929" y="0"/>
                </a:cubicBez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98E4E-B048-4F7E-9B83-9389D814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482" y="4382749"/>
            <a:ext cx="92776" cy="107957"/>
          </a:xfrm>
          <a:custGeom xmlns:a="http://schemas.openxmlformats.org/drawingml/2006/main">
            <a:pathLst>
              <a:path w="92776" h="107957">
                <a:moveTo>
                  <a:pt x="92776" y="0"/>
                </a:moveTo>
                <a:lnTo>
                  <a:pt x="87715" y="23616"/>
                </a:lnTo>
                <a:lnTo>
                  <a:pt x="80968" y="23616"/>
                </a:lnTo>
                <a:cubicBezTo>
                  <a:pt x="80968" y="20242"/>
                  <a:pt x="79281" y="16868"/>
                  <a:pt x="79281" y="13495"/>
                </a:cubicBezTo>
                <a:cubicBezTo>
                  <a:pt x="79281" y="11808"/>
                  <a:pt x="77594" y="10121"/>
                  <a:pt x="77594" y="8434"/>
                </a:cubicBezTo>
                <a:cubicBezTo>
                  <a:pt x="75907" y="8434"/>
                  <a:pt x="75907" y="6747"/>
                  <a:pt x="74220" y="6747"/>
                </a:cubicBezTo>
                <a:cubicBezTo>
                  <a:pt x="72534" y="6747"/>
                  <a:pt x="70847" y="6747"/>
                  <a:pt x="69160" y="6747"/>
                </a:cubicBezTo>
                <a:lnTo>
                  <a:pt x="43858" y="6747"/>
                </a:lnTo>
                <a:lnTo>
                  <a:pt x="33737" y="48918"/>
                </a:lnTo>
                <a:lnTo>
                  <a:pt x="48918" y="48918"/>
                </a:lnTo>
                <a:cubicBezTo>
                  <a:pt x="53978" y="48918"/>
                  <a:pt x="55665" y="47231"/>
                  <a:pt x="59039" y="45544"/>
                </a:cubicBezTo>
                <a:cubicBezTo>
                  <a:pt x="60726" y="43858"/>
                  <a:pt x="62413" y="40484"/>
                  <a:pt x="64099" y="37110"/>
                </a:cubicBezTo>
                <a:lnTo>
                  <a:pt x="70847" y="37110"/>
                </a:lnTo>
                <a:lnTo>
                  <a:pt x="64099" y="67473"/>
                </a:lnTo>
                <a:lnTo>
                  <a:pt x="57352" y="67473"/>
                </a:lnTo>
                <a:cubicBezTo>
                  <a:pt x="57352" y="62413"/>
                  <a:pt x="57352" y="60726"/>
                  <a:pt x="57352" y="59039"/>
                </a:cubicBezTo>
                <a:cubicBezTo>
                  <a:pt x="55665" y="57352"/>
                  <a:pt x="55665" y="55665"/>
                  <a:pt x="53978" y="55665"/>
                </a:cubicBezTo>
                <a:cubicBezTo>
                  <a:pt x="53978" y="55665"/>
                  <a:pt x="52292" y="55665"/>
                  <a:pt x="48918" y="55665"/>
                </a:cubicBezTo>
                <a:lnTo>
                  <a:pt x="33737" y="55665"/>
                </a:lnTo>
                <a:lnTo>
                  <a:pt x="21929" y="101210"/>
                </a:lnTo>
                <a:lnTo>
                  <a:pt x="45544" y="101210"/>
                </a:lnTo>
                <a:cubicBezTo>
                  <a:pt x="48918" y="101210"/>
                  <a:pt x="52292" y="101210"/>
                  <a:pt x="53978" y="99523"/>
                </a:cubicBezTo>
                <a:cubicBezTo>
                  <a:pt x="55665" y="99523"/>
                  <a:pt x="57352" y="97836"/>
                  <a:pt x="59039" y="97836"/>
                </a:cubicBezTo>
                <a:cubicBezTo>
                  <a:pt x="60726" y="96149"/>
                  <a:pt x="62413" y="94462"/>
                  <a:pt x="64099" y="91089"/>
                </a:cubicBezTo>
                <a:cubicBezTo>
                  <a:pt x="65786" y="89402"/>
                  <a:pt x="67473" y="84341"/>
                  <a:pt x="69160" y="80968"/>
                </a:cubicBezTo>
                <a:lnTo>
                  <a:pt x="77594" y="80968"/>
                </a:lnTo>
                <a:lnTo>
                  <a:pt x="70847" y="107957"/>
                </a:lnTo>
                <a:lnTo>
                  <a:pt x="0" y="107957"/>
                </a:lnTo>
                <a:lnTo>
                  <a:pt x="0" y="104583"/>
                </a:lnTo>
                <a:cubicBezTo>
                  <a:pt x="3374" y="104583"/>
                  <a:pt x="3374" y="102897"/>
                  <a:pt x="5060" y="102897"/>
                </a:cubicBezTo>
                <a:cubicBezTo>
                  <a:pt x="6747" y="101210"/>
                  <a:pt x="6747" y="101210"/>
                  <a:pt x="8434" y="99523"/>
                </a:cubicBezTo>
                <a:cubicBezTo>
                  <a:pt x="8434" y="97836"/>
                  <a:pt x="8434" y="96149"/>
                  <a:pt x="10121" y="94462"/>
                </a:cubicBezTo>
                <a:cubicBezTo>
                  <a:pt x="10121" y="92776"/>
                  <a:pt x="11808" y="89402"/>
                  <a:pt x="11808" y="84341"/>
                </a:cubicBezTo>
                <a:lnTo>
                  <a:pt x="25302" y="23616"/>
                </a:lnTo>
                <a:cubicBezTo>
                  <a:pt x="26989" y="18555"/>
                  <a:pt x="26989" y="13495"/>
                  <a:pt x="26989" y="10121"/>
                </a:cubicBezTo>
                <a:cubicBezTo>
                  <a:pt x="26989" y="8434"/>
                  <a:pt x="26989" y="6747"/>
                  <a:pt x="25302" y="5060"/>
                </a:cubicBezTo>
                <a:cubicBezTo>
                  <a:pt x="23616" y="5060"/>
                  <a:pt x="21929" y="3374"/>
                  <a:pt x="20242" y="3374"/>
                </a:cubicBezTo>
                <a:lnTo>
                  <a:pt x="20242" y="0"/>
                </a:lnTo>
                <a:lnTo>
                  <a:pt x="9277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21837-9C00-4BD5-AAAF-090854F8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813" y="4359133"/>
            <a:ext cx="42171" cy="72534"/>
          </a:xfrm>
          <a:custGeom xmlns:a="http://schemas.openxmlformats.org/drawingml/2006/main">
            <a:pathLst>
              <a:path w="42171" h="72534">
                <a:moveTo>
                  <a:pt x="37110" y="60726"/>
                </a:moveTo>
                <a:cubicBezTo>
                  <a:pt x="35423" y="62413"/>
                  <a:pt x="33737" y="64099"/>
                  <a:pt x="32050" y="65786"/>
                </a:cubicBezTo>
                <a:cubicBezTo>
                  <a:pt x="28676" y="67473"/>
                  <a:pt x="26989" y="69160"/>
                  <a:pt x="25302" y="70847"/>
                </a:cubicBezTo>
                <a:cubicBezTo>
                  <a:pt x="23616" y="70847"/>
                  <a:pt x="21929" y="72534"/>
                  <a:pt x="20242" y="72534"/>
                </a:cubicBezTo>
                <a:cubicBezTo>
                  <a:pt x="18555" y="72534"/>
                  <a:pt x="16868" y="72534"/>
                  <a:pt x="15181" y="72534"/>
                </a:cubicBezTo>
                <a:cubicBezTo>
                  <a:pt x="11808" y="72534"/>
                  <a:pt x="8434" y="72534"/>
                  <a:pt x="5060" y="69160"/>
                </a:cubicBezTo>
                <a:cubicBezTo>
                  <a:pt x="3374" y="67473"/>
                  <a:pt x="1687" y="64099"/>
                  <a:pt x="1687" y="60726"/>
                </a:cubicBezTo>
                <a:cubicBezTo>
                  <a:pt x="1687" y="59039"/>
                  <a:pt x="1687" y="57352"/>
                  <a:pt x="3374" y="55665"/>
                </a:cubicBezTo>
                <a:cubicBezTo>
                  <a:pt x="3374" y="53978"/>
                  <a:pt x="3374" y="52292"/>
                  <a:pt x="3374" y="50605"/>
                </a:cubicBezTo>
                <a:lnTo>
                  <a:pt x="10121" y="20242"/>
                </a:lnTo>
                <a:lnTo>
                  <a:pt x="0" y="20242"/>
                </a:lnTo>
                <a:lnTo>
                  <a:pt x="1687" y="16868"/>
                </a:lnTo>
                <a:cubicBezTo>
                  <a:pt x="3374" y="16868"/>
                  <a:pt x="5060" y="16868"/>
                  <a:pt x="6747" y="15181"/>
                </a:cubicBezTo>
                <a:cubicBezTo>
                  <a:pt x="8434" y="15181"/>
                  <a:pt x="10121" y="15181"/>
                  <a:pt x="10121" y="13495"/>
                </a:cubicBezTo>
                <a:lnTo>
                  <a:pt x="11808" y="11808"/>
                </a:lnTo>
                <a:cubicBezTo>
                  <a:pt x="11808" y="11808"/>
                  <a:pt x="13495" y="10121"/>
                  <a:pt x="13495" y="8434"/>
                </a:cubicBezTo>
                <a:cubicBezTo>
                  <a:pt x="13495" y="8434"/>
                  <a:pt x="15181" y="6747"/>
                  <a:pt x="15181" y="5060"/>
                </a:cubicBezTo>
                <a:cubicBezTo>
                  <a:pt x="15181" y="3374"/>
                  <a:pt x="16868" y="1687"/>
                  <a:pt x="16868" y="0"/>
                </a:cubicBezTo>
                <a:lnTo>
                  <a:pt x="25302" y="0"/>
                </a:lnTo>
                <a:lnTo>
                  <a:pt x="23616" y="13495"/>
                </a:lnTo>
                <a:lnTo>
                  <a:pt x="42171" y="13495"/>
                </a:lnTo>
                <a:lnTo>
                  <a:pt x="40484" y="20242"/>
                </a:lnTo>
                <a:lnTo>
                  <a:pt x="21929" y="20242"/>
                </a:lnTo>
                <a:lnTo>
                  <a:pt x="15181" y="45544"/>
                </a:lnTo>
                <a:cubicBezTo>
                  <a:pt x="15181" y="47231"/>
                  <a:pt x="15181" y="47231"/>
                  <a:pt x="15181" y="48918"/>
                </a:cubicBezTo>
                <a:cubicBezTo>
                  <a:pt x="15181" y="50605"/>
                  <a:pt x="13495" y="52292"/>
                  <a:pt x="13495" y="52292"/>
                </a:cubicBezTo>
                <a:cubicBezTo>
                  <a:pt x="13495" y="53978"/>
                  <a:pt x="13495" y="53978"/>
                  <a:pt x="13495" y="55665"/>
                </a:cubicBezTo>
                <a:lnTo>
                  <a:pt x="13495" y="57352"/>
                </a:lnTo>
                <a:cubicBezTo>
                  <a:pt x="13495" y="60726"/>
                  <a:pt x="13495" y="62413"/>
                  <a:pt x="15181" y="64099"/>
                </a:cubicBezTo>
                <a:cubicBezTo>
                  <a:pt x="16868" y="64099"/>
                  <a:pt x="16868" y="65786"/>
                  <a:pt x="20242" y="65786"/>
                </a:cubicBezTo>
                <a:cubicBezTo>
                  <a:pt x="21929" y="65786"/>
                  <a:pt x="23616" y="64099"/>
                  <a:pt x="25302" y="64099"/>
                </a:cubicBezTo>
                <a:cubicBezTo>
                  <a:pt x="26989" y="62413"/>
                  <a:pt x="30363" y="59039"/>
                  <a:pt x="32050" y="57352"/>
                </a:cubicBezTo>
                <a:lnTo>
                  <a:pt x="37110" y="60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4AF74-E41E-42BB-9AFB-B670DFA3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478" y="4392870"/>
            <a:ext cx="72534" cy="8434"/>
          </a:xfrm>
          <a:custGeom xmlns:a="http://schemas.openxmlformats.org/drawingml/2006/main">
            <a:pathLst>
              <a:path w="72534" h="8434">
                <a:moveTo>
                  <a:pt x="72534" y="0"/>
                </a:moveTo>
                <a:lnTo>
                  <a:pt x="72534" y="8434"/>
                </a:lnTo>
                <a:lnTo>
                  <a:pt x="0" y="8434"/>
                </a:lnTo>
                <a:lnTo>
                  <a:pt x="0" y="0"/>
                </a:lnTo>
                <a:lnTo>
                  <a:pt x="725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3">
            <a:extLst xmlns:a="http://schemas.openxmlformats.org/drawingml/2006/main">
              <a:ext uri="{FF2B5EF4-FFF2-40B4-BE49-F238E27FC236}">
                <a16:creationId xmlns:a16="http://schemas.microsoft.com/office/drawing/2014/main" id="{DB5CB0A4-6F3F-472C-A442-0C28EA73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357" y="4352106"/>
            <a:ext cx="47624" cy="80545"/>
          </a:xfrm>
          <a:custGeom xmlns:a="http://schemas.openxmlformats.org/drawingml/2006/main">
            <a:pathLst>
              <a:path w="47624" h="80545">
                <a:moveTo>
                  <a:pt x="865" y="17239"/>
                </a:moveTo>
                <a:lnTo>
                  <a:pt x="865" y="6284"/>
                </a:lnTo>
                <a:cubicBezTo>
                  <a:pt x="5324" y="4170"/>
                  <a:pt x="9494" y="2595"/>
                  <a:pt x="13376" y="1557"/>
                </a:cubicBezTo>
                <a:cubicBezTo>
                  <a:pt x="17258" y="519"/>
                  <a:pt x="21006" y="0"/>
                  <a:pt x="24619" y="0"/>
                </a:cubicBezTo>
                <a:cubicBezTo>
                  <a:pt x="28962" y="0"/>
                  <a:pt x="32768" y="673"/>
                  <a:pt x="36035" y="2018"/>
                </a:cubicBezTo>
                <a:cubicBezTo>
                  <a:pt x="39302" y="3363"/>
                  <a:pt x="41800" y="5295"/>
                  <a:pt x="43530" y="7812"/>
                </a:cubicBezTo>
                <a:cubicBezTo>
                  <a:pt x="45260" y="10330"/>
                  <a:pt x="46125" y="13338"/>
                  <a:pt x="46125" y="16835"/>
                </a:cubicBezTo>
                <a:cubicBezTo>
                  <a:pt x="46125" y="20103"/>
                  <a:pt x="45471" y="22976"/>
                  <a:pt x="44164" y="25455"/>
                </a:cubicBezTo>
                <a:cubicBezTo>
                  <a:pt x="42857" y="27934"/>
                  <a:pt x="41022" y="30096"/>
                  <a:pt x="38658" y="31941"/>
                </a:cubicBezTo>
                <a:cubicBezTo>
                  <a:pt x="36294" y="33786"/>
                  <a:pt x="33229" y="35593"/>
                  <a:pt x="29462" y="37361"/>
                </a:cubicBezTo>
                <a:lnTo>
                  <a:pt x="29462" y="37880"/>
                </a:lnTo>
                <a:cubicBezTo>
                  <a:pt x="31807" y="38303"/>
                  <a:pt x="34065" y="39023"/>
                  <a:pt x="36237" y="40042"/>
                </a:cubicBezTo>
                <a:cubicBezTo>
                  <a:pt x="38408" y="41061"/>
                  <a:pt x="40340" y="42377"/>
                  <a:pt x="42031" y="43991"/>
                </a:cubicBezTo>
                <a:cubicBezTo>
                  <a:pt x="43722" y="45606"/>
                  <a:pt x="45077" y="47537"/>
                  <a:pt x="46096" y="49786"/>
                </a:cubicBezTo>
                <a:cubicBezTo>
                  <a:pt x="47114" y="52034"/>
                  <a:pt x="47624" y="54600"/>
                  <a:pt x="47624" y="57483"/>
                </a:cubicBezTo>
                <a:cubicBezTo>
                  <a:pt x="47624" y="61942"/>
                  <a:pt x="46653" y="65901"/>
                  <a:pt x="44712" y="69360"/>
                </a:cubicBezTo>
                <a:cubicBezTo>
                  <a:pt x="42771" y="72819"/>
                  <a:pt x="39802" y="75548"/>
                  <a:pt x="35804" y="77547"/>
                </a:cubicBezTo>
                <a:cubicBezTo>
                  <a:pt x="31807" y="79546"/>
                  <a:pt x="26944" y="80545"/>
                  <a:pt x="21217" y="80545"/>
                </a:cubicBezTo>
                <a:cubicBezTo>
                  <a:pt x="17912" y="80545"/>
                  <a:pt x="14347" y="80170"/>
                  <a:pt x="10522" y="79421"/>
                </a:cubicBezTo>
                <a:cubicBezTo>
                  <a:pt x="6698" y="78671"/>
                  <a:pt x="3190" y="77682"/>
                  <a:pt x="0" y="76452"/>
                </a:cubicBezTo>
                <a:lnTo>
                  <a:pt x="0" y="64229"/>
                </a:lnTo>
                <a:lnTo>
                  <a:pt x="6919" y="64229"/>
                </a:lnTo>
                <a:cubicBezTo>
                  <a:pt x="8264" y="68226"/>
                  <a:pt x="10042" y="71128"/>
                  <a:pt x="12252" y="72935"/>
                </a:cubicBezTo>
                <a:cubicBezTo>
                  <a:pt x="14462" y="74741"/>
                  <a:pt x="17470" y="75644"/>
                  <a:pt x="21275" y="75644"/>
                </a:cubicBezTo>
                <a:cubicBezTo>
                  <a:pt x="26272" y="75644"/>
                  <a:pt x="30048" y="74280"/>
                  <a:pt x="32604" y="71551"/>
                </a:cubicBezTo>
                <a:cubicBezTo>
                  <a:pt x="35160" y="68822"/>
                  <a:pt x="36438" y="64786"/>
                  <a:pt x="36438" y="59443"/>
                </a:cubicBezTo>
                <a:cubicBezTo>
                  <a:pt x="36438" y="53831"/>
                  <a:pt x="34747" y="49546"/>
                  <a:pt x="31365" y="46586"/>
                </a:cubicBezTo>
                <a:cubicBezTo>
                  <a:pt x="27982" y="43626"/>
                  <a:pt x="23024" y="42146"/>
                  <a:pt x="16490" y="42146"/>
                </a:cubicBezTo>
                <a:lnTo>
                  <a:pt x="11301" y="42146"/>
                </a:lnTo>
                <a:lnTo>
                  <a:pt x="11301" y="37073"/>
                </a:lnTo>
                <a:cubicBezTo>
                  <a:pt x="16490" y="36765"/>
                  <a:pt x="20862" y="35766"/>
                  <a:pt x="24417" y="34075"/>
                </a:cubicBezTo>
                <a:cubicBezTo>
                  <a:pt x="27973" y="32383"/>
                  <a:pt x="30615" y="30212"/>
                  <a:pt x="32345" y="27559"/>
                </a:cubicBezTo>
                <a:cubicBezTo>
                  <a:pt x="34075" y="24907"/>
                  <a:pt x="34939" y="21928"/>
                  <a:pt x="34939" y="18623"/>
                </a:cubicBezTo>
                <a:cubicBezTo>
                  <a:pt x="34939" y="14356"/>
                  <a:pt x="33806" y="11070"/>
                  <a:pt x="31538" y="8764"/>
                </a:cubicBezTo>
                <a:cubicBezTo>
                  <a:pt x="29270" y="6457"/>
                  <a:pt x="25964" y="5304"/>
                  <a:pt x="21621" y="5304"/>
                </a:cubicBezTo>
                <a:cubicBezTo>
                  <a:pt x="18008" y="5304"/>
                  <a:pt x="15067" y="6284"/>
                  <a:pt x="12800" y="8245"/>
                </a:cubicBezTo>
                <a:cubicBezTo>
                  <a:pt x="10532" y="10205"/>
                  <a:pt x="8860" y="13203"/>
                  <a:pt x="7784" y="17239"/>
                </a:cubicBezTo>
                <a:lnTo>
                  <a:pt x="865" y="172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4ABBD-2E6B-418F-8698-1816D186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66" y="4376001"/>
            <a:ext cx="50605" cy="150128"/>
          </a:xfrm>
          <a:custGeom xmlns:a="http://schemas.openxmlformats.org/drawingml/2006/main">
            <a:pathLst>
              <a:path w="50605" h="150128">
                <a:moveTo>
                  <a:pt x="28676" y="119765"/>
                </a:moveTo>
                <a:cubicBezTo>
                  <a:pt x="21929" y="131573"/>
                  <a:pt x="13495" y="140007"/>
                  <a:pt x="1687" y="145067"/>
                </a:cubicBezTo>
                <a:lnTo>
                  <a:pt x="3374" y="150128"/>
                </a:lnTo>
                <a:cubicBezTo>
                  <a:pt x="18555" y="146754"/>
                  <a:pt x="30363" y="138320"/>
                  <a:pt x="38797" y="124825"/>
                </a:cubicBezTo>
                <a:cubicBezTo>
                  <a:pt x="47231" y="111331"/>
                  <a:pt x="50605" y="94462"/>
                  <a:pt x="50605" y="75907"/>
                </a:cubicBezTo>
                <a:cubicBezTo>
                  <a:pt x="50605" y="55665"/>
                  <a:pt x="47231" y="40484"/>
                  <a:pt x="38797" y="26989"/>
                </a:cubicBezTo>
                <a:cubicBezTo>
                  <a:pt x="30363" y="13495"/>
                  <a:pt x="18555" y="5060"/>
                  <a:pt x="3374" y="0"/>
                </a:cubicBezTo>
                <a:lnTo>
                  <a:pt x="0" y="6747"/>
                </a:lnTo>
                <a:cubicBezTo>
                  <a:pt x="13495" y="10121"/>
                  <a:pt x="21929" y="18555"/>
                  <a:pt x="28676" y="30363"/>
                </a:cubicBezTo>
                <a:cubicBezTo>
                  <a:pt x="33737" y="42171"/>
                  <a:pt x="37110" y="57352"/>
                  <a:pt x="37110" y="74220"/>
                </a:cubicBezTo>
                <a:cubicBezTo>
                  <a:pt x="37110" y="92776"/>
                  <a:pt x="33737" y="107957"/>
                  <a:pt x="28676" y="1197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38F56-5548-402F-BFE7-62592363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697" y="4261297"/>
            <a:ext cx="33737" cy="107957"/>
          </a:xfrm>
          <a:custGeom xmlns:a="http://schemas.openxmlformats.org/drawingml/2006/main">
            <a:pathLst>
              <a:path w="33737" h="107957">
                <a:moveTo>
                  <a:pt x="23616" y="20242"/>
                </a:moveTo>
                <a:cubicBezTo>
                  <a:pt x="23616" y="16868"/>
                  <a:pt x="23616" y="13495"/>
                  <a:pt x="23616" y="11808"/>
                </a:cubicBezTo>
                <a:cubicBezTo>
                  <a:pt x="23616" y="10121"/>
                  <a:pt x="25302" y="8434"/>
                  <a:pt x="25302" y="8434"/>
                </a:cubicBezTo>
                <a:cubicBezTo>
                  <a:pt x="25302" y="6747"/>
                  <a:pt x="26989" y="6747"/>
                  <a:pt x="28676" y="5060"/>
                </a:cubicBezTo>
                <a:cubicBezTo>
                  <a:pt x="28676" y="5060"/>
                  <a:pt x="30363" y="5060"/>
                  <a:pt x="33737" y="3374"/>
                </a:cubicBezTo>
                <a:lnTo>
                  <a:pt x="33737" y="0"/>
                </a:lnTo>
                <a:lnTo>
                  <a:pt x="0" y="0"/>
                </a:lnTo>
                <a:lnTo>
                  <a:pt x="0" y="3374"/>
                </a:lnTo>
                <a:cubicBezTo>
                  <a:pt x="1687" y="5060"/>
                  <a:pt x="3374" y="5060"/>
                  <a:pt x="5060" y="5060"/>
                </a:cubicBezTo>
                <a:cubicBezTo>
                  <a:pt x="5060" y="6747"/>
                  <a:pt x="6747" y="6747"/>
                  <a:pt x="6747" y="8434"/>
                </a:cubicBezTo>
                <a:cubicBezTo>
                  <a:pt x="6747" y="8434"/>
                  <a:pt x="8434" y="10121"/>
                  <a:pt x="8434" y="11808"/>
                </a:cubicBezTo>
                <a:cubicBezTo>
                  <a:pt x="8434" y="13495"/>
                  <a:pt x="8434" y="16868"/>
                  <a:pt x="8434" y="20242"/>
                </a:cubicBezTo>
                <a:lnTo>
                  <a:pt x="8434" y="89402"/>
                </a:lnTo>
                <a:cubicBezTo>
                  <a:pt x="8434" y="92776"/>
                  <a:pt x="8434" y="96149"/>
                  <a:pt x="8434" y="97836"/>
                </a:cubicBezTo>
                <a:cubicBezTo>
                  <a:pt x="8434" y="99523"/>
                  <a:pt x="6747" y="101210"/>
                  <a:pt x="5060" y="102897"/>
                </a:cubicBezTo>
                <a:cubicBezTo>
                  <a:pt x="5060" y="102897"/>
                  <a:pt x="3374" y="104583"/>
                  <a:pt x="0" y="104583"/>
                </a:cubicBezTo>
                <a:lnTo>
                  <a:pt x="0" y="107957"/>
                </a:lnTo>
                <a:lnTo>
                  <a:pt x="33737" y="107957"/>
                </a:lnTo>
                <a:lnTo>
                  <a:pt x="33737" y="104583"/>
                </a:lnTo>
                <a:cubicBezTo>
                  <a:pt x="30363" y="104583"/>
                  <a:pt x="28676" y="104583"/>
                  <a:pt x="26989" y="102897"/>
                </a:cubicBezTo>
                <a:lnTo>
                  <a:pt x="25302" y="101210"/>
                </a:lnTo>
                <a:cubicBezTo>
                  <a:pt x="25302" y="99523"/>
                  <a:pt x="23616" y="97836"/>
                  <a:pt x="23616" y="96149"/>
                </a:cubicBezTo>
                <a:cubicBezTo>
                  <a:pt x="23616" y="94462"/>
                  <a:pt x="23616" y="92776"/>
                  <a:pt x="23616" y="89402"/>
                </a:cubicBezTo>
                <a:lnTo>
                  <a:pt x="23616" y="202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39DCB9-C45F-499E-B10B-21AF0527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615" y="4256236"/>
            <a:ext cx="50605" cy="113017"/>
          </a:xfrm>
          <a:custGeom xmlns:a="http://schemas.openxmlformats.org/drawingml/2006/main">
            <a:pathLst>
              <a:path w="50605" h="113017">
                <a:moveTo>
                  <a:pt x="40484" y="37110"/>
                </a:moveTo>
                <a:lnTo>
                  <a:pt x="21929" y="37110"/>
                </a:lnTo>
                <a:lnTo>
                  <a:pt x="21929" y="30363"/>
                </a:lnTo>
                <a:cubicBezTo>
                  <a:pt x="21929" y="25302"/>
                  <a:pt x="21929" y="21929"/>
                  <a:pt x="23616" y="20242"/>
                </a:cubicBezTo>
                <a:cubicBezTo>
                  <a:pt x="23616" y="16868"/>
                  <a:pt x="23616" y="15181"/>
                  <a:pt x="23616" y="13495"/>
                </a:cubicBezTo>
                <a:cubicBezTo>
                  <a:pt x="25302" y="11808"/>
                  <a:pt x="25302" y="11808"/>
                  <a:pt x="26989" y="10121"/>
                </a:cubicBezTo>
                <a:cubicBezTo>
                  <a:pt x="26989" y="8434"/>
                  <a:pt x="28676" y="8434"/>
                  <a:pt x="30363" y="8434"/>
                </a:cubicBezTo>
                <a:cubicBezTo>
                  <a:pt x="30363" y="6747"/>
                  <a:pt x="32050" y="6747"/>
                  <a:pt x="33737" y="6747"/>
                </a:cubicBezTo>
                <a:cubicBezTo>
                  <a:pt x="37110" y="6747"/>
                  <a:pt x="38797" y="8434"/>
                  <a:pt x="38797" y="8434"/>
                </a:cubicBezTo>
                <a:cubicBezTo>
                  <a:pt x="40484" y="10121"/>
                  <a:pt x="42171" y="11808"/>
                  <a:pt x="42171" y="15181"/>
                </a:cubicBezTo>
                <a:lnTo>
                  <a:pt x="50605" y="15181"/>
                </a:lnTo>
                <a:lnTo>
                  <a:pt x="50605" y="1687"/>
                </a:lnTo>
                <a:cubicBezTo>
                  <a:pt x="48918" y="0"/>
                  <a:pt x="45544" y="0"/>
                  <a:pt x="40484" y="0"/>
                </a:cubicBezTo>
                <a:cubicBezTo>
                  <a:pt x="35423" y="0"/>
                  <a:pt x="32050" y="1687"/>
                  <a:pt x="28676" y="1687"/>
                </a:cubicBezTo>
                <a:cubicBezTo>
                  <a:pt x="25302" y="3374"/>
                  <a:pt x="21929" y="5060"/>
                  <a:pt x="18555" y="6747"/>
                </a:cubicBezTo>
                <a:cubicBezTo>
                  <a:pt x="15181" y="10121"/>
                  <a:pt x="13495" y="13495"/>
                  <a:pt x="11808" y="16868"/>
                </a:cubicBezTo>
                <a:cubicBezTo>
                  <a:pt x="10121" y="20242"/>
                  <a:pt x="10121" y="23616"/>
                  <a:pt x="8434" y="30363"/>
                </a:cubicBezTo>
                <a:cubicBezTo>
                  <a:pt x="8434" y="32050"/>
                  <a:pt x="8434" y="33737"/>
                  <a:pt x="8434" y="35423"/>
                </a:cubicBezTo>
                <a:cubicBezTo>
                  <a:pt x="8434" y="37110"/>
                  <a:pt x="6747" y="37110"/>
                  <a:pt x="6747" y="38797"/>
                </a:cubicBezTo>
                <a:lnTo>
                  <a:pt x="5060" y="40484"/>
                </a:lnTo>
                <a:lnTo>
                  <a:pt x="3374" y="42171"/>
                </a:lnTo>
                <a:cubicBezTo>
                  <a:pt x="3374" y="42171"/>
                  <a:pt x="1687" y="42171"/>
                  <a:pt x="0" y="42171"/>
                </a:cubicBezTo>
                <a:lnTo>
                  <a:pt x="0" y="45544"/>
                </a:lnTo>
                <a:lnTo>
                  <a:pt x="8434" y="45544"/>
                </a:lnTo>
                <a:lnTo>
                  <a:pt x="8434" y="94462"/>
                </a:lnTo>
                <a:cubicBezTo>
                  <a:pt x="8434" y="97836"/>
                  <a:pt x="8434" y="101210"/>
                  <a:pt x="8434" y="102897"/>
                </a:cubicBezTo>
                <a:cubicBezTo>
                  <a:pt x="8434" y="104583"/>
                  <a:pt x="8434" y="104583"/>
                  <a:pt x="6747" y="106270"/>
                </a:cubicBezTo>
                <a:cubicBezTo>
                  <a:pt x="6747" y="106270"/>
                  <a:pt x="6747" y="107957"/>
                  <a:pt x="5060" y="107957"/>
                </a:cubicBezTo>
                <a:cubicBezTo>
                  <a:pt x="3374" y="109644"/>
                  <a:pt x="1687" y="109644"/>
                  <a:pt x="0" y="109644"/>
                </a:cubicBezTo>
                <a:lnTo>
                  <a:pt x="0" y="113017"/>
                </a:lnTo>
                <a:lnTo>
                  <a:pt x="32050" y="113017"/>
                </a:lnTo>
                <a:lnTo>
                  <a:pt x="32050" y="109644"/>
                </a:lnTo>
                <a:cubicBezTo>
                  <a:pt x="30363" y="109644"/>
                  <a:pt x="28676" y="109644"/>
                  <a:pt x="26989" y="107957"/>
                </a:cubicBezTo>
                <a:cubicBezTo>
                  <a:pt x="25302" y="107957"/>
                  <a:pt x="25302" y="107957"/>
                  <a:pt x="23616" y="106270"/>
                </a:cubicBezTo>
                <a:cubicBezTo>
                  <a:pt x="23616" y="104583"/>
                  <a:pt x="23616" y="104583"/>
                  <a:pt x="23616" y="102897"/>
                </a:cubicBezTo>
                <a:cubicBezTo>
                  <a:pt x="21929" y="101210"/>
                  <a:pt x="21929" y="97836"/>
                  <a:pt x="21929" y="94462"/>
                </a:cubicBezTo>
                <a:lnTo>
                  <a:pt x="21929" y="45544"/>
                </a:lnTo>
                <a:lnTo>
                  <a:pt x="40484" y="45544"/>
                </a:lnTo>
                <a:lnTo>
                  <a:pt x="40484" y="371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9DF15-34C5-422C-980A-1D5F7BD6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7270" y="4261297"/>
            <a:ext cx="94462" cy="107957"/>
          </a:xfrm>
          <a:custGeom xmlns:a="http://schemas.openxmlformats.org/drawingml/2006/main">
            <a:pathLst>
              <a:path w="94462" h="107957">
                <a:moveTo>
                  <a:pt x="94462" y="0"/>
                </a:moveTo>
                <a:lnTo>
                  <a:pt x="89402" y="23616"/>
                </a:lnTo>
                <a:lnTo>
                  <a:pt x="80968" y="23616"/>
                </a:lnTo>
                <a:cubicBezTo>
                  <a:pt x="80968" y="20242"/>
                  <a:pt x="80968" y="16868"/>
                  <a:pt x="79281" y="13495"/>
                </a:cubicBezTo>
                <a:cubicBezTo>
                  <a:pt x="79281" y="11808"/>
                  <a:pt x="79281" y="10121"/>
                  <a:pt x="77594" y="8434"/>
                </a:cubicBezTo>
                <a:cubicBezTo>
                  <a:pt x="77594" y="8434"/>
                  <a:pt x="75907" y="8434"/>
                  <a:pt x="74220" y="6747"/>
                </a:cubicBezTo>
                <a:cubicBezTo>
                  <a:pt x="74220" y="6747"/>
                  <a:pt x="72534" y="6747"/>
                  <a:pt x="70847" y="6747"/>
                </a:cubicBezTo>
                <a:lnTo>
                  <a:pt x="43858" y="6747"/>
                </a:lnTo>
                <a:lnTo>
                  <a:pt x="35423" y="48918"/>
                </a:lnTo>
                <a:lnTo>
                  <a:pt x="50605" y="48918"/>
                </a:lnTo>
                <a:cubicBezTo>
                  <a:pt x="53978" y="48918"/>
                  <a:pt x="57352" y="47231"/>
                  <a:pt x="59039" y="45544"/>
                </a:cubicBezTo>
                <a:cubicBezTo>
                  <a:pt x="60726" y="43858"/>
                  <a:pt x="62413" y="40484"/>
                  <a:pt x="65786" y="37110"/>
                </a:cubicBezTo>
                <a:lnTo>
                  <a:pt x="72534" y="37110"/>
                </a:lnTo>
                <a:lnTo>
                  <a:pt x="65786" y="67473"/>
                </a:lnTo>
                <a:lnTo>
                  <a:pt x="59039" y="67473"/>
                </a:lnTo>
                <a:cubicBezTo>
                  <a:pt x="59039" y="64099"/>
                  <a:pt x="57352" y="60726"/>
                  <a:pt x="57352" y="59039"/>
                </a:cubicBezTo>
                <a:cubicBezTo>
                  <a:pt x="57352" y="57352"/>
                  <a:pt x="55665" y="57352"/>
                  <a:pt x="55665" y="55665"/>
                </a:cubicBezTo>
                <a:cubicBezTo>
                  <a:pt x="53978" y="55665"/>
                  <a:pt x="52292" y="55665"/>
                  <a:pt x="48918" y="55665"/>
                </a:cubicBezTo>
                <a:lnTo>
                  <a:pt x="33737" y="55665"/>
                </a:lnTo>
                <a:lnTo>
                  <a:pt x="23616" y="101210"/>
                </a:lnTo>
                <a:lnTo>
                  <a:pt x="47231" y="101210"/>
                </a:lnTo>
                <a:cubicBezTo>
                  <a:pt x="50605" y="101210"/>
                  <a:pt x="52292" y="101210"/>
                  <a:pt x="53978" y="101210"/>
                </a:cubicBezTo>
                <a:cubicBezTo>
                  <a:pt x="55665" y="99523"/>
                  <a:pt x="57352" y="99523"/>
                  <a:pt x="59039" y="97836"/>
                </a:cubicBezTo>
                <a:cubicBezTo>
                  <a:pt x="60726" y="96149"/>
                  <a:pt x="62413" y="94462"/>
                  <a:pt x="64099" y="91089"/>
                </a:cubicBezTo>
                <a:cubicBezTo>
                  <a:pt x="65786" y="89402"/>
                  <a:pt x="67473" y="86028"/>
                  <a:pt x="70847" y="80968"/>
                </a:cubicBezTo>
                <a:lnTo>
                  <a:pt x="77594" y="80968"/>
                </a:lnTo>
                <a:lnTo>
                  <a:pt x="70847" y="107957"/>
                </a:lnTo>
                <a:lnTo>
                  <a:pt x="0" y="107957"/>
                </a:lnTo>
                <a:lnTo>
                  <a:pt x="1687" y="104583"/>
                </a:lnTo>
                <a:cubicBezTo>
                  <a:pt x="3374" y="104583"/>
                  <a:pt x="5060" y="102897"/>
                  <a:pt x="5060" y="102897"/>
                </a:cubicBezTo>
                <a:cubicBezTo>
                  <a:pt x="6747" y="102897"/>
                  <a:pt x="8434" y="101210"/>
                  <a:pt x="8434" y="99523"/>
                </a:cubicBezTo>
                <a:cubicBezTo>
                  <a:pt x="8434" y="99523"/>
                  <a:pt x="10121" y="97836"/>
                  <a:pt x="10121" y="96149"/>
                </a:cubicBezTo>
                <a:cubicBezTo>
                  <a:pt x="10121" y="92776"/>
                  <a:pt x="11808" y="89402"/>
                  <a:pt x="13495" y="84341"/>
                </a:cubicBezTo>
                <a:lnTo>
                  <a:pt x="26989" y="23616"/>
                </a:lnTo>
                <a:cubicBezTo>
                  <a:pt x="26989" y="18555"/>
                  <a:pt x="28676" y="13495"/>
                  <a:pt x="28676" y="10121"/>
                </a:cubicBezTo>
                <a:cubicBezTo>
                  <a:pt x="28676" y="8434"/>
                  <a:pt x="26989" y="6747"/>
                  <a:pt x="26989" y="5060"/>
                </a:cubicBezTo>
                <a:cubicBezTo>
                  <a:pt x="25302" y="5060"/>
                  <a:pt x="23616" y="3374"/>
                  <a:pt x="20242" y="3374"/>
                </a:cubicBezTo>
                <a:lnTo>
                  <a:pt x="21929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94672-5764-4084-A26F-76CF4F42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287" y="4237681"/>
            <a:ext cx="42171" cy="72534"/>
          </a:xfrm>
          <a:custGeom xmlns:a="http://schemas.openxmlformats.org/drawingml/2006/main">
            <a:pathLst>
              <a:path w="42171" h="72534">
                <a:moveTo>
                  <a:pt x="35423" y="60726"/>
                </a:moveTo>
                <a:cubicBezTo>
                  <a:pt x="33737" y="64099"/>
                  <a:pt x="32050" y="65786"/>
                  <a:pt x="30363" y="67473"/>
                </a:cubicBezTo>
                <a:cubicBezTo>
                  <a:pt x="28676" y="67473"/>
                  <a:pt x="26989" y="69160"/>
                  <a:pt x="25302" y="70847"/>
                </a:cubicBezTo>
                <a:cubicBezTo>
                  <a:pt x="23616" y="70847"/>
                  <a:pt x="21929" y="72534"/>
                  <a:pt x="20242" y="72534"/>
                </a:cubicBezTo>
                <a:cubicBezTo>
                  <a:pt x="18555" y="72534"/>
                  <a:pt x="16868" y="72534"/>
                  <a:pt x="15181" y="72534"/>
                </a:cubicBezTo>
                <a:cubicBezTo>
                  <a:pt x="10121" y="72534"/>
                  <a:pt x="6747" y="72534"/>
                  <a:pt x="5060" y="70847"/>
                </a:cubicBezTo>
                <a:cubicBezTo>
                  <a:pt x="1687" y="67473"/>
                  <a:pt x="1687" y="64099"/>
                  <a:pt x="1687" y="60726"/>
                </a:cubicBezTo>
                <a:cubicBezTo>
                  <a:pt x="1687" y="59039"/>
                  <a:pt x="1687" y="57352"/>
                  <a:pt x="1687" y="55665"/>
                </a:cubicBezTo>
                <a:cubicBezTo>
                  <a:pt x="1687" y="53978"/>
                  <a:pt x="1687" y="52292"/>
                  <a:pt x="3374" y="50605"/>
                </a:cubicBezTo>
                <a:lnTo>
                  <a:pt x="10121" y="20242"/>
                </a:lnTo>
                <a:lnTo>
                  <a:pt x="0" y="20242"/>
                </a:lnTo>
                <a:lnTo>
                  <a:pt x="0" y="16868"/>
                </a:lnTo>
                <a:cubicBezTo>
                  <a:pt x="3374" y="16868"/>
                  <a:pt x="5060" y="16868"/>
                  <a:pt x="6747" y="15181"/>
                </a:cubicBezTo>
                <a:cubicBezTo>
                  <a:pt x="6747" y="15181"/>
                  <a:pt x="8434" y="15181"/>
                  <a:pt x="10121" y="13495"/>
                </a:cubicBezTo>
                <a:lnTo>
                  <a:pt x="11808" y="11808"/>
                </a:lnTo>
                <a:cubicBezTo>
                  <a:pt x="11808" y="11808"/>
                  <a:pt x="11808" y="10121"/>
                  <a:pt x="11808" y="8434"/>
                </a:cubicBezTo>
                <a:cubicBezTo>
                  <a:pt x="13495" y="8434"/>
                  <a:pt x="13495" y="6747"/>
                  <a:pt x="13495" y="5060"/>
                </a:cubicBezTo>
                <a:cubicBezTo>
                  <a:pt x="15181" y="3374"/>
                  <a:pt x="15181" y="1687"/>
                  <a:pt x="16868" y="0"/>
                </a:cubicBezTo>
                <a:lnTo>
                  <a:pt x="25302" y="0"/>
                </a:lnTo>
                <a:lnTo>
                  <a:pt x="21929" y="15181"/>
                </a:lnTo>
                <a:lnTo>
                  <a:pt x="42171" y="15181"/>
                </a:lnTo>
                <a:lnTo>
                  <a:pt x="40484" y="20242"/>
                </a:lnTo>
                <a:lnTo>
                  <a:pt x="20242" y="20242"/>
                </a:lnTo>
                <a:lnTo>
                  <a:pt x="15181" y="45544"/>
                </a:lnTo>
                <a:cubicBezTo>
                  <a:pt x="13495" y="47231"/>
                  <a:pt x="13495" y="48918"/>
                  <a:pt x="13495" y="48918"/>
                </a:cubicBezTo>
                <a:cubicBezTo>
                  <a:pt x="13495" y="50605"/>
                  <a:pt x="13495" y="52292"/>
                  <a:pt x="13495" y="52292"/>
                </a:cubicBezTo>
                <a:cubicBezTo>
                  <a:pt x="13495" y="53978"/>
                  <a:pt x="13495" y="55665"/>
                  <a:pt x="13495" y="55665"/>
                </a:cubicBezTo>
                <a:cubicBezTo>
                  <a:pt x="13495" y="57352"/>
                  <a:pt x="13495" y="57352"/>
                  <a:pt x="13495" y="59039"/>
                </a:cubicBezTo>
                <a:cubicBezTo>
                  <a:pt x="13495" y="60726"/>
                  <a:pt x="13495" y="62413"/>
                  <a:pt x="13495" y="64099"/>
                </a:cubicBezTo>
                <a:cubicBezTo>
                  <a:pt x="15181" y="65786"/>
                  <a:pt x="16868" y="65786"/>
                  <a:pt x="18555" y="65786"/>
                </a:cubicBezTo>
                <a:cubicBezTo>
                  <a:pt x="20242" y="65786"/>
                  <a:pt x="21929" y="64099"/>
                  <a:pt x="25302" y="64099"/>
                </a:cubicBezTo>
                <a:cubicBezTo>
                  <a:pt x="26989" y="62413"/>
                  <a:pt x="28676" y="60726"/>
                  <a:pt x="32050" y="57352"/>
                </a:cubicBezTo>
                <a:lnTo>
                  <a:pt x="35423" y="60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18506-84FE-4BC3-9776-56C477FF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9931" y="4262984"/>
            <a:ext cx="79281" cy="119765"/>
          </a:xfrm>
          <a:custGeom xmlns:a="http://schemas.openxmlformats.org/drawingml/2006/main">
            <a:pathLst>
              <a:path w="79281" h="119765">
                <a:moveTo>
                  <a:pt x="64099" y="0"/>
                </a:moveTo>
                <a:lnTo>
                  <a:pt x="57352" y="13495"/>
                </a:lnTo>
                <a:lnTo>
                  <a:pt x="43858" y="13495"/>
                </a:lnTo>
                <a:cubicBezTo>
                  <a:pt x="35423" y="13495"/>
                  <a:pt x="28676" y="15181"/>
                  <a:pt x="23616" y="16868"/>
                </a:cubicBezTo>
                <a:cubicBezTo>
                  <a:pt x="18555" y="18555"/>
                  <a:pt x="13495" y="21929"/>
                  <a:pt x="10121" y="25302"/>
                </a:cubicBezTo>
                <a:cubicBezTo>
                  <a:pt x="6747" y="30363"/>
                  <a:pt x="3374" y="35423"/>
                  <a:pt x="1687" y="40484"/>
                </a:cubicBezTo>
                <a:cubicBezTo>
                  <a:pt x="0" y="45544"/>
                  <a:pt x="0" y="52292"/>
                  <a:pt x="0" y="60726"/>
                </a:cubicBezTo>
                <a:cubicBezTo>
                  <a:pt x="0" y="65786"/>
                  <a:pt x="0" y="69160"/>
                  <a:pt x="0" y="72534"/>
                </a:cubicBezTo>
                <a:cubicBezTo>
                  <a:pt x="0" y="75907"/>
                  <a:pt x="1687" y="79281"/>
                  <a:pt x="1687" y="82655"/>
                </a:cubicBezTo>
                <a:cubicBezTo>
                  <a:pt x="3374" y="86028"/>
                  <a:pt x="5060" y="87715"/>
                  <a:pt x="6747" y="89402"/>
                </a:cubicBezTo>
                <a:cubicBezTo>
                  <a:pt x="6747" y="92776"/>
                  <a:pt x="8434" y="94462"/>
                  <a:pt x="10121" y="96149"/>
                </a:cubicBezTo>
                <a:cubicBezTo>
                  <a:pt x="11808" y="97836"/>
                  <a:pt x="13495" y="99523"/>
                  <a:pt x="15181" y="101210"/>
                </a:cubicBezTo>
                <a:cubicBezTo>
                  <a:pt x="16868" y="101210"/>
                  <a:pt x="20242" y="102897"/>
                  <a:pt x="21929" y="104583"/>
                </a:cubicBezTo>
                <a:lnTo>
                  <a:pt x="15181" y="119765"/>
                </a:lnTo>
                <a:lnTo>
                  <a:pt x="23616" y="119765"/>
                </a:lnTo>
                <a:lnTo>
                  <a:pt x="30363" y="106270"/>
                </a:lnTo>
                <a:cubicBezTo>
                  <a:pt x="33737" y="106270"/>
                  <a:pt x="37110" y="106270"/>
                  <a:pt x="42171" y="106270"/>
                </a:cubicBezTo>
                <a:lnTo>
                  <a:pt x="79281" y="106270"/>
                </a:lnTo>
                <a:lnTo>
                  <a:pt x="79281" y="96149"/>
                </a:lnTo>
                <a:lnTo>
                  <a:pt x="42171" y="96149"/>
                </a:lnTo>
                <a:cubicBezTo>
                  <a:pt x="38797" y="96149"/>
                  <a:pt x="35423" y="96149"/>
                  <a:pt x="33737" y="96149"/>
                </a:cubicBezTo>
                <a:lnTo>
                  <a:pt x="45544" y="64099"/>
                </a:lnTo>
                <a:lnTo>
                  <a:pt x="79281" y="64099"/>
                </a:lnTo>
                <a:lnTo>
                  <a:pt x="79281" y="53978"/>
                </a:lnTo>
                <a:lnTo>
                  <a:pt x="50605" y="53978"/>
                </a:lnTo>
                <a:lnTo>
                  <a:pt x="62413" y="23616"/>
                </a:lnTo>
                <a:lnTo>
                  <a:pt x="79281" y="23616"/>
                </a:lnTo>
                <a:lnTo>
                  <a:pt x="79281" y="13495"/>
                </a:lnTo>
                <a:lnTo>
                  <a:pt x="65786" y="13495"/>
                </a:lnTo>
                <a:lnTo>
                  <a:pt x="72534" y="0"/>
                </a:lnTo>
                <a:lnTo>
                  <a:pt x="64099" y="0"/>
                </a:lnTo>
                <a:close/>
                <a:moveTo>
                  <a:pt x="13495" y="42171"/>
                </a:moveTo>
                <a:cubicBezTo>
                  <a:pt x="13495" y="38797"/>
                  <a:pt x="15181" y="35423"/>
                  <a:pt x="16868" y="33737"/>
                </a:cubicBezTo>
                <a:cubicBezTo>
                  <a:pt x="18555" y="30363"/>
                  <a:pt x="20242" y="28676"/>
                  <a:pt x="23616" y="28676"/>
                </a:cubicBezTo>
                <a:cubicBezTo>
                  <a:pt x="25302" y="26989"/>
                  <a:pt x="28676" y="25302"/>
                  <a:pt x="32050" y="25302"/>
                </a:cubicBezTo>
                <a:cubicBezTo>
                  <a:pt x="35423" y="23616"/>
                  <a:pt x="38797" y="23616"/>
                  <a:pt x="43858" y="23616"/>
                </a:cubicBezTo>
                <a:lnTo>
                  <a:pt x="53978" y="23616"/>
                </a:lnTo>
                <a:lnTo>
                  <a:pt x="42171" y="53978"/>
                </a:lnTo>
                <a:lnTo>
                  <a:pt x="11808" y="53978"/>
                </a:lnTo>
                <a:cubicBezTo>
                  <a:pt x="11808" y="50605"/>
                  <a:pt x="11808" y="45544"/>
                  <a:pt x="13495" y="42171"/>
                </a:cubicBezTo>
                <a:close/>
                <a:moveTo>
                  <a:pt x="15181" y="84341"/>
                </a:moveTo>
                <a:cubicBezTo>
                  <a:pt x="13495" y="79281"/>
                  <a:pt x="11808" y="72534"/>
                  <a:pt x="11808" y="64099"/>
                </a:cubicBezTo>
                <a:lnTo>
                  <a:pt x="37110" y="64099"/>
                </a:lnTo>
                <a:lnTo>
                  <a:pt x="26989" y="94462"/>
                </a:lnTo>
                <a:cubicBezTo>
                  <a:pt x="21929" y="92776"/>
                  <a:pt x="18555" y="89402"/>
                  <a:pt x="15181" y="843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88553-9B9F-435A-84F8-EFD0607F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553" y="4117916"/>
            <a:ext cx="145067" cy="430141"/>
          </a:xfrm>
          <a:custGeom xmlns:a="http://schemas.openxmlformats.org/drawingml/2006/main">
            <a:pathLst>
              <a:path w="145067" h="430141">
                <a:moveTo>
                  <a:pt x="0" y="222661"/>
                </a:moveTo>
                <a:cubicBezTo>
                  <a:pt x="15181" y="222661"/>
                  <a:pt x="25302" y="227722"/>
                  <a:pt x="33737" y="232782"/>
                </a:cubicBezTo>
                <a:cubicBezTo>
                  <a:pt x="40484" y="239530"/>
                  <a:pt x="43858" y="247964"/>
                  <a:pt x="43858" y="258085"/>
                </a:cubicBezTo>
                <a:cubicBezTo>
                  <a:pt x="43858" y="264832"/>
                  <a:pt x="42171" y="274953"/>
                  <a:pt x="38797" y="290134"/>
                </a:cubicBezTo>
                <a:cubicBezTo>
                  <a:pt x="35423" y="307003"/>
                  <a:pt x="33737" y="320497"/>
                  <a:pt x="33737" y="333992"/>
                </a:cubicBezTo>
                <a:cubicBezTo>
                  <a:pt x="33737" y="366042"/>
                  <a:pt x="42171" y="389657"/>
                  <a:pt x="59039" y="404839"/>
                </a:cubicBezTo>
                <a:cubicBezTo>
                  <a:pt x="77594" y="421707"/>
                  <a:pt x="102897" y="428454"/>
                  <a:pt x="138320" y="430141"/>
                </a:cubicBezTo>
                <a:lnTo>
                  <a:pt x="145067" y="430141"/>
                </a:lnTo>
                <a:lnTo>
                  <a:pt x="145067" y="413273"/>
                </a:lnTo>
                <a:lnTo>
                  <a:pt x="141694" y="413273"/>
                </a:lnTo>
                <a:cubicBezTo>
                  <a:pt x="119765" y="413273"/>
                  <a:pt x="102897" y="406526"/>
                  <a:pt x="89402" y="396405"/>
                </a:cubicBezTo>
                <a:cubicBezTo>
                  <a:pt x="77594" y="384597"/>
                  <a:pt x="72534" y="364355"/>
                  <a:pt x="72534" y="337366"/>
                </a:cubicBezTo>
                <a:cubicBezTo>
                  <a:pt x="72534" y="327245"/>
                  <a:pt x="72534" y="313750"/>
                  <a:pt x="75907" y="298569"/>
                </a:cubicBezTo>
                <a:cubicBezTo>
                  <a:pt x="79281" y="283387"/>
                  <a:pt x="80968" y="271579"/>
                  <a:pt x="80968" y="264832"/>
                </a:cubicBezTo>
                <a:cubicBezTo>
                  <a:pt x="80968" y="253024"/>
                  <a:pt x="77594" y="242903"/>
                  <a:pt x="69160" y="234469"/>
                </a:cubicBezTo>
                <a:cubicBezTo>
                  <a:pt x="62413" y="226035"/>
                  <a:pt x="52292" y="219288"/>
                  <a:pt x="42171" y="215914"/>
                </a:cubicBezTo>
                <a:lnTo>
                  <a:pt x="42171" y="210853"/>
                </a:lnTo>
                <a:cubicBezTo>
                  <a:pt x="52292" y="207480"/>
                  <a:pt x="62413" y="202419"/>
                  <a:pt x="69160" y="193985"/>
                </a:cubicBezTo>
                <a:cubicBezTo>
                  <a:pt x="77594" y="185551"/>
                  <a:pt x="80968" y="175430"/>
                  <a:pt x="80968" y="161935"/>
                </a:cubicBezTo>
                <a:cubicBezTo>
                  <a:pt x="80968" y="155188"/>
                  <a:pt x="79281" y="145067"/>
                  <a:pt x="75907" y="128199"/>
                </a:cubicBezTo>
                <a:cubicBezTo>
                  <a:pt x="72534" y="113017"/>
                  <a:pt x="72534" y="99523"/>
                  <a:pt x="72534" y="89402"/>
                </a:cubicBezTo>
                <a:cubicBezTo>
                  <a:pt x="72534" y="64099"/>
                  <a:pt x="77594" y="45544"/>
                  <a:pt x="89402" y="33737"/>
                </a:cubicBezTo>
                <a:cubicBezTo>
                  <a:pt x="102897" y="21929"/>
                  <a:pt x="119765" y="16868"/>
                  <a:pt x="141694" y="16868"/>
                </a:cubicBezTo>
                <a:lnTo>
                  <a:pt x="145067" y="16868"/>
                </a:lnTo>
                <a:lnTo>
                  <a:pt x="145067" y="0"/>
                </a:lnTo>
                <a:lnTo>
                  <a:pt x="138320" y="0"/>
                </a:lnTo>
                <a:cubicBezTo>
                  <a:pt x="102897" y="0"/>
                  <a:pt x="77594" y="8434"/>
                  <a:pt x="59039" y="23616"/>
                </a:cubicBezTo>
                <a:cubicBezTo>
                  <a:pt x="42171" y="38797"/>
                  <a:pt x="33737" y="62413"/>
                  <a:pt x="33737" y="94462"/>
                </a:cubicBezTo>
                <a:cubicBezTo>
                  <a:pt x="33737" y="106270"/>
                  <a:pt x="35423" y="119765"/>
                  <a:pt x="38797" y="136633"/>
                </a:cubicBezTo>
                <a:cubicBezTo>
                  <a:pt x="42171" y="151815"/>
                  <a:pt x="43858" y="163622"/>
                  <a:pt x="43858" y="168683"/>
                </a:cubicBezTo>
                <a:cubicBezTo>
                  <a:pt x="43858" y="178804"/>
                  <a:pt x="40484" y="187238"/>
                  <a:pt x="33737" y="193985"/>
                </a:cubicBezTo>
                <a:cubicBezTo>
                  <a:pt x="25302" y="200733"/>
                  <a:pt x="15181" y="204106"/>
                  <a:pt x="0" y="204106"/>
                </a:cubicBezTo>
                <a:lnTo>
                  <a:pt x="0" y="2226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97978-A201-45A0-943C-8FEEE603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8815" y="4117917"/>
            <a:ext cx="143380" cy="430141"/>
          </a:xfrm>
          <a:custGeom xmlns:a="http://schemas.openxmlformats.org/drawingml/2006/main">
            <a:pathLst>
              <a:path w="143380" h="430141">
                <a:moveTo>
                  <a:pt x="143380" y="204106"/>
                </a:moveTo>
                <a:cubicBezTo>
                  <a:pt x="128199" y="204106"/>
                  <a:pt x="118078" y="200733"/>
                  <a:pt x="111331" y="193985"/>
                </a:cubicBezTo>
                <a:cubicBezTo>
                  <a:pt x="102897" y="187238"/>
                  <a:pt x="99523" y="178804"/>
                  <a:pt x="99523" y="168683"/>
                </a:cubicBezTo>
                <a:cubicBezTo>
                  <a:pt x="99523" y="163622"/>
                  <a:pt x="101210" y="153501"/>
                  <a:pt x="104583" y="136633"/>
                </a:cubicBezTo>
                <a:cubicBezTo>
                  <a:pt x="109644" y="121452"/>
                  <a:pt x="111331" y="106270"/>
                  <a:pt x="111331" y="94462"/>
                </a:cubicBezTo>
                <a:cubicBezTo>
                  <a:pt x="111331" y="62413"/>
                  <a:pt x="101210" y="38797"/>
                  <a:pt x="84341" y="23616"/>
                </a:cubicBezTo>
                <a:cubicBezTo>
                  <a:pt x="67473" y="8434"/>
                  <a:pt x="40484" y="0"/>
                  <a:pt x="5060" y="0"/>
                </a:cubicBezTo>
                <a:lnTo>
                  <a:pt x="0" y="0"/>
                </a:lnTo>
                <a:lnTo>
                  <a:pt x="0" y="16868"/>
                </a:lnTo>
                <a:lnTo>
                  <a:pt x="3374" y="16868"/>
                </a:lnTo>
                <a:cubicBezTo>
                  <a:pt x="23616" y="16868"/>
                  <a:pt x="42171" y="21929"/>
                  <a:pt x="53978" y="33737"/>
                </a:cubicBezTo>
                <a:cubicBezTo>
                  <a:pt x="65786" y="45544"/>
                  <a:pt x="72534" y="64099"/>
                  <a:pt x="72534" y="89402"/>
                </a:cubicBezTo>
                <a:cubicBezTo>
                  <a:pt x="72534" y="101210"/>
                  <a:pt x="70847" y="113017"/>
                  <a:pt x="67473" y="129886"/>
                </a:cubicBezTo>
                <a:cubicBezTo>
                  <a:pt x="64099" y="145067"/>
                  <a:pt x="64099" y="155188"/>
                  <a:pt x="64099" y="161935"/>
                </a:cubicBezTo>
                <a:cubicBezTo>
                  <a:pt x="64099" y="175430"/>
                  <a:pt x="67473" y="185551"/>
                  <a:pt x="74220" y="193985"/>
                </a:cubicBezTo>
                <a:cubicBezTo>
                  <a:pt x="82655" y="202419"/>
                  <a:pt x="91089" y="207480"/>
                  <a:pt x="101210" y="212540"/>
                </a:cubicBezTo>
                <a:lnTo>
                  <a:pt x="101210" y="215914"/>
                </a:lnTo>
                <a:cubicBezTo>
                  <a:pt x="91089" y="219288"/>
                  <a:pt x="82655" y="226035"/>
                  <a:pt x="74220" y="234469"/>
                </a:cubicBezTo>
                <a:cubicBezTo>
                  <a:pt x="67473" y="242903"/>
                  <a:pt x="64099" y="253024"/>
                  <a:pt x="64099" y="264832"/>
                </a:cubicBezTo>
                <a:cubicBezTo>
                  <a:pt x="64099" y="271579"/>
                  <a:pt x="64099" y="283387"/>
                  <a:pt x="67473" y="298569"/>
                </a:cubicBezTo>
                <a:cubicBezTo>
                  <a:pt x="70847" y="313750"/>
                  <a:pt x="72534" y="327245"/>
                  <a:pt x="72534" y="337366"/>
                </a:cubicBezTo>
                <a:cubicBezTo>
                  <a:pt x="72534" y="364355"/>
                  <a:pt x="65786" y="384597"/>
                  <a:pt x="53978" y="396405"/>
                </a:cubicBezTo>
                <a:cubicBezTo>
                  <a:pt x="42171" y="406526"/>
                  <a:pt x="23616" y="413273"/>
                  <a:pt x="3374" y="413273"/>
                </a:cubicBezTo>
                <a:lnTo>
                  <a:pt x="0" y="413273"/>
                </a:lnTo>
                <a:lnTo>
                  <a:pt x="0" y="430141"/>
                </a:lnTo>
                <a:lnTo>
                  <a:pt x="5060" y="430141"/>
                </a:lnTo>
                <a:cubicBezTo>
                  <a:pt x="40484" y="428454"/>
                  <a:pt x="67473" y="421707"/>
                  <a:pt x="84341" y="404839"/>
                </a:cubicBezTo>
                <a:cubicBezTo>
                  <a:pt x="101210" y="389657"/>
                  <a:pt x="111331" y="366042"/>
                  <a:pt x="111331" y="333992"/>
                </a:cubicBezTo>
                <a:cubicBezTo>
                  <a:pt x="111331" y="320497"/>
                  <a:pt x="109644" y="307003"/>
                  <a:pt x="104583" y="291821"/>
                </a:cubicBezTo>
                <a:cubicBezTo>
                  <a:pt x="101210" y="274953"/>
                  <a:pt x="99523" y="264832"/>
                  <a:pt x="99523" y="259772"/>
                </a:cubicBezTo>
                <a:cubicBezTo>
                  <a:pt x="99523" y="247964"/>
                  <a:pt x="102897" y="239530"/>
                  <a:pt x="111331" y="234469"/>
                </a:cubicBezTo>
                <a:cubicBezTo>
                  <a:pt x="118078" y="227722"/>
                  <a:pt x="128199" y="224348"/>
                  <a:pt x="143380" y="222661"/>
                </a:cubicBezTo>
                <a:lnTo>
                  <a:pt x="143380" y="2041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6514F-40A4-48B6-8FBE-242BF5A0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08" y="4006586"/>
            <a:ext cx="2671936" cy="617379"/>
          </a:xfrm>
          <a:custGeom xmlns:a="http://schemas.openxmlformats.org/drawingml/2006/main">
            <a:pathLst>
              <a:path w="2671936" h="617379">
                <a:moveTo>
                  <a:pt x="107957" y="608945"/>
                </a:moveTo>
                <a:lnTo>
                  <a:pt x="107957" y="600511"/>
                </a:lnTo>
                <a:lnTo>
                  <a:pt x="2563979" y="600511"/>
                </a:lnTo>
                <a:cubicBezTo>
                  <a:pt x="2612897" y="600511"/>
                  <a:pt x="2653380" y="560027"/>
                  <a:pt x="2653380" y="509422"/>
                </a:cubicBezTo>
                <a:lnTo>
                  <a:pt x="2653380" y="106270"/>
                </a:lnTo>
                <a:cubicBezTo>
                  <a:pt x="2653380" y="57352"/>
                  <a:pt x="2612897" y="16868"/>
                  <a:pt x="2563979" y="16868"/>
                </a:cubicBezTo>
                <a:lnTo>
                  <a:pt x="107957" y="16868"/>
                </a:lnTo>
                <a:cubicBezTo>
                  <a:pt x="57352" y="16868"/>
                  <a:pt x="16868" y="57352"/>
                  <a:pt x="16868" y="106270"/>
                </a:cubicBezTo>
                <a:lnTo>
                  <a:pt x="16868" y="509422"/>
                </a:lnTo>
                <a:cubicBezTo>
                  <a:pt x="16868" y="560027"/>
                  <a:pt x="57352" y="600511"/>
                  <a:pt x="107957" y="600511"/>
                </a:cubicBezTo>
                <a:lnTo>
                  <a:pt x="107957" y="608945"/>
                </a:lnTo>
                <a:lnTo>
                  <a:pt x="107957" y="617379"/>
                </a:lnTo>
                <a:cubicBezTo>
                  <a:pt x="48918" y="617379"/>
                  <a:pt x="0" y="570148"/>
                  <a:pt x="0" y="509422"/>
                </a:cubicBezTo>
                <a:lnTo>
                  <a:pt x="0" y="106270"/>
                </a:lnTo>
                <a:cubicBezTo>
                  <a:pt x="0" y="47231"/>
                  <a:pt x="48918" y="0"/>
                  <a:pt x="107957" y="0"/>
                </a:cubicBezTo>
                <a:lnTo>
                  <a:pt x="2563979" y="0"/>
                </a:lnTo>
                <a:cubicBezTo>
                  <a:pt x="2623017" y="0"/>
                  <a:pt x="2670249" y="47231"/>
                  <a:pt x="2671936" y="106270"/>
                </a:cubicBezTo>
                <a:lnTo>
                  <a:pt x="2671936" y="509422"/>
                </a:lnTo>
                <a:cubicBezTo>
                  <a:pt x="2670249" y="570148"/>
                  <a:pt x="2623017" y="617379"/>
                  <a:pt x="2563979" y="617379"/>
                </a:cubicBezTo>
                <a:lnTo>
                  <a:pt x="107957" y="617379"/>
                </a:lnTo>
                <a:lnTo>
                  <a:pt x="107957" y="608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1FB75-0F5D-4100-B718-BEC38B3A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566" y="209536"/>
            <a:ext cx="261458" cy="263145"/>
          </a:xfrm>
          <a:custGeom xmlns:a="http://schemas.openxmlformats.org/drawingml/2006/main">
            <a:pathLst>
              <a:path w="261458" h="263145">
                <a:moveTo>
                  <a:pt x="0" y="131573"/>
                </a:moveTo>
                <a:cubicBezTo>
                  <a:pt x="0" y="59039"/>
                  <a:pt x="59039" y="0"/>
                  <a:pt x="131573" y="0"/>
                </a:cubicBezTo>
                <a:cubicBezTo>
                  <a:pt x="204106" y="0"/>
                  <a:pt x="261458" y="59039"/>
                  <a:pt x="261458" y="131573"/>
                </a:cubicBezTo>
                <a:cubicBezTo>
                  <a:pt x="261458" y="204106"/>
                  <a:pt x="204106" y="263145"/>
                  <a:pt x="131573" y="263145"/>
                </a:cubicBezTo>
                <a:cubicBezTo>
                  <a:pt x="59039" y="263145"/>
                  <a:pt x="0" y="204106"/>
                  <a:pt x="0" y="13157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89E15-2081-4E7A-94C4-95B71ED3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132" y="201102"/>
            <a:ext cx="280013" cy="280013"/>
          </a:xfrm>
          <a:custGeom xmlns:a="http://schemas.openxmlformats.org/drawingml/2006/main">
            <a:pathLst>
              <a:path w="280013" h="280013">
                <a:moveTo>
                  <a:pt x="8434" y="140007"/>
                </a:moveTo>
                <a:lnTo>
                  <a:pt x="0" y="140007"/>
                </a:lnTo>
                <a:cubicBezTo>
                  <a:pt x="0" y="62413"/>
                  <a:pt x="62413" y="0"/>
                  <a:pt x="140007" y="0"/>
                </a:cubicBezTo>
                <a:cubicBezTo>
                  <a:pt x="215914" y="0"/>
                  <a:pt x="280013" y="62413"/>
                  <a:pt x="280013" y="140007"/>
                </a:cubicBezTo>
                <a:cubicBezTo>
                  <a:pt x="280013" y="217601"/>
                  <a:pt x="215914" y="280013"/>
                  <a:pt x="140007" y="280013"/>
                </a:cubicBezTo>
                <a:cubicBezTo>
                  <a:pt x="62413" y="280013"/>
                  <a:pt x="0" y="217601"/>
                  <a:pt x="0" y="140007"/>
                </a:cubicBezTo>
                <a:lnTo>
                  <a:pt x="8434" y="140007"/>
                </a:lnTo>
                <a:lnTo>
                  <a:pt x="16868" y="140007"/>
                </a:lnTo>
                <a:cubicBezTo>
                  <a:pt x="16868" y="207480"/>
                  <a:pt x="70847" y="263145"/>
                  <a:pt x="140007" y="263145"/>
                </a:cubicBezTo>
                <a:cubicBezTo>
                  <a:pt x="207480" y="263145"/>
                  <a:pt x="261458" y="207480"/>
                  <a:pt x="261458" y="140007"/>
                </a:cubicBezTo>
                <a:cubicBezTo>
                  <a:pt x="261458" y="72534"/>
                  <a:pt x="207480" y="18555"/>
                  <a:pt x="140007" y="18555"/>
                </a:cubicBezTo>
                <a:cubicBezTo>
                  <a:pt x="70847" y="18555"/>
                  <a:pt x="16868" y="72534"/>
                  <a:pt x="16868" y="140007"/>
                </a:cubicBezTo>
                <a:lnTo>
                  <a:pt x="8434" y="140007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FB191-D3EC-4568-8279-56FD1D4A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029" y="285444"/>
            <a:ext cx="74220" cy="118078"/>
          </a:xfrm>
          <a:custGeom xmlns:a="http://schemas.openxmlformats.org/drawingml/2006/main">
            <a:pathLst>
              <a:path w="74220" h="118078">
                <a:moveTo>
                  <a:pt x="74220" y="111331"/>
                </a:moveTo>
                <a:cubicBezTo>
                  <a:pt x="74220" y="113017"/>
                  <a:pt x="74220" y="114704"/>
                  <a:pt x="72534" y="114704"/>
                </a:cubicBezTo>
                <a:lnTo>
                  <a:pt x="72534" y="116391"/>
                </a:lnTo>
                <a:cubicBezTo>
                  <a:pt x="72534" y="118078"/>
                  <a:pt x="72534" y="118078"/>
                  <a:pt x="70847" y="118078"/>
                </a:cubicBezTo>
                <a:lnTo>
                  <a:pt x="5060" y="118078"/>
                </a:lnTo>
                <a:lnTo>
                  <a:pt x="3374" y="118078"/>
                </a:lnTo>
                <a:lnTo>
                  <a:pt x="1687" y="118078"/>
                </a:lnTo>
                <a:cubicBezTo>
                  <a:pt x="1687" y="116391"/>
                  <a:pt x="0" y="116391"/>
                  <a:pt x="0" y="114704"/>
                </a:cubicBezTo>
                <a:cubicBezTo>
                  <a:pt x="0" y="114704"/>
                  <a:pt x="0" y="113017"/>
                  <a:pt x="0" y="111331"/>
                </a:cubicBezTo>
                <a:lnTo>
                  <a:pt x="0" y="109644"/>
                </a:lnTo>
                <a:cubicBezTo>
                  <a:pt x="0" y="107957"/>
                  <a:pt x="0" y="107957"/>
                  <a:pt x="1687" y="106270"/>
                </a:cubicBezTo>
                <a:lnTo>
                  <a:pt x="1687" y="104583"/>
                </a:lnTo>
                <a:lnTo>
                  <a:pt x="3374" y="102897"/>
                </a:lnTo>
                <a:lnTo>
                  <a:pt x="26989" y="77594"/>
                </a:lnTo>
                <a:cubicBezTo>
                  <a:pt x="32050" y="72534"/>
                  <a:pt x="37110" y="67473"/>
                  <a:pt x="40484" y="62413"/>
                </a:cubicBezTo>
                <a:cubicBezTo>
                  <a:pt x="43858" y="59039"/>
                  <a:pt x="45544" y="53978"/>
                  <a:pt x="47231" y="50605"/>
                </a:cubicBezTo>
                <a:cubicBezTo>
                  <a:pt x="48918" y="47231"/>
                  <a:pt x="50605" y="43858"/>
                  <a:pt x="50605" y="42171"/>
                </a:cubicBezTo>
                <a:cubicBezTo>
                  <a:pt x="52292" y="38797"/>
                  <a:pt x="52292" y="35423"/>
                  <a:pt x="52292" y="33737"/>
                </a:cubicBezTo>
                <a:cubicBezTo>
                  <a:pt x="52292" y="30363"/>
                  <a:pt x="52292" y="28676"/>
                  <a:pt x="50605" y="25302"/>
                </a:cubicBezTo>
                <a:cubicBezTo>
                  <a:pt x="50605" y="23616"/>
                  <a:pt x="48918" y="21929"/>
                  <a:pt x="47231" y="20242"/>
                </a:cubicBezTo>
                <a:cubicBezTo>
                  <a:pt x="45544" y="18555"/>
                  <a:pt x="43858" y="16868"/>
                  <a:pt x="40484" y="15181"/>
                </a:cubicBezTo>
                <a:cubicBezTo>
                  <a:pt x="38797" y="15181"/>
                  <a:pt x="35423" y="13495"/>
                  <a:pt x="32050" y="13495"/>
                </a:cubicBezTo>
                <a:cubicBezTo>
                  <a:pt x="28676" y="13495"/>
                  <a:pt x="25302" y="15181"/>
                  <a:pt x="21929" y="15181"/>
                </a:cubicBezTo>
                <a:cubicBezTo>
                  <a:pt x="18555" y="16868"/>
                  <a:pt x="16868" y="16868"/>
                  <a:pt x="13495" y="18555"/>
                </a:cubicBezTo>
                <a:cubicBezTo>
                  <a:pt x="11808" y="20242"/>
                  <a:pt x="10121" y="20242"/>
                  <a:pt x="8434" y="21929"/>
                </a:cubicBezTo>
                <a:cubicBezTo>
                  <a:pt x="6747" y="23616"/>
                  <a:pt x="5060" y="23616"/>
                  <a:pt x="5060" y="23616"/>
                </a:cubicBezTo>
                <a:lnTo>
                  <a:pt x="3374" y="23616"/>
                </a:lnTo>
                <a:lnTo>
                  <a:pt x="3374" y="21929"/>
                </a:lnTo>
                <a:lnTo>
                  <a:pt x="3374" y="20242"/>
                </a:lnTo>
                <a:cubicBezTo>
                  <a:pt x="1687" y="18555"/>
                  <a:pt x="1687" y="18555"/>
                  <a:pt x="1687" y="16868"/>
                </a:cubicBezTo>
                <a:cubicBezTo>
                  <a:pt x="1687" y="15181"/>
                  <a:pt x="1687" y="15181"/>
                  <a:pt x="3374" y="13495"/>
                </a:cubicBezTo>
                <a:lnTo>
                  <a:pt x="3374" y="11808"/>
                </a:lnTo>
                <a:cubicBezTo>
                  <a:pt x="3374" y="10121"/>
                  <a:pt x="3374" y="10121"/>
                  <a:pt x="5060" y="10121"/>
                </a:cubicBezTo>
                <a:cubicBezTo>
                  <a:pt x="5060" y="8434"/>
                  <a:pt x="6747" y="8434"/>
                  <a:pt x="8434" y="6747"/>
                </a:cubicBezTo>
                <a:cubicBezTo>
                  <a:pt x="10121" y="6747"/>
                  <a:pt x="11808" y="5060"/>
                  <a:pt x="15181" y="3374"/>
                </a:cubicBezTo>
                <a:cubicBezTo>
                  <a:pt x="18555" y="3374"/>
                  <a:pt x="20242" y="1687"/>
                  <a:pt x="23616" y="1687"/>
                </a:cubicBezTo>
                <a:cubicBezTo>
                  <a:pt x="26989" y="0"/>
                  <a:pt x="30363" y="0"/>
                  <a:pt x="33737" y="0"/>
                </a:cubicBezTo>
                <a:cubicBezTo>
                  <a:pt x="40484" y="0"/>
                  <a:pt x="45544" y="1687"/>
                  <a:pt x="48918" y="1687"/>
                </a:cubicBezTo>
                <a:cubicBezTo>
                  <a:pt x="53978" y="3374"/>
                  <a:pt x="57352" y="6747"/>
                  <a:pt x="59039" y="8434"/>
                </a:cubicBezTo>
                <a:cubicBezTo>
                  <a:pt x="62413" y="11808"/>
                  <a:pt x="64099" y="15181"/>
                  <a:pt x="65786" y="18555"/>
                </a:cubicBezTo>
                <a:cubicBezTo>
                  <a:pt x="67473" y="21929"/>
                  <a:pt x="67473" y="26989"/>
                  <a:pt x="67473" y="30363"/>
                </a:cubicBezTo>
                <a:cubicBezTo>
                  <a:pt x="67473" y="33737"/>
                  <a:pt x="67473" y="38797"/>
                  <a:pt x="67473" y="42171"/>
                </a:cubicBezTo>
                <a:cubicBezTo>
                  <a:pt x="65786" y="45544"/>
                  <a:pt x="65786" y="48918"/>
                  <a:pt x="62413" y="53978"/>
                </a:cubicBezTo>
                <a:cubicBezTo>
                  <a:pt x="60726" y="57352"/>
                  <a:pt x="57352" y="62413"/>
                  <a:pt x="53978" y="67473"/>
                </a:cubicBezTo>
                <a:cubicBezTo>
                  <a:pt x="48918" y="72534"/>
                  <a:pt x="43858" y="79281"/>
                  <a:pt x="37110" y="86028"/>
                </a:cubicBezTo>
                <a:lnTo>
                  <a:pt x="18555" y="106270"/>
                </a:lnTo>
                <a:lnTo>
                  <a:pt x="69160" y="106270"/>
                </a:lnTo>
                <a:lnTo>
                  <a:pt x="70847" y="106270"/>
                </a:lnTo>
                <a:cubicBezTo>
                  <a:pt x="72534" y="106270"/>
                  <a:pt x="72534" y="106270"/>
                  <a:pt x="72534" y="107957"/>
                </a:cubicBezTo>
                <a:lnTo>
                  <a:pt x="72534" y="109644"/>
                </a:lnTo>
                <a:cubicBezTo>
                  <a:pt x="74220" y="109644"/>
                  <a:pt x="74220" y="111331"/>
                  <a:pt x="74220" y="1113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F3AA2-E4F8-4A33-962E-1EBF5D2E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980" y="631243"/>
            <a:ext cx="118078" cy="138320"/>
          </a:xfrm>
          <a:custGeom xmlns:a="http://schemas.openxmlformats.org/drawingml/2006/main">
            <a:pathLst>
              <a:path w="118078" h="138320">
                <a:moveTo>
                  <a:pt x="57352" y="62413"/>
                </a:moveTo>
                <a:cubicBezTo>
                  <a:pt x="65786" y="62413"/>
                  <a:pt x="72534" y="60726"/>
                  <a:pt x="77594" y="60726"/>
                </a:cubicBezTo>
                <a:cubicBezTo>
                  <a:pt x="82655" y="59039"/>
                  <a:pt x="86028" y="57352"/>
                  <a:pt x="89402" y="53978"/>
                </a:cubicBezTo>
                <a:cubicBezTo>
                  <a:pt x="92776" y="50605"/>
                  <a:pt x="96149" y="45544"/>
                  <a:pt x="97836" y="42171"/>
                </a:cubicBezTo>
                <a:cubicBezTo>
                  <a:pt x="99523" y="38797"/>
                  <a:pt x="99523" y="33737"/>
                  <a:pt x="99523" y="28676"/>
                </a:cubicBezTo>
                <a:cubicBezTo>
                  <a:pt x="99523" y="25302"/>
                  <a:pt x="99523" y="23616"/>
                  <a:pt x="97836" y="20242"/>
                </a:cubicBezTo>
                <a:cubicBezTo>
                  <a:pt x="97836" y="18555"/>
                  <a:pt x="96149" y="15181"/>
                  <a:pt x="92776" y="13495"/>
                </a:cubicBezTo>
                <a:cubicBezTo>
                  <a:pt x="91089" y="11808"/>
                  <a:pt x="87715" y="10121"/>
                  <a:pt x="84341" y="10121"/>
                </a:cubicBezTo>
                <a:cubicBezTo>
                  <a:pt x="80968" y="8434"/>
                  <a:pt x="77594" y="8434"/>
                  <a:pt x="72534" y="8434"/>
                </a:cubicBezTo>
                <a:cubicBezTo>
                  <a:pt x="65786" y="8434"/>
                  <a:pt x="60726" y="8434"/>
                  <a:pt x="55665" y="8434"/>
                </a:cubicBezTo>
                <a:lnTo>
                  <a:pt x="43858" y="62413"/>
                </a:lnTo>
                <a:lnTo>
                  <a:pt x="57352" y="62413"/>
                </a:lnTo>
                <a:close/>
                <a:moveTo>
                  <a:pt x="28676" y="129886"/>
                </a:moveTo>
                <a:cubicBezTo>
                  <a:pt x="33737" y="129886"/>
                  <a:pt x="38797" y="129886"/>
                  <a:pt x="43858" y="129886"/>
                </a:cubicBezTo>
                <a:cubicBezTo>
                  <a:pt x="53978" y="129886"/>
                  <a:pt x="62413" y="128199"/>
                  <a:pt x="67473" y="126512"/>
                </a:cubicBezTo>
                <a:cubicBezTo>
                  <a:pt x="72534" y="124825"/>
                  <a:pt x="77594" y="119765"/>
                  <a:pt x="80968" y="114704"/>
                </a:cubicBezTo>
                <a:cubicBezTo>
                  <a:pt x="84341" y="107957"/>
                  <a:pt x="86028" y="101210"/>
                  <a:pt x="86028" y="91089"/>
                </a:cubicBezTo>
                <a:cubicBezTo>
                  <a:pt x="86028" y="84341"/>
                  <a:pt x="84341" y="79281"/>
                  <a:pt x="79281" y="75907"/>
                </a:cubicBezTo>
                <a:cubicBezTo>
                  <a:pt x="75907" y="72534"/>
                  <a:pt x="69160" y="70847"/>
                  <a:pt x="59039" y="70847"/>
                </a:cubicBezTo>
                <a:lnTo>
                  <a:pt x="42171" y="70847"/>
                </a:lnTo>
                <a:lnTo>
                  <a:pt x="28676" y="129886"/>
                </a:lnTo>
                <a:close/>
                <a:moveTo>
                  <a:pt x="86028" y="67473"/>
                </a:moveTo>
                <a:cubicBezTo>
                  <a:pt x="92776" y="70847"/>
                  <a:pt x="97836" y="74220"/>
                  <a:pt x="101210" y="79281"/>
                </a:cubicBezTo>
                <a:cubicBezTo>
                  <a:pt x="104583" y="82655"/>
                  <a:pt x="106270" y="87715"/>
                  <a:pt x="106270" y="94462"/>
                </a:cubicBezTo>
                <a:cubicBezTo>
                  <a:pt x="106270" y="102897"/>
                  <a:pt x="104583" y="111331"/>
                  <a:pt x="99523" y="118078"/>
                </a:cubicBezTo>
                <a:cubicBezTo>
                  <a:pt x="96149" y="123138"/>
                  <a:pt x="89402" y="129886"/>
                  <a:pt x="80968" y="133259"/>
                </a:cubicBezTo>
                <a:cubicBezTo>
                  <a:pt x="72534" y="136633"/>
                  <a:pt x="60726" y="138320"/>
                  <a:pt x="43858" y="138320"/>
                </a:cubicBezTo>
                <a:lnTo>
                  <a:pt x="0" y="138320"/>
                </a:lnTo>
                <a:lnTo>
                  <a:pt x="0" y="133259"/>
                </a:lnTo>
                <a:cubicBezTo>
                  <a:pt x="3374" y="133259"/>
                  <a:pt x="5060" y="133259"/>
                  <a:pt x="6747" y="131573"/>
                </a:cubicBezTo>
                <a:cubicBezTo>
                  <a:pt x="6747" y="131573"/>
                  <a:pt x="8434" y="129886"/>
                  <a:pt x="10121" y="128199"/>
                </a:cubicBezTo>
                <a:cubicBezTo>
                  <a:pt x="10121" y="126512"/>
                  <a:pt x="11808" y="124825"/>
                  <a:pt x="11808" y="121452"/>
                </a:cubicBezTo>
                <a:cubicBezTo>
                  <a:pt x="11808" y="119765"/>
                  <a:pt x="13495" y="114704"/>
                  <a:pt x="15181" y="107957"/>
                </a:cubicBezTo>
                <a:lnTo>
                  <a:pt x="32050" y="30363"/>
                </a:lnTo>
                <a:cubicBezTo>
                  <a:pt x="33737" y="23616"/>
                  <a:pt x="35423" y="18555"/>
                  <a:pt x="35423" y="13495"/>
                </a:cubicBezTo>
                <a:cubicBezTo>
                  <a:pt x="35423" y="10121"/>
                  <a:pt x="33737" y="8434"/>
                  <a:pt x="32050" y="6747"/>
                </a:cubicBezTo>
                <a:cubicBezTo>
                  <a:pt x="30363" y="5060"/>
                  <a:pt x="28676" y="5060"/>
                  <a:pt x="25302" y="5060"/>
                </a:cubicBezTo>
                <a:lnTo>
                  <a:pt x="25302" y="0"/>
                </a:lnTo>
                <a:lnTo>
                  <a:pt x="75907" y="0"/>
                </a:lnTo>
                <a:cubicBezTo>
                  <a:pt x="86028" y="0"/>
                  <a:pt x="94462" y="1687"/>
                  <a:pt x="101210" y="3374"/>
                </a:cubicBezTo>
                <a:cubicBezTo>
                  <a:pt x="106270" y="5060"/>
                  <a:pt x="111331" y="8434"/>
                  <a:pt x="114704" y="11808"/>
                </a:cubicBezTo>
                <a:cubicBezTo>
                  <a:pt x="118078" y="16868"/>
                  <a:pt x="118078" y="21929"/>
                  <a:pt x="118078" y="28676"/>
                </a:cubicBezTo>
                <a:cubicBezTo>
                  <a:pt x="118078" y="37110"/>
                  <a:pt x="116391" y="43858"/>
                  <a:pt x="111331" y="50605"/>
                </a:cubicBezTo>
                <a:cubicBezTo>
                  <a:pt x="104583" y="57352"/>
                  <a:pt x="97836" y="62413"/>
                  <a:pt x="86028" y="65786"/>
                </a:cubicBezTo>
                <a:lnTo>
                  <a:pt x="86028" y="67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5B72F-3A59-4FD2-91E6-9811B6A4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866" y="718958"/>
            <a:ext cx="55665" cy="96149"/>
          </a:xfrm>
          <a:custGeom xmlns:a="http://schemas.openxmlformats.org/drawingml/2006/main">
            <a:pathLst>
              <a:path w="55665" h="96149">
                <a:moveTo>
                  <a:pt x="47231" y="79281"/>
                </a:moveTo>
                <a:cubicBezTo>
                  <a:pt x="45544" y="82655"/>
                  <a:pt x="42171" y="84341"/>
                  <a:pt x="40484" y="87715"/>
                </a:cubicBezTo>
                <a:cubicBezTo>
                  <a:pt x="38797" y="89402"/>
                  <a:pt x="35423" y="91089"/>
                  <a:pt x="33737" y="92776"/>
                </a:cubicBezTo>
                <a:cubicBezTo>
                  <a:pt x="32050" y="92776"/>
                  <a:pt x="28676" y="94462"/>
                  <a:pt x="26989" y="94462"/>
                </a:cubicBezTo>
                <a:cubicBezTo>
                  <a:pt x="25302" y="96149"/>
                  <a:pt x="23616" y="96149"/>
                  <a:pt x="20242" y="96149"/>
                </a:cubicBezTo>
                <a:cubicBezTo>
                  <a:pt x="15181" y="96149"/>
                  <a:pt x="10121" y="94462"/>
                  <a:pt x="6747" y="91089"/>
                </a:cubicBezTo>
                <a:cubicBezTo>
                  <a:pt x="5060" y="89402"/>
                  <a:pt x="3374" y="84341"/>
                  <a:pt x="3374" y="79281"/>
                </a:cubicBezTo>
                <a:cubicBezTo>
                  <a:pt x="3374" y="77594"/>
                  <a:pt x="3374" y="75907"/>
                  <a:pt x="3374" y="72534"/>
                </a:cubicBezTo>
                <a:cubicBezTo>
                  <a:pt x="3374" y="70847"/>
                  <a:pt x="3374" y="69160"/>
                  <a:pt x="5060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1929"/>
                </a:cubicBezTo>
                <a:cubicBezTo>
                  <a:pt x="10121" y="20242"/>
                  <a:pt x="11808" y="20242"/>
                  <a:pt x="13495" y="18555"/>
                </a:cubicBezTo>
                <a:lnTo>
                  <a:pt x="15181" y="16868"/>
                </a:lnTo>
                <a:cubicBezTo>
                  <a:pt x="16868" y="15181"/>
                  <a:pt x="16868" y="13495"/>
                  <a:pt x="16868" y="11808"/>
                </a:cubicBezTo>
                <a:cubicBezTo>
                  <a:pt x="18555" y="11808"/>
                  <a:pt x="18555" y="10121"/>
                  <a:pt x="20242" y="6747"/>
                </a:cubicBezTo>
                <a:cubicBezTo>
                  <a:pt x="20242" y="5060"/>
                  <a:pt x="21929" y="3374"/>
                  <a:pt x="21929" y="0"/>
                </a:cubicBezTo>
                <a:lnTo>
                  <a:pt x="33737" y="0"/>
                </a:lnTo>
                <a:lnTo>
                  <a:pt x="30363" y="20242"/>
                </a:lnTo>
                <a:lnTo>
                  <a:pt x="55665" y="20242"/>
                </a:lnTo>
                <a:lnTo>
                  <a:pt x="53978" y="26989"/>
                </a:lnTo>
                <a:lnTo>
                  <a:pt x="28676" y="26989"/>
                </a:lnTo>
                <a:lnTo>
                  <a:pt x="20242" y="59039"/>
                </a:lnTo>
                <a:cubicBezTo>
                  <a:pt x="20242" y="60726"/>
                  <a:pt x="20242" y="62413"/>
                  <a:pt x="18555" y="64099"/>
                </a:cubicBezTo>
                <a:cubicBezTo>
                  <a:pt x="18555" y="65786"/>
                  <a:pt x="18555" y="67473"/>
                  <a:pt x="18555" y="69160"/>
                </a:cubicBezTo>
                <a:cubicBezTo>
                  <a:pt x="18555" y="70847"/>
                  <a:pt x="18555" y="72534"/>
                  <a:pt x="18555" y="72534"/>
                </a:cubicBezTo>
                <a:cubicBezTo>
                  <a:pt x="18555" y="74220"/>
                  <a:pt x="18555" y="75907"/>
                  <a:pt x="18555" y="75907"/>
                </a:cubicBezTo>
                <a:cubicBezTo>
                  <a:pt x="18555" y="79281"/>
                  <a:pt x="18555" y="80968"/>
                  <a:pt x="20242" y="82655"/>
                </a:cubicBezTo>
                <a:cubicBezTo>
                  <a:pt x="20242" y="84341"/>
                  <a:pt x="23616" y="86028"/>
                  <a:pt x="25302" y="86028"/>
                </a:cubicBezTo>
                <a:cubicBezTo>
                  <a:pt x="28676" y="86028"/>
                  <a:pt x="30363" y="84341"/>
                  <a:pt x="33737" y="82655"/>
                </a:cubicBezTo>
                <a:cubicBezTo>
                  <a:pt x="35423" y="80968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35F12-5E73-44B4-A284-AF9DE03E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400" y="762816"/>
            <a:ext cx="94462" cy="11808"/>
          </a:xfrm>
          <a:custGeom xmlns:a="http://schemas.openxmlformats.org/drawingml/2006/main">
            <a:pathLst>
              <a:path w="94462" h="11808">
                <a:moveTo>
                  <a:pt x="94462" y="0"/>
                </a:moveTo>
                <a:lnTo>
                  <a:pt x="94462" y="11808"/>
                </a:lnTo>
                <a:lnTo>
                  <a:pt x="0" y="11808"/>
                </a:lnTo>
                <a:lnTo>
                  <a:pt x="0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F66F00-C08C-40A8-8304-84BCCBE1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670" y="715585"/>
            <a:ext cx="106270" cy="97836"/>
          </a:xfrm>
          <a:custGeom xmlns:a="http://schemas.openxmlformats.org/drawingml/2006/main">
            <a:pathLst>
              <a:path w="106270" h="97836">
                <a:moveTo>
                  <a:pt x="72534" y="74220"/>
                </a:moveTo>
                <a:cubicBezTo>
                  <a:pt x="72534" y="72534"/>
                  <a:pt x="74220" y="67473"/>
                  <a:pt x="74220" y="64099"/>
                </a:cubicBezTo>
                <a:cubicBezTo>
                  <a:pt x="75907" y="59039"/>
                  <a:pt x="75907" y="53978"/>
                  <a:pt x="77594" y="50605"/>
                </a:cubicBezTo>
                <a:cubicBezTo>
                  <a:pt x="77594" y="47231"/>
                  <a:pt x="79281" y="42171"/>
                  <a:pt x="79281" y="38797"/>
                </a:cubicBezTo>
                <a:cubicBezTo>
                  <a:pt x="80968" y="35423"/>
                  <a:pt x="80968" y="32050"/>
                  <a:pt x="82655" y="28676"/>
                </a:cubicBezTo>
                <a:cubicBezTo>
                  <a:pt x="82655" y="25302"/>
                  <a:pt x="84341" y="21929"/>
                  <a:pt x="84341" y="18555"/>
                </a:cubicBezTo>
                <a:cubicBezTo>
                  <a:pt x="84341" y="15181"/>
                  <a:pt x="84341" y="13495"/>
                  <a:pt x="84341" y="11808"/>
                </a:cubicBezTo>
                <a:cubicBezTo>
                  <a:pt x="84341" y="10121"/>
                  <a:pt x="84341" y="8434"/>
                  <a:pt x="82655" y="6747"/>
                </a:cubicBezTo>
                <a:cubicBezTo>
                  <a:pt x="82655" y="6747"/>
                  <a:pt x="79281" y="5060"/>
                  <a:pt x="77594" y="5060"/>
                </a:cubicBezTo>
                <a:lnTo>
                  <a:pt x="77594" y="0"/>
                </a:lnTo>
                <a:lnTo>
                  <a:pt x="106270" y="0"/>
                </a:lnTo>
                <a:lnTo>
                  <a:pt x="104583" y="5060"/>
                </a:lnTo>
                <a:cubicBezTo>
                  <a:pt x="102897" y="5060"/>
                  <a:pt x="101210" y="6747"/>
                  <a:pt x="101210" y="6747"/>
                </a:cubicBezTo>
                <a:cubicBezTo>
                  <a:pt x="99523" y="6747"/>
                  <a:pt x="99523" y="6747"/>
                  <a:pt x="97836" y="8434"/>
                </a:cubicBezTo>
                <a:cubicBezTo>
                  <a:pt x="97836" y="10121"/>
                  <a:pt x="96149" y="11808"/>
                  <a:pt x="96149" y="13495"/>
                </a:cubicBezTo>
                <a:cubicBezTo>
                  <a:pt x="96149" y="15181"/>
                  <a:pt x="94462" y="18555"/>
                  <a:pt x="94462" y="21929"/>
                </a:cubicBezTo>
                <a:lnTo>
                  <a:pt x="77594" y="97836"/>
                </a:lnTo>
                <a:lnTo>
                  <a:pt x="65786" y="97836"/>
                </a:lnTo>
                <a:cubicBezTo>
                  <a:pt x="62413" y="91089"/>
                  <a:pt x="60726" y="84341"/>
                  <a:pt x="57352" y="77594"/>
                </a:cubicBezTo>
                <a:cubicBezTo>
                  <a:pt x="55665" y="70847"/>
                  <a:pt x="52292" y="64099"/>
                  <a:pt x="48918" y="57352"/>
                </a:cubicBezTo>
                <a:cubicBezTo>
                  <a:pt x="47231" y="48918"/>
                  <a:pt x="43858" y="42171"/>
                  <a:pt x="42171" y="35423"/>
                </a:cubicBezTo>
                <a:cubicBezTo>
                  <a:pt x="38797" y="28676"/>
                  <a:pt x="37110" y="21929"/>
                  <a:pt x="35423" y="15181"/>
                </a:cubicBezTo>
                <a:lnTo>
                  <a:pt x="33737" y="15181"/>
                </a:lnTo>
                <a:cubicBezTo>
                  <a:pt x="33737" y="16868"/>
                  <a:pt x="33737" y="18555"/>
                  <a:pt x="33737" y="21929"/>
                </a:cubicBezTo>
                <a:cubicBezTo>
                  <a:pt x="33737" y="23616"/>
                  <a:pt x="32050" y="25302"/>
                  <a:pt x="32050" y="28676"/>
                </a:cubicBezTo>
                <a:cubicBezTo>
                  <a:pt x="32050" y="30363"/>
                  <a:pt x="32050" y="32050"/>
                  <a:pt x="30363" y="35423"/>
                </a:cubicBezTo>
                <a:cubicBezTo>
                  <a:pt x="30363" y="37110"/>
                  <a:pt x="30363" y="40484"/>
                  <a:pt x="28676" y="42171"/>
                </a:cubicBezTo>
                <a:cubicBezTo>
                  <a:pt x="28676" y="43858"/>
                  <a:pt x="28676" y="47231"/>
                  <a:pt x="26989" y="48918"/>
                </a:cubicBezTo>
                <a:cubicBezTo>
                  <a:pt x="26989" y="52292"/>
                  <a:pt x="26989" y="53978"/>
                  <a:pt x="25302" y="57352"/>
                </a:cubicBezTo>
                <a:cubicBezTo>
                  <a:pt x="25302" y="60726"/>
                  <a:pt x="25302" y="64099"/>
                  <a:pt x="23616" y="65786"/>
                </a:cubicBezTo>
                <a:cubicBezTo>
                  <a:pt x="23616" y="69160"/>
                  <a:pt x="21929" y="72534"/>
                  <a:pt x="21929" y="74220"/>
                </a:cubicBezTo>
                <a:cubicBezTo>
                  <a:pt x="21929" y="77594"/>
                  <a:pt x="20242" y="79281"/>
                  <a:pt x="20242" y="82655"/>
                </a:cubicBezTo>
                <a:cubicBezTo>
                  <a:pt x="20242" y="84341"/>
                  <a:pt x="20242" y="86028"/>
                  <a:pt x="20242" y="87715"/>
                </a:cubicBezTo>
                <a:cubicBezTo>
                  <a:pt x="20242" y="89402"/>
                  <a:pt x="20242" y="91089"/>
                  <a:pt x="21929" y="91089"/>
                </a:cubicBezTo>
                <a:cubicBezTo>
                  <a:pt x="23616" y="92776"/>
                  <a:pt x="25302" y="92776"/>
                  <a:pt x="28676" y="92776"/>
                </a:cubicBezTo>
                <a:lnTo>
                  <a:pt x="26989" y="97836"/>
                </a:lnTo>
                <a:lnTo>
                  <a:pt x="0" y="97836"/>
                </a:lnTo>
                <a:lnTo>
                  <a:pt x="0" y="92776"/>
                </a:lnTo>
                <a:cubicBezTo>
                  <a:pt x="1687" y="92776"/>
                  <a:pt x="3374" y="92776"/>
                  <a:pt x="3374" y="92776"/>
                </a:cubicBezTo>
                <a:cubicBezTo>
                  <a:pt x="5060" y="91089"/>
                  <a:pt x="6747" y="91089"/>
                  <a:pt x="6747" y="89402"/>
                </a:cubicBezTo>
                <a:cubicBezTo>
                  <a:pt x="6747" y="89402"/>
                  <a:pt x="8434" y="87715"/>
                  <a:pt x="8434" y="86028"/>
                </a:cubicBezTo>
                <a:cubicBezTo>
                  <a:pt x="10121" y="82655"/>
                  <a:pt x="10121" y="79281"/>
                  <a:pt x="11808" y="75907"/>
                </a:cubicBezTo>
                <a:lnTo>
                  <a:pt x="23616" y="21929"/>
                </a:lnTo>
                <a:cubicBezTo>
                  <a:pt x="23616" y="20242"/>
                  <a:pt x="23616" y="18555"/>
                  <a:pt x="25302" y="16868"/>
                </a:cubicBezTo>
                <a:cubicBezTo>
                  <a:pt x="25302" y="15181"/>
                  <a:pt x="25302" y="13495"/>
                  <a:pt x="25302" y="11808"/>
                </a:cubicBezTo>
                <a:cubicBezTo>
                  <a:pt x="25302" y="10121"/>
                  <a:pt x="23616" y="8434"/>
                  <a:pt x="23616" y="6747"/>
                </a:cubicBezTo>
                <a:cubicBezTo>
                  <a:pt x="21929" y="6747"/>
                  <a:pt x="20242" y="5060"/>
                  <a:pt x="16868" y="5060"/>
                </a:cubicBezTo>
                <a:lnTo>
                  <a:pt x="18555" y="0"/>
                </a:lnTo>
                <a:lnTo>
                  <a:pt x="43858" y="0"/>
                </a:lnTo>
                <a:cubicBezTo>
                  <a:pt x="45544" y="6747"/>
                  <a:pt x="48918" y="13495"/>
                  <a:pt x="50605" y="20242"/>
                </a:cubicBezTo>
                <a:cubicBezTo>
                  <a:pt x="53978" y="25302"/>
                  <a:pt x="55665" y="32050"/>
                  <a:pt x="59039" y="38797"/>
                </a:cubicBezTo>
                <a:cubicBezTo>
                  <a:pt x="60726" y="43858"/>
                  <a:pt x="62413" y="50605"/>
                  <a:pt x="65786" y="57352"/>
                </a:cubicBezTo>
                <a:cubicBezTo>
                  <a:pt x="67473" y="62413"/>
                  <a:pt x="69160" y="69160"/>
                  <a:pt x="70847" y="74220"/>
                </a:cubicBezTo>
                <a:lnTo>
                  <a:pt x="72534" y="742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A62682-FFAE-4D2D-B209-58067FD5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808" y="720645"/>
            <a:ext cx="91089" cy="96149"/>
          </a:xfrm>
          <a:custGeom xmlns:a="http://schemas.openxmlformats.org/drawingml/2006/main">
            <a:pathLst>
              <a:path w="91089" h="96149">
                <a:moveTo>
                  <a:pt x="91089" y="53978"/>
                </a:moveTo>
                <a:lnTo>
                  <a:pt x="91089" y="43858"/>
                </a:lnTo>
                <a:lnTo>
                  <a:pt x="50605" y="43858"/>
                </a:lnTo>
                <a:lnTo>
                  <a:pt x="50605" y="0"/>
                </a:lnTo>
                <a:lnTo>
                  <a:pt x="40484" y="0"/>
                </a:lnTo>
                <a:lnTo>
                  <a:pt x="40484" y="43858"/>
                </a:lnTo>
                <a:lnTo>
                  <a:pt x="0" y="43858"/>
                </a:lnTo>
                <a:lnTo>
                  <a:pt x="0" y="53978"/>
                </a:lnTo>
                <a:lnTo>
                  <a:pt x="40484" y="53978"/>
                </a:lnTo>
                <a:lnTo>
                  <a:pt x="40484" y="96149"/>
                </a:lnTo>
                <a:lnTo>
                  <a:pt x="50605" y="96149"/>
                </a:lnTo>
                <a:lnTo>
                  <a:pt x="50605" y="53978"/>
                </a:lnTo>
                <a:lnTo>
                  <a:pt x="91089" y="539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26F33-6B64-420F-85E8-D93BCDC0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826" y="710524"/>
            <a:ext cx="59039" cy="102897"/>
          </a:xfrm>
          <a:custGeom xmlns:a="http://schemas.openxmlformats.org/drawingml/2006/main">
            <a:pathLst>
              <a:path w="59039" h="102897">
                <a:moveTo>
                  <a:pt x="38797" y="18555"/>
                </a:moveTo>
                <a:cubicBezTo>
                  <a:pt x="38797" y="10121"/>
                  <a:pt x="38797" y="3374"/>
                  <a:pt x="38797" y="0"/>
                </a:cubicBezTo>
                <a:lnTo>
                  <a:pt x="35423" y="0"/>
                </a:lnTo>
                <a:lnTo>
                  <a:pt x="0" y="20242"/>
                </a:lnTo>
                <a:lnTo>
                  <a:pt x="3374" y="25302"/>
                </a:lnTo>
                <a:cubicBezTo>
                  <a:pt x="6747" y="23616"/>
                  <a:pt x="11808" y="20242"/>
                  <a:pt x="13495" y="18555"/>
                </a:cubicBezTo>
                <a:cubicBezTo>
                  <a:pt x="16868" y="16868"/>
                  <a:pt x="18555" y="16868"/>
                  <a:pt x="20242" y="16868"/>
                </a:cubicBezTo>
                <a:cubicBezTo>
                  <a:pt x="21929" y="16868"/>
                  <a:pt x="23616" y="16868"/>
                  <a:pt x="23616" y="18555"/>
                </a:cubicBezTo>
                <a:cubicBezTo>
                  <a:pt x="25302" y="18555"/>
                  <a:pt x="25302" y="20242"/>
                  <a:pt x="25302" y="21929"/>
                </a:cubicBezTo>
                <a:lnTo>
                  <a:pt x="25302" y="82655"/>
                </a:lnTo>
                <a:cubicBezTo>
                  <a:pt x="25302" y="86028"/>
                  <a:pt x="25302" y="89402"/>
                  <a:pt x="23616" y="91089"/>
                </a:cubicBezTo>
                <a:cubicBezTo>
                  <a:pt x="23616" y="92776"/>
                  <a:pt x="21929" y="92776"/>
                  <a:pt x="21929" y="94462"/>
                </a:cubicBezTo>
                <a:cubicBezTo>
                  <a:pt x="20242" y="94462"/>
                  <a:pt x="18555" y="96149"/>
                  <a:pt x="15181" y="96149"/>
                </a:cubicBezTo>
                <a:cubicBezTo>
                  <a:pt x="13495" y="96149"/>
                  <a:pt x="10121" y="97836"/>
                  <a:pt x="3374" y="97836"/>
                </a:cubicBezTo>
                <a:lnTo>
                  <a:pt x="3374" y="102897"/>
                </a:lnTo>
                <a:lnTo>
                  <a:pt x="59039" y="102897"/>
                </a:lnTo>
                <a:lnTo>
                  <a:pt x="59039" y="97836"/>
                </a:lnTo>
                <a:cubicBezTo>
                  <a:pt x="55665" y="97836"/>
                  <a:pt x="52292" y="97836"/>
                  <a:pt x="50605" y="96149"/>
                </a:cubicBezTo>
                <a:cubicBezTo>
                  <a:pt x="47231" y="96149"/>
                  <a:pt x="45544" y="96149"/>
                  <a:pt x="43858" y="96149"/>
                </a:cubicBezTo>
                <a:cubicBezTo>
                  <a:pt x="42171" y="94462"/>
                  <a:pt x="42171" y="94462"/>
                  <a:pt x="40484" y="92776"/>
                </a:cubicBezTo>
                <a:cubicBezTo>
                  <a:pt x="40484" y="92776"/>
                  <a:pt x="38797" y="91089"/>
                  <a:pt x="38797" y="89402"/>
                </a:cubicBezTo>
                <a:cubicBezTo>
                  <a:pt x="38797" y="87715"/>
                  <a:pt x="38797" y="86028"/>
                  <a:pt x="38797" y="82655"/>
                </a:cubicBezTo>
                <a:lnTo>
                  <a:pt x="38797" y="185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36D6B-2ACD-4255-84A9-D16AB319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854" y="745948"/>
            <a:ext cx="30363" cy="52292"/>
          </a:xfrm>
          <a:custGeom xmlns:a="http://schemas.openxmlformats.org/drawingml/2006/main">
            <a:pathLst>
              <a:path w="30363" h="52292">
                <a:moveTo>
                  <a:pt x="11808" y="0"/>
                </a:moveTo>
                <a:cubicBezTo>
                  <a:pt x="11808" y="5060"/>
                  <a:pt x="11808" y="10121"/>
                  <a:pt x="11808" y="15181"/>
                </a:cubicBezTo>
                <a:cubicBezTo>
                  <a:pt x="11808" y="20242"/>
                  <a:pt x="11808" y="25302"/>
                  <a:pt x="11808" y="28676"/>
                </a:cubicBezTo>
                <a:cubicBezTo>
                  <a:pt x="10121" y="32050"/>
                  <a:pt x="10121" y="35423"/>
                  <a:pt x="8434" y="37110"/>
                </a:cubicBezTo>
                <a:cubicBezTo>
                  <a:pt x="6747" y="40484"/>
                  <a:pt x="3374" y="42171"/>
                  <a:pt x="0" y="45544"/>
                </a:cubicBezTo>
                <a:lnTo>
                  <a:pt x="5060" y="52292"/>
                </a:lnTo>
                <a:cubicBezTo>
                  <a:pt x="11808" y="47231"/>
                  <a:pt x="16868" y="43858"/>
                  <a:pt x="20242" y="38797"/>
                </a:cubicBezTo>
                <a:cubicBezTo>
                  <a:pt x="23616" y="35423"/>
                  <a:pt x="26989" y="32050"/>
                  <a:pt x="28676" y="26989"/>
                </a:cubicBezTo>
                <a:cubicBezTo>
                  <a:pt x="30363" y="23616"/>
                  <a:pt x="30363" y="20242"/>
                  <a:pt x="30363" y="15181"/>
                </a:cubicBezTo>
                <a:cubicBezTo>
                  <a:pt x="30363" y="10121"/>
                  <a:pt x="30363" y="5060"/>
                  <a:pt x="28676" y="0"/>
                </a:cubicBezTo>
                <a:lnTo>
                  <a:pt x="118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DF1BE2-8A85-4C8C-B71A-9CBFEF79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14" y="631243"/>
            <a:ext cx="118078" cy="138320"/>
          </a:xfrm>
          <a:custGeom xmlns:a="http://schemas.openxmlformats.org/drawingml/2006/main">
            <a:pathLst>
              <a:path w="118078" h="138320">
                <a:moveTo>
                  <a:pt x="57352" y="62413"/>
                </a:moveTo>
                <a:cubicBezTo>
                  <a:pt x="65786" y="62413"/>
                  <a:pt x="72534" y="60726"/>
                  <a:pt x="77594" y="60726"/>
                </a:cubicBezTo>
                <a:cubicBezTo>
                  <a:pt x="82655" y="59039"/>
                  <a:pt x="86028" y="57352"/>
                  <a:pt x="89402" y="53978"/>
                </a:cubicBezTo>
                <a:cubicBezTo>
                  <a:pt x="92776" y="50605"/>
                  <a:pt x="96149" y="45544"/>
                  <a:pt x="97836" y="42171"/>
                </a:cubicBezTo>
                <a:cubicBezTo>
                  <a:pt x="99523" y="38797"/>
                  <a:pt x="99523" y="33737"/>
                  <a:pt x="99523" y="28676"/>
                </a:cubicBezTo>
                <a:cubicBezTo>
                  <a:pt x="99523" y="25302"/>
                  <a:pt x="99523" y="23616"/>
                  <a:pt x="97836" y="20242"/>
                </a:cubicBezTo>
                <a:cubicBezTo>
                  <a:pt x="97836" y="18555"/>
                  <a:pt x="96149" y="15181"/>
                  <a:pt x="92776" y="13495"/>
                </a:cubicBezTo>
                <a:cubicBezTo>
                  <a:pt x="91089" y="11808"/>
                  <a:pt x="87715" y="10121"/>
                  <a:pt x="84341" y="10121"/>
                </a:cubicBezTo>
                <a:cubicBezTo>
                  <a:pt x="80968" y="8434"/>
                  <a:pt x="77594" y="8434"/>
                  <a:pt x="70847" y="8434"/>
                </a:cubicBezTo>
                <a:cubicBezTo>
                  <a:pt x="65786" y="8434"/>
                  <a:pt x="60726" y="8434"/>
                  <a:pt x="55665" y="8434"/>
                </a:cubicBezTo>
                <a:lnTo>
                  <a:pt x="43858" y="62413"/>
                </a:lnTo>
                <a:lnTo>
                  <a:pt x="57352" y="62413"/>
                </a:lnTo>
                <a:close/>
                <a:moveTo>
                  <a:pt x="28676" y="129886"/>
                </a:moveTo>
                <a:cubicBezTo>
                  <a:pt x="33737" y="129886"/>
                  <a:pt x="38797" y="129886"/>
                  <a:pt x="43858" y="129886"/>
                </a:cubicBezTo>
                <a:cubicBezTo>
                  <a:pt x="53978" y="129886"/>
                  <a:pt x="62413" y="128199"/>
                  <a:pt x="67473" y="126512"/>
                </a:cubicBezTo>
                <a:cubicBezTo>
                  <a:pt x="72534" y="124825"/>
                  <a:pt x="77594" y="119765"/>
                  <a:pt x="80968" y="114704"/>
                </a:cubicBezTo>
                <a:cubicBezTo>
                  <a:pt x="84341" y="107957"/>
                  <a:pt x="86028" y="101210"/>
                  <a:pt x="86028" y="91089"/>
                </a:cubicBezTo>
                <a:cubicBezTo>
                  <a:pt x="86028" y="84341"/>
                  <a:pt x="84341" y="79281"/>
                  <a:pt x="79281" y="75907"/>
                </a:cubicBezTo>
                <a:cubicBezTo>
                  <a:pt x="75907" y="72534"/>
                  <a:pt x="69160" y="70847"/>
                  <a:pt x="59039" y="70847"/>
                </a:cubicBezTo>
                <a:lnTo>
                  <a:pt x="42171" y="70847"/>
                </a:lnTo>
                <a:lnTo>
                  <a:pt x="28676" y="129886"/>
                </a:lnTo>
                <a:close/>
                <a:moveTo>
                  <a:pt x="86028" y="67473"/>
                </a:moveTo>
                <a:cubicBezTo>
                  <a:pt x="92776" y="70847"/>
                  <a:pt x="97836" y="74220"/>
                  <a:pt x="101210" y="79281"/>
                </a:cubicBezTo>
                <a:cubicBezTo>
                  <a:pt x="104583" y="82655"/>
                  <a:pt x="106270" y="87715"/>
                  <a:pt x="106270" y="94462"/>
                </a:cubicBezTo>
                <a:cubicBezTo>
                  <a:pt x="106270" y="102897"/>
                  <a:pt x="104583" y="111331"/>
                  <a:pt x="99523" y="118078"/>
                </a:cubicBezTo>
                <a:cubicBezTo>
                  <a:pt x="96149" y="123138"/>
                  <a:pt x="89402" y="129886"/>
                  <a:pt x="80968" y="133259"/>
                </a:cubicBezTo>
                <a:cubicBezTo>
                  <a:pt x="72534" y="136633"/>
                  <a:pt x="60726" y="138320"/>
                  <a:pt x="43858" y="138320"/>
                </a:cubicBezTo>
                <a:lnTo>
                  <a:pt x="0" y="138320"/>
                </a:lnTo>
                <a:lnTo>
                  <a:pt x="0" y="133259"/>
                </a:lnTo>
                <a:cubicBezTo>
                  <a:pt x="3374" y="133259"/>
                  <a:pt x="5060" y="133259"/>
                  <a:pt x="6747" y="131573"/>
                </a:cubicBezTo>
                <a:cubicBezTo>
                  <a:pt x="6747" y="131573"/>
                  <a:pt x="8434" y="129886"/>
                  <a:pt x="10121" y="128199"/>
                </a:cubicBezTo>
                <a:cubicBezTo>
                  <a:pt x="10121" y="126512"/>
                  <a:pt x="11808" y="124825"/>
                  <a:pt x="11808" y="121452"/>
                </a:cubicBezTo>
                <a:cubicBezTo>
                  <a:pt x="11808" y="119765"/>
                  <a:pt x="13495" y="114704"/>
                  <a:pt x="15181" y="107957"/>
                </a:cubicBezTo>
                <a:lnTo>
                  <a:pt x="32050" y="30363"/>
                </a:lnTo>
                <a:cubicBezTo>
                  <a:pt x="33737" y="23616"/>
                  <a:pt x="35423" y="18555"/>
                  <a:pt x="35423" y="13495"/>
                </a:cubicBezTo>
                <a:cubicBezTo>
                  <a:pt x="35423" y="10121"/>
                  <a:pt x="33737" y="8434"/>
                  <a:pt x="32050" y="6747"/>
                </a:cubicBezTo>
                <a:cubicBezTo>
                  <a:pt x="30363" y="5060"/>
                  <a:pt x="28676" y="5060"/>
                  <a:pt x="25302" y="5060"/>
                </a:cubicBezTo>
                <a:lnTo>
                  <a:pt x="25302" y="0"/>
                </a:lnTo>
                <a:lnTo>
                  <a:pt x="75907" y="0"/>
                </a:lnTo>
                <a:cubicBezTo>
                  <a:pt x="86028" y="0"/>
                  <a:pt x="94462" y="1687"/>
                  <a:pt x="101210" y="3374"/>
                </a:cubicBezTo>
                <a:cubicBezTo>
                  <a:pt x="106270" y="5060"/>
                  <a:pt x="111331" y="8434"/>
                  <a:pt x="114704" y="11808"/>
                </a:cubicBezTo>
                <a:cubicBezTo>
                  <a:pt x="118078" y="16868"/>
                  <a:pt x="118078" y="21929"/>
                  <a:pt x="118078" y="28676"/>
                </a:cubicBezTo>
                <a:cubicBezTo>
                  <a:pt x="118078" y="37110"/>
                  <a:pt x="116391" y="43858"/>
                  <a:pt x="111331" y="50605"/>
                </a:cubicBezTo>
                <a:cubicBezTo>
                  <a:pt x="104583" y="57352"/>
                  <a:pt x="97836" y="62413"/>
                  <a:pt x="86028" y="65786"/>
                </a:cubicBezTo>
                <a:lnTo>
                  <a:pt x="86028" y="67473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2D7D6-4BA2-41A9-9DA2-73AB0B8B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287" y="718958"/>
            <a:ext cx="53978" cy="96149"/>
          </a:xfrm>
          <a:custGeom xmlns:a="http://schemas.openxmlformats.org/drawingml/2006/main">
            <a:pathLst>
              <a:path w="53978" h="96149">
                <a:moveTo>
                  <a:pt x="47231" y="79281"/>
                </a:moveTo>
                <a:cubicBezTo>
                  <a:pt x="45544" y="82655"/>
                  <a:pt x="42171" y="84341"/>
                  <a:pt x="40484" y="87715"/>
                </a:cubicBezTo>
                <a:cubicBezTo>
                  <a:pt x="37110" y="89402"/>
                  <a:pt x="35423" y="91089"/>
                  <a:pt x="33737" y="92776"/>
                </a:cubicBezTo>
                <a:cubicBezTo>
                  <a:pt x="32050" y="92776"/>
                  <a:pt x="28676" y="94462"/>
                  <a:pt x="26989" y="94462"/>
                </a:cubicBezTo>
                <a:cubicBezTo>
                  <a:pt x="25302" y="96149"/>
                  <a:pt x="21929" y="96149"/>
                  <a:pt x="20242" y="96149"/>
                </a:cubicBezTo>
                <a:cubicBezTo>
                  <a:pt x="15181" y="96149"/>
                  <a:pt x="10121" y="94462"/>
                  <a:pt x="6747" y="91089"/>
                </a:cubicBezTo>
                <a:cubicBezTo>
                  <a:pt x="3374" y="89402"/>
                  <a:pt x="3374" y="84341"/>
                  <a:pt x="3374" y="79281"/>
                </a:cubicBezTo>
                <a:cubicBezTo>
                  <a:pt x="3374" y="77594"/>
                  <a:pt x="3374" y="75907"/>
                  <a:pt x="3374" y="72534"/>
                </a:cubicBezTo>
                <a:cubicBezTo>
                  <a:pt x="3374" y="70847"/>
                  <a:pt x="3374" y="69160"/>
                  <a:pt x="5060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1929"/>
                </a:cubicBezTo>
                <a:cubicBezTo>
                  <a:pt x="10121" y="20242"/>
                  <a:pt x="11808" y="20242"/>
                  <a:pt x="13495" y="18555"/>
                </a:cubicBezTo>
                <a:lnTo>
                  <a:pt x="15181" y="16868"/>
                </a:lnTo>
                <a:cubicBezTo>
                  <a:pt x="15181" y="15181"/>
                  <a:pt x="16868" y="13495"/>
                  <a:pt x="16868" y="11808"/>
                </a:cubicBezTo>
                <a:cubicBezTo>
                  <a:pt x="18555" y="11808"/>
                  <a:pt x="18555" y="10121"/>
                  <a:pt x="20242" y="6747"/>
                </a:cubicBezTo>
                <a:cubicBezTo>
                  <a:pt x="20242" y="5060"/>
                  <a:pt x="20242" y="3374"/>
                  <a:pt x="21929" y="0"/>
                </a:cubicBezTo>
                <a:lnTo>
                  <a:pt x="33737" y="0"/>
                </a:lnTo>
                <a:lnTo>
                  <a:pt x="28676" y="20242"/>
                </a:lnTo>
                <a:lnTo>
                  <a:pt x="53978" y="20242"/>
                </a:lnTo>
                <a:lnTo>
                  <a:pt x="52292" y="26989"/>
                </a:lnTo>
                <a:lnTo>
                  <a:pt x="26989" y="26989"/>
                </a:lnTo>
                <a:lnTo>
                  <a:pt x="20242" y="59039"/>
                </a:lnTo>
                <a:cubicBezTo>
                  <a:pt x="20242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8555" y="69160"/>
                </a:cubicBezTo>
                <a:cubicBezTo>
                  <a:pt x="18555" y="70847"/>
                  <a:pt x="16868" y="72534"/>
                  <a:pt x="16868" y="72534"/>
                </a:cubicBezTo>
                <a:cubicBezTo>
                  <a:pt x="16868" y="74220"/>
                  <a:pt x="16868" y="75907"/>
                  <a:pt x="16868" y="75907"/>
                </a:cubicBezTo>
                <a:cubicBezTo>
                  <a:pt x="16868" y="79281"/>
                  <a:pt x="18555" y="80968"/>
                  <a:pt x="18555" y="82655"/>
                </a:cubicBezTo>
                <a:cubicBezTo>
                  <a:pt x="20242" y="84341"/>
                  <a:pt x="21929" y="86028"/>
                  <a:pt x="25302" y="86028"/>
                </a:cubicBezTo>
                <a:cubicBezTo>
                  <a:pt x="26989" y="86028"/>
                  <a:pt x="30363" y="84341"/>
                  <a:pt x="33737" y="82655"/>
                </a:cubicBezTo>
                <a:cubicBezTo>
                  <a:pt x="35423" y="80968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20AEA-1DD0-4B0E-824F-3633181D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699" y="543528"/>
            <a:ext cx="1324160" cy="333992"/>
          </a:xfrm>
          <a:custGeom xmlns:a="http://schemas.openxmlformats.org/drawingml/2006/main">
            <a:pathLst>
              <a:path w="1324160" h="333992">
                <a:moveTo>
                  <a:pt x="74220" y="325558"/>
                </a:moveTo>
                <a:lnTo>
                  <a:pt x="74220" y="317124"/>
                </a:lnTo>
                <a:lnTo>
                  <a:pt x="1249940" y="317124"/>
                </a:lnTo>
                <a:cubicBezTo>
                  <a:pt x="1281989" y="317124"/>
                  <a:pt x="1307292" y="291821"/>
                  <a:pt x="1307292" y="259772"/>
                </a:cubicBezTo>
                <a:lnTo>
                  <a:pt x="1307292" y="74220"/>
                </a:lnTo>
                <a:cubicBezTo>
                  <a:pt x="1307292" y="42171"/>
                  <a:pt x="1281989" y="16868"/>
                  <a:pt x="1249940" y="16868"/>
                </a:cubicBezTo>
                <a:lnTo>
                  <a:pt x="74220" y="16868"/>
                </a:lnTo>
                <a:cubicBezTo>
                  <a:pt x="43858" y="16868"/>
                  <a:pt x="18555" y="42171"/>
                  <a:pt x="18555" y="74220"/>
                </a:cubicBezTo>
                <a:lnTo>
                  <a:pt x="18555" y="259772"/>
                </a:lnTo>
                <a:cubicBezTo>
                  <a:pt x="18555" y="291821"/>
                  <a:pt x="43858" y="317124"/>
                  <a:pt x="74220" y="317124"/>
                </a:cubicBezTo>
                <a:lnTo>
                  <a:pt x="74220" y="325558"/>
                </a:lnTo>
                <a:lnTo>
                  <a:pt x="74220" y="333992"/>
                </a:lnTo>
                <a:cubicBezTo>
                  <a:pt x="33737" y="333992"/>
                  <a:pt x="0" y="300255"/>
                  <a:pt x="0" y="259772"/>
                </a:cubicBezTo>
                <a:lnTo>
                  <a:pt x="0" y="74220"/>
                </a:lnTo>
                <a:cubicBezTo>
                  <a:pt x="0" y="32050"/>
                  <a:pt x="33737" y="0"/>
                  <a:pt x="74220" y="0"/>
                </a:cubicBezTo>
                <a:lnTo>
                  <a:pt x="1249940" y="0"/>
                </a:lnTo>
                <a:cubicBezTo>
                  <a:pt x="1292110" y="0"/>
                  <a:pt x="1324160" y="32050"/>
                  <a:pt x="1324160" y="74220"/>
                </a:cubicBezTo>
                <a:lnTo>
                  <a:pt x="1324160" y="259772"/>
                </a:lnTo>
                <a:cubicBezTo>
                  <a:pt x="1324160" y="300255"/>
                  <a:pt x="1292110" y="333992"/>
                  <a:pt x="1249940" y="333992"/>
                </a:cubicBezTo>
                <a:lnTo>
                  <a:pt x="74220" y="333992"/>
                </a:lnTo>
                <a:lnTo>
                  <a:pt x="74220" y="325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028B78-99A8-4FC8-ABEE-615BE253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498" y="319180"/>
            <a:ext cx="263145" cy="261458"/>
          </a:xfrm>
          <a:custGeom xmlns:a="http://schemas.openxmlformats.org/drawingml/2006/main">
            <a:pathLst>
              <a:path w="263145" h="261458">
                <a:moveTo>
                  <a:pt x="0" y="131573"/>
                </a:moveTo>
                <a:cubicBezTo>
                  <a:pt x="0" y="59039"/>
                  <a:pt x="59039" y="0"/>
                  <a:pt x="131573" y="0"/>
                </a:cubicBezTo>
                <a:cubicBezTo>
                  <a:pt x="204106" y="0"/>
                  <a:pt x="263145" y="59039"/>
                  <a:pt x="263145" y="131573"/>
                </a:cubicBezTo>
                <a:cubicBezTo>
                  <a:pt x="263145" y="204106"/>
                  <a:pt x="204106" y="261458"/>
                  <a:pt x="131573" y="261458"/>
                </a:cubicBezTo>
                <a:cubicBezTo>
                  <a:pt x="59039" y="261458"/>
                  <a:pt x="0" y="204106"/>
                  <a:pt x="0" y="13157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8C5AF-DDDD-4411-92BA-5168CD2E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063" y="310746"/>
            <a:ext cx="280013" cy="280013"/>
          </a:xfrm>
          <a:custGeom xmlns:a="http://schemas.openxmlformats.org/drawingml/2006/main">
            <a:pathLst>
              <a:path w="280013" h="280013">
                <a:moveTo>
                  <a:pt x="8434" y="140007"/>
                </a:moveTo>
                <a:lnTo>
                  <a:pt x="0" y="140007"/>
                </a:lnTo>
                <a:cubicBezTo>
                  <a:pt x="0" y="62413"/>
                  <a:pt x="62413" y="0"/>
                  <a:pt x="140007" y="0"/>
                </a:cubicBezTo>
                <a:cubicBezTo>
                  <a:pt x="217601" y="0"/>
                  <a:pt x="280013" y="62413"/>
                  <a:pt x="280013" y="140007"/>
                </a:cubicBezTo>
                <a:cubicBezTo>
                  <a:pt x="280013" y="215914"/>
                  <a:pt x="217601" y="280013"/>
                  <a:pt x="140007" y="280013"/>
                </a:cubicBezTo>
                <a:cubicBezTo>
                  <a:pt x="62413" y="280013"/>
                  <a:pt x="0" y="215914"/>
                  <a:pt x="0" y="140007"/>
                </a:cubicBezTo>
                <a:lnTo>
                  <a:pt x="8434" y="140007"/>
                </a:lnTo>
                <a:lnTo>
                  <a:pt x="16868" y="140007"/>
                </a:lnTo>
                <a:cubicBezTo>
                  <a:pt x="16868" y="207480"/>
                  <a:pt x="72534" y="261458"/>
                  <a:pt x="140007" y="261458"/>
                </a:cubicBezTo>
                <a:cubicBezTo>
                  <a:pt x="207480" y="261458"/>
                  <a:pt x="263145" y="207480"/>
                  <a:pt x="263145" y="140007"/>
                </a:cubicBezTo>
                <a:cubicBezTo>
                  <a:pt x="263145" y="70847"/>
                  <a:pt x="207480" y="16868"/>
                  <a:pt x="140007" y="16868"/>
                </a:cubicBezTo>
                <a:cubicBezTo>
                  <a:pt x="72534" y="16868"/>
                  <a:pt x="16868" y="70847"/>
                  <a:pt x="16868" y="140007"/>
                </a:cubicBezTo>
                <a:lnTo>
                  <a:pt x="8434" y="140007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9EC083-8CD4-4E85-82D9-A517023B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960" y="393401"/>
            <a:ext cx="74220" cy="119765"/>
          </a:xfrm>
          <a:custGeom xmlns:a="http://schemas.openxmlformats.org/drawingml/2006/main">
            <a:pathLst>
              <a:path w="74220" h="119765">
                <a:moveTo>
                  <a:pt x="74220" y="86028"/>
                </a:moveTo>
                <a:cubicBezTo>
                  <a:pt x="74220" y="91089"/>
                  <a:pt x="72534" y="96149"/>
                  <a:pt x="70847" y="99523"/>
                </a:cubicBezTo>
                <a:cubicBezTo>
                  <a:pt x="69160" y="104583"/>
                  <a:pt x="65786" y="107957"/>
                  <a:pt x="62413" y="111331"/>
                </a:cubicBezTo>
                <a:cubicBezTo>
                  <a:pt x="59039" y="114704"/>
                  <a:pt x="55665" y="116391"/>
                  <a:pt x="50605" y="118078"/>
                </a:cubicBezTo>
                <a:cubicBezTo>
                  <a:pt x="45544" y="119765"/>
                  <a:pt x="38797" y="119765"/>
                  <a:pt x="32050" y="119765"/>
                </a:cubicBezTo>
                <a:cubicBezTo>
                  <a:pt x="28676" y="119765"/>
                  <a:pt x="25302" y="119765"/>
                  <a:pt x="21929" y="119765"/>
                </a:cubicBezTo>
                <a:cubicBezTo>
                  <a:pt x="18555" y="118078"/>
                  <a:pt x="15181" y="118078"/>
                  <a:pt x="11808" y="116391"/>
                </a:cubicBezTo>
                <a:cubicBezTo>
                  <a:pt x="10121" y="116391"/>
                  <a:pt x="8434" y="114704"/>
                  <a:pt x="5060" y="114704"/>
                </a:cubicBezTo>
                <a:lnTo>
                  <a:pt x="3374" y="113017"/>
                </a:lnTo>
                <a:lnTo>
                  <a:pt x="1687" y="111331"/>
                </a:lnTo>
                <a:lnTo>
                  <a:pt x="1687" y="109644"/>
                </a:lnTo>
                <a:cubicBezTo>
                  <a:pt x="0" y="109644"/>
                  <a:pt x="0" y="107957"/>
                  <a:pt x="0" y="107957"/>
                </a:cubicBezTo>
                <a:cubicBezTo>
                  <a:pt x="0" y="106270"/>
                  <a:pt x="0" y="106270"/>
                  <a:pt x="0" y="104583"/>
                </a:cubicBezTo>
                <a:cubicBezTo>
                  <a:pt x="0" y="102897"/>
                  <a:pt x="0" y="101210"/>
                  <a:pt x="1687" y="99523"/>
                </a:cubicBezTo>
                <a:cubicBezTo>
                  <a:pt x="1687" y="99523"/>
                  <a:pt x="1687" y="97836"/>
                  <a:pt x="3374" y="97836"/>
                </a:cubicBezTo>
                <a:cubicBezTo>
                  <a:pt x="3374" y="97836"/>
                  <a:pt x="5060" y="99523"/>
                  <a:pt x="6747" y="99523"/>
                </a:cubicBezTo>
                <a:cubicBezTo>
                  <a:pt x="8434" y="101210"/>
                  <a:pt x="10121" y="101210"/>
                  <a:pt x="11808" y="102897"/>
                </a:cubicBezTo>
                <a:cubicBezTo>
                  <a:pt x="15181" y="104583"/>
                  <a:pt x="18555" y="104583"/>
                  <a:pt x="21929" y="106270"/>
                </a:cubicBezTo>
                <a:cubicBezTo>
                  <a:pt x="25302" y="106270"/>
                  <a:pt x="28676" y="107957"/>
                  <a:pt x="32050" y="107957"/>
                </a:cubicBezTo>
                <a:cubicBezTo>
                  <a:pt x="37110" y="107957"/>
                  <a:pt x="40484" y="106270"/>
                  <a:pt x="43858" y="106270"/>
                </a:cubicBezTo>
                <a:cubicBezTo>
                  <a:pt x="47231" y="104583"/>
                  <a:pt x="48918" y="102897"/>
                  <a:pt x="50605" y="101210"/>
                </a:cubicBezTo>
                <a:cubicBezTo>
                  <a:pt x="53978" y="99523"/>
                  <a:pt x="55665" y="97836"/>
                  <a:pt x="55665" y="94462"/>
                </a:cubicBezTo>
                <a:cubicBezTo>
                  <a:pt x="57352" y="92776"/>
                  <a:pt x="57352" y="89402"/>
                  <a:pt x="57352" y="86028"/>
                </a:cubicBezTo>
                <a:cubicBezTo>
                  <a:pt x="57352" y="82655"/>
                  <a:pt x="57352" y="80968"/>
                  <a:pt x="55665" y="77594"/>
                </a:cubicBezTo>
                <a:cubicBezTo>
                  <a:pt x="53978" y="75907"/>
                  <a:pt x="52292" y="72534"/>
                  <a:pt x="50605" y="70847"/>
                </a:cubicBezTo>
                <a:cubicBezTo>
                  <a:pt x="47231" y="69160"/>
                  <a:pt x="43858" y="67473"/>
                  <a:pt x="40484" y="65786"/>
                </a:cubicBezTo>
                <a:cubicBezTo>
                  <a:pt x="37110" y="65786"/>
                  <a:pt x="32050" y="64099"/>
                  <a:pt x="26989" y="64099"/>
                </a:cubicBezTo>
                <a:lnTo>
                  <a:pt x="15181" y="64099"/>
                </a:lnTo>
                <a:lnTo>
                  <a:pt x="13495" y="64099"/>
                </a:lnTo>
                <a:cubicBezTo>
                  <a:pt x="13495" y="62413"/>
                  <a:pt x="13495" y="62413"/>
                  <a:pt x="11808" y="62413"/>
                </a:cubicBezTo>
                <a:cubicBezTo>
                  <a:pt x="11808" y="60726"/>
                  <a:pt x="11808" y="59039"/>
                  <a:pt x="11808" y="59039"/>
                </a:cubicBezTo>
                <a:cubicBezTo>
                  <a:pt x="11808" y="57352"/>
                  <a:pt x="11808" y="55665"/>
                  <a:pt x="11808" y="55665"/>
                </a:cubicBezTo>
                <a:lnTo>
                  <a:pt x="13495" y="53978"/>
                </a:lnTo>
                <a:lnTo>
                  <a:pt x="15181" y="52292"/>
                </a:lnTo>
                <a:lnTo>
                  <a:pt x="25302" y="52292"/>
                </a:lnTo>
                <a:cubicBezTo>
                  <a:pt x="30363" y="52292"/>
                  <a:pt x="33737" y="52292"/>
                  <a:pt x="37110" y="50605"/>
                </a:cubicBezTo>
                <a:cubicBezTo>
                  <a:pt x="40484" y="50605"/>
                  <a:pt x="42171" y="48918"/>
                  <a:pt x="45544" y="47231"/>
                </a:cubicBezTo>
                <a:cubicBezTo>
                  <a:pt x="47231" y="45544"/>
                  <a:pt x="48918" y="42171"/>
                  <a:pt x="50605" y="40484"/>
                </a:cubicBezTo>
                <a:cubicBezTo>
                  <a:pt x="50605" y="37110"/>
                  <a:pt x="52292" y="33737"/>
                  <a:pt x="52292" y="30363"/>
                </a:cubicBezTo>
                <a:cubicBezTo>
                  <a:pt x="52292" y="28676"/>
                  <a:pt x="50605" y="25302"/>
                  <a:pt x="50605" y="23616"/>
                </a:cubicBezTo>
                <a:cubicBezTo>
                  <a:pt x="48918" y="21929"/>
                  <a:pt x="48918" y="20242"/>
                  <a:pt x="47231" y="18555"/>
                </a:cubicBezTo>
                <a:cubicBezTo>
                  <a:pt x="45544" y="16868"/>
                  <a:pt x="43858" y="15181"/>
                  <a:pt x="40484" y="13495"/>
                </a:cubicBezTo>
                <a:cubicBezTo>
                  <a:pt x="38797" y="13495"/>
                  <a:pt x="35423" y="13495"/>
                  <a:pt x="32050" y="13495"/>
                </a:cubicBezTo>
                <a:cubicBezTo>
                  <a:pt x="28676" y="13495"/>
                  <a:pt x="25302" y="13495"/>
                  <a:pt x="23616" y="15181"/>
                </a:cubicBezTo>
                <a:cubicBezTo>
                  <a:pt x="20242" y="15181"/>
                  <a:pt x="16868" y="16868"/>
                  <a:pt x="15181" y="18555"/>
                </a:cubicBezTo>
                <a:cubicBezTo>
                  <a:pt x="13495" y="18555"/>
                  <a:pt x="10121" y="20242"/>
                  <a:pt x="10121" y="21929"/>
                </a:cubicBezTo>
                <a:cubicBezTo>
                  <a:pt x="8434" y="21929"/>
                  <a:pt x="6747" y="23616"/>
                  <a:pt x="6747" y="23616"/>
                </a:cubicBezTo>
                <a:cubicBezTo>
                  <a:pt x="5060" y="23616"/>
                  <a:pt x="5060" y="21929"/>
                  <a:pt x="5060" y="21929"/>
                </a:cubicBezTo>
                <a:lnTo>
                  <a:pt x="3374" y="21929"/>
                </a:lnTo>
                <a:lnTo>
                  <a:pt x="3374" y="20242"/>
                </a:lnTo>
                <a:cubicBezTo>
                  <a:pt x="3374" y="18555"/>
                  <a:pt x="3374" y="18555"/>
                  <a:pt x="3374" y="16868"/>
                </a:cubicBezTo>
                <a:cubicBezTo>
                  <a:pt x="3374" y="15181"/>
                  <a:pt x="3374" y="15181"/>
                  <a:pt x="3374" y="13495"/>
                </a:cubicBezTo>
                <a:lnTo>
                  <a:pt x="3374" y="11808"/>
                </a:lnTo>
                <a:cubicBezTo>
                  <a:pt x="5060" y="11808"/>
                  <a:pt x="5060" y="11808"/>
                  <a:pt x="5060" y="10121"/>
                </a:cubicBezTo>
                <a:cubicBezTo>
                  <a:pt x="6747" y="8434"/>
                  <a:pt x="8434" y="8434"/>
                  <a:pt x="10121" y="6747"/>
                </a:cubicBezTo>
                <a:cubicBezTo>
                  <a:pt x="11808" y="5060"/>
                  <a:pt x="13495" y="5060"/>
                  <a:pt x="15181" y="3374"/>
                </a:cubicBezTo>
                <a:cubicBezTo>
                  <a:pt x="18555" y="3374"/>
                  <a:pt x="21929" y="1687"/>
                  <a:pt x="25302" y="1687"/>
                </a:cubicBezTo>
                <a:cubicBezTo>
                  <a:pt x="28676" y="0"/>
                  <a:pt x="32050" y="0"/>
                  <a:pt x="35423" y="0"/>
                </a:cubicBezTo>
                <a:cubicBezTo>
                  <a:pt x="40484" y="0"/>
                  <a:pt x="45544" y="0"/>
                  <a:pt x="50605" y="1687"/>
                </a:cubicBezTo>
                <a:cubicBezTo>
                  <a:pt x="53978" y="3374"/>
                  <a:pt x="57352" y="5060"/>
                  <a:pt x="60726" y="8434"/>
                </a:cubicBezTo>
                <a:cubicBezTo>
                  <a:pt x="62413" y="10121"/>
                  <a:pt x="64099" y="13495"/>
                  <a:pt x="65786" y="16868"/>
                </a:cubicBezTo>
                <a:cubicBezTo>
                  <a:pt x="67473" y="20242"/>
                  <a:pt x="67473" y="25302"/>
                  <a:pt x="67473" y="28676"/>
                </a:cubicBezTo>
                <a:cubicBezTo>
                  <a:pt x="67473" y="32050"/>
                  <a:pt x="67473" y="35423"/>
                  <a:pt x="67473" y="38797"/>
                </a:cubicBezTo>
                <a:cubicBezTo>
                  <a:pt x="65786" y="42171"/>
                  <a:pt x="64099" y="45544"/>
                  <a:pt x="62413" y="47231"/>
                </a:cubicBezTo>
                <a:cubicBezTo>
                  <a:pt x="60726" y="50605"/>
                  <a:pt x="59039" y="52292"/>
                  <a:pt x="55665" y="53978"/>
                </a:cubicBezTo>
                <a:cubicBezTo>
                  <a:pt x="52292" y="55665"/>
                  <a:pt x="50605" y="57352"/>
                  <a:pt x="45544" y="57352"/>
                </a:cubicBezTo>
                <a:cubicBezTo>
                  <a:pt x="50605" y="57352"/>
                  <a:pt x="53978" y="59039"/>
                  <a:pt x="57352" y="60726"/>
                </a:cubicBezTo>
                <a:cubicBezTo>
                  <a:pt x="60726" y="62413"/>
                  <a:pt x="64099" y="64099"/>
                  <a:pt x="65786" y="65786"/>
                </a:cubicBezTo>
                <a:cubicBezTo>
                  <a:pt x="69160" y="69160"/>
                  <a:pt x="70847" y="70847"/>
                  <a:pt x="70847" y="74220"/>
                </a:cubicBezTo>
                <a:cubicBezTo>
                  <a:pt x="72534" y="77594"/>
                  <a:pt x="74220" y="80968"/>
                  <a:pt x="74220" y="860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8B5AC-5EFF-4B71-9B7B-AB99D434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411" y="386653"/>
            <a:ext cx="119765" cy="138320"/>
          </a:xfrm>
          <a:custGeom xmlns:a="http://schemas.openxmlformats.org/drawingml/2006/main">
            <a:pathLst>
              <a:path w="119765" h="138320">
                <a:moveTo>
                  <a:pt x="59039" y="62413"/>
                </a:moveTo>
                <a:cubicBezTo>
                  <a:pt x="65786" y="62413"/>
                  <a:pt x="72534" y="62413"/>
                  <a:pt x="77594" y="60726"/>
                </a:cubicBezTo>
                <a:cubicBezTo>
                  <a:pt x="82655" y="59039"/>
                  <a:pt x="86028" y="57352"/>
                  <a:pt x="89402" y="53978"/>
                </a:cubicBezTo>
                <a:cubicBezTo>
                  <a:pt x="92776" y="50605"/>
                  <a:pt x="96149" y="47231"/>
                  <a:pt x="97836" y="42171"/>
                </a:cubicBezTo>
                <a:cubicBezTo>
                  <a:pt x="99523" y="38797"/>
                  <a:pt x="99523" y="33737"/>
                  <a:pt x="99523" y="28676"/>
                </a:cubicBezTo>
                <a:cubicBezTo>
                  <a:pt x="99523" y="25302"/>
                  <a:pt x="99523" y="23616"/>
                  <a:pt x="97836" y="20242"/>
                </a:cubicBezTo>
                <a:cubicBezTo>
                  <a:pt x="97836" y="18555"/>
                  <a:pt x="96149" y="15181"/>
                  <a:pt x="92776" y="13495"/>
                </a:cubicBezTo>
                <a:cubicBezTo>
                  <a:pt x="91089" y="11808"/>
                  <a:pt x="87715" y="11808"/>
                  <a:pt x="84341" y="10121"/>
                </a:cubicBezTo>
                <a:cubicBezTo>
                  <a:pt x="80968" y="10121"/>
                  <a:pt x="77594" y="8434"/>
                  <a:pt x="72534" y="8434"/>
                </a:cubicBezTo>
                <a:cubicBezTo>
                  <a:pt x="65786" y="8434"/>
                  <a:pt x="60726" y="8434"/>
                  <a:pt x="55665" y="10121"/>
                </a:cubicBezTo>
                <a:lnTo>
                  <a:pt x="43858" y="62413"/>
                </a:lnTo>
                <a:lnTo>
                  <a:pt x="59039" y="62413"/>
                </a:lnTo>
                <a:close/>
                <a:moveTo>
                  <a:pt x="28676" y="129886"/>
                </a:moveTo>
                <a:cubicBezTo>
                  <a:pt x="33737" y="129886"/>
                  <a:pt x="38797" y="129886"/>
                  <a:pt x="43858" y="129886"/>
                </a:cubicBezTo>
                <a:cubicBezTo>
                  <a:pt x="53978" y="129886"/>
                  <a:pt x="62413" y="128199"/>
                  <a:pt x="67473" y="126512"/>
                </a:cubicBezTo>
                <a:cubicBezTo>
                  <a:pt x="72534" y="124825"/>
                  <a:pt x="77594" y="119765"/>
                  <a:pt x="80968" y="114704"/>
                </a:cubicBezTo>
                <a:cubicBezTo>
                  <a:pt x="84341" y="107957"/>
                  <a:pt x="86028" y="101210"/>
                  <a:pt x="86028" y="92776"/>
                </a:cubicBezTo>
                <a:cubicBezTo>
                  <a:pt x="86028" y="86028"/>
                  <a:pt x="84341" y="79281"/>
                  <a:pt x="79281" y="75907"/>
                </a:cubicBezTo>
                <a:cubicBezTo>
                  <a:pt x="75907" y="72534"/>
                  <a:pt x="69160" y="70847"/>
                  <a:pt x="59039" y="70847"/>
                </a:cubicBezTo>
                <a:lnTo>
                  <a:pt x="42171" y="70847"/>
                </a:lnTo>
                <a:lnTo>
                  <a:pt x="28676" y="129886"/>
                </a:lnTo>
                <a:close/>
                <a:moveTo>
                  <a:pt x="86028" y="67473"/>
                </a:moveTo>
                <a:cubicBezTo>
                  <a:pt x="92776" y="70847"/>
                  <a:pt x="97836" y="74220"/>
                  <a:pt x="101210" y="79281"/>
                </a:cubicBezTo>
                <a:cubicBezTo>
                  <a:pt x="104583" y="82655"/>
                  <a:pt x="106270" y="89402"/>
                  <a:pt x="106270" y="94462"/>
                </a:cubicBezTo>
                <a:cubicBezTo>
                  <a:pt x="106270" y="102897"/>
                  <a:pt x="104583" y="111331"/>
                  <a:pt x="99523" y="118078"/>
                </a:cubicBezTo>
                <a:cubicBezTo>
                  <a:pt x="96149" y="124825"/>
                  <a:pt x="89402" y="129886"/>
                  <a:pt x="80968" y="133259"/>
                </a:cubicBezTo>
                <a:cubicBezTo>
                  <a:pt x="72534" y="136633"/>
                  <a:pt x="60726" y="138320"/>
                  <a:pt x="45544" y="138320"/>
                </a:cubicBezTo>
                <a:lnTo>
                  <a:pt x="0" y="138320"/>
                </a:lnTo>
                <a:lnTo>
                  <a:pt x="0" y="134946"/>
                </a:lnTo>
                <a:cubicBezTo>
                  <a:pt x="3374" y="133259"/>
                  <a:pt x="5060" y="133259"/>
                  <a:pt x="6747" y="131573"/>
                </a:cubicBezTo>
                <a:cubicBezTo>
                  <a:pt x="8434" y="131573"/>
                  <a:pt x="8434" y="129886"/>
                  <a:pt x="10121" y="128199"/>
                </a:cubicBezTo>
                <a:cubicBezTo>
                  <a:pt x="10121" y="126512"/>
                  <a:pt x="11808" y="124825"/>
                  <a:pt x="11808" y="123138"/>
                </a:cubicBezTo>
                <a:cubicBezTo>
                  <a:pt x="13495" y="119765"/>
                  <a:pt x="13495" y="114704"/>
                  <a:pt x="15181" y="107957"/>
                </a:cubicBezTo>
                <a:lnTo>
                  <a:pt x="32050" y="30363"/>
                </a:lnTo>
                <a:cubicBezTo>
                  <a:pt x="33737" y="23616"/>
                  <a:pt x="35423" y="18555"/>
                  <a:pt x="35423" y="13495"/>
                </a:cubicBezTo>
                <a:cubicBezTo>
                  <a:pt x="35423" y="11808"/>
                  <a:pt x="33737" y="8434"/>
                  <a:pt x="32050" y="6747"/>
                </a:cubicBezTo>
                <a:cubicBezTo>
                  <a:pt x="32050" y="6747"/>
                  <a:pt x="28676" y="5060"/>
                  <a:pt x="25302" y="5060"/>
                </a:cubicBezTo>
                <a:lnTo>
                  <a:pt x="26989" y="0"/>
                </a:lnTo>
                <a:lnTo>
                  <a:pt x="75907" y="0"/>
                </a:lnTo>
                <a:cubicBezTo>
                  <a:pt x="86028" y="0"/>
                  <a:pt x="94462" y="1687"/>
                  <a:pt x="101210" y="3374"/>
                </a:cubicBezTo>
                <a:cubicBezTo>
                  <a:pt x="107957" y="5060"/>
                  <a:pt x="111331" y="8434"/>
                  <a:pt x="114704" y="13495"/>
                </a:cubicBezTo>
                <a:cubicBezTo>
                  <a:pt x="118078" y="16868"/>
                  <a:pt x="119765" y="21929"/>
                  <a:pt x="119765" y="28676"/>
                </a:cubicBezTo>
                <a:cubicBezTo>
                  <a:pt x="119765" y="37110"/>
                  <a:pt x="116391" y="45544"/>
                  <a:pt x="111331" y="52292"/>
                </a:cubicBezTo>
                <a:cubicBezTo>
                  <a:pt x="106270" y="59039"/>
                  <a:pt x="97836" y="64099"/>
                  <a:pt x="86028" y="67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504E5-19CB-4253-A9EC-02141DFF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985" y="476055"/>
            <a:ext cx="53978" cy="94462"/>
          </a:xfrm>
          <a:custGeom xmlns:a="http://schemas.openxmlformats.org/drawingml/2006/main">
            <a:pathLst>
              <a:path w="53978" h="94462">
                <a:moveTo>
                  <a:pt x="45544" y="77594"/>
                </a:moveTo>
                <a:cubicBezTo>
                  <a:pt x="43858" y="80968"/>
                  <a:pt x="42171" y="84341"/>
                  <a:pt x="38797" y="86028"/>
                </a:cubicBezTo>
                <a:cubicBezTo>
                  <a:pt x="37110" y="87715"/>
                  <a:pt x="33737" y="89402"/>
                  <a:pt x="32050" y="91089"/>
                </a:cubicBezTo>
                <a:cubicBezTo>
                  <a:pt x="30363" y="91089"/>
                  <a:pt x="28676" y="92776"/>
                  <a:pt x="25302" y="92776"/>
                </a:cubicBezTo>
                <a:cubicBezTo>
                  <a:pt x="23616" y="94462"/>
                  <a:pt x="21929" y="94462"/>
                  <a:pt x="18555" y="94462"/>
                </a:cubicBezTo>
                <a:cubicBezTo>
                  <a:pt x="13495" y="94462"/>
                  <a:pt x="8434" y="92776"/>
                  <a:pt x="6747" y="89402"/>
                </a:cubicBezTo>
                <a:cubicBezTo>
                  <a:pt x="3374" y="87715"/>
                  <a:pt x="1687" y="82655"/>
                  <a:pt x="1687" y="77594"/>
                </a:cubicBezTo>
                <a:cubicBezTo>
                  <a:pt x="1687" y="75907"/>
                  <a:pt x="1687" y="74220"/>
                  <a:pt x="1687" y="70847"/>
                </a:cubicBezTo>
                <a:cubicBezTo>
                  <a:pt x="1687" y="69160"/>
                  <a:pt x="3374" y="67473"/>
                  <a:pt x="3374" y="65786"/>
                </a:cubicBezTo>
                <a:lnTo>
                  <a:pt x="11808" y="26989"/>
                </a:lnTo>
                <a:lnTo>
                  <a:pt x="0" y="26989"/>
                </a:lnTo>
                <a:lnTo>
                  <a:pt x="0" y="20242"/>
                </a:lnTo>
                <a:cubicBezTo>
                  <a:pt x="3374" y="20242"/>
                  <a:pt x="6747" y="20242"/>
                  <a:pt x="8434" y="20242"/>
                </a:cubicBezTo>
                <a:cubicBezTo>
                  <a:pt x="10121" y="18555"/>
                  <a:pt x="10121" y="18555"/>
                  <a:pt x="11808" y="16868"/>
                </a:cubicBezTo>
                <a:cubicBezTo>
                  <a:pt x="13495" y="16868"/>
                  <a:pt x="13495" y="15181"/>
                  <a:pt x="13495" y="15181"/>
                </a:cubicBezTo>
                <a:cubicBezTo>
                  <a:pt x="15181" y="13495"/>
                  <a:pt x="15181" y="13495"/>
                  <a:pt x="16868" y="11808"/>
                </a:cubicBezTo>
                <a:cubicBezTo>
                  <a:pt x="16868" y="10121"/>
                  <a:pt x="16868" y="8434"/>
                  <a:pt x="18555" y="6747"/>
                </a:cubicBezTo>
                <a:cubicBezTo>
                  <a:pt x="18555" y="3374"/>
                  <a:pt x="20242" y="1687"/>
                  <a:pt x="20242" y="0"/>
                </a:cubicBezTo>
                <a:lnTo>
                  <a:pt x="32050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18555" y="57352"/>
                </a:lnTo>
                <a:cubicBezTo>
                  <a:pt x="18555" y="59039"/>
                  <a:pt x="18555" y="62413"/>
                  <a:pt x="18555" y="64099"/>
                </a:cubicBezTo>
                <a:cubicBezTo>
                  <a:pt x="16868" y="65786"/>
                  <a:pt x="16868" y="65786"/>
                  <a:pt x="16868" y="67473"/>
                </a:cubicBezTo>
                <a:cubicBezTo>
                  <a:pt x="16868" y="69160"/>
                  <a:pt x="16868" y="70847"/>
                  <a:pt x="16868" y="70847"/>
                </a:cubicBezTo>
                <a:cubicBezTo>
                  <a:pt x="16868" y="72534"/>
                  <a:pt x="16868" y="74220"/>
                  <a:pt x="16868" y="74220"/>
                </a:cubicBezTo>
                <a:cubicBezTo>
                  <a:pt x="16868" y="77594"/>
                  <a:pt x="16868" y="79281"/>
                  <a:pt x="18555" y="80968"/>
                </a:cubicBezTo>
                <a:cubicBezTo>
                  <a:pt x="20242" y="82655"/>
                  <a:pt x="21929" y="84341"/>
                  <a:pt x="23616" y="84341"/>
                </a:cubicBezTo>
                <a:cubicBezTo>
                  <a:pt x="26989" y="84341"/>
                  <a:pt x="28676" y="82655"/>
                  <a:pt x="32050" y="80968"/>
                </a:cubicBezTo>
                <a:cubicBezTo>
                  <a:pt x="35423" y="79281"/>
                  <a:pt x="37110" y="77594"/>
                  <a:pt x="40484" y="72534"/>
                </a:cubicBezTo>
                <a:lnTo>
                  <a:pt x="45544" y="775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7B157D-B226-43DD-9A01-9E8802E5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831" y="519913"/>
            <a:ext cx="94462" cy="10121"/>
          </a:xfrm>
          <a:custGeom xmlns:a="http://schemas.openxmlformats.org/drawingml/2006/main">
            <a:pathLst>
              <a:path w="94462" h="10121">
                <a:moveTo>
                  <a:pt x="94462" y="0"/>
                </a:moveTo>
                <a:lnTo>
                  <a:pt x="94462" y="10121"/>
                </a:lnTo>
                <a:lnTo>
                  <a:pt x="0" y="10121"/>
                </a:lnTo>
                <a:lnTo>
                  <a:pt x="0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3">
            <a:extLst xmlns:a="http://schemas.openxmlformats.org/drawingml/2006/main">
              <a:ext uri="{FF2B5EF4-FFF2-40B4-BE49-F238E27FC236}">
                <a16:creationId xmlns:a16="http://schemas.microsoft.com/office/drawing/2014/main" id="{17F43B50-A90C-48A0-953D-2FBC144E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833" y="465325"/>
            <a:ext cx="61911" cy="104709"/>
          </a:xfrm>
          <a:custGeom xmlns:a="http://schemas.openxmlformats.org/drawingml/2006/main">
            <a:pathLst>
              <a:path w="61911" h="104709">
                <a:moveTo>
                  <a:pt x="1124" y="22411"/>
                </a:moveTo>
                <a:lnTo>
                  <a:pt x="1124" y="8170"/>
                </a:lnTo>
                <a:cubicBezTo>
                  <a:pt x="6921" y="5422"/>
                  <a:pt x="12342" y="3373"/>
                  <a:pt x="17389" y="2024"/>
                </a:cubicBezTo>
                <a:cubicBezTo>
                  <a:pt x="22436" y="675"/>
                  <a:pt x="27308" y="0"/>
                  <a:pt x="32005" y="0"/>
                </a:cubicBezTo>
                <a:cubicBezTo>
                  <a:pt x="37651" y="0"/>
                  <a:pt x="42598" y="874"/>
                  <a:pt x="46845" y="2623"/>
                </a:cubicBezTo>
                <a:cubicBezTo>
                  <a:pt x="51093" y="4372"/>
                  <a:pt x="54341" y="6883"/>
                  <a:pt x="56589" y="10156"/>
                </a:cubicBezTo>
                <a:cubicBezTo>
                  <a:pt x="58838" y="13429"/>
                  <a:pt x="59962" y="17339"/>
                  <a:pt x="59962" y="21886"/>
                </a:cubicBezTo>
                <a:cubicBezTo>
                  <a:pt x="59962" y="26133"/>
                  <a:pt x="59113" y="29869"/>
                  <a:pt x="57414" y="33092"/>
                </a:cubicBezTo>
                <a:cubicBezTo>
                  <a:pt x="55715" y="36314"/>
                  <a:pt x="53329" y="39125"/>
                  <a:pt x="50256" y="41524"/>
                </a:cubicBezTo>
                <a:cubicBezTo>
                  <a:pt x="47183" y="43922"/>
                  <a:pt x="43198" y="46271"/>
                  <a:pt x="38301" y="48569"/>
                </a:cubicBezTo>
                <a:lnTo>
                  <a:pt x="38301" y="49244"/>
                </a:lnTo>
                <a:cubicBezTo>
                  <a:pt x="41349" y="49793"/>
                  <a:pt x="44284" y="50730"/>
                  <a:pt x="47108" y="52055"/>
                </a:cubicBezTo>
                <a:cubicBezTo>
                  <a:pt x="49931" y="53379"/>
                  <a:pt x="52442" y="55090"/>
                  <a:pt x="54640" y="57189"/>
                </a:cubicBezTo>
                <a:cubicBezTo>
                  <a:pt x="56839" y="59287"/>
                  <a:pt x="58600" y="61798"/>
                  <a:pt x="59925" y="64721"/>
                </a:cubicBezTo>
                <a:cubicBezTo>
                  <a:pt x="61249" y="67645"/>
                  <a:pt x="61911" y="70980"/>
                  <a:pt x="61911" y="74728"/>
                </a:cubicBezTo>
                <a:cubicBezTo>
                  <a:pt x="61911" y="80524"/>
                  <a:pt x="60649" y="85671"/>
                  <a:pt x="58126" y="90168"/>
                </a:cubicBezTo>
                <a:cubicBezTo>
                  <a:pt x="55602" y="94665"/>
                  <a:pt x="51742" y="98213"/>
                  <a:pt x="46546" y="100811"/>
                </a:cubicBezTo>
                <a:cubicBezTo>
                  <a:pt x="41349" y="103409"/>
                  <a:pt x="35028" y="104709"/>
                  <a:pt x="27583" y="104709"/>
                </a:cubicBezTo>
                <a:cubicBezTo>
                  <a:pt x="23285" y="104709"/>
                  <a:pt x="18651" y="104221"/>
                  <a:pt x="13679" y="103247"/>
                </a:cubicBezTo>
                <a:cubicBezTo>
                  <a:pt x="8707" y="102273"/>
                  <a:pt x="4147" y="100986"/>
                  <a:pt x="0" y="99387"/>
                </a:cubicBezTo>
                <a:lnTo>
                  <a:pt x="0" y="83497"/>
                </a:lnTo>
                <a:lnTo>
                  <a:pt x="8994" y="83497"/>
                </a:lnTo>
                <a:cubicBezTo>
                  <a:pt x="10743" y="88694"/>
                  <a:pt x="13054" y="92466"/>
                  <a:pt x="15927" y="94815"/>
                </a:cubicBezTo>
                <a:cubicBezTo>
                  <a:pt x="18801" y="97163"/>
                  <a:pt x="22711" y="98338"/>
                  <a:pt x="27657" y="98338"/>
                </a:cubicBezTo>
                <a:cubicBezTo>
                  <a:pt x="34153" y="98338"/>
                  <a:pt x="39063" y="96564"/>
                  <a:pt x="42386" y="93016"/>
                </a:cubicBezTo>
                <a:cubicBezTo>
                  <a:pt x="45709" y="89468"/>
                  <a:pt x="47370" y="84222"/>
                  <a:pt x="47370" y="77276"/>
                </a:cubicBezTo>
                <a:cubicBezTo>
                  <a:pt x="47370" y="69981"/>
                  <a:pt x="45171" y="64409"/>
                  <a:pt x="40774" y="60562"/>
                </a:cubicBezTo>
                <a:cubicBezTo>
                  <a:pt x="36377" y="56714"/>
                  <a:pt x="29931" y="54790"/>
                  <a:pt x="21436" y="54790"/>
                </a:cubicBezTo>
                <a:lnTo>
                  <a:pt x="14691" y="54790"/>
                </a:lnTo>
                <a:lnTo>
                  <a:pt x="14691" y="48194"/>
                </a:lnTo>
                <a:cubicBezTo>
                  <a:pt x="21436" y="47795"/>
                  <a:pt x="27120" y="46496"/>
                  <a:pt x="31742" y="44297"/>
                </a:cubicBezTo>
                <a:cubicBezTo>
                  <a:pt x="36364" y="42098"/>
                  <a:pt x="39800" y="39275"/>
                  <a:pt x="42048" y="35827"/>
                </a:cubicBezTo>
                <a:cubicBezTo>
                  <a:pt x="44297" y="32379"/>
                  <a:pt x="45421" y="28507"/>
                  <a:pt x="45421" y="24210"/>
                </a:cubicBezTo>
                <a:cubicBezTo>
                  <a:pt x="45421" y="18663"/>
                  <a:pt x="43947" y="14391"/>
                  <a:pt x="40999" y="11393"/>
                </a:cubicBezTo>
                <a:cubicBezTo>
                  <a:pt x="38051" y="8395"/>
                  <a:pt x="33754" y="6896"/>
                  <a:pt x="28107" y="6896"/>
                </a:cubicBezTo>
                <a:cubicBezTo>
                  <a:pt x="23410" y="6896"/>
                  <a:pt x="19588" y="8170"/>
                  <a:pt x="16639" y="10718"/>
                </a:cubicBezTo>
                <a:cubicBezTo>
                  <a:pt x="13691" y="13267"/>
                  <a:pt x="11518" y="17164"/>
                  <a:pt x="10119" y="22411"/>
                </a:cubicBezTo>
                <a:lnTo>
                  <a:pt x="1124" y="224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512D01-855E-4083-B17D-405D77E5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769" y="501357"/>
            <a:ext cx="32050" cy="52292"/>
          </a:xfrm>
          <a:custGeom xmlns:a="http://schemas.openxmlformats.org/drawingml/2006/main">
            <a:pathLst>
              <a:path w="32050" h="52292">
                <a:moveTo>
                  <a:pt x="11808" y="0"/>
                </a:moveTo>
                <a:cubicBezTo>
                  <a:pt x="11808" y="5060"/>
                  <a:pt x="11808" y="10121"/>
                  <a:pt x="11808" y="16868"/>
                </a:cubicBezTo>
                <a:cubicBezTo>
                  <a:pt x="11808" y="21929"/>
                  <a:pt x="11808" y="25302"/>
                  <a:pt x="11808" y="28676"/>
                </a:cubicBezTo>
                <a:cubicBezTo>
                  <a:pt x="10121" y="32050"/>
                  <a:pt x="10121" y="35423"/>
                  <a:pt x="8434" y="37110"/>
                </a:cubicBezTo>
                <a:cubicBezTo>
                  <a:pt x="6747" y="40484"/>
                  <a:pt x="3374" y="43858"/>
                  <a:pt x="0" y="45544"/>
                </a:cubicBezTo>
                <a:lnTo>
                  <a:pt x="6747" y="52292"/>
                </a:lnTo>
                <a:cubicBezTo>
                  <a:pt x="11808" y="47231"/>
                  <a:pt x="16868" y="43858"/>
                  <a:pt x="20242" y="40484"/>
                </a:cubicBezTo>
                <a:cubicBezTo>
                  <a:pt x="25302" y="35423"/>
                  <a:pt x="26989" y="32050"/>
                  <a:pt x="28676" y="28676"/>
                </a:cubicBezTo>
                <a:cubicBezTo>
                  <a:pt x="30363" y="23616"/>
                  <a:pt x="32050" y="20242"/>
                  <a:pt x="32050" y="15181"/>
                </a:cubicBezTo>
                <a:cubicBezTo>
                  <a:pt x="32050" y="10121"/>
                  <a:pt x="30363" y="5060"/>
                  <a:pt x="30363" y="0"/>
                </a:cubicBezTo>
                <a:lnTo>
                  <a:pt x="118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913756-40C7-409A-84BF-08EFEA6A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424" y="386653"/>
            <a:ext cx="118078" cy="138320"/>
          </a:xfrm>
          <a:custGeom xmlns:a="http://schemas.openxmlformats.org/drawingml/2006/main">
            <a:pathLst>
              <a:path w="118078" h="138320">
                <a:moveTo>
                  <a:pt x="57352" y="62413"/>
                </a:moveTo>
                <a:cubicBezTo>
                  <a:pt x="65786" y="62413"/>
                  <a:pt x="72534" y="62413"/>
                  <a:pt x="77594" y="60726"/>
                </a:cubicBezTo>
                <a:cubicBezTo>
                  <a:pt x="80968" y="59039"/>
                  <a:pt x="86028" y="57352"/>
                  <a:pt x="89402" y="53978"/>
                </a:cubicBezTo>
                <a:cubicBezTo>
                  <a:pt x="92776" y="50605"/>
                  <a:pt x="96149" y="47231"/>
                  <a:pt x="97836" y="42171"/>
                </a:cubicBezTo>
                <a:cubicBezTo>
                  <a:pt x="99523" y="38797"/>
                  <a:pt x="99523" y="33737"/>
                  <a:pt x="99523" y="28676"/>
                </a:cubicBezTo>
                <a:cubicBezTo>
                  <a:pt x="99523" y="25302"/>
                  <a:pt x="99523" y="23616"/>
                  <a:pt x="97836" y="20242"/>
                </a:cubicBezTo>
                <a:cubicBezTo>
                  <a:pt x="97836" y="18555"/>
                  <a:pt x="96149" y="15181"/>
                  <a:pt x="92776" y="13495"/>
                </a:cubicBezTo>
                <a:cubicBezTo>
                  <a:pt x="91089" y="11808"/>
                  <a:pt x="87715" y="11808"/>
                  <a:pt x="84341" y="10121"/>
                </a:cubicBezTo>
                <a:cubicBezTo>
                  <a:pt x="80968" y="10121"/>
                  <a:pt x="77594" y="8434"/>
                  <a:pt x="70847" y="8434"/>
                </a:cubicBezTo>
                <a:cubicBezTo>
                  <a:pt x="65786" y="8434"/>
                  <a:pt x="60726" y="8434"/>
                  <a:pt x="55665" y="10121"/>
                </a:cubicBezTo>
                <a:lnTo>
                  <a:pt x="43858" y="62413"/>
                </a:lnTo>
                <a:lnTo>
                  <a:pt x="57352" y="62413"/>
                </a:lnTo>
                <a:close/>
                <a:moveTo>
                  <a:pt x="28676" y="129886"/>
                </a:moveTo>
                <a:cubicBezTo>
                  <a:pt x="33737" y="129886"/>
                  <a:pt x="38797" y="129886"/>
                  <a:pt x="43858" y="129886"/>
                </a:cubicBezTo>
                <a:cubicBezTo>
                  <a:pt x="53978" y="129886"/>
                  <a:pt x="62413" y="128199"/>
                  <a:pt x="67473" y="126512"/>
                </a:cubicBezTo>
                <a:cubicBezTo>
                  <a:pt x="72534" y="124825"/>
                  <a:pt x="77594" y="119765"/>
                  <a:pt x="80968" y="114704"/>
                </a:cubicBezTo>
                <a:cubicBezTo>
                  <a:pt x="84341" y="107957"/>
                  <a:pt x="86028" y="101210"/>
                  <a:pt x="86028" y="92776"/>
                </a:cubicBezTo>
                <a:cubicBezTo>
                  <a:pt x="86028" y="86028"/>
                  <a:pt x="84341" y="79281"/>
                  <a:pt x="79281" y="75907"/>
                </a:cubicBezTo>
                <a:cubicBezTo>
                  <a:pt x="74220" y="72534"/>
                  <a:pt x="69160" y="70847"/>
                  <a:pt x="59039" y="70847"/>
                </a:cubicBezTo>
                <a:lnTo>
                  <a:pt x="42171" y="70847"/>
                </a:lnTo>
                <a:lnTo>
                  <a:pt x="28676" y="129886"/>
                </a:lnTo>
                <a:close/>
                <a:moveTo>
                  <a:pt x="86028" y="67473"/>
                </a:moveTo>
                <a:cubicBezTo>
                  <a:pt x="92776" y="70847"/>
                  <a:pt x="97836" y="74220"/>
                  <a:pt x="101210" y="79281"/>
                </a:cubicBezTo>
                <a:cubicBezTo>
                  <a:pt x="104583" y="82655"/>
                  <a:pt x="106270" y="89402"/>
                  <a:pt x="106270" y="94462"/>
                </a:cubicBezTo>
                <a:cubicBezTo>
                  <a:pt x="106270" y="102897"/>
                  <a:pt x="102897" y="111331"/>
                  <a:pt x="99523" y="118078"/>
                </a:cubicBezTo>
                <a:cubicBezTo>
                  <a:pt x="96149" y="124825"/>
                  <a:pt x="89402" y="129886"/>
                  <a:pt x="80968" y="133259"/>
                </a:cubicBezTo>
                <a:cubicBezTo>
                  <a:pt x="72534" y="136633"/>
                  <a:pt x="60726" y="138320"/>
                  <a:pt x="43858" y="138320"/>
                </a:cubicBezTo>
                <a:lnTo>
                  <a:pt x="0" y="138320"/>
                </a:lnTo>
                <a:lnTo>
                  <a:pt x="0" y="134946"/>
                </a:lnTo>
                <a:cubicBezTo>
                  <a:pt x="3374" y="133259"/>
                  <a:pt x="5060" y="133259"/>
                  <a:pt x="6747" y="131573"/>
                </a:cubicBezTo>
                <a:cubicBezTo>
                  <a:pt x="6747" y="131573"/>
                  <a:pt x="8434" y="129886"/>
                  <a:pt x="10121" y="128199"/>
                </a:cubicBezTo>
                <a:cubicBezTo>
                  <a:pt x="10121" y="126512"/>
                  <a:pt x="11808" y="124825"/>
                  <a:pt x="11808" y="123138"/>
                </a:cubicBezTo>
                <a:cubicBezTo>
                  <a:pt x="11808" y="119765"/>
                  <a:pt x="13495" y="114704"/>
                  <a:pt x="15181" y="107957"/>
                </a:cubicBezTo>
                <a:lnTo>
                  <a:pt x="32050" y="30363"/>
                </a:lnTo>
                <a:cubicBezTo>
                  <a:pt x="33737" y="23616"/>
                  <a:pt x="35423" y="18555"/>
                  <a:pt x="35423" y="13495"/>
                </a:cubicBezTo>
                <a:cubicBezTo>
                  <a:pt x="35423" y="11808"/>
                  <a:pt x="33737" y="8434"/>
                  <a:pt x="32050" y="6747"/>
                </a:cubicBezTo>
                <a:cubicBezTo>
                  <a:pt x="30363" y="6747"/>
                  <a:pt x="28676" y="5060"/>
                  <a:pt x="25302" y="5060"/>
                </a:cubicBezTo>
                <a:lnTo>
                  <a:pt x="25302" y="0"/>
                </a:lnTo>
                <a:lnTo>
                  <a:pt x="75907" y="0"/>
                </a:lnTo>
                <a:cubicBezTo>
                  <a:pt x="86028" y="0"/>
                  <a:pt x="94462" y="1687"/>
                  <a:pt x="101210" y="3374"/>
                </a:cubicBezTo>
                <a:cubicBezTo>
                  <a:pt x="106270" y="5060"/>
                  <a:pt x="111331" y="8434"/>
                  <a:pt x="114704" y="13495"/>
                </a:cubicBezTo>
                <a:cubicBezTo>
                  <a:pt x="116391" y="16868"/>
                  <a:pt x="118078" y="21929"/>
                  <a:pt x="118078" y="28676"/>
                </a:cubicBezTo>
                <a:cubicBezTo>
                  <a:pt x="118078" y="37110"/>
                  <a:pt x="116391" y="45544"/>
                  <a:pt x="109644" y="52292"/>
                </a:cubicBezTo>
                <a:cubicBezTo>
                  <a:pt x="104583" y="59039"/>
                  <a:pt x="96149" y="64099"/>
                  <a:pt x="86028" y="6747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0DFDC-910C-4DAE-AA41-6FD56F7C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10" y="476055"/>
            <a:ext cx="55665" cy="94462"/>
          </a:xfrm>
          <a:custGeom xmlns:a="http://schemas.openxmlformats.org/drawingml/2006/main">
            <a:pathLst>
              <a:path w="55665" h="94462">
                <a:moveTo>
                  <a:pt x="47231" y="77594"/>
                </a:moveTo>
                <a:cubicBezTo>
                  <a:pt x="45544" y="80968"/>
                  <a:pt x="42171" y="84341"/>
                  <a:pt x="40484" y="86028"/>
                </a:cubicBezTo>
                <a:cubicBezTo>
                  <a:pt x="38797" y="87715"/>
                  <a:pt x="35423" y="89402"/>
                  <a:pt x="33737" y="91089"/>
                </a:cubicBezTo>
                <a:cubicBezTo>
                  <a:pt x="32050" y="91089"/>
                  <a:pt x="28676" y="92776"/>
                  <a:pt x="26989" y="92776"/>
                </a:cubicBezTo>
                <a:cubicBezTo>
                  <a:pt x="25302" y="94462"/>
                  <a:pt x="23616" y="94462"/>
                  <a:pt x="20242" y="94462"/>
                </a:cubicBezTo>
                <a:cubicBezTo>
                  <a:pt x="15181" y="94462"/>
                  <a:pt x="10121" y="92776"/>
                  <a:pt x="6747" y="89402"/>
                </a:cubicBezTo>
                <a:cubicBezTo>
                  <a:pt x="5060" y="87715"/>
                  <a:pt x="3374" y="82655"/>
                  <a:pt x="3374" y="77594"/>
                </a:cubicBezTo>
                <a:cubicBezTo>
                  <a:pt x="3374" y="75907"/>
                  <a:pt x="3374" y="74220"/>
                  <a:pt x="3374" y="70847"/>
                </a:cubicBezTo>
                <a:cubicBezTo>
                  <a:pt x="3374" y="69160"/>
                  <a:pt x="3374" y="67473"/>
                  <a:pt x="5060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0242"/>
                </a:lnTo>
                <a:cubicBezTo>
                  <a:pt x="5060" y="20242"/>
                  <a:pt x="6747" y="20242"/>
                  <a:pt x="8434" y="20242"/>
                </a:cubicBezTo>
                <a:cubicBezTo>
                  <a:pt x="10121" y="18555"/>
                  <a:pt x="11808" y="18555"/>
                  <a:pt x="13495" y="16868"/>
                </a:cubicBezTo>
                <a:lnTo>
                  <a:pt x="15181" y="15181"/>
                </a:lnTo>
                <a:cubicBezTo>
                  <a:pt x="16868" y="13495"/>
                  <a:pt x="16868" y="13495"/>
                  <a:pt x="16868" y="11808"/>
                </a:cubicBezTo>
                <a:cubicBezTo>
                  <a:pt x="18555" y="10121"/>
                  <a:pt x="18555" y="8434"/>
                  <a:pt x="20242" y="6747"/>
                </a:cubicBezTo>
                <a:cubicBezTo>
                  <a:pt x="20242" y="3374"/>
                  <a:pt x="21929" y="1687"/>
                  <a:pt x="21929" y="0"/>
                </a:cubicBezTo>
                <a:lnTo>
                  <a:pt x="33737" y="0"/>
                </a:lnTo>
                <a:lnTo>
                  <a:pt x="28676" y="18555"/>
                </a:lnTo>
                <a:lnTo>
                  <a:pt x="55665" y="18555"/>
                </a:lnTo>
                <a:lnTo>
                  <a:pt x="53978" y="26989"/>
                </a:lnTo>
                <a:lnTo>
                  <a:pt x="28676" y="26989"/>
                </a:lnTo>
                <a:lnTo>
                  <a:pt x="20242" y="57352"/>
                </a:lnTo>
                <a:cubicBezTo>
                  <a:pt x="20242" y="59039"/>
                  <a:pt x="18555" y="62413"/>
                  <a:pt x="18555" y="64099"/>
                </a:cubicBezTo>
                <a:cubicBezTo>
                  <a:pt x="18555" y="65786"/>
                  <a:pt x="18555" y="65786"/>
                  <a:pt x="18555" y="67473"/>
                </a:cubicBezTo>
                <a:cubicBezTo>
                  <a:pt x="18555" y="69160"/>
                  <a:pt x="18555" y="70847"/>
                  <a:pt x="18555" y="70847"/>
                </a:cubicBezTo>
                <a:cubicBezTo>
                  <a:pt x="18555" y="72534"/>
                  <a:pt x="16868" y="74220"/>
                  <a:pt x="16868" y="74220"/>
                </a:cubicBezTo>
                <a:cubicBezTo>
                  <a:pt x="16868" y="77594"/>
                  <a:pt x="18555" y="79281"/>
                  <a:pt x="20242" y="80968"/>
                </a:cubicBezTo>
                <a:cubicBezTo>
                  <a:pt x="20242" y="82655"/>
                  <a:pt x="23616" y="84341"/>
                  <a:pt x="25302" y="84341"/>
                </a:cubicBezTo>
                <a:cubicBezTo>
                  <a:pt x="28676" y="84341"/>
                  <a:pt x="30363" y="82655"/>
                  <a:pt x="33737" y="80968"/>
                </a:cubicBezTo>
                <a:cubicBezTo>
                  <a:pt x="35423" y="79281"/>
                  <a:pt x="38797" y="77594"/>
                  <a:pt x="42171" y="72534"/>
                </a:cubicBezTo>
                <a:lnTo>
                  <a:pt x="47231" y="77594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01D41-EAED-4FA3-BF4F-CC276D9E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56" y="3650665"/>
            <a:ext cx="177117" cy="79281"/>
          </a:xfrm>
          <a:custGeom xmlns:a="http://schemas.openxmlformats.org/drawingml/2006/main">
            <a:pathLst>
              <a:path w="177117" h="79281">
                <a:moveTo>
                  <a:pt x="0" y="67473"/>
                </a:moveTo>
                <a:lnTo>
                  <a:pt x="172056" y="0"/>
                </a:lnTo>
                <a:lnTo>
                  <a:pt x="177117" y="10121"/>
                </a:lnTo>
                <a:lnTo>
                  <a:pt x="5060" y="79281"/>
                </a:lnTo>
                <a:lnTo>
                  <a:pt x="0" y="67473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A341C-1175-421B-AACC-612C0688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869" y="3686089"/>
            <a:ext cx="193985" cy="231095"/>
          </a:xfrm>
          <a:custGeom xmlns:a="http://schemas.openxmlformats.org/drawingml/2006/main">
            <a:pathLst>
              <a:path w="193985" h="231095">
                <a:moveTo>
                  <a:pt x="0" y="222661"/>
                </a:moveTo>
                <a:lnTo>
                  <a:pt x="185551" y="0"/>
                </a:lnTo>
                <a:lnTo>
                  <a:pt x="193985" y="6747"/>
                </a:lnTo>
                <a:lnTo>
                  <a:pt x="8434" y="231095"/>
                </a:lnTo>
                <a:lnTo>
                  <a:pt x="0" y="222661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67ABB-FF2E-45B8-A6F7-29DEAEFB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182" y="3687775"/>
            <a:ext cx="195672" cy="414960"/>
          </a:xfrm>
          <a:custGeom xmlns:a="http://schemas.openxmlformats.org/drawingml/2006/main">
            <a:pathLst>
              <a:path w="195672" h="414960">
                <a:moveTo>
                  <a:pt x="0" y="409899"/>
                </a:moveTo>
                <a:lnTo>
                  <a:pt x="185551" y="0"/>
                </a:lnTo>
                <a:lnTo>
                  <a:pt x="195672" y="3374"/>
                </a:lnTo>
                <a:lnTo>
                  <a:pt x="10121" y="414960"/>
                </a:lnTo>
                <a:lnTo>
                  <a:pt x="0" y="409899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2F221-3B3D-43E7-9A23-609F3764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050" y="3751875"/>
            <a:ext cx="175430" cy="62413"/>
          </a:xfrm>
          <a:custGeom xmlns:a="http://schemas.openxmlformats.org/drawingml/2006/main">
            <a:pathLst>
              <a:path w="175430" h="62413">
                <a:moveTo>
                  <a:pt x="3374" y="0"/>
                </a:moveTo>
                <a:lnTo>
                  <a:pt x="175430" y="52292"/>
                </a:lnTo>
                <a:lnTo>
                  <a:pt x="172056" y="62413"/>
                </a:lnTo>
                <a:lnTo>
                  <a:pt x="0" y="11808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8DE7D8-527E-4B00-9692-2877CB0F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182" y="3788985"/>
            <a:ext cx="195672" cy="399778"/>
          </a:xfrm>
          <a:custGeom xmlns:a="http://schemas.openxmlformats.org/drawingml/2006/main">
            <a:pathLst>
              <a:path w="195672" h="399778">
                <a:moveTo>
                  <a:pt x="10121" y="0"/>
                </a:moveTo>
                <a:lnTo>
                  <a:pt x="195672" y="394718"/>
                </a:lnTo>
                <a:lnTo>
                  <a:pt x="185551" y="399778"/>
                </a:lnTo>
                <a:lnTo>
                  <a:pt x="0" y="5060"/>
                </a:lnTo>
                <a:lnTo>
                  <a:pt x="10121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C359A-07B1-4AA5-9806-F58FD883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869" y="3787298"/>
            <a:ext cx="193985" cy="214227"/>
          </a:xfrm>
          <a:custGeom xmlns:a="http://schemas.openxmlformats.org/drawingml/2006/main">
            <a:pathLst>
              <a:path w="193985" h="214227">
                <a:moveTo>
                  <a:pt x="8434" y="0"/>
                </a:moveTo>
                <a:lnTo>
                  <a:pt x="193985" y="207480"/>
                </a:lnTo>
                <a:lnTo>
                  <a:pt x="185551" y="214227"/>
                </a:lnTo>
                <a:lnTo>
                  <a:pt x="0" y="6747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428BF-9695-452E-915C-645E2F8B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56" y="3836216"/>
            <a:ext cx="177117" cy="80968"/>
          </a:xfrm>
          <a:custGeom xmlns:a="http://schemas.openxmlformats.org/drawingml/2006/main">
            <a:pathLst>
              <a:path w="177117" h="80968">
                <a:moveTo>
                  <a:pt x="0" y="70847"/>
                </a:moveTo>
                <a:lnTo>
                  <a:pt x="172056" y="0"/>
                </a:lnTo>
                <a:lnTo>
                  <a:pt x="177117" y="11808"/>
                </a:lnTo>
                <a:lnTo>
                  <a:pt x="5060" y="80968"/>
                </a:lnTo>
                <a:lnTo>
                  <a:pt x="0" y="7084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89880-6D80-454C-B279-E57E3EE0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363" y="3940800"/>
            <a:ext cx="165309" cy="94462"/>
          </a:xfrm>
          <a:custGeom xmlns:a="http://schemas.openxmlformats.org/drawingml/2006/main">
            <a:pathLst>
              <a:path w="165309" h="94462">
                <a:moveTo>
                  <a:pt x="5060" y="0"/>
                </a:moveTo>
                <a:lnTo>
                  <a:pt x="165309" y="84341"/>
                </a:lnTo>
                <a:lnTo>
                  <a:pt x="158562" y="94462"/>
                </a:lnTo>
                <a:lnTo>
                  <a:pt x="0" y="10121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AE17C-BE7D-4C9E-A1ED-75B47F04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869" y="3974536"/>
            <a:ext cx="193985" cy="214227"/>
          </a:xfrm>
          <a:custGeom xmlns:a="http://schemas.openxmlformats.org/drawingml/2006/main">
            <a:pathLst>
              <a:path w="193985" h="214227">
                <a:moveTo>
                  <a:pt x="8434" y="0"/>
                </a:moveTo>
                <a:lnTo>
                  <a:pt x="193985" y="205793"/>
                </a:lnTo>
                <a:lnTo>
                  <a:pt x="185551" y="214227"/>
                </a:lnTo>
                <a:lnTo>
                  <a:pt x="0" y="8434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9C7F1E-C3DA-4EC6-96E0-E96FE290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869" y="3871640"/>
            <a:ext cx="193985" cy="232782"/>
          </a:xfrm>
          <a:custGeom xmlns:a="http://schemas.openxmlformats.org/drawingml/2006/main">
            <a:pathLst>
              <a:path w="193985" h="232782">
                <a:moveTo>
                  <a:pt x="0" y="224348"/>
                </a:moveTo>
                <a:lnTo>
                  <a:pt x="185551" y="0"/>
                </a:lnTo>
                <a:lnTo>
                  <a:pt x="193985" y="8434"/>
                </a:lnTo>
                <a:lnTo>
                  <a:pt x="8434" y="232782"/>
                </a:lnTo>
                <a:lnTo>
                  <a:pt x="0" y="22434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A7A17-1167-404C-B679-CB2EE885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363" y="4058878"/>
            <a:ext cx="177117" cy="80968"/>
          </a:xfrm>
          <a:custGeom xmlns:a="http://schemas.openxmlformats.org/drawingml/2006/main">
            <a:pathLst>
              <a:path w="177117" h="80968">
                <a:moveTo>
                  <a:pt x="0" y="70847"/>
                </a:moveTo>
                <a:lnTo>
                  <a:pt x="173743" y="0"/>
                </a:lnTo>
                <a:lnTo>
                  <a:pt x="177117" y="11808"/>
                </a:lnTo>
                <a:lnTo>
                  <a:pt x="5060" y="80968"/>
                </a:lnTo>
                <a:lnTo>
                  <a:pt x="0" y="7084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50F03-3605-45E8-ABE2-EFD7582B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56" y="4160087"/>
            <a:ext cx="175430" cy="64099"/>
          </a:xfrm>
          <a:custGeom xmlns:a="http://schemas.openxmlformats.org/drawingml/2006/main">
            <a:pathLst>
              <a:path w="175430" h="64099">
                <a:moveTo>
                  <a:pt x="3374" y="0"/>
                </a:moveTo>
                <a:lnTo>
                  <a:pt x="175430" y="52292"/>
                </a:lnTo>
                <a:lnTo>
                  <a:pt x="172056" y="64099"/>
                </a:lnTo>
                <a:lnTo>
                  <a:pt x="0" y="11808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DE350-7EC5-4EA7-9948-DA14C038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701" y="3650665"/>
            <a:ext cx="161935" cy="70847"/>
          </a:xfrm>
          <a:custGeom xmlns:a="http://schemas.openxmlformats.org/drawingml/2006/main">
            <a:pathLst>
              <a:path w="161935" h="70847">
                <a:moveTo>
                  <a:pt x="3374" y="0"/>
                </a:moveTo>
                <a:lnTo>
                  <a:pt x="161935" y="60726"/>
                </a:lnTo>
                <a:lnTo>
                  <a:pt x="158562" y="70847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3BDF3-A997-42A0-9FEB-0C240561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519" y="3686089"/>
            <a:ext cx="180491" cy="222661"/>
          </a:xfrm>
          <a:custGeom xmlns:a="http://schemas.openxmlformats.org/drawingml/2006/main">
            <a:pathLst>
              <a:path w="180491" h="222661">
                <a:moveTo>
                  <a:pt x="8434" y="0"/>
                </a:moveTo>
                <a:lnTo>
                  <a:pt x="180491" y="214227"/>
                </a:lnTo>
                <a:lnTo>
                  <a:pt x="172056" y="222661"/>
                </a:lnTo>
                <a:lnTo>
                  <a:pt x="0" y="6747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B31E7E-F124-4F62-88F3-855B0B85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833" y="3687775"/>
            <a:ext cx="183864" cy="406526"/>
          </a:xfrm>
          <a:custGeom xmlns:a="http://schemas.openxmlformats.org/drawingml/2006/main">
            <a:pathLst>
              <a:path w="183864" h="406526">
                <a:moveTo>
                  <a:pt x="11808" y="0"/>
                </a:moveTo>
                <a:lnTo>
                  <a:pt x="183864" y="401465"/>
                </a:lnTo>
                <a:lnTo>
                  <a:pt x="173743" y="406526"/>
                </a:lnTo>
                <a:lnTo>
                  <a:pt x="0" y="3374"/>
                </a:lnTo>
                <a:lnTo>
                  <a:pt x="11808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38F8B-2709-4558-9916-AB5FF7F6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206" y="3743441"/>
            <a:ext cx="163622" cy="70847"/>
          </a:xfrm>
          <a:custGeom xmlns:a="http://schemas.openxmlformats.org/drawingml/2006/main">
            <a:pathLst>
              <a:path w="163622" h="70847">
                <a:moveTo>
                  <a:pt x="0" y="59039"/>
                </a:moveTo>
                <a:lnTo>
                  <a:pt x="158562" y="0"/>
                </a:lnTo>
                <a:lnTo>
                  <a:pt x="163622" y="11808"/>
                </a:lnTo>
                <a:lnTo>
                  <a:pt x="5060" y="70847"/>
                </a:lnTo>
                <a:lnTo>
                  <a:pt x="0" y="59039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1D61E-9188-4F2C-8014-572D4EDA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388" y="3836216"/>
            <a:ext cx="161935" cy="74220"/>
          </a:xfrm>
          <a:custGeom xmlns:a="http://schemas.openxmlformats.org/drawingml/2006/main">
            <a:pathLst>
              <a:path w="161935" h="74220">
                <a:moveTo>
                  <a:pt x="3374" y="0"/>
                </a:moveTo>
                <a:lnTo>
                  <a:pt x="161935" y="62413"/>
                </a:lnTo>
                <a:lnTo>
                  <a:pt x="158562" y="74220"/>
                </a:lnTo>
                <a:lnTo>
                  <a:pt x="0" y="11808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03E734-A501-43C8-B457-C876018D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519" y="3871640"/>
            <a:ext cx="180491" cy="224348"/>
          </a:xfrm>
          <a:custGeom xmlns:a="http://schemas.openxmlformats.org/drawingml/2006/main">
            <a:pathLst>
              <a:path w="180491" h="224348">
                <a:moveTo>
                  <a:pt x="8434" y="0"/>
                </a:moveTo>
                <a:lnTo>
                  <a:pt x="180491" y="215914"/>
                </a:lnTo>
                <a:lnTo>
                  <a:pt x="172056" y="224348"/>
                </a:lnTo>
                <a:lnTo>
                  <a:pt x="0" y="8434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BCF1F-F416-4575-85EA-84C8CC94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519" y="3778864"/>
            <a:ext cx="180491" cy="222661"/>
          </a:xfrm>
          <a:custGeom xmlns:a="http://schemas.openxmlformats.org/drawingml/2006/main">
            <a:pathLst>
              <a:path w="180491" h="222661">
                <a:moveTo>
                  <a:pt x="0" y="214227"/>
                </a:moveTo>
                <a:lnTo>
                  <a:pt x="172056" y="0"/>
                </a:lnTo>
                <a:lnTo>
                  <a:pt x="180491" y="6747"/>
                </a:lnTo>
                <a:lnTo>
                  <a:pt x="8434" y="222661"/>
                </a:lnTo>
                <a:lnTo>
                  <a:pt x="0" y="21422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F8BF9-D5FC-4492-9262-C076B424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014" y="3932365"/>
            <a:ext cx="151815" cy="102897"/>
          </a:xfrm>
          <a:custGeom xmlns:a="http://schemas.openxmlformats.org/drawingml/2006/main">
            <a:pathLst>
              <a:path w="151815" h="102897">
                <a:moveTo>
                  <a:pt x="0" y="92776"/>
                </a:moveTo>
                <a:lnTo>
                  <a:pt x="145067" y="0"/>
                </a:lnTo>
                <a:lnTo>
                  <a:pt x="151815" y="10121"/>
                </a:lnTo>
                <a:lnTo>
                  <a:pt x="6747" y="102897"/>
                </a:lnTo>
                <a:lnTo>
                  <a:pt x="0" y="9277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620C3-E9C6-414B-9C0E-36E63BD0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206" y="4058878"/>
            <a:ext cx="163622" cy="72534"/>
          </a:xfrm>
          <a:custGeom xmlns:a="http://schemas.openxmlformats.org/drawingml/2006/main">
            <a:pathLst>
              <a:path w="163622" h="72534">
                <a:moveTo>
                  <a:pt x="5060" y="0"/>
                </a:moveTo>
                <a:lnTo>
                  <a:pt x="163622" y="60726"/>
                </a:lnTo>
                <a:lnTo>
                  <a:pt x="160249" y="72534"/>
                </a:lnTo>
                <a:lnTo>
                  <a:pt x="0" y="11808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27A5C-F1A9-42B7-B1C8-E38F4694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833" y="3780551"/>
            <a:ext cx="183864" cy="406526"/>
          </a:xfrm>
          <a:custGeom xmlns:a="http://schemas.openxmlformats.org/drawingml/2006/main">
            <a:pathLst>
              <a:path w="183864" h="406526">
                <a:moveTo>
                  <a:pt x="0" y="401465"/>
                </a:moveTo>
                <a:lnTo>
                  <a:pt x="173743" y="0"/>
                </a:lnTo>
                <a:lnTo>
                  <a:pt x="183864" y="5060"/>
                </a:lnTo>
                <a:lnTo>
                  <a:pt x="11808" y="406526"/>
                </a:lnTo>
                <a:lnTo>
                  <a:pt x="0" y="401465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13EFB-8CFC-4659-8F44-49DCF023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519" y="3966102"/>
            <a:ext cx="180491" cy="222661"/>
          </a:xfrm>
          <a:custGeom xmlns:a="http://schemas.openxmlformats.org/drawingml/2006/main">
            <a:pathLst>
              <a:path w="180491" h="222661">
                <a:moveTo>
                  <a:pt x="0" y="215914"/>
                </a:moveTo>
                <a:lnTo>
                  <a:pt x="172056" y="0"/>
                </a:lnTo>
                <a:lnTo>
                  <a:pt x="180491" y="8434"/>
                </a:lnTo>
                <a:lnTo>
                  <a:pt x="8434" y="222661"/>
                </a:lnTo>
                <a:lnTo>
                  <a:pt x="0" y="215914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C08D6-A6A6-4603-AE74-F5851235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701" y="4151653"/>
            <a:ext cx="161935" cy="72534"/>
          </a:xfrm>
          <a:custGeom xmlns:a="http://schemas.openxmlformats.org/drawingml/2006/main">
            <a:pathLst>
              <a:path w="161935" h="72534">
                <a:moveTo>
                  <a:pt x="0" y="60726"/>
                </a:moveTo>
                <a:lnTo>
                  <a:pt x="158562" y="0"/>
                </a:lnTo>
                <a:lnTo>
                  <a:pt x="161935" y="11808"/>
                </a:lnTo>
                <a:lnTo>
                  <a:pt x="3374" y="72534"/>
                </a:lnTo>
                <a:lnTo>
                  <a:pt x="0" y="6072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05C69-8D67-4732-8870-02C8BB6D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298" y="3608494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4220"/>
                  <a:pt x="70847" y="94462"/>
                  <a:pt x="45544" y="94462"/>
                </a:cubicBezTo>
                <a:cubicBezTo>
                  <a:pt x="20242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14557-9DB0-49A4-9111-624C1E91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238" y="3603434"/>
            <a:ext cx="101210" cy="106270"/>
          </a:xfrm>
          <a:custGeom xmlns:a="http://schemas.openxmlformats.org/drawingml/2006/main">
            <a:pathLst>
              <a:path w="101210" h="106270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2292"/>
                </a:cubicBezTo>
                <a:cubicBezTo>
                  <a:pt x="101210" y="80968"/>
                  <a:pt x="79281" y="106270"/>
                  <a:pt x="50605" y="106270"/>
                </a:cubicBezTo>
                <a:cubicBezTo>
                  <a:pt x="21929" y="106270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0605" y="94462"/>
                </a:cubicBezTo>
                <a:cubicBezTo>
                  <a:pt x="72534" y="94462"/>
                  <a:pt x="91089" y="75907"/>
                  <a:pt x="91089" y="52292"/>
                </a:cubicBezTo>
                <a:cubicBezTo>
                  <a:pt x="91089" y="30363"/>
                  <a:pt x="72534" y="11808"/>
                  <a:pt x="50605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CE5E4-A0FB-4464-8463-F964F70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298" y="3795733"/>
            <a:ext cx="92776" cy="94462"/>
          </a:xfrm>
          <a:custGeom xmlns:a="http://schemas.openxmlformats.org/drawingml/2006/main">
            <a:pathLst>
              <a:path w="92776" h="94462">
                <a:moveTo>
                  <a:pt x="0" y="47231"/>
                </a:moveTo>
                <a:cubicBezTo>
                  <a:pt x="0" y="20242"/>
                  <a:pt x="21929" y="0"/>
                  <a:pt x="47231" y="0"/>
                </a:cubicBezTo>
                <a:cubicBezTo>
                  <a:pt x="72534" y="0"/>
                  <a:pt x="92776" y="20242"/>
                  <a:pt x="92776" y="47231"/>
                </a:cubicBezTo>
                <a:cubicBezTo>
                  <a:pt x="92776" y="72534"/>
                  <a:pt x="72534" y="94462"/>
                  <a:pt x="47231" y="94462"/>
                </a:cubicBezTo>
                <a:cubicBezTo>
                  <a:pt x="21929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93071C-2897-417C-96C5-1F9A22BB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238" y="3788986"/>
            <a:ext cx="102897" cy="106270"/>
          </a:xfrm>
          <a:custGeom xmlns:a="http://schemas.openxmlformats.org/drawingml/2006/main">
            <a:pathLst>
              <a:path w="102897" h="106270">
                <a:moveTo>
                  <a:pt x="5060" y="53978"/>
                </a:moveTo>
                <a:lnTo>
                  <a:pt x="0" y="53978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3978"/>
                </a:cubicBezTo>
                <a:cubicBezTo>
                  <a:pt x="102897" y="82655"/>
                  <a:pt x="80968" y="106270"/>
                  <a:pt x="52292" y="106270"/>
                </a:cubicBezTo>
                <a:cubicBezTo>
                  <a:pt x="23616" y="106270"/>
                  <a:pt x="0" y="82655"/>
                  <a:pt x="0" y="53978"/>
                </a:cubicBezTo>
                <a:lnTo>
                  <a:pt x="5060" y="53978"/>
                </a:lnTo>
                <a:lnTo>
                  <a:pt x="11808" y="53978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1089" y="75907"/>
                  <a:pt x="91089" y="53978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3978"/>
                </a:cubicBezTo>
                <a:lnTo>
                  <a:pt x="5060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5B16F-4D4E-4486-B919-81A15004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298" y="3984657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5544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5544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5544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76107-CCC9-4BC3-934E-1041AA17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238" y="3977910"/>
            <a:ext cx="101210" cy="104583"/>
          </a:xfrm>
          <a:custGeom xmlns:a="http://schemas.openxmlformats.org/drawingml/2006/main">
            <a:pathLst>
              <a:path w="101210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3616" y="0"/>
                  <a:pt x="50605" y="0"/>
                </a:cubicBezTo>
                <a:cubicBezTo>
                  <a:pt x="79281" y="0"/>
                  <a:pt x="101210" y="23616"/>
                  <a:pt x="101210" y="52292"/>
                </a:cubicBezTo>
                <a:cubicBezTo>
                  <a:pt x="101210" y="80968"/>
                  <a:pt x="79281" y="104583"/>
                  <a:pt x="50605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28676" y="92776"/>
                  <a:pt x="50605" y="92776"/>
                </a:cubicBezTo>
                <a:cubicBezTo>
                  <a:pt x="72534" y="92776"/>
                  <a:pt x="91089" y="75907"/>
                  <a:pt x="91089" y="52292"/>
                </a:cubicBezTo>
                <a:cubicBezTo>
                  <a:pt x="91089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9E53C8-98E9-4B42-B787-73843997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298" y="4171895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019A2D-8E80-4BA5-9C71-CDF9B423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238" y="4166835"/>
            <a:ext cx="101210" cy="104583"/>
          </a:xfrm>
          <a:custGeom xmlns:a="http://schemas.openxmlformats.org/drawingml/2006/main">
            <a:pathLst>
              <a:path w="101210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2292"/>
                </a:cubicBezTo>
                <a:cubicBezTo>
                  <a:pt x="101210" y="80968"/>
                  <a:pt x="79281" y="104583"/>
                  <a:pt x="50605" y="104583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0605" y="94462"/>
                </a:cubicBezTo>
                <a:cubicBezTo>
                  <a:pt x="72534" y="94462"/>
                  <a:pt x="91089" y="75907"/>
                  <a:pt x="91089" y="52292"/>
                </a:cubicBezTo>
                <a:cubicBezTo>
                  <a:pt x="91089" y="28676"/>
                  <a:pt x="72534" y="10121"/>
                  <a:pt x="50605" y="10121"/>
                </a:cubicBezTo>
                <a:cubicBezTo>
                  <a:pt x="30363" y="10121"/>
                  <a:pt x="11808" y="28676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77D0B-095A-4CD8-9655-F043757C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962" y="3709704"/>
            <a:ext cx="92776" cy="94462"/>
          </a:xfrm>
          <a:custGeom xmlns:a="http://schemas.openxmlformats.org/drawingml/2006/main">
            <a:pathLst>
              <a:path w="92776" h="94462">
                <a:moveTo>
                  <a:pt x="0" y="47231"/>
                </a:moveTo>
                <a:cubicBezTo>
                  <a:pt x="0" y="21929"/>
                  <a:pt x="20242" y="0"/>
                  <a:pt x="47231" y="0"/>
                </a:cubicBezTo>
                <a:cubicBezTo>
                  <a:pt x="72534" y="0"/>
                  <a:pt x="92776" y="21929"/>
                  <a:pt x="92776" y="47231"/>
                </a:cubicBezTo>
                <a:cubicBezTo>
                  <a:pt x="92776" y="74220"/>
                  <a:pt x="72534" y="94462"/>
                  <a:pt x="47231" y="94462"/>
                </a:cubicBezTo>
                <a:cubicBezTo>
                  <a:pt x="20242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0D705-0559-460D-93AF-24B76AC9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901" y="3704644"/>
            <a:ext cx="102897" cy="106270"/>
          </a:xfrm>
          <a:custGeom xmlns:a="http://schemas.openxmlformats.org/drawingml/2006/main">
            <a:pathLst>
              <a:path w="102897" h="106270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2655"/>
                  <a:pt x="80968" y="106270"/>
                  <a:pt x="52292" y="106270"/>
                </a:cubicBezTo>
                <a:cubicBezTo>
                  <a:pt x="21929" y="106270"/>
                  <a:pt x="0" y="82655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28676" y="94462"/>
                  <a:pt x="52292" y="94462"/>
                </a:cubicBezTo>
                <a:cubicBezTo>
                  <a:pt x="74220" y="94462"/>
                  <a:pt x="91089" y="75907"/>
                  <a:pt x="91089" y="52292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28676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0BEEB-3A64-49F3-B0DF-FB5F3D60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962" y="3898629"/>
            <a:ext cx="92776" cy="94462"/>
          </a:xfrm>
          <a:custGeom xmlns:a="http://schemas.openxmlformats.org/drawingml/2006/main">
            <a:pathLst>
              <a:path w="92776" h="94462">
                <a:moveTo>
                  <a:pt x="0" y="47231"/>
                </a:moveTo>
                <a:cubicBezTo>
                  <a:pt x="0" y="21929"/>
                  <a:pt x="20242" y="0"/>
                  <a:pt x="47231" y="0"/>
                </a:cubicBezTo>
                <a:cubicBezTo>
                  <a:pt x="72534" y="0"/>
                  <a:pt x="92776" y="21929"/>
                  <a:pt x="92776" y="47231"/>
                </a:cubicBezTo>
                <a:cubicBezTo>
                  <a:pt x="92776" y="72534"/>
                  <a:pt x="72534" y="94462"/>
                  <a:pt x="47231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606B6-7A5E-4444-AF77-71F8C7D4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901" y="3893569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79281" y="0"/>
                  <a:pt x="102897" y="23616"/>
                  <a:pt x="102897" y="52292"/>
                </a:cubicBezTo>
                <a:cubicBezTo>
                  <a:pt x="102897" y="80968"/>
                  <a:pt x="79281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4220"/>
                  <a:pt x="28676" y="92776"/>
                  <a:pt x="52292" y="92776"/>
                </a:cubicBezTo>
                <a:cubicBezTo>
                  <a:pt x="74220" y="92776"/>
                  <a:pt x="91089" y="74220"/>
                  <a:pt x="91089" y="52292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28676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18DE0E-BE17-494D-9722-89242A2E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962" y="4087554"/>
            <a:ext cx="92776" cy="92776"/>
          </a:xfrm>
          <a:custGeom xmlns:a="http://schemas.openxmlformats.org/drawingml/2006/main">
            <a:pathLst>
              <a:path w="92776" h="92776">
                <a:moveTo>
                  <a:pt x="0" y="45544"/>
                </a:moveTo>
                <a:cubicBezTo>
                  <a:pt x="0" y="20242"/>
                  <a:pt x="20242" y="0"/>
                  <a:pt x="47231" y="0"/>
                </a:cubicBezTo>
                <a:cubicBezTo>
                  <a:pt x="72534" y="0"/>
                  <a:pt x="92776" y="20242"/>
                  <a:pt x="92776" y="45544"/>
                </a:cubicBezTo>
                <a:cubicBezTo>
                  <a:pt x="92776" y="72534"/>
                  <a:pt x="72534" y="92776"/>
                  <a:pt x="47231" y="92776"/>
                </a:cubicBezTo>
                <a:cubicBezTo>
                  <a:pt x="20242" y="92776"/>
                  <a:pt x="0" y="72534"/>
                  <a:pt x="0" y="45544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D34FA-739C-40DB-87E0-1E80C5BE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901" y="4080806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79281" y="0"/>
                  <a:pt x="102897" y="23616"/>
                  <a:pt x="102897" y="52292"/>
                </a:cubicBezTo>
                <a:cubicBezTo>
                  <a:pt x="102897" y="80968"/>
                  <a:pt x="79281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28676" y="92776"/>
                  <a:pt x="52292" y="92776"/>
                </a:cubicBezTo>
                <a:cubicBezTo>
                  <a:pt x="74220" y="92776"/>
                  <a:pt x="91089" y="75907"/>
                  <a:pt x="91089" y="52292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28676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E71C7-B73D-412B-BD19-EA3699A5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141" y="3702957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34CF0-2715-4FD3-94FD-C3948C04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394" y="3697896"/>
            <a:ext cx="102897" cy="104583"/>
          </a:xfrm>
          <a:custGeom xmlns:a="http://schemas.openxmlformats.org/drawingml/2006/main">
            <a:pathLst>
              <a:path w="102897" h="104583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4220"/>
                  <a:pt x="30363" y="92776"/>
                  <a:pt x="52292" y="92776"/>
                </a:cubicBezTo>
                <a:cubicBezTo>
                  <a:pt x="74220" y="92776"/>
                  <a:pt x="91089" y="74220"/>
                  <a:pt x="92776" y="52292"/>
                </a:cubicBezTo>
                <a:cubicBezTo>
                  <a:pt x="91089" y="28676"/>
                  <a:pt x="74220" y="11808"/>
                  <a:pt x="52292" y="11808"/>
                </a:cubicBezTo>
                <a:cubicBezTo>
                  <a:pt x="30363" y="11808"/>
                  <a:pt x="11808" y="28676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09652-B235-41B1-9FDF-5BA15147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141" y="3890195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EC0124-E045-429D-B5AC-3A0DC2E7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394" y="3885134"/>
            <a:ext cx="102897" cy="104583"/>
          </a:xfrm>
          <a:custGeom xmlns:a="http://schemas.openxmlformats.org/drawingml/2006/main">
            <a:pathLst>
              <a:path w="102897" h="104583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4220"/>
                  <a:pt x="30363" y="92776"/>
                  <a:pt x="52292" y="92776"/>
                </a:cubicBezTo>
                <a:cubicBezTo>
                  <a:pt x="74220" y="92776"/>
                  <a:pt x="91089" y="74220"/>
                  <a:pt x="92776" y="52292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FEB2CA-6C33-4655-AA7F-6B4CF13D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141" y="4077433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EF39E-0CAC-4D87-ABA4-35DBD873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394" y="4070686"/>
            <a:ext cx="102897" cy="106270"/>
          </a:xfrm>
          <a:custGeom xmlns:a="http://schemas.openxmlformats.org/drawingml/2006/main">
            <a:pathLst>
              <a:path w="102897" h="106270">
                <a:moveTo>
                  <a:pt x="6747" y="53978"/>
                </a:moveTo>
                <a:lnTo>
                  <a:pt x="0" y="53978"/>
                </a:lnTo>
                <a:cubicBezTo>
                  <a:pt x="0" y="25302"/>
                  <a:pt x="23616" y="0"/>
                  <a:pt x="52292" y="0"/>
                </a:cubicBezTo>
                <a:cubicBezTo>
                  <a:pt x="80968" y="0"/>
                  <a:pt x="102897" y="25302"/>
                  <a:pt x="102897" y="53978"/>
                </a:cubicBezTo>
                <a:cubicBezTo>
                  <a:pt x="102897" y="82655"/>
                  <a:pt x="80968" y="106270"/>
                  <a:pt x="52292" y="106270"/>
                </a:cubicBezTo>
                <a:cubicBezTo>
                  <a:pt x="23616" y="106270"/>
                  <a:pt x="0" y="82655"/>
                  <a:pt x="0" y="53978"/>
                </a:cubicBezTo>
                <a:lnTo>
                  <a:pt x="6747" y="53978"/>
                </a:lnTo>
                <a:lnTo>
                  <a:pt x="11808" y="53978"/>
                </a:lnTo>
                <a:cubicBezTo>
                  <a:pt x="11808" y="77594"/>
                  <a:pt x="30363" y="94462"/>
                  <a:pt x="52292" y="96149"/>
                </a:cubicBezTo>
                <a:cubicBezTo>
                  <a:pt x="74220" y="94462"/>
                  <a:pt x="91089" y="77594"/>
                  <a:pt x="92776" y="53978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3978"/>
                </a:cubicBezTo>
                <a:lnTo>
                  <a:pt x="6747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2E696-EB07-407A-8924-DD347F10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079" y="3618616"/>
            <a:ext cx="86028" cy="131573"/>
          </a:xfrm>
          <a:custGeom xmlns:a="http://schemas.openxmlformats.org/drawingml/2006/main">
            <a:pathLst>
              <a:path w="86028" h="131573">
                <a:moveTo>
                  <a:pt x="67473" y="94462"/>
                </a:moveTo>
                <a:cubicBezTo>
                  <a:pt x="67473" y="91089"/>
                  <a:pt x="67473" y="87715"/>
                  <a:pt x="65786" y="84341"/>
                </a:cubicBezTo>
                <a:cubicBezTo>
                  <a:pt x="64099" y="80968"/>
                  <a:pt x="62413" y="79281"/>
                  <a:pt x="60726" y="75907"/>
                </a:cubicBezTo>
                <a:cubicBezTo>
                  <a:pt x="59039" y="74220"/>
                  <a:pt x="55665" y="72534"/>
                  <a:pt x="52292" y="72534"/>
                </a:cubicBezTo>
                <a:cubicBezTo>
                  <a:pt x="47231" y="70847"/>
                  <a:pt x="43858" y="70847"/>
                  <a:pt x="38797" y="70847"/>
                </a:cubicBezTo>
                <a:lnTo>
                  <a:pt x="16868" y="70847"/>
                </a:lnTo>
                <a:lnTo>
                  <a:pt x="16868" y="116391"/>
                </a:lnTo>
                <a:lnTo>
                  <a:pt x="42171" y="116391"/>
                </a:lnTo>
                <a:cubicBezTo>
                  <a:pt x="47231" y="116391"/>
                  <a:pt x="50605" y="116391"/>
                  <a:pt x="52292" y="114704"/>
                </a:cubicBezTo>
                <a:cubicBezTo>
                  <a:pt x="55665" y="114704"/>
                  <a:pt x="59039" y="113017"/>
                  <a:pt x="60726" y="111331"/>
                </a:cubicBezTo>
                <a:cubicBezTo>
                  <a:pt x="62413" y="109644"/>
                  <a:pt x="64099" y="107957"/>
                  <a:pt x="65786" y="104583"/>
                </a:cubicBezTo>
                <a:cubicBezTo>
                  <a:pt x="67473" y="101210"/>
                  <a:pt x="67473" y="97836"/>
                  <a:pt x="67473" y="94462"/>
                </a:cubicBezTo>
                <a:close/>
                <a:moveTo>
                  <a:pt x="60726" y="35423"/>
                </a:moveTo>
                <a:cubicBezTo>
                  <a:pt x="60726" y="32050"/>
                  <a:pt x="59039" y="28676"/>
                  <a:pt x="59039" y="25302"/>
                </a:cubicBezTo>
                <a:cubicBezTo>
                  <a:pt x="57352" y="23616"/>
                  <a:pt x="57352" y="21929"/>
                  <a:pt x="53978" y="20242"/>
                </a:cubicBezTo>
                <a:cubicBezTo>
                  <a:pt x="52292" y="16868"/>
                  <a:pt x="50605" y="16868"/>
                  <a:pt x="47231" y="15181"/>
                </a:cubicBezTo>
                <a:cubicBezTo>
                  <a:pt x="43858" y="15181"/>
                  <a:pt x="40484" y="13495"/>
                  <a:pt x="35423" y="13495"/>
                </a:cubicBezTo>
                <a:lnTo>
                  <a:pt x="16868" y="13495"/>
                </a:lnTo>
                <a:lnTo>
                  <a:pt x="16868" y="57352"/>
                </a:lnTo>
                <a:lnTo>
                  <a:pt x="37110" y="57352"/>
                </a:lnTo>
                <a:cubicBezTo>
                  <a:pt x="42171" y="57352"/>
                  <a:pt x="45544" y="55665"/>
                  <a:pt x="47231" y="53978"/>
                </a:cubicBezTo>
                <a:cubicBezTo>
                  <a:pt x="50605" y="53978"/>
                  <a:pt x="52292" y="52292"/>
                  <a:pt x="53978" y="50605"/>
                </a:cubicBezTo>
                <a:cubicBezTo>
                  <a:pt x="57352" y="47231"/>
                  <a:pt x="57352" y="45544"/>
                  <a:pt x="59039" y="42171"/>
                </a:cubicBezTo>
                <a:cubicBezTo>
                  <a:pt x="59039" y="40484"/>
                  <a:pt x="60726" y="37110"/>
                  <a:pt x="60726" y="35423"/>
                </a:cubicBezTo>
                <a:close/>
                <a:moveTo>
                  <a:pt x="86028" y="94462"/>
                </a:moveTo>
                <a:cubicBezTo>
                  <a:pt x="86028" y="97836"/>
                  <a:pt x="86028" y="101210"/>
                  <a:pt x="84341" y="104583"/>
                </a:cubicBezTo>
                <a:cubicBezTo>
                  <a:pt x="84341" y="107957"/>
                  <a:pt x="82655" y="111331"/>
                  <a:pt x="80968" y="114704"/>
                </a:cubicBezTo>
                <a:cubicBezTo>
                  <a:pt x="79281" y="118078"/>
                  <a:pt x="75907" y="119765"/>
                  <a:pt x="74220" y="121452"/>
                </a:cubicBezTo>
                <a:cubicBezTo>
                  <a:pt x="70847" y="123138"/>
                  <a:pt x="67473" y="126512"/>
                  <a:pt x="64099" y="126512"/>
                </a:cubicBezTo>
                <a:cubicBezTo>
                  <a:pt x="60726" y="128199"/>
                  <a:pt x="57352" y="129886"/>
                  <a:pt x="53978" y="129886"/>
                </a:cubicBezTo>
                <a:cubicBezTo>
                  <a:pt x="50605" y="131573"/>
                  <a:pt x="45544" y="131573"/>
                  <a:pt x="40484" y="131573"/>
                </a:cubicBezTo>
                <a:lnTo>
                  <a:pt x="6747" y="131573"/>
                </a:lnTo>
                <a:cubicBezTo>
                  <a:pt x="5060" y="131573"/>
                  <a:pt x="3374" y="131573"/>
                  <a:pt x="1687" y="129886"/>
                </a:cubicBezTo>
                <a:cubicBezTo>
                  <a:pt x="0" y="128199"/>
                  <a:pt x="0" y="126512"/>
                  <a:pt x="0" y="124825"/>
                </a:cubicBezTo>
                <a:lnTo>
                  <a:pt x="0" y="6747"/>
                </a:lnTo>
                <a:cubicBezTo>
                  <a:pt x="0" y="3374"/>
                  <a:pt x="0" y="1687"/>
                  <a:pt x="1687" y="1687"/>
                </a:cubicBezTo>
                <a:cubicBezTo>
                  <a:pt x="3374" y="0"/>
                  <a:pt x="5060" y="0"/>
                  <a:pt x="6747" y="0"/>
                </a:cubicBezTo>
                <a:lnTo>
                  <a:pt x="35423" y="0"/>
                </a:lnTo>
                <a:cubicBezTo>
                  <a:pt x="43858" y="0"/>
                  <a:pt x="50605" y="0"/>
                  <a:pt x="55665" y="1687"/>
                </a:cubicBezTo>
                <a:cubicBezTo>
                  <a:pt x="60726" y="3374"/>
                  <a:pt x="64099" y="5060"/>
                  <a:pt x="67473" y="8434"/>
                </a:cubicBezTo>
                <a:cubicBezTo>
                  <a:pt x="70847" y="11808"/>
                  <a:pt x="74220" y="15181"/>
                  <a:pt x="75907" y="18555"/>
                </a:cubicBezTo>
                <a:cubicBezTo>
                  <a:pt x="77594" y="23616"/>
                  <a:pt x="77594" y="26989"/>
                  <a:pt x="77594" y="33737"/>
                </a:cubicBezTo>
                <a:cubicBezTo>
                  <a:pt x="77594" y="35423"/>
                  <a:pt x="77594" y="38797"/>
                  <a:pt x="77594" y="42171"/>
                </a:cubicBezTo>
                <a:cubicBezTo>
                  <a:pt x="75907" y="45544"/>
                  <a:pt x="75907" y="47231"/>
                  <a:pt x="74220" y="50605"/>
                </a:cubicBezTo>
                <a:cubicBezTo>
                  <a:pt x="72534" y="52292"/>
                  <a:pt x="70847" y="53978"/>
                  <a:pt x="67473" y="55665"/>
                </a:cubicBezTo>
                <a:cubicBezTo>
                  <a:pt x="65786" y="57352"/>
                  <a:pt x="64099" y="59039"/>
                  <a:pt x="60726" y="60726"/>
                </a:cubicBezTo>
                <a:cubicBezTo>
                  <a:pt x="64099" y="62413"/>
                  <a:pt x="67473" y="62413"/>
                  <a:pt x="70847" y="64099"/>
                </a:cubicBezTo>
                <a:cubicBezTo>
                  <a:pt x="74220" y="65786"/>
                  <a:pt x="75907" y="69160"/>
                  <a:pt x="79281" y="70847"/>
                </a:cubicBezTo>
                <a:cubicBezTo>
                  <a:pt x="80968" y="74220"/>
                  <a:pt x="82655" y="77594"/>
                  <a:pt x="84341" y="80968"/>
                </a:cubicBezTo>
                <a:cubicBezTo>
                  <a:pt x="86028" y="84341"/>
                  <a:pt x="86028" y="89402"/>
                  <a:pt x="86028" y="944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0AF50-0CDF-44C7-BED6-88A48EAB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229" y="3719825"/>
            <a:ext cx="40484" cy="82655"/>
          </a:xfrm>
          <a:custGeom xmlns:a="http://schemas.openxmlformats.org/drawingml/2006/main">
            <a:pathLst>
              <a:path w="40484" h="82655">
                <a:moveTo>
                  <a:pt x="40484" y="75907"/>
                </a:moveTo>
                <a:cubicBezTo>
                  <a:pt x="40484" y="77594"/>
                  <a:pt x="40484" y="77594"/>
                  <a:pt x="40484" y="79281"/>
                </a:cubicBezTo>
                <a:lnTo>
                  <a:pt x="38797" y="80968"/>
                </a:lnTo>
                <a:cubicBezTo>
                  <a:pt x="37110" y="80968"/>
                  <a:pt x="37110" y="82655"/>
                  <a:pt x="35423" y="82655"/>
                </a:cubicBezTo>
                <a:cubicBezTo>
                  <a:pt x="35423" y="82655"/>
                  <a:pt x="33737" y="82655"/>
                  <a:pt x="32050" y="82655"/>
                </a:cubicBezTo>
                <a:cubicBezTo>
                  <a:pt x="32050" y="82655"/>
                  <a:pt x="30363" y="82655"/>
                  <a:pt x="28676" y="82655"/>
                </a:cubicBezTo>
                <a:cubicBezTo>
                  <a:pt x="26989" y="82655"/>
                  <a:pt x="23616" y="82655"/>
                  <a:pt x="21929" y="80968"/>
                </a:cubicBezTo>
                <a:cubicBezTo>
                  <a:pt x="18555" y="80968"/>
                  <a:pt x="16868" y="79281"/>
                  <a:pt x="15181" y="77594"/>
                </a:cubicBezTo>
                <a:cubicBezTo>
                  <a:pt x="13495" y="75907"/>
                  <a:pt x="13495" y="74220"/>
                  <a:pt x="11808" y="70847"/>
                </a:cubicBezTo>
                <a:cubicBezTo>
                  <a:pt x="11808" y="69160"/>
                  <a:pt x="11808" y="65786"/>
                  <a:pt x="11808" y="62413"/>
                </a:cubicBezTo>
                <a:lnTo>
                  <a:pt x="11808" y="26989"/>
                </a:lnTo>
                <a:lnTo>
                  <a:pt x="3374" y="26989"/>
                </a:lnTo>
                <a:cubicBezTo>
                  <a:pt x="1687" y="26989"/>
                  <a:pt x="1687" y="25302"/>
                  <a:pt x="1687" y="25302"/>
                </a:cubicBezTo>
                <a:cubicBezTo>
                  <a:pt x="1687" y="25302"/>
                  <a:pt x="0" y="23616"/>
                  <a:pt x="0" y="21929"/>
                </a:cubicBezTo>
                <a:cubicBezTo>
                  <a:pt x="0" y="20242"/>
                  <a:pt x="1687" y="20242"/>
                  <a:pt x="1687" y="20242"/>
                </a:cubicBezTo>
                <a:lnTo>
                  <a:pt x="1687" y="18555"/>
                </a:lnTo>
                <a:lnTo>
                  <a:pt x="1687" y="16868"/>
                </a:lnTo>
                <a:lnTo>
                  <a:pt x="3374" y="16868"/>
                </a:lnTo>
                <a:lnTo>
                  <a:pt x="11808" y="16868"/>
                </a:lnTo>
                <a:lnTo>
                  <a:pt x="11808" y="3374"/>
                </a:lnTo>
                <a:lnTo>
                  <a:pt x="11808" y="1687"/>
                </a:lnTo>
                <a:lnTo>
                  <a:pt x="13495" y="1687"/>
                </a:lnTo>
                <a:cubicBezTo>
                  <a:pt x="13495" y="0"/>
                  <a:pt x="13495" y="0"/>
                  <a:pt x="15181" y="0"/>
                </a:cubicBezTo>
                <a:lnTo>
                  <a:pt x="16868" y="0"/>
                </a:lnTo>
                <a:cubicBezTo>
                  <a:pt x="18555" y="0"/>
                  <a:pt x="18555" y="0"/>
                  <a:pt x="20242" y="0"/>
                </a:cubicBezTo>
                <a:cubicBezTo>
                  <a:pt x="20242" y="0"/>
                  <a:pt x="21929" y="0"/>
                  <a:pt x="21929" y="1687"/>
                </a:cubicBezTo>
                <a:cubicBezTo>
                  <a:pt x="21929" y="1687"/>
                  <a:pt x="23616" y="1687"/>
                  <a:pt x="23616" y="3374"/>
                </a:cubicBezTo>
                <a:lnTo>
                  <a:pt x="23616" y="16868"/>
                </a:lnTo>
                <a:lnTo>
                  <a:pt x="38797" y="16868"/>
                </a:lnTo>
                <a:cubicBezTo>
                  <a:pt x="40484" y="16868"/>
                  <a:pt x="40484" y="18555"/>
                  <a:pt x="40484" y="18555"/>
                </a:cubicBezTo>
                <a:lnTo>
                  <a:pt x="40484" y="20242"/>
                </a:lnTo>
                <a:lnTo>
                  <a:pt x="40484" y="21929"/>
                </a:lnTo>
                <a:cubicBezTo>
                  <a:pt x="40484" y="23616"/>
                  <a:pt x="40484" y="25302"/>
                  <a:pt x="40484" y="25302"/>
                </a:cubicBezTo>
                <a:lnTo>
                  <a:pt x="38797" y="26989"/>
                </a:lnTo>
                <a:lnTo>
                  <a:pt x="23616" y="26989"/>
                </a:lnTo>
                <a:lnTo>
                  <a:pt x="23616" y="60726"/>
                </a:lnTo>
                <a:cubicBezTo>
                  <a:pt x="23616" y="64099"/>
                  <a:pt x="23616" y="67473"/>
                  <a:pt x="25302" y="69160"/>
                </a:cubicBezTo>
                <a:cubicBezTo>
                  <a:pt x="25302" y="72534"/>
                  <a:pt x="28676" y="72534"/>
                  <a:pt x="32050" y="72534"/>
                </a:cubicBezTo>
                <a:lnTo>
                  <a:pt x="33737" y="72534"/>
                </a:lnTo>
                <a:cubicBezTo>
                  <a:pt x="35423" y="72534"/>
                  <a:pt x="35423" y="72534"/>
                  <a:pt x="37110" y="72534"/>
                </a:cubicBezTo>
                <a:lnTo>
                  <a:pt x="37110" y="70847"/>
                </a:lnTo>
                <a:lnTo>
                  <a:pt x="38797" y="70847"/>
                </a:lnTo>
                <a:lnTo>
                  <a:pt x="40484" y="70847"/>
                </a:lnTo>
                <a:lnTo>
                  <a:pt x="40484" y="72534"/>
                </a:lnTo>
                <a:lnTo>
                  <a:pt x="40484" y="74220"/>
                </a:lnTo>
                <a:lnTo>
                  <a:pt x="40484" y="759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2544E-2D76-4783-9369-BC6AE0F0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833" y="3761996"/>
            <a:ext cx="33737" cy="10121"/>
          </a:xfrm>
          <a:custGeom xmlns:a="http://schemas.openxmlformats.org/drawingml/2006/main">
            <a:pathLst>
              <a:path w="33737" h="10121">
                <a:moveTo>
                  <a:pt x="33737" y="5060"/>
                </a:moveTo>
                <a:cubicBezTo>
                  <a:pt x="33737" y="6747"/>
                  <a:pt x="32050" y="8434"/>
                  <a:pt x="32050" y="8434"/>
                </a:cubicBezTo>
                <a:cubicBezTo>
                  <a:pt x="32050" y="10121"/>
                  <a:pt x="32050" y="10121"/>
                  <a:pt x="30363" y="10121"/>
                </a:cubicBezTo>
                <a:lnTo>
                  <a:pt x="1687" y="10121"/>
                </a:lnTo>
                <a:lnTo>
                  <a:pt x="0" y="8434"/>
                </a:lnTo>
                <a:cubicBezTo>
                  <a:pt x="0" y="8434"/>
                  <a:pt x="0" y="6747"/>
                  <a:pt x="0" y="5060"/>
                </a:cubicBezTo>
                <a:cubicBezTo>
                  <a:pt x="0" y="3374"/>
                  <a:pt x="0" y="1687"/>
                  <a:pt x="0" y="1687"/>
                </a:cubicBezTo>
                <a:cubicBezTo>
                  <a:pt x="1687" y="1687"/>
                  <a:pt x="1687" y="0"/>
                  <a:pt x="1687" y="0"/>
                </a:cubicBezTo>
                <a:lnTo>
                  <a:pt x="30363" y="0"/>
                </a:lnTo>
                <a:lnTo>
                  <a:pt x="32050" y="0"/>
                </a:lnTo>
                <a:lnTo>
                  <a:pt x="32050" y="1687"/>
                </a:lnTo>
                <a:lnTo>
                  <a:pt x="33737" y="3374"/>
                </a:lnTo>
                <a:lnTo>
                  <a:pt x="33737" y="50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F3E1FC-A96E-45C2-BEAD-578A8B3A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752" y="3716452"/>
            <a:ext cx="45544" cy="77594"/>
          </a:xfrm>
          <a:custGeom xmlns:a="http://schemas.openxmlformats.org/drawingml/2006/main">
            <a:pathLst>
              <a:path w="45544" h="77594">
                <a:moveTo>
                  <a:pt x="45544" y="74220"/>
                </a:moveTo>
                <a:lnTo>
                  <a:pt x="45544" y="75907"/>
                </a:lnTo>
                <a:lnTo>
                  <a:pt x="45544" y="77594"/>
                </a:lnTo>
                <a:lnTo>
                  <a:pt x="43858" y="77594"/>
                </a:lnTo>
                <a:lnTo>
                  <a:pt x="1687" y="77594"/>
                </a:lnTo>
                <a:cubicBezTo>
                  <a:pt x="0" y="77594"/>
                  <a:pt x="0" y="75907"/>
                  <a:pt x="0" y="75907"/>
                </a:cubicBezTo>
                <a:lnTo>
                  <a:pt x="0" y="74220"/>
                </a:lnTo>
                <a:lnTo>
                  <a:pt x="0" y="72534"/>
                </a:lnTo>
                <a:lnTo>
                  <a:pt x="0" y="70847"/>
                </a:lnTo>
                <a:cubicBezTo>
                  <a:pt x="1687" y="70847"/>
                  <a:pt x="1687" y="70847"/>
                  <a:pt x="1687" y="69160"/>
                </a:cubicBezTo>
                <a:lnTo>
                  <a:pt x="18555" y="69160"/>
                </a:lnTo>
                <a:lnTo>
                  <a:pt x="18555" y="10121"/>
                </a:lnTo>
                <a:lnTo>
                  <a:pt x="3374" y="18555"/>
                </a:lnTo>
                <a:cubicBezTo>
                  <a:pt x="3374" y="20242"/>
                  <a:pt x="1687" y="20242"/>
                  <a:pt x="1687" y="20242"/>
                </a:cubicBezTo>
                <a:lnTo>
                  <a:pt x="0" y="20242"/>
                </a:lnTo>
                <a:lnTo>
                  <a:pt x="0" y="18555"/>
                </a:lnTo>
                <a:lnTo>
                  <a:pt x="0" y="16868"/>
                </a:lnTo>
                <a:lnTo>
                  <a:pt x="0" y="15181"/>
                </a:lnTo>
                <a:lnTo>
                  <a:pt x="0" y="13495"/>
                </a:lnTo>
                <a:lnTo>
                  <a:pt x="0" y="11808"/>
                </a:lnTo>
                <a:lnTo>
                  <a:pt x="1687" y="11808"/>
                </a:lnTo>
                <a:lnTo>
                  <a:pt x="20242" y="0"/>
                </a:lnTo>
                <a:lnTo>
                  <a:pt x="21929" y="0"/>
                </a:lnTo>
                <a:lnTo>
                  <a:pt x="23616" y="0"/>
                </a:lnTo>
                <a:cubicBezTo>
                  <a:pt x="25302" y="0"/>
                  <a:pt x="25302" y="0"/>
                  <a:pt x="26989" y="0"/>
                </a:cubicBezTo>
                <a:lnTo>
                  <a:pt x="28676" y="0"/>
                </a:lnTo>
                <a:lnTo>
                  <a:pt x="28676" y="1687"/>
                </a:lnTo>
                <a:lnTo>
                  <a:pt x="28676" y="69160"/>
                </a:lnTo>
                <a:lnTo>
                  <a:pt x="43858" y="69160"/>
                </a:lnTo>
                <a:cubicBezTo>
                  <a:pt x="43858" y="70847"/>
                  <a:pt x="43858" y="70847"/>
                  <a:pt x="45544" y="70847"/>
                </a:cubicBezTo>
                <a:lnTo>
                  <a:pt x="45544" y="72534"/>
                </a:lnTo>
                <a:lnTo>
                  <a:pt x="45544" y="742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F9719-1C47-4B66-BA42-5AD31902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42" y="4828071"/>
            <a:ext cx="175430" cy="79281"/>
          </a:xfrm>
          <a:custGeom xmlns:a="http://schemas.openxmlformats.org/drawingml/2006/main">
            <a:pathLst>
              <a:path w="175430" h="79281">
                <a:moveTo>
                  <a:pt x="0" y="69160"/>
                </a:moveTo>
                <a:lnTo>
                  <a:pt x="172056" y="0"/>
                </a:lnTo>
                <a:lnTo>
                  <a:pt x="175430" y="11808"/>
                </a:lnTo>
                <a:lnTo>
                  <a:pt x="3374" y="79281"/>
                </a:lnTo>
                <a:lnTo>
                  <a:pt x="0" y="6916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B317C-3F5E-47E1-8CC2-09D4B9BE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169" y="4863495"/>
            <a:ext cx="195672" cy="231095"/>
          </a:xfrm>
          <a:custGeom xmlns:a="http://schemas.openxmlformats.org/drawingml/2006/main">
            <a:pathLst>
              <a:path w="195672" h="231095">
                <a:moveTo>
                  <a:pt x="0" y="224348"/>
                </a:moveTo>
                <a:lnTo>
                  <a:pt x="185551" y="0"/>
                </a:lnTo>
                <a:lnTo>
                  <a:pt x="195672" y="6747"/>
                </a:lnTo>
                <a:lnTo>
                  <a:pt x="8434" y="231095"/>
                </a:lnTo>
                <a:lnTo>
                  <a:pt x="0" y="22434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807D5D-428C-450D-8FBA-BB8918D6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169" y="4865181"/>
            <a:ext cx="195672" cy="414960"/>
          </a:xfrm>
          <a:custGeom xmlns:a="http://schemas.openxmlformats.org/drawingml/2006/main">
            <a:pathLst>
              <a:path w="195672" h="414960">
                <a:moveTo>
                  <a:pt x="0" y="411586"/>
                </a:moveTo>
                <a:lnTo>
                  <a:pt x="185551" y="0"/>
                </a:lnTo>
                <a:lnTo>
                  <a:pt x="195672" y="5060"/>
                </a:lnTo>
                <a:lnTo>
                  <a:pt x="10121" y="414960"/>
                </a:lnTo>
                <a:lnTo>
                  <a:pt x="0" y="41158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9C30E-B749-444E-8827-61269814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037" y="4929281"/>
            <a:ext cx="175430" cy="64099"/>
          </a:xfrm>
          <a:custGeom xmlns:a="http://schemas.openxmlformats.org/drawingml/2006/main">
            <a:pathLst>
              <a:path w="175430" h="64099">
                <a:moveTo>
                  <a:pt x="3374" y="0"/>
                </a:moveTo>
                <a:lnTo>
                  <a:pt x="175430" y="52292"/>
                </a:lnTo>
                <a:lnTo>
                  <a:pt x="172056" y="64099"/>
                </a:lnTo>
                <a:lnTo>
                  <a:pt x="0" y="11808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91F50-D3D2-47C5-8017-F1132F28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169" y="4966391"/>
            <a:ext cx="195672" cy="399778"/>
          </a:xfrm>
          <a:custGeom xmlns:a="http://schemas.openxmlformats.org/drawingml/2006/main">
            <a:pathLst>
              <a:path w="195672" h="399778">
                <a:moveTo>
                  <a:pt x="10121" y="0"/>
                </a:moveTo>
                <a:lnTo>
                  <a:pt x="195672" y="394718"/>
                </a:lnTo>
                <a:lnTo>
                  <a:pt x="185551" y="399778"/>
                </a:lnTo>
                <a:lnTo>
                  <a:pt x="0" y="5060"/>
                </a:lnTo>
                <a:lnTo>
                  <a:pt x="10121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CE81B-2D90-48F7-BAC5-6F16440D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169" y="4964704"/>
            <a:ext cx="193985" cy="215914"/>
          </a:xfrm>
          <a:custGeom xmlns:a="http://schemas.openxmlformats.org/drawingml/2006/main">
            <a:pathLst>
              <a:path w="193985" h="215914">
                <a:moveTo>
                  <a:pt x="8434" y="0"/>
                </a:moveTo>
                <a:lnTo>
                  <a:pt x="193985" y="207480"/>
                </a:lnTo>
                <a:lnTo>
                  <a:pt x="185551" y="215914"/>
                </a:lnTo>
                <a:lnTo>
                  <a:pt x="0" y="8434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E1136-0A4C-468C-88D1-21B15ECB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42" y="5016996"/>
            <a:ext cx="177117" cy="79281"/>
          </a:xfrm>
          <a:custGeom xmlns:a="http://schemas.openxmlformats.org/drawingml/2006/main">
            <a:pathLst>
              <a:path w="177117" h="79281">
                <a:moveTo>
                  <a:pt x="0" y="69160"/>
                </a:moveTo>
                <a:lnTo>
                  <a:pt x="172056" y="0"/>
                </a:lnTo>
                <a:lnTo>
                  <a:pt x="177117" y="10121"/>
                </a:lnTo>
                <a:lnTo>
                  <a:pt x="3374" y="79281"/>
                </a:lnTo>
                <a:lnTo>
                  <a:pt x="0" y="6916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5BB20-C041-45BF-804F-93608960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350" y="5119892"/>
            <a:ext cx="165309" cy="94462"/>
          </a:xfrm>
          <a:custGeom xmlns:a="http://schemas.openxmlformats.org/drawingml/2006/main">
            <a:pathLst>
              <a:path w="165309" h="94462">
                <a:moveTo>
                  <a:pt x="6747" y="0"/>
                </a:moveTo>
                <a:lnTo>
                  <a:pt x="165309" y="84341"/>
                </a:lnTo>
                <a:lnTo>
                  <a:pt x="160249" y="94462"/>
                </a:lnTo>
                <a:lnTo>
                  <a:pt x="0" y="10121"/>
                </a:lnTo>
                <a:lnTo>
                  <a:pt x="6747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D4C3CD-1297-44EC-AC32-79C25462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169" y="5153629"/>
            <a:ext cx="193985" cy="214227"/>
          </a:xfrm>
          <a:custGeom xmlns:a="http://schemas.openxmlformats.org/drawingml/2006/main">
            <a:pathLst>
              <a:path w="193985" h="214227">
                <a:moveTo>
                  <a:pt x="8434" y="0"/>
                </a:moveTo>
                <a:lnTo>
                  <a:pt x="193985" y="207480"/>
                </a:lnTo>
                <a:lnTo>
                  <a:pt x="185551" y="214227"/>
                </a:lnTo>
                <a:lnTo>
                  <a:pt x="0" y="8434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43A9A-84D2-41BA-88AB-45A9834F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169" y="5049046"/>
            <a:ext cx="195672" cy="232782"/>
          </a:xfrm>
          <a:custGeom xmlns:a="http://schemas.openxmlformats.org/drawingml/2006/main">
            <a:pathLst>
              <a:path w="195672" h="232782">
                <a:moveTo>
                  <a:pt x="0" y="226035"/>
                </a:moveTo>
                <a:lnTo>
                  <a:pt x="187238" y="0"/>
                </a:lnTo>
                <a:lnTo>
                  <a:pt x="195672" y="8434"/>
                </a:lnTo>
                <a:lnTo>
                  <a:pt x="8434" y="232782"/>
                </a:lnTo>
                <a:lnTo>
                  <a:pt x="0" y="226035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57A8C-6B1A-44C9-BC15-38B49E49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037" y="5237970"/>
            <a:ext cx="175430" cy="79281"/>
          </a:xfrm>
          <a:custGeom xmlns:a="http://schemas.openxmlformats.org/drawingml/2006/main">
            <a:pathLst>
              <a:path w="175430" h="79281">
                <a:moveTo>
                  <a:pt x="0" y="69160"/>
                </a:moveTo>
                <a:lnTo>
                  <a:pt x="172056" y="0"/>
                </a:lnTo>
                <a:lnTo>
                  <a:pt x="175430" y="10121"/>
                </a:lnTo>
                <a:lnTo>
                  <a:pt x="3374" y="79281"/>
                </a:lnTo>
                <a:lnTo>
                  <a:pt x="0" y="6916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9B2D4F-D203-499A-8E42-EB26CC38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42" y="5339180"/>
            <a:ext cx="175430" cy="64099"/>
          </a:xfrm>
          <a:custGeom xmlns:a="http://schemas.openxmlformats.org/drawingml/2006/main">
            <a:pathLst>
              <a:path w="175430" h="64099">
                <a:moveTo>
                  <a:pt x="3374" y="0"/>
                </a:moveTo>
                <a:lnTo>
                  <a:pt x="175430" y="52292"/>
                </a:lnTo>
                <a:lnTo>
                  <a:pt x="172056" y="64099"/>
                </a:lnTo>
                <a:lnTo>
                  <a:pt x="0" y="11808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BE8CA-A73E-4F79-B74C-6BCC89D9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687" y="4828071"/>
            <a:ext cx="163622" cy="72534"/>
          </a:xfrm>
          <a:custGeom xmlns:a="http://schemas.openxmlformats.org/drawingml/2006/main">
            <a:pathLst>
              <a:path w="163622" h="72534">
                <a:moveTo>
                  <a:pt x="5060" y="0"/>
                </a:moveTo>
                <a:lnTo>
                  <a:pt x="163622" y="60726"/>
                </a:lnTo>
                <a:lnTo>
                  <a:pt x="158562" y="72534"/>
                </a:lnTo>
                <a:lnTo>
                  <a:pt x="0" y="11808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4CEF0-070C-4426-94C1-948528D4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819" y="4863495"/>
            <a:ext cx="182177" cy="222661"/>
          </a:xfrm>
          <a:custGeom xmlns:a="http://schemas.openxmlformats.org/drawingml/2006/main">
            <a:pathLst>
              <a:path w="182177" h="222661">
                <a:moveTo>
                  <a:pt x="10121" y="0"/>
                </a:moveTo>
                <a:lnTo>
                  <a:pt x="182177" y="215914"/>
                </a:lnTo>
                <a:lnTo>
                  <a:pt x="173743" y="222661"/>
                </a:lnTo>
                <a:lnTo>
                  <a:pt x="0" y="6747"/>
                </a:lnTo>
                <a:lnTo>
                  <a:pt x="10121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20B1B2-F2EA-4399-B654-0A23768E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819" y="4865181"/>
            <a:ext cx="182177" cy="406526"/>
          </a:xfrm>
          <a:custGeom xmlns:a="http://schemas.openxmlformats.org/drawingml/2006/main">
            <a:pathLst>
              <a:path w="182177" h="406526">
                <a:moveTo>
                  <a:pt x="10121" y="0"/>
                </a:moveTo>
                <a:lnTo>
                  <a:pt x="182177" y="403152"/>
                </a:lnTo>
                <a:lnTo>
                  <a:pt x="172056" y="406526"/>
                </a:lnTo>
                <a:lnTo>
                  <a:pt x="0" y="5060"/>
                </a:lnTo>
                <a:lnTo>
                  <a:pt x="10121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40FC36-578B-465E-9852-7A378E45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93" y="4922534"/>
            <a:ext cx="161935" cy="70847"/>
          </a:xfrm>
          <a:custGeom xmlns:a="http://schemas.openxmlformats.org/drawingml/2006/main">
            <a:pathLst>
              <a:path w="161935" h="70847">
                <a:moveTo>
                  <a:pt x="0" y="60726"/>
                </a:moveTo>
                <a:lnTo>
                  <a:pt x="158562" y="0"/>
                </a:lnTo>
                <a:lnTo>
                  <a:pt x="161935" y="11808"/>
                </a:lnTo>
                <a:lnTo>
                  <a:pt x="3374" y="70847"/>
                </a:lnTo>
                <a:lnTo>
                  <a:pt x="0" y="6072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59C5D-A3BF-4EDF-BD88-AD53BA20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687" y="5016996"/>
            <a:ext cx="163622" cy="72534"/>
          </a:xfrm>
          <a:custGeom xmlns:a="http://schemas.openxmlformats.org/drawingml/2006/main">
            <a:pathLst>
              <a:path w="163622" h="72534">
                <a:moveTo>
                  <a:pt x="5060" y="0"/>
                </a:moveTo>
                <a:lnTo>
                  <a:pt x="163622" y="60726"/>
                </a:lnTo>
                <a:lnTo>
                  <a:pt x="158562" y="72534"/>
                </a:lnTo>
                <a:lnTo>
                  <a:pt x="0" y="10121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029BD6-869D-4FAE-8D76-FDA641D2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819" y="5050732"/>
            <a:ext cx="182177" cy="222661"/>
          </a:xfrm>
          <a:custGeom xmlns:a="http://schemas.openxmlformats.org/drawingml/2006/main">
            <a:pathLst>
              <a:path w="182177" h="222661">
                <a:moveTo>
                  <a:pt x="10121" y="0"/>
                </a:moveTo>
                <a:lnTo>
                  <a:pt x="182177" y="215914"/>
                </a:lnTo>
                <a:lnTo>
                  <a:pt x="172056" y="222661"/>
                </a:lnTo>
                <a:lnTo>
                  <a:pt x="0" y="6747"/>
                </a:lnTo>
                <a:lnTo>
                  <a:pt x="10121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CCC0FE-DA67-4AD2-A02A-9BCEE5AE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819" y="4957957"/>
            <a:ext cx="182177" cy="222661"/>
          </a:xfrm>
          <a:custGeom xmlns:a="http://schemas.openxmlformats.org/drawingml/2006/main">
            <a:pathLst>
              <a:path w="182177" h="222661">
                <a:moveTo>
                  <a:pt x="0" y="214227"/>
                </a:moveTo>
                <a:lnTo>
                  <a:pt x="173743" y="0"/>
                </a:lnTo>
                <a:lnTo>
                  <a:pt x="182177" y="6747"/>
                </a:lnTo>
                <a:lnTo>
                  <a:pt x="10121" y="222661"/>
                </a:lnTo>
                <a:lnTo>
                  <a:pt x="0" y="21422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2DBEC-4B62-4700-9D04-A116DA2B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687" y="5111458"/>
            <a:ext cx="150128" cy="102897"/>
          </a:xfrm>
          <a:custGeom xmlns:a="http://schemas.openxmlformats.org/drawingml/2006/main">
            <a:pathLst>
              <a:path w="150128" h="102897">
                <a:moveTo>
                  <a:pt x="0" y="92776"/>
                </a:moveTo>
                <a:lnTo>
                  <a:pt x="145067" y="0"/>
                </a:lnTo>
                <a:lnTo>
                  <a:pt x="150128" y="10121"/>
                </a:lnTo>
                <a:lnTo>
                  <a:pt x="5060" y="102897"/>
                </a:lnTo>
                <a:lnTo>
                  <a:pt x="0" y="9277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6AA59-8BF0-40E4-841D-B259310B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93" y="5237970"/>
            <a:ext cx="163622" cy="70847"/>
          </a:xfrm>
          <a:custGeom xmlns:a="http://schemas.openxmlformats.org/drawingml/2006/main">
            <a:pathLst>
              <a:path w="163622" h="70847">
                <a:moveTo>
                  <a:pt x="3374" y="0"/>
                </a:moveTo>
                <a:lnTo>
                  <a:pt x="163622" y="59039"/>
                </a:lnTo>
                <a:lnTo>
                  <a:pt x="158562" y="70847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3676AD-73F8-46BE-B8F1-03A2B218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819" y="4959644"/>
            <a:ext cx="182177" cy="406526"/>
          </a:xfrm>
          <a:custGeom xmlns:a="http://schemas.openxmlformats.org/drawingml/2006/main">
            <a:pathLst>
              <a:path w="182177" h="406526">
                <a:moveTo>
                  <a:pt x="0" y="403152"/>
                </a:moveTo>
                <a:lnTo>
                  <a:pt x="172056" y="0"/>
                </a:lnTo>
                <a:lnTo>
                  <a:pt x="182177" y="5060"/>
                </a:lnTo>
                <a:lnTo>
                  <a:pt x="10121" y="406526"/>
                </a:lnTo>
                <a:lnTo>
                  <a:pt x="0" y="40315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798D0-9E2A-45EF-A2D5-825B9993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819" y="5145195"/>
            <a:ext cx="182177" cy="222661"/>
          </a:xfrm>
          <a:custGeom xmlns:a="http://schemas.openxmlformats.org/drawingml/2006/main">
            <a:pathLst>
              <a:path w="182177" h="222661">
                <a:moveTo>
                  <a:pt x="0" y="215914"/>
                </a:moveTo>
                <a:lnTo>
                  <a:pt x="173743" y="0"/>
                </a:lnTo>
                <a:lnTo>
                  <a:pt x="182177" y="8434"/>
                </a:lnTo>
                <a:lnTo>
                  <a:pt x="10121" y="222661"/>
                </a:lnTo>
                <a:lnTo>
                  <a:pt x="0" y="215914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4BAB2-9946-4EDF-BDD6-3B3F1047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687" y="5332433"/>
            <a:ext cx="163622" cy="70847"/>
          </a:xfrm>
          <a:custGeom xmlns:a="http://schemas.openxmlformats.org/drawingml/2006/main">
            <a:pathLst>
              <a:path w="163622" h="70847">
                <a:moveTo>
                  <a:pt x="0" y="60726"/>
                </a:moveTo>
                <a:lnTo>
                  <a:pt x="158562" y="0"/>
                </a:lnTo>
                <a:lnTo>
                  <a:pt x="163622" y="10121"/>
                </a:lnTo>
                <a:lnTo>
                  <a:pt x="5060" y="70847"/>
                </a:lnTo>
                <a:lnTo>
                  <a:pt x="0" y="6072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E2F57-DE72-450C-9B97-825F1BAE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285" y="4787588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2A153-D840-437F-B1A5-744EB4EF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225" y="4782527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2897" y="23616"/>
                  <a:pt x="102897" y="52292"/>
                </a:cubicBezTo>
                <a:cubicBezTo>
                  <a:pt x="102897" y="80968"/>
                  <a:pt x="79281" y="104583"/>
                  <a:pt x="50605" y="104583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0121" y="52292"/>
                </a:lnTo>
                <a:cubicBezTo>
                  <a:pt x="10121" y="74220"/>
                  <a:pt x="28676" y="92776"/>
                  <a:pt x="50605" y="92776"/>
                </a:cubicBezTo>
                <a:cubicBezTo>
                  <a:pt x="72534" y="92776"/>
                  <a:pt x="91089" y="74220"/>
                  <a:pt x="91089" y="52292"/>
                </a:cubicBezTo>
                <a:cubicBezTo>
                  <a:pt x="91089" y="28676"/>
                  <a:pt x="72534" y="11808"/>
                  <a:pt x="50605" y="11808"/>
                </a:cubicBezTo>
                <a:cubicBezTo>
                  <a:pt x="28676" y="11808"/>
                  <a:pt x="10121" y="28676"/>
                  <a:pt x="10121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B8C97-CD12-4A91-8DBE-13ADE451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285" y="4974825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5544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5544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5544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C7278-9269-4240-AAF9-C786368A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225" y="4968078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2897" y="23616"/>
                  <a:pt x="102897" y="52292"/>
                </a:cubicBezTo>
                <a:cubicBezTo>
                  <a:pt x="102897" y="80968"/>
                  <a:pt x="79281" y="104583"/>
                  <a:pt x="50605" y="104583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0121" y="52292"/>
                </a:lnTo>
                <a:cubicBezTo>
                  <a:pt x="10121" y="75907"/>
                  <a:pt x="28676" y="92776"/>
                  <a:pt x="50605" y="92776"/>
                </a:cubicBezTo>
                <a:cubicBezTo>
                  <a:pt x="72534" y="92776"/>
                  <a:pt x="91089" y="75907"/>
                  <a:pt x="91089" y="52292"/>
                </a:cubicBezTo>
                <a:cubicBezTo>
                  <a:pt x="91089" y="30363"/>
                  <a:pt x="72534" y="11808"/>
                  <a:pt x="50605" y="11808"/>
                </a:cubicBezTo>
                <a:cubicBezTo>
                  <a:pt x="28676" y="11808"/>
                  <a:pt x="10121" y="30363"/>
                  <a:pt x="10121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D14411-82EA-42EC-B930-7F7DC80E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285" y="5162063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529AA-7697-447D-8EE7-73909608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225" y="5155315"/>
            <a:ext cx="102897" cy="106270"/>
          </a:xfrm>
          <a:custGeom xmlns:a="http://schemas.openxmlformats.org/drawingml/2006/main">
            <a:pathLst>
              <a:path w="102897" h="106270">
                <a:moveTo>
                  <a:pt x="5060" y="53978"/>
                </a:moveTo>
                <a:lnTo>
                  <a:pt x="0" y="53978"/>
                </a:lnTo>
                <a:cubicBezTo>
                  <a:pt x="0" y="25302"/>
                  <a:pt x="21929" y="1687"/>
                  <a:pt x="50605" y="0"/>
                </a:cubicBezTo>
                <a:cubicBezTo>
                  <a:pt x="79281" y="1687"/>
                  <a:pt x="102897" y="25302"/>
                  <a:pt x="102897" y="53978"/>
                </a:cubicBezTo>
                <a:cubicBezTo>
                  <a:pt x="102897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3978"/>
                </a:cubicBezTo>
                <a:lnTo>
                  <a:pt x="5060" y="53978"/>
                </a:lnTo>
                <a:lnTo>
                  <a:pt x="10121" y="53978"/>
                </a:lnTo>
                <a:cubicBezTo>
                  <a:pt x="10121" y="77594"/>
                  <a:pt x="28676" y="96149"/>
                  <a:pt x="50605" y="96149"/>
                </a:cubicBezTo>
                <a:cubicBezTo>
                  <a:pt x="72534" y="96149"/>
                  <a:pt x="91089" y="77594"/>
                  <a:pt x="91089" y="53978"/>
                </a:cubicBezTo>
                <a:cubicBezTo>
                  <a:pt x="91089" y="30363"/>
                  <a:pt x="72534" y="11808"/>
                  <a:pt x="50605" y="11808"/>
                </a:cubicBezTo>
                <a:cubicBezTo>
                  <a:pt x="28676" y="11808"/>
                  <a:pt x="10121" y="30363"/>
                  <a:pt x="10121" y="53978"/>
                </a:cubicBezTo>
                <a:lnTo>
                  <a:pt x="5060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11E4E6-EEDA-42B6-8943-03A7321D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285" y="5349301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4220"/>
                  <a:pt x="70847" y="94462"/>
                  <a:pt x="45544" y="94462"/>
                </a:cubicBezTo>
                <a:cubicBezTo>
                  <a:pt x="20242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C9B6A-DBF8-4BBB-8063-2A12B834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225" y="5344240"/>
            <a:ext cx="102897" cy="106270"/>
          </a:xfrm>
          <a:custGeom xmlns:a="http://schemas.openxmlformats.org/drawingml/2006/main">
            <a:pathLst>
              <a:path w="102897" h="106270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2897" y="23616"/>
                  <a:pt x="102897" y="52292"/>
                </a:cubicBezTo>
                <a:cubicBezTo>
                  <a:pt x="102897" y="80968"/>
                  <a:pt x="79281" y="106270"/>
                  <a:pt x="50605" y="106270"/>
                </a:cubicBezTo>
                <a:cubicBezTo>
                  <a:pt x="21929" y="106270"/>
                  <a:pt x="0" y="80968"/>
                  <a:pt x="0" y="52292"/>
                </a:cubicBezTo>
                <a:lnTo>
                  <a:pt x="5060" y="52292"/>
                </a:lnTo>
                <a:lnTo>
                  <a:pt x="10121" y="52292"/>
                </a:lnTo>
                <a:cubicBezTo>
                  <a:pt x="10121" y="75907"/>
                  <a:pt x="28676" y="94462"/>
                  <a:pt x="50605" y="94462"/>
                </a:cubicBezTo>
                <a:cubicBezTo>
                  <a:pt x="72534" y="94462"/>
                  <a:pt x="91089" y="75907"/>
                  <a:pt x="91089" y="52292"/>
                </a:cubicBezTo>
                <a:cubicBezTo>
                  <a:pt x="91089" y="30363"/>
                  <a:pt x="72534" y="11808"/>
                  <a:pt x="50605" y="11808"/>
                </a:cubicBezTo>
                <a:cubicBezTo>
                  <a:pt x="28676" y="11808"/>
                  <a:pt x="10121" y="30363"/>
                  <a:pt x="10121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CDF8E-11F5-4B5E-BDFD-313B5874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634" y="4888797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7E1025-4128-4804-A3EC-C61C26D1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887" y="4882050"/>
            <a:ext cx="102897" cy="106270"/>
          </a:xfrm>
          <a:custGeom xmlns:a="http://schemas.openxmlformats.org/drawingml/2006/main">
            <a:pathLst>
              <a:path w="102897" h="106270">
                <a:moveTo>
                  <a:pt x="6747" y="53978"/>
                </a:moveTo>
                <a:lnTo>
                  <a:pt x="0" y="53978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3978"/>
                </a:cubicBezTo>
                <a:cubicBezTo>
                  <a:pt x="102897" y="82655"/>
                  <a:pt x="80968" y="106270"/>
                  <a:pt x="52292" y="106270"/>
                </a:cubicBezTo>
                <a:cubicBezTo>
                  <a:pt x="23616" y="106270"/>
                  <a:pt x="0" y="82655"/>
                  <a:pt x="0" y="53978"/>
                </a:cubicBezTo>
                <a:lnTo>
                  <a:pt x="6747" y="53978"/>
                </a:lnTo>
                <a:lnTo>
                  <a:pt x="11808" y="53978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2776" y="75907"/>
                  <a:pt x="92776" y="53978"/>
                </a:cubicBezTo>
                <a:cubicBezTo>
                  <a:pt x="92776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3978"/>
                </a:cubicBezTo>
                <a:lnTo>
                  <a:pt x="6747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789973-7E07-43B2-8AD2-9389839A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634" y="5077721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EFD066-F0B6-4381-9BE7-6B6E232E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887" y="5070974"/>
            <a:ext cx="102897" cy="106270"/>
          </a:xfrm>
          <a:custGeom xmlns:a="http://schemas.openxmlformats.org/drawingml/2006/main">
            <a:pathLst>
              <a:path w="102897" h="106270">
                <a:moveTo>
                  <a:pt x="6747" y="53978"/>
                </a:moveTo>
                <a:lnTo>
                  <a:pt x="0" y="53978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3978"/>
                </a:cubicBezTo>
                <a:cubicBezTo>
                  <a:pt x="102897" y="82655"/>
                  <a:pt x="80968" y="106270"/>
                  <a:pt x="52292" y="106270"/>
                </a:cubicBezTo>
                <a:cubicBezTo>
                  <a:pt x="23616" y="106270"/>
                  <a:pt x="0" y="82655"/>
                  <a:pt x="0" y="53978"/>
                </a:cubicBezTo>
                <a:lnTo>
                  <a:pt x="6747" y="53978"/>
                </a:lnTo>
                <a:lnTo>
                  <a:pt x="11808" y="53978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2776" y="75907"/>
                  <a:pt x="92776" y="53978"/>
                </a:cubicBezTo>
                <a:cubicBezTo>
                  <a:pt x="92776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3978"/>
                </a:cubicBezTo>
                <a:lnTo>
                  <a:pt x="6747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2199E0-EEF5-4E37-A9DC-6E219B3E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634" y="5264960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B05CCE-87CC-4669-9596-50C6A24A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887" y="5258213"/>
            <a:ext cx="102897" cy="106270"/>
          </a:xfrm>
          <a:custGeom xmlns:a="http://schemas.openxmlformats.org/drawingml/2006/main">
            <a:pathLst>
              <a:path w="102897" h="106270">
                <a:moveTo>
                  <a:pt x="6747" y="53978"/>
                </a:moveTo>
                <a:lnTo>
                  <a:pt x="0" y="53978"/>
                </a:lnTo>
                <a:cubicBezTo>
                  <a:pt x="0" y="25302"/>
                  <a:pt x="23616" y="0"/>
                  <a:pt x="52292" y="0"/>
                </a:cubicBezTo>
                <a:cubicBezTo>
                  <a:pt x="80968" y="0"/>
                  <a:pt x="102897" y="25302"/>
                  <a:pt x="102897" y="53978"/>
                </a:cubicBezTo>
                <a:cubicBezTo>
                  <a:pt x="102897" y="82655"/>
                  <a:pt x="80968" y="106270"/>
                  <a:pt x="52292" y="106270"/>
                </a:cubicBezTo>
                <a:cubicBezTo>
                  <a:pt x="23616" y="106270"/>
                  <a:pt x="0" y="82655"/>
                  <a:pt x="0" y="53978"/>
                </a:cubicBezTo>
                <a:lnTo>
                  <a:pt x="6747" y="53978"/>
                </a:lnTo>
                <a:lnTo>
                  <a:pt x="11808" y="53978"/>
                </a:lnTo>
                <a:cubicBezTo>
                  <a:pt x="11808" y="77594"/>
                  <a:pt x="30363" y="94462"/>
                  <a:pt x="52292" y="96149"/>
                </a:cubicBezTo>
                <a:cubicBezTo>
                  <a:pt x="74220" y="94462"/>
                  <a:pt x="92776" y="77594"/>
                  <a:pt x="92776" y="53978"/>
                </a:cubicBezTo>
                <a:cubicBezTo>
                  <a:pt x="92776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3978"/>
                </a:cubicBezTo>
                <a:lnTo>
                  <a:pt x="6747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06E43-573F-4992-8D69-11990AB3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441" y="4880363"/>
            <a:ext cx="91089" cy="96149"/>
          </a:xfrm>
          <a:custGeom xmlns:a="http://schemas.openxmlformats.org/drawingml/2006/main">
            <a:pathLst>
              <a:path w="91089" h="96149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4220"/>
                  <a:pt x="70847" y="96149"/>
                  <a:pt x="45544" y="96149"/>
                </a:cubicBezTo>
                <a:cubicBezTo>
                  <a:pt x="20242" y="96149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D042EB-0F5F-493E-8A03-A79538A7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381" y="4875303"/>
            <a:ext cx="102897" cy="106270"/>
          </a:xfrm>
          <a:custGeom xmlns:a="http://schemas.openxmlformats.org/drawingml/2006/main">
            <a:pathLst>
              <a:path w="102897" h="106270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2897" y="23616"/>
                  <a:pt x="102897" y="52292"/>
                </a:cubicBezTo>
                <a:cubicBezTo>
                  <a:pt x="102897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91089" y="75907"/>
                  <a:pt x="91089" y="52292"/>
                </a:cubicBezTo>
                <a:cubicBezTo>
                  <a:pt x="91089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CA534-09EB-4632-B013-DCF06816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441" y="5069287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F5ACA-610E-49D4-9299-9D5779F5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381" y="5062540"/>
            <a:ext cx="102897" cy="106270"/>
          </a:xfrm>
          <a:custGeom xmlns:a="http://schemas.openxmlformats.org/drawingml/2006/main">
            <a:pathLst>
              <a:path w="102897" h="106270">
                <a:moveTo>
                  <a:pt x="5060" y="53978"/>
                </a:moveTo>
                <a:lnTo>
                  <a:pt x="0" y="53978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2897" y="23616"/>
                  <a:pt x="102897" y="53978"/>
                </a:cubicBezTo>
                <a:cubicBezTo>
                  <a:pt x="102897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3978"/>
                </a:cubicBezTo>
                <a:lnTo>
                  <a:pt x="5060" y="53978"/>
                </a:lnTo>
                <a:lnTo>
                  <a:pt x="11808" y="53978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91089" y="75907"/>
                  <a:pt x="91089" y="53978"/>
                </a:cubicBezTo>
                <a:cubicBezTo>
                  <a:pt x="91089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3978"/>
                </a:cubicBezTo>
                <a:lnTo>
                  <a:pt x="5060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A6E7D7-6A0F-4298-8630-76A7DF08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441" y="5256526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0BD3A-10EE-4FC2-B211-BE5AC426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381" y="5251465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1929"/>
                  <a:pt x="21929" y="0"/>
                  <a:pt x="50605" y="0"/>
                </a:cubicBezTo>
                <a:cubicBezTo>
                  <a:pt x="79281" y="0"/>
                  <a:pt x="102897" y="21929"/>
                  <a:pt x="102897" y="52292"/>
                </a:cubicBezTo>
                <a:cubicBezTo>
                  <a:pt x="102897" y="80968"/>
                  <a:pt x="79281" y="104583"/>
                  <a:pt x="50605" y="104583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4220"/>
                  <a:pt x="28676" y="92776"/>
                  <a:pt x="50605" y="92776"/>
                </a:cubicBezTo>
                <a:cubicBezTo>
                  <a:pt x="72534" y="92776"/>
                  <a:pt x="91089" y="74220"/>
                  <a:pt x="91089" y="52292"/>
                </a:cubicBezTo>
                <a:cubicBezTo>
                  <a:pt x="91089" y="28676"/>
                  <a:pt x="72534" y="10121"/>
                  <a:pt x="50605" y="10121"/>
                </a:cubicBezTo>
                <a:cubicBezTo>
                  <a:pt x="28676" y="10121"/>
                  <a:pt x="11808" y="28676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D7FE4-6D65-4901-8158-639C03CE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113" y="5028804"/>
            <a:ext cx="86028" cy="131573"/>
          </a:xfrm>
          <a:custGeom xmlns:a="http://schemas.openxmlformats.org/drawingml/2006/main">
            <a:pathLst>
              <a:path w="86028" h="131573">
                <a:moveTo>
                  <a:pt x="67473" y="94462"/>
                </a:moveTo>
                <a:cubicBezTo>
                  <a:pt x="67473" y="91089"/>
                  <a:pt x="67473" y="87715"/>
                  <a:pt x="65786" y="84341"/>
                </a:cubicBezTo>
                <a:cubicBezTo>
                  <a:pt x="64099" y="82655"/>
                  <a:pt x="62413" y="79281"/>
                  <a:pt x="60726" y="77594"/>
                </a:cubicBezTo>
                <a:cubicBezTo>
                  <a:pt x="57352" y="75907"/>
                  <a:pt x="55665" y="74220"/>
                  <a:pt x="50605" y="72534"/>
                </a:cubicBezTo>
                <a:cubicBezTo>
                  <a:pt x="47231" y="70847"/>
                  <a:pt x="43858" y="70847"/>
                  <a:pt x="37110" y="70847"/>
                </a:cubicBezTo>
                <a:lnTo>
                  <a:pt x="16868" y="70847"/>
                </a:lnTo>
                <a:lnTo>
                  <a:pt x="16868" y="118078"/>
                </a:lnTo>
                <a:lnTo>
                  <a:pt x="42171" y="118078"/>
                </a:lnTo>
                <a:cubicBezTo>
                  <a:pt x="45544" y="118078"/>
                  <a:pt x="48918" y="116391"/>
                  <a:pt x="52292" y="116391"/>
                </a:cubicBezTo>
                <a:cubicBezTo>
                  <a:pt x="55665" y="114704"/>
                  <a:pt x="57352" y="113017"/>
                  <a:pt x="60726" y="111331"/>
                </a:cubicBezTo>
                <a:cubicBezTo>
                  <a:pt x="62413" y="109644"/>
                  <a:pt x="64099" y="107957"/>
                  <a:pt x="65786" y="104583"/>
                </a:cubicBezTo>
                <a:cubicBezTo>
                  <a:pt x="67473" y="102897"/>
                  <a:pt x="67473" y="99523"/>
                  <a:pt x="67473" y="94462"/>
                </a:cubicBezTo>
                <a:close/>
                <a:moveTo>
                  <a:pt x="59039" y="35423"/>
                </a:moveTo>
                <a:cubicBezTo>
                  <a:pt x="59039" y="32050"/>
                  <a:pt x="59039" y="28676"/>
                  <a:pt x="59039" y="26989"/>
                </a:cubicBezTo>
                <a:cubicBezTo>
                  <a:pt x="57352" y="23616"/>
                  <a:pt x="55665" y="21929"/>
                  <a:pt x="53978" y="20242"/>
                </a:cubicBezTo>
                <a:cubicBezTo>
                  <a:pt x="52292" y="18555"/>
                  <a:pt x="50605" y="16868"/>
                  <a:pt x="47231" y="15181"/>
                </a:cubicBezTo>
                <a:cubicBezTo>
                  <a:pt x="43858" y="15181"/>
                  <a:pt x="40484" y="15181"/>
                  <a:pt x="35423" y="15181"/>
                </a:cubicBezTo>
                <a:lnTo>
                  <a:pt x="16868" y="15181"/>
                </a:lnTo>
                <a:lnTo>
                  <a:pt x="16868" y="57352"/>
                </a:lnTo>
                <a:lnTo>
                  <a:pt x="37110" y="57352"/>
                </a:lnTo>
                <a:cubicBezTo>
                  <a:pt x="40484" y="57352"/>
                  <a:pt x="45544" y="57352"/>
                  <a:pt x="47231" y="55665"/>
                </a:cubicBezTo>
                <a:cubicBezTo>
                  <a:pt x="50605" y="53978"/>
                  <a:pt x="52292" y="52292"/>
                  <a:pt x="53978" y="50605"/>
                </a:cubicBezTo>
                <a:cubicBezTo>
                  <a:pt x="55665" y="48918"/>
                  <a:pt x="57352" y="45544"/>
                  <a:pt x="59039" y="43858"/>
                </a:cubicBezTo>
                <a:cubicBezTo>
                  <a:pt x="59039" y="40484"/>
                  <a:pt x="59039" y="38797"/>
                  <a:pt x="59039" y="35423"/>
                </a:cubicBezTo>
                <a:close/>
                <a:moveTo>
                  <a:pt x="86028" y="94462"/>
                </a:moveTo>
                <a:cubicBezTo>
                  <a:pt x="86028" y="97836"/>
                  <a:pt x="86028" y="102897"/>
                  <a:pt x="84341" y="106270"/>
                </a:cubicBezTo>
                <a:cubicBezTo>
                  <a:pt x="82655" y="109644"/>
                  <a:pt x="82655" y="113017"/>
                  <a:pt x="79281" y="114704"/>
                </a:cubicBezTo>
                <a:cubicBezTo>
                  <a:pt x="77594" y="118078"/>
                  <a:pt x="75907" y="119765"/>
                  <a:pt x="72534" y="123138"/>
                </a:cubicBezTo>
                <a:cubicBezTo>
                  <a:pt x="70847" y="124825"/>
                  <a:pt x="67473" y="126512"/>
                  <a:pt x="64099" y="128199"/>
                </a:cubicBezTo>
                <a:cubicBezTo>
                  <a:pt x="60726" y="129886"/>
                  <a:pt x="57352" y="129886"/>
                  <a:pt x="53978" y="131573"/>
                </a:cubicBezTo>
                <a:cubicBezTo>
                  <a:pt x="48918" y="131573"/>
                  <a:pt x="45544" y="131573"/>
                  <a:pt x="40484" y="131573"/>
                </a:cubicBezTo>
                <a:lnTo>
                  <a:pt x="5060" y="131573"/>
                </a:lnTo>
                <a:cubicBezTo>
                  <a:pt x="3374" y="131573"/>
                  <a:pt x="3374" y="131573"/>
                  <a:pt x="1687" y="129886"/>
                </a:cubicBezTo>
                <a:cubicBezTo>
                  <a:pt x="0" y="129886"/>
                  <a:pt x="0" y="128199"/>
                  <a:pt x="0" y="124825"/>
                </a:cubicBezTo>
                <a:lnTo>
                  <a:pt x="0" y="6747"/>
                </a:lnTo>
                <a:cubicBezTo>
                  <a:pt x="0" y="5060"/>
                  <a:pt x="0" y="3374"/>
                  <a:pt x="1687" y="1687"/>
                </a:cubicBezTo>
                <a:cubicBezTo>
                  <a:pt x="3374" y="0"/>
                  <a:pt x="3374" y="0"/>
                  <a:pt x="5060" y="0"/>
                </a:cubicBezTo>
                <a:lnTo>
                  <a:pt x="35423" y="0"/>
                </a:lnTo>
                <a:cubicBezTo>
                  <a:pt x="43858" y="0"/>
                  <a:pt x="50605" y="1687"/>
                  <a:pt x="55665" y="1687"/>
                </a:cubicBezTo>
                <a:cubicBezTo>
                  <a:pt x="60726" y="3374"/>
                  <a:pt x="64099" y="6747"/>
                  <a:pt x="67473" y="8434"/>
                </a:cubicBezTo>
                <a:cubicBezTo>
                  <a:pt x="70847" y="11808"/>
                  <a:pt x="74220" y="15181"/>
                  <a:pt x="75907" y="20242"/>
                </a:cubicBezTo>
                <a:cubicBezTo>
                  <a:pt x="77594" y="23616"/>
                  <a:pt x="77594" y="28676"/>
                  <a:pt x="77594" y="33737"/>
                </a:cubicBezTo>
                <a:cubicBezTo>
                  <a:pt x="77594" y="37110"/>
                  <a:pt x="77594" y="40484"/>
                  <a:pt x="75907" y="42171"/>
                </a:cubicBezTo>
                <a:cubicBezTo>
                  <a:pt x="75907" y="45544"/>
                  <a:pt x="74220" y="47231"/>
                  <a:pt x="72534" y="50605"/>
                </a:cubicBezTo>
                <a:cubicBezTo>
                  <a:pt x="72534" y="52292"/>
                  <a:pt x="70847" y="55665"/>
                  <a:pt x="67473" y="57352"/>
                </a:cubicBezTo>
                <a:cubicBezTo>
                  <a:pt x="65786" y="59039"/>
                  <a:pt x="62413" y="60726"/>
                  <a:pt x="60726" y="60726"/>
                </a:cubicBezTo>
                <a:cubicBezTo>
                  <a:pt x="64099" y="62413"/>
                  <a:pt x="67473" y="64099"/>
                  <a:pt x="70847" y="65786"/>
                </a:cubicBezTo>
                <a:cubicBezTo>
                  <a:pt x="74220" y="67473"/>
                  <a:pt x="75907" y="69160"/>
                  <a:pt x="79281" y="72534"/>
                </a:cubicBezTo>
                <a:cubicBezTo>
                  <a:pt x="80968" y="74220"/>
                  <a:pt x="82655" y="77594"/>
                  <a:pt x="84341" y="82655"/>
                </a:cubicBezTo>
                <a:cubicBezTo>
                  <a:pt x="86028" y="86028"/>
                  <a:pt x="86028" y="89402"/>
                  <a:pt x="86028" y="94462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52A4FC-A731-4FE9-8660-249D36B9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262" y="5131700"/>
            <a:ext cx="40484" cy="80968"/>
          </a:xfrm>
          <a:custGeom xmlns:a="http://schemas.openxmlformats.org/drawingml/2006/main">
            <a:pathLst>
              <a:path w="40484" h="80968">
                <a:moveTo>
                  <a:pt x="40484" y="74220"/>
                </a:moveTo>
                <a:cubicBezTo>
                  <a:pt x="40484" y="75907"/>
                  <a:pt x="40484" y="75907"/>
                  <a:pt x="40484" y="77594"/>
                </a:cubicBezTo>
                <a:lnTo>
                  <a:pt x="38797" y="79281"/>
                </a:lnTo>
                <a:lnTo>
                  <a:pt x="37110" y="80968"/>
                </a:lnTo>
                <a:lnTo>
                  <a:pt x="35423" y="80968"/>
                </a:lnTo>
                <a:cubicBezTo>
                  <a:pt x="33737" y="80968"/>
                  <a:pt x="33737" y="80968"/>
                  <a:pt x="32050" y="80968"/>
                </a:cubicBezTo>
                <a:cubicBezTo>
                  <a:pt x="30363" y="80968"/>
                  <a:pt x="30363" y="80968"/>
                  <a:pt x="28676" y="80968"/>
                </a:cubicBezTo>
                <a:cubicBezTo>
                  <a:pt x="25302" y="80968"/>
                  <a:pt x="23616" y="80968"/>
                  <a:pt x="20242" y="80968"/>
                </a:cubicBezTo>
                <a:cubicBezTo>
                  <a:pt x="18555" y="79281"/>
                  <a:pt x="16868" y="77594"/>
                  <a:pt x="15181" y="75907"/>
                </a:cubicBezTo>
                <a:cubicBezTo>
                  <a:pt x="13495" y="74220"/>
                  <a:pt x="13495" y="72534"/>
                  <a:pt x="11808" y="70847"/>
                </a:cubicBezTo>
                <a:cubicBezTo>
                  <a:pt x="11808" y="67473"/>
                  <a:pt x="11808" y="64099"/>
                  <a:pt x="11808" y="60726"/>
                </a:cubicBezTo>
                <a:lnTo>
                  <a:pt x="11808" y="25302"/>
                </a:lnTo>
                <a:lnTo>
                  <a:pt x="3374" y="25302"/>
                </a:lnTo>
                <a:cubicBezTo>
                  <a:pt x="1687" y="25302"/>
                  <a:pt x="1687" y="25302"/>
                  <a:pt x="1687" y="23616"/>
                </a:cubicBezTo>
                <a:cubicBezTo>
                  <a:pt x="0" y="23616"/>
                  <a:pt x="0" y="21929"/>
                  <a:pt x="0" y="20242"/>
                </a:cubicBezTo>
                <a:lnTo>
                  <a:pt x="0" y="18555"/>
                </a:lnTo>
                <a:lnTo>
                  <a:pt x="1687" y="16868"/>
                </a:lnTo>
                <a:cubicBezTo>
                  <a:pt x="1687" y="16868"/>
                  <a:pt x="1687" y="15181"/>
                  <a:pt x="3374" y="15181"/>
                </a:cubicBezTo>
                <a:lnTo>
                  <a:pt x="11808" y="15181"/>
                </a:lnTo>
                <a:lnTo>
                  <a:pt x="11808" y="1687"/>
                </a:lnTo>
                <a:lnTo>
                  <a:pt x="11808" y="0"/>
                </a:lnTo>
                <a:lnTo>
                  <a:pt x="13495" y="0"/>
                </a:lnTo>
                <a:cubicBezTo>
                  <a:pt x="15181" y="0"/>
                  <a:pt x="15181" y="0"/>
                  <a:pt x="16868" y="0"/>
                </a:cubicBezTo>
                <a:cubicBezTo>
                  <a:pt x="18555" y="0"/>
                  <a:pt x="18555" y="0"/>
                  <a:pt x="20242" y="0"/>
                </a:cubicBezTo>
                <a:lnTo>
                  <a:pt x="21929" y="0"/>
                </a:lnTo>
                <a:lnTo>
                  <a:pt x="21929" y="1687"/>
                </a:lnTo>
                <a:lnTo>
                  <a:pt x="21929" y="15181"/>
                </a:lnTo>
                <a:lnTo>
                  <a:pt x="38797" y="15181"/>
                </a:lnTo>
                <a:lnTo>
                  <a:pt x="38797" y="16868"/>
                </a:lnTo>
                <a:lnTo>
                  <a:pt x="40484" y="16868"/>
                </a:lnTo>
                <a:lnTo>
                  <a:pt x="40484" y="18555"/>
                </a:lnTo>
                <a:lnTo>
                  <a:pt x="40484" y="20242"/>
                </a:lnTo>
                <a:cubicBezTo>
                  <a:pt x="40484" y="21929"/>
                  <a:pt x="40484" y="23616"/>
                  <a:pt x="40484" y="23616"/>
                </a:cubicBezTo>
                <a:lnTo>
                  <a:pt x="38797" y="25302"/>
                </a:lnTo>
                <a:lnTo>
                  <a:pt x="21929" y="25302"/>
                </a:lnTo>
                <a:lnTo>
                  <a:pt x="21929" y="59039"/>
                </a:lnTo>
                <a:cubicBezTo>
                  <a:pt x="21929" y="64099"/>
                  <a:pt x="23616" y="67473"/>
                  <a:pt x="23616" y="69160"/>
                </a:cubicBezTo>
                <a:cubicBezTo>
                  <a:pt x="25302" y="70847"/>
                  <a:pt x="26989" y="72534"/>
                  <a:pt x="30363" y="72534"/>
                </a:cubicBezTo>
                <a:cubicBezTo>
                  <a:pt x="32050" y="72534"/>
                  <a:pt x="33737" y="72534"/>
                  <a:pt x="33737" y="72534"/>
                </a:cubicBezTo>
                <a:cubicBezTo>
                  <a:pt x="33737" y="70847"/>
                  <a:pt x="35423" y="70847"/>
                  <a:pt x="35423" y="70847"/>
                </a:cubicBezTo>
                <a:lnTo>
                  <a:pt x="37110" y="70847"/>
                </a:lnTo>
                <a:lnTo>
                  <a:pt x="38797" y="70847"/>
                </a:lnTo>
                <a:lnTo>
                  <a:pt x="40484" y="70847"/>
                </a:lnTo>
                <a:lnTo>
                  <a:pt x="40484" y="72534"/>
                </a:lnTo>
                <a:lnTo>
                  <a:pt x="40484" y="7422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D7D60-3795-442A-8B8E-623F4CE9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439" y="3917184"/>
            <a:ext cx="608945" cy="688226"/>
          </a:xfrm>
          <a:custGeom xmlns:a="http://schemas.openxmlformats.org/drawingml/2006/main">
            <a:pathLst>
              <a:path w="608945" h="688226">
                <a:moveTo>
                  <a:pt x="3374" y="0"/>
                </a:moveTo>
                <a:cubicBezTo>
                  <a:pt x="79281" y="6747"/>
                  <a:pt x="217601" y="30363"/>
                  <a:pt x="347487" y="128199"/>
                </a:cubicBezTo>
                <a:cubicBezTo>
                  <a:pt x="563401" y="293508"/>
                  <a:pt x="603884" y="551593"/>
                  <a:pt x="608945" y="686539"/>
                </a:cubicBezTo>
                <a:lnTo>
                  <a:pt x="568461" y="688226"/>
                </a:lnTo>
                <a:cubicBezTo>
                  <a:pt x="563401" y="556653"/>
                  <a:pt x="524603" y="313750"/>
                  <a:pt x="322184" y="160249"/>
                </a:cubicBezTo>
                <a:cubicBezTo>
                  <a:pt x="200733" y="69160"/>
                  <a:pt x="70847" y="47231"/>
                  <a:pt x="0" y="40484"/>
                </a:cubicBez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7B30C5-877B-4752-8012-67034725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730" y="4585168"/>
            <a:ext cx="121452" cy="106270"/>
          </a:xfrm>
          <a:custGeom xmlns:a="http://schemas.openxmlformats.org/drawingml/2006/main">
            <a:pathLst>
              <a:path w="121452" h="106270">
                <a:moveTo>
                  <a:pt x="0" y="0"/>
                </a:moveTo>
                <a:lnTo>
                  <a:pt x="60726" y="106270"/>
                </a:lnTo>
                <a:lnTo>
                  <a:pt x="121452" y="16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EAA16-BBA1-4C00-B8CA-5569BB9A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83" y="3930679"/>
            <a:ext cx="573522" cy="740517"/>
          </a:xfrm>
          <a:custGeom xmlns:a="http://schemas.openxmlformats.org/drawingml/2006/main">
            <a:pathLst>
              <a:path w="573522" h="740517">
                <a:moveTo>
                  <a:pt x="10121" y="740517"/>
                </a:moveTo>
                <a:cubicBezTo>
                  <a:pt x="6747" y="723649"/>
                  <a:pt x="0" y="684852"/>
                  <a:pt x="0" y="629187"/>
                </a:cubicBezTo>
                <a:cubicBezTo>
                  <a:pt x="0" y="533038"/>
                  <a:pt x="20242" y="389657"/>
                  <a:pt x="118078" y="256398"/>
                </a:cubicBezTo>
                <a:cubicBezTo>
                  <a:pt x="253024" y="67473"/>
                  <a:pt x="453757" y="15181"/>
                  <a:pt x="568461" y="0"/>
                </a:cubicBezTo>
                <a:lnTo>
                  <a:pt x="573522" y="40484"/>
                </a:lnTo>
                <a:cubicBezTo>
                  <a:pt x="463878" y="53978"/>
                  <a:pt x="276640" y="104583"/>
                  <a:pt x="150128" y="280013"/>
                </a:cubicBezTo>
                <a:cubicBezTo>
                  <a:pt x="59039" y="404839"/>
                  <a:pt x="40484" y="538098"/>
                  <a:pt x="40484" y="629187"/>
                </a:cubicBezTo>
                <a:cubicBezTo>
                  <a:pt x="40484" y="681478"/>
                  <a:pt x="47231" y="718589"/>
                  <a:pt x="48918" y="733770"/>
                </a:cubicBezTo>
                <a:lnTo>
                  <a:pt x="10121" y="740517"/>
                </a:ln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D0E1A-AB12-4CF8-8B77-81ADBBB8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603" y="3893568"/>
            <a:ext cx="109644" cy="121452"/>
          </a:xfrm>
          <a:custGeom xmlns:a="http://schemas.openxmlformats.org/drawingml/2006/main">
            <a:pathLst>
              <a:path w="109644" h="121452">
                <a:moveTo>
                  <a:pt x="10121" y="121452"/>
                </a:moveTo>
                <a:lnTo>
                  <a:pt x="109644" y="52292"/>
                </a:lnTo>
                <a:lnTo>
                  <a:pt x="0" y="0"/>
                </a:lnTo>
                <a:lnTo>
                  <a:pt x="10121" y="121452"/>
                </a:ln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0176C2-BDD9-431D-8256-C1F3EEC9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62" y="514852"/>
            <a:ext cx="583642" cy="598824"/>
          </a:xfrm>
          <a:custGeom xmlns:a="http://schemas.openxmlformats.org/drawingml/2006/main">
            <a:pathLst>
              <a:path w="583642" h="598824">
                <a:moveTo>
                  <a:pt x="0" y="595450"/>
                </a:moveTo>
                <a:cubicBezTo>
                  <a:pt x="5060" y="527977"/>
                  <a:pt x="26989" y="386284"/>
                  <a:pt x="128199" y="253024"/>
                </a:cubicBezTo>
                <a:cubicBezTo>
                  <a:pt x="264832" y="72534"/>
                  <a:pt x="463878" y="16868"/>
                  <a:pt x="578582" y="0"/>
                </a:cubicBezTo>
                <a:lnTo>
                  <a:pt x="583642" y="40484"/>
                </a:lnTo>
                <a:cubicBezTo>
                  <a:pt x="473999" y="55665"/>
                  <a:pt x="288448" y="107957"/>
                  <a:pt x="160249" y="276640"/>
                </a:cubicBezTo>
                <a:cubicBezTo>
                  <a:pt x="65786" y="401465"/>
                  <a:pt x="45544" y="534724"/>
                  <a:pt x="40484" y="598824"/>
                </a:cubicBezTo>
                <a:lnTo>
                  <a:pt x="0" y="595450"/>
                </a:ln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73298-6FB7-4EE3-BA68-340E2A96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603" y="477742"/>
            <a:ext cx="109644" cy="119765"/>
          </a:xfrm>
          <a:custGeom xmlns:a="http://schemas.openxmlformats.org/drawingml/2006/main">
            <a:pathLst>
              <a:path w="109644" h="119765">
                <a:moveTo>
                  <a:pt x="11808" y="119765"/>
                </a:moveTo>
                <a:lnTo>
                  <a:pt x="109644" y="48918"/>
                </a:lnTo>
                <a:lnTo>
                  <a:pt x="0" y="0"/>
                </a:lnTo>
                <a:lnTo>
                  <a:pt x="11808" y="119765"/>
                </a:ln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8DAC9-3E52-44C7-A5B5-98250FEC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126" y="491236"/>
            <a:ext cx="598824" cy="583642"/>
          </a:xfrm>
          <a:custGeom xmlns:a="http://schemas.openxmlformats.org/drawingml/2006/main">
            <a:pathLst>
              <a:path w="598824" h="583642">
                <a:moveTo>
                  <a:pt x="1687" y="0"/>
                </a:moveTo>
                <a:cubicBezTo>
                  <a:pt x="70847" y="5060"/>
                  <a:pt x="210853" y="26989"/>
                  <a:pt x="345800" y="128199"/>
                </a:cubicBezTo>
                <a:cubicBezTo>
                  <a:pt x="526290" y="264832"/>
                  <a:pt x="581956" y="462191"/>
                  <a:pt x="598824" y="578582"/>
                </a:cubicBezTo>
                <a:lnTo>
                  <a:pt x="558340" y="583642"/>
                </a:lnTo>
                <a:cubicBezTo>
                  <a:pt x="541472" y="473999"/>
                  <a:pt x="489180" y="288448"/>
                  <a:pt x="320497" y="160249"/>
                </a:cubicBezTo>
                <a:cubicBezTo>
                  <a:pt x="195672" y="65786"/>
                  <a:pt x="64099" y="45544"/>
                  <a:pt x="0" y="40484"/>
                </a:cubicBezTo>
                <a:lnTo>
                  <a:pt x="1687" y="0"/>
                </a:ln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64307-8D9F-43DB-AE92-2AC4CA4F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609" y="1047890"/>
            <a:ext cx="121452" cy="111331"/>
          </a:xfrm>
          <a:custGeom xmlns:a="http://schemas.openxmlformats.org/drawingml/2006/main">
            <a:pathLst>
              <a:path w="121452" h="111331">
                <a:moveTo>
                  <a:pt x="0" y="13495"/>
                </a:moveTo>
                <a:lnTo>
                  <a:pt x="70847" y="111331"/>
                </a:lnTo>
                <a:lnTo>
                  <a:pt x="121452" y="0"/>
                </a:lnTo>
                <a:lnTo>
                  <a:pt x="0" y="13495"/>
                </a:ln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73C9F9-EB52-4D52-B9DE-1264757C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229" y="1235128"/>
            <a:ext cx="177117" cy="77594"/>
          </a:xfrm>
          <a:custGeom xmlns:a="http://schemas.openxmlformats.org/drawingml/2006/main">
            <a:pathLst>
              <a:path w="177117" h="77594">
                <a:moveTo>
                  <a:pt x="0" y="67473"/>
                </a:moveTo>
                <a:lnTo>
                  <a:pt x="172056" y="0"/>
                </a:lnTo>
                <a:lnTo>
                  <a:pt x="177117" y="10121"/>
                </a:lnTo>
                <a:lnTo>
                  <a:pt x="5060" y="77594"/>
                </a:lnTo>
                <a:lnTo>
                  <a:pt x="0" y="67473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7E193-CDE9-4CC3-AE4A-C2035910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42" y="1268864"/>
            <a:ext cx="193985" cy="231095"/>
          </a:xfrm>
          <a:custGeom xmlns:a="http://schemas.openxmlformats.org/drawingml/2006/main">
            <a:pathLst>
              <a:path w="193985" h="231095">
                <a:moveTo>
                  <a:pt x="0" y="224348"/>
                </a:moveTo>
                <a:lnTo>
                  <a:pt x="185551" y="0"/>
                </a:lnTo>
                <a:lnTo>
                  <a:pt x="193985" y="8434"/>
                </a:lnTo>
                <a:lnTo>
                  <a:pt x="8434" y="231095"/>
                </a:lnTo>
                <a:lnTo>
                  <a:pt x="0" y="22434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0B19D-FF93-41AA-BD7E-23B3C78C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855" y="1270551"/>
            <a:ext cx="197359" cy="416647"/>
          </a:xfrm>
          <a:custGeom xmlns:a="http://schemas.openxmlformats.org/drawingml/2006/main">
            <a:pathLst>
              <a:path w="197359" h="416647">
                <a:moveTo>
                  <a:pt x="0" y="411586"/>
                </a:moveTo>
                <a:lnTo>
                  <a:pt x="187238" y="0"/>
                </a:lnTo>
                <a:lnTo>
                  <a:pt x="197359" y="5060"/>
                </a:lnTo>
                <a:lnTo>
                  <a:pt x="11808" y="416647"/>
                </a:lnTo>
                <a:lnTo>
                  <a:pt x="0" y="41158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75368E-6026-42D3-8E89-1424BE22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724" y="1336337"/>
            <a:ext cx="175430" cy="62413"/>
          </a:xfrm>
          <a:custGeom xmlns:a="http://schemas.openxmlformats.org/drawingml/2006/main">
            <a:pathLst>
              <a:path w="175430" h="62413">
                <a:moveTo>
                  <a:pt x="3374" y="0"/>
                </a:moveTo>
                <a:lnTo>
                  <a:pt x="175430" y="50605"/>
                </a:lnTo>
                <a:lnTo>
                  <a:pt x="172056" y="62413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7CC39-0437-4D3C-BD38-0D9F0530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855" y="1371761"/>
            <a:ext cx="197359" cy="399778"/>
          </a:xfrm>
          <a:custGeom xmlns:a="http://schemas.openxmlformats.org/drawingml/2006/main">
            <a:pathLst>
              <a:path w="197359" h="399778">
                <a:moveTo>
                  <a:pt x="11808" y="0"/>
                </a:moveTo>
                <a:lnTo>
                  <a:pt x="197359" y="394718"/>
                </a:lnTo>
                <a:lnTo>
                  <a:pt x="187238" y="399778"/>
                </a:lnTo>
                <a:lnTo>
                  <a:pt x="0" y="5060"/>
                </a:lnTo>
                <a:lnTo>
                  <a:pt x="11808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F6962-7D5F-4AD0-B071-D9079ED5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42" y="1370074"/>
            <a:ext cx="193985" cy="215914"/>
          </a:xfrm>
          <a:custGeom xmlns:a="http://schemas.openxmlformats.org/drawingml/2006/main">
            <a:pathLst>
              <a:path w="193985" h="215914">
                <a:moveTo>
                  <a:pt x="8434" y="0"/>
                </a:moveTo>
                <a:lnTo>
                  <a:pt x="193985" y="207480"/>
                </a:lnTo>
                <a:lnTo>
                  <a:pt x="185551" y="215914"/>
                </a:lnTo>
                <a:lnTo>
                  <a:pt x="0" y="8434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01F35-EC02-4518-BF46-422335E4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229" y="1420679"/>
            <a:ext cx="177117" cy="80968"/>
          </a:xfrm>
          <a:custGeom xmlns:a="http://schemas.openxmlformats.org/drawingml/2006/main">
            <a:pathLst>
              <a:path w="177117" h="80968">
                <a:moveTo>
                  <a:pt x="0" y="70847"/>
                </a:moveTo>
                <a:lnTo>
                  <a:pt x="173743" y="0"/>
                </a:lnTo>
                <a:lnTo>
                  <a:pt x="177117" y="10121"/>
                </a:lnTo>
                <a:lnTo>
                  <a:pt x="5060" y="80968"/>
                </a:lnTo>
                <a:lnTo>
                  <a:pt x="0" y="7084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BFAF44-1575-485B-8E3B-C57A2057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037" y="1523575"/>
            <a:ext cx="165309" cy="96149"/>
          </a:xfrm>
          <a:custGeom xmlns:a="http://schemas.openxmlformats.org/drawingml/2006/main">
            <a:pathLst>
              <a:path w="165309" h="96149">
                <a:moveTo>
                  <a:pt x="6747" y="0"/>
                </a:moveTo>
                <a:lnTo>
                  <a:pt x="165309" y="86028"/>
                </a:lnTo>
                <a:lnTo>
                  <a:pt x="160249" y="96149"/>
                </a:lnTo>
                <a:lnTo>
                  <a:pt x="0" y="10121"/>
                </a:lnTo>
                <a:lnTo>
                  <a:pt x="6747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7797F-D478-4CEB-B848-43BC2A91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42" y="1558999"/>
            <a:ext cx="193985" cy="214227"/>
          </a:xfrm>
          <a:custGeom xmlns:a="http://schemas.openxmlformats.org/drawingml/2006/main">
            <a:pathLst>
              <a:path w="193985" h="214227">
                <a:moveTo>
                  <a:pt x="8434" y="0"/>
                </a:moveTo>
                <a:lnTo>
                  <a:pt x="193985" y="205793"/>
                </a:lnTo>
                <a:lnTo>
                  <a:pt x="185551" y="214227"/>
                </a:lnTo>
                <a:lnTo>
                  <a:pt x="0" y="6747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761D6-A87B-40EF-8427-E32886ED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42" y="1456102"/>
            <a:ext cx="195672" cy="231095"/>
          </a:xfrm>
          <a:custGeom xmlns:a="http://schemas.openxmlformats.org/drawingml/2006/main">
            <a:pathLst>
              <a:path w="195672" h="231095">
                <a:moveTo>
                  <a:pt x="0" y="224348"/>
                </a:moveTo>
                <a:lnTo>
                  <a:pt x="185551" y="0"/>
                </a:lnTo>
                <a:lnTo>
                  <a:pt x="195672" y="6747"/>
                </a:lnTo>
                <a:lnTo>
                  <a:pt x="8434" y="231095"/>
                </a:lnTo>
                <a:lnTo>
                  <a:pt x="0" y="22434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E3269D-271D-4FFC-B38C-CC81CC59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724" y="1643340"/>
            <a:ext cx="175430" cy="79281"/>
          </a:xfrm>
          <a:custGeom xmlns:a="http://schemas.openxmlformats.org/drawingml/2006/main">
            <a:pathLst>
              <a:path w="175430" h="79281">
                <a:moveTo>
                  <a:pt x="0" y="69160"/>
                </a:moveTo>
                <a:lnTo>
                  <a:pt x="172056" y="0"/>
                </a:lnTo>
                <a:lnTo>
                  <a:pt x="175430" y="10121"/>
                </a:lnTo>
                <a:lnTo>
                  <a:pt x="3374" y="79281"/>
                </a:lnTo>
                <a:lnTo>
                  <a:pt x="0" y="6916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1F295-4348-40D0-8816-C5DDBC7F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916" y="1744550"/>
            <a:ext cx="175430" cy="62413"/>
          </a:xfrm>
          <a:custGeom xmlns:a="http://schemas.openxmlformats.org/drawingml/2006/main">
            <a:pathLst>
              <a:path w="175430" h="62413">
                <a:moveTo>
                  <a:pt x="3374" y="0"/>
                </a:moveTo>
                <a:lnTo>
                  <a:pt x="175430" y="52292"/>
                </a:lnTo>
                <a:lnTo>
                  <a:pt x="172056" y="62413"/>
                </a:lnTo>
                <a:lnTo>
                  <a:pt x="0" y="11808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84015-6941-4B4E-9B93-9D345A9C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74" y="1235128"/>
            <a:ext cx="163622" cy="70847"/>
          </a:xfrm>
          <a:custGeom xmlns:a="http://schemas.openxmlformats.org/drawingml/2006/main">
            <a:pathLst>
              <a:path w="163622" h="70847">
                <a:moveTo>
                  <a:pt x="5060" y="0"/>
                </a:moveTo>
                <a:lnTo>
                  <a:pt x="163622" y="60726"/>
                </a:lnTo>
                <a:lnTo>
                  <a:pt x="158562" y="70847"/>
                </a:lnTo>
                <a:lnTo>
                  <a:pt x="0" y="10121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908C7-71EB-4DD4-A146-6824248B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93" y="1268864"/>
            <a:ext cx="182177" cy="222661"/>
          </a:xfrm>
          <a:custGeom xmlns:a="http://schemas.openxmlformats.org/drawingml/2006/main">
            <a:pathLst>
              <a:path w="182177" h="222661">
                <a:moveTo>
                  <a:pt x="10121" y="0"/>
                </a:moveTo>
                <a:lnTo>
                  <a:pt x="182177" y="215914"/>
                </a:lnTo>
                <a:lnTo>
                  <a:pt x="172056" y="222661"/>
                </a:lnTo>
                <a:lnTo>
                  <a:pt x="0" y="8434"/>
                </a:lnTo>
                <a:lnTo>
                  <a:pt x="10121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17893-2723-40CF-9D40-06279270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93" y="1270551"/>
            <a:ext cx="182177" cy="408212"/>
          </a:xfrm>
          <a:custGeom xmlns:a="http://schemas.openxmlformats.org/drawingml/2006/main">
            <a:pathLst>
              <a:path w="182177" h="408212">
                <a:moveTo>
                  <a:pt x="10121" y="0"/>
                </a:moveTo>
                <a:lnTo>
                  <a:pt x="182177" y="403152"/>
                </a:lnTo>
                <a:lnTo>
                  <a:pt x="172056" y="408212"/>
                </a:lnTo>
                <a:lnTo>
                  <a:pt x="0" y="5060"/>
                </a:lnTo>
                <a:lnTo>
                  <a:pt x="10121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280CF7-C2F6-4F8A-8384-48D0A262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566" y="1327903"/>
            <a:ext cx="161935" cy="69160"/>
          </a:xfrm>
          <a:custGeom xmlns:a="http://schemas.openxmlformats.org/drawingml/2006/main">
            <a:pathLst>
              <a:path w="161935" h="69160">
                <a:moveTo>
                  <a:pt x="0" y="59039"/>
                </a:moveTo>
                <a:lnTo>
                  <a:pt x="158562" y="0"/>
                </a:lnTo>
                <a:lnTo>
                  <a:pt x="161935" y="10121"/>
                </a:lnTo>
                <a:lnTo>
                  <a:pt x="3374" y="69160"/>
                </a:lnTo>
                <a:lnTo>
                  <a:pt x="0" y="59039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14739-26B1-4809-BE9E-77FCB965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061" y="1420679"/>
            <a:ext cx="161935" cy="72534"/>
          </a:xfrm>
          <a:custGeom xmlns:a="http://schemas.openxmlformats.org/drawingml/2006/main">
            <a:pathLst>
              <a:path w="161935" h="72534">
                <a:moveTo>
                  <a:pt x="3374" y="0"/>
                </a:moveTo>
                <a:lnTo>
                  <a:pt x="161935" y="62413"/>
                </a:lnTo>
                <a:lnTo>
                  <a:pt x="158562" y="72534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FE891-EB76-43F4-9CCF-5774F2CA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93" y="1456102"/>
            <a:ext cx="182177" cy="222661"/>
          </a:xfrm>
          <a:custGeom xmlns:a="http://schemas.openxmlformats.org/drawingml/2006/main">
            <a:pathLst>
              <a:path w="182177" h="222661">
                <a:moveTo>
                  <a:pt x="10121" y="0"/>
                </a:moveTo>
                <a:lnTo>
                  <a:pt x="182177" y="215914"/>
                </a:lnTo>
                <a:lnTo>
                  <a:pt x="172056" y="222661"/>
                </a:lnTo>
                <a:lnTo>
                  <a:pt x="0" y="6747"/>
                </a:lnTo>
                <a:lnTo>
                  <a:pt x="10121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72AE0-BD5D-4758-BF3F-63772EFE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93" y="1363326"/>
            <a:ext cx="182177" cy="220974"/>
          </a:xfrm>
          <a:custGeom xmlns:a="http://schemas.openxmlformats.org/drawingml/2006/main">
            <a:pathLst>
              <a:path w="182177" h="220974">
                <a:moveTo>
                  <a:pt x="0" y="214227"/>
                </a:moveTo>
                <a:lnTo>
                  <a:pt x="172056" y="0"/>
                </a:lnTo>
                <a:lnTo>
                  <a:pt x="182177" y="6747"/>
                </a:lnTo>
                <a:lnTo>
                  <a:pt x="10121" y="220974"/>
                </a:lnTo>
                <a:lnTo>
                  <a:pt x="0" y="21422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12B546-AA55-49FE-8866-6F25BB05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687" y="1515141"/>
            <a:ext cx="151815" cy="102897"/>
          </a:xfrm>
          <a:custGeom xmlns:a="http://schemas.openxmlformats.org/drawingml/2006/main">
            <a:pathLst>
              <a:path w="151815" h="102897">
                <a:moveTo>
                  <a:pt x="0" y="94462"/>
                </a:moveTo>
                <a:lnTo>
                  <a:pt x="146754" y="0"/>
                </a:lnTo>
                <a:lnTo>
                  <a:pt x="151815" y="10121"/>
                </a:lnTo>
                <a:lnTo>
                  <a:pt x="6747" y="102897"/>
                </a:lnTo>
                <a:lnTo>
                  <a:pt x="0" y="9446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8122A-69B1-4FD9-86B1-D9BCA303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566" y="1643340"/>
            <a:ext cx="161935" cy="70847"/>
          </a:xfrm>
          <a:custGeom xmlns:a="http://schemas.openxmlformats.org/drawingml/2006/main">
            <a:pathLst>
              <a:path w="161935" h="70847">
                <a:moveTo>
                  <a:pt x="3374" y="0"/>
                </a:moveTo>
                <a:lnTo>
                  <a:pt x="161935" y="60726"/>
                </a:lnTo>
                <a:lnTo>
                  <a:pt x="158562" y="70847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7FE619-F62A-4CB2-9567-D263AA82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93" y="1363326"/>
            <a:ext cx="182177" cy="408212"/>
          </a:xfrm>
          <a:custGeom xmlns:a="http://schemas.openxmlformats.org/drawingml/2006/main">
            <a:pathLst>
              <a:path w="182177" h="408212">
                <a:moveTo>
                  <a:pt x="0" y="403152"/>
                </a:moveTo>
                <a:lnTo>
                  <a:pt x="172056" y="0"/>
                </a:lnTo>
                <a:lnTo>
                  <a:pt x="182177" y="5060"/>
                </a:lnTo>
                <a:lnTo>
                  <a:pt x="10121" y="408212"/>
                </a:lnTo>
                <a:lnTo>
                  <a:pt x="0" y="40315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6925F-F3EB-4AAF-A402-DB49F0EE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93" y="1550564"/>
            <a:ext cx="182177" cy="222661"/>
          </a:xfrm>
          <a:custGeom xmlns:a="http://schemas.openxmlformats.org/drawingml/2006/main">
            <a:pathLst>
              <a:path w="182177" h="222661">
                <a:moveTo>
                  <a:pt x="0" y="214227"/>
                </a:moveTo>
                <a:lnTo>
                  <a:pt x="172056" y="0"/>
                </a:lnTo>
                <a:lnTo>
                  <a:pt x="182177" y="6747"/>
                </a:lnTo>
                <a:lnTo>
                  <a:pt x="10121" y="222661"/>
                </a:lnTo>
                <a:lnTo>
                  <a:pt x="0" y="21422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AA41B-4C23-4A45-A954-6239E75D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74" y="1736115"/>
            <a:ext cx="163622" cy="70847"/>
          </a:xfrm>
          <a:custGeom xmlns:a="http://schemas.openxmlformats.org/drawingml/2006/main">
            <a:pathLst>
              <a:path w="163622" h="70847">
                <a:moveTo>
                  <a:pt x="0" y="60726"/>
                </a:moveTo>
                <a:lnTo>
                  <a:pt x="158562" y="0"/>
                </a:lnTo>
                <a:lnTo>
                  <a:pt x="163622" y="10121"/>
                </a:lnTo>
                <a:lnTo>
                  <a:pt x="5060" y="70847"/>
                </a:lnTo>
                <a:lnTo>
                  <a:pt x="0" y="6072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DE8CCE-6AF1-4BDC-BDE0-7DE80168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972" y="1192957"/>
            <a:ext cx="91089" cy="94462"/>
          </a:xfrm>
          <a:custGeom xmlns:a="http://schemas.openxmlformats.org/drawingml/2006/main">
            <a:pathLst>
              <a:path w="91089" h="94462">
                <a:moveTo>
                  <a:pt x="45544" y="0"/>
                </a:move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ubicBezTo>
                  <a:pt x="0" y="20242"/>
                  <a:pt x="20242" y="0"/>
                  <a:pt x="45544" y="0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C12B14-2878-4E3D-B395-7E4538B1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11" y="1186210"/>
            <a:ext cx="102897" cy="106270"/>
          </a:xfrm>
          <a:custGeom xmlns:a="http://schemas.openxmlformats.org/drawingml/2006/main">
            <a:pathLst>
              <a:path w="102897" h="106270">
                <a:moveTo>
                  <a:pt x="5060" y="53978"/>
                </a:moveTo>
                <a:lnTo>
                  <a:pt x="0" y="53978"/>
                </a:lnTo>
                <a:cubicBezTo>
                  <a:pt x="0" y="25302"/>
                  <a:pt x="21929" y="0"/>
                  <a:pt x="50605" y="0"/>
                </a:cubicBezTo>
                <a:cubicBezTo>
                  <a:pt x="79281" y="0"/>
                  <a:pt x="102897" y="25302"/>
                  <a:pt x="102897" y="53978"/>
                </a:cubicBezTo>
                <a:cubicBezTo>
                  <a:pt x="102897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3978"/>
                </a:cubicBezTo>
                <a:lnTo>
                  <a:pt x="5060" y="53978"/>
                </a:lnTo>
                <a:lnTo>
                  <a:pt x="10121" y="53978"/>
                </a:lnTo>
                <a:cubicBezTo>
                  <a:pt x="10121" y="75907"/>
                  <a:pt x="28676" y="94462"/>
                  <a:pt x="50605" y="94462"/>
                </a:cubicBezTo>
                <a:cubicBezTo>
                  <a:pt x="72534" y="94462"/>
                  <a:pt x="91089" y="75907"/>
                  <a:pt x="91089" y="53978"/>
                </a:cubicBezTo>
                <a:cubicBezTo>
                  <a:pt x="91089" y="30363"/>
                  <a:pt x="72534" y="11808"/>
                  <a:pt x="50605" y="11808"/>
                </a:cubicBezTo>
                <a:cubicBezTo>
                  <a:pt x="28676" y="11808"/>
                  <a:pt x="10121" y="30363"/>
                  <a:pt x="10121" y="53978"/>
                </a:cubicBezTo>
                <a:lnTo>
                  <a:pt x="5060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502F23-69D5-4038-927E-3A48BE0B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658" y="1378508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4220"/>
                  <a:pt x="70847" y="94462"/>
                  <a:pt x="45544" y="94462"/>
                </a:cubicBezTo>
                <a:cubicBezTo>
                  <a:pt x="20242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ED185-6907-4F99-86E8-94DF8F9B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11" y="1373448"/>
            <a:ext cx="104583" cy="106270"/>
          </a:xfrm>
          <a:custGeom xmlns:a="http://schemas.openxmlformats.org/drawingml/2006/main">
            <a:pathLst>
              <a:path w="104583" h="106270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4583" y="23616"/>
                  <a:pt x="104583" y="52292"/>
                </a:cubicBezTo>
                <a:cubicBezTo>
                  <a:pt x="104583" y="80968"/>
                  <a:pt x="80968" y="106270"/>
                  <a:pt x="52292" y="106270"/>
                </a:cubicBezTo>
                <a:cubicBezTo>
                  <a:pt x="23616" y="106270"/>
                  <a:pt x="0" y="80968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2776" y="75907"/>
                  <a:pt x="92776" y="52292"/>
                </a:cubicBezTo>
                <a:cubicBezTo>
                  <a:pt x="92776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4E25C3-F712-4C7F-9E7C-4C1801B4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972" y="1567433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65641-40BD-4B88-A3B3-BCABB676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11" y="1562372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2897" y="23616"/>
                  <a:pt x="102897" y="52292"/>
                </a:cubicBezTo>
                <a:cubicBezTo>
                  <a:pt x="102897" y="80968"/>
                  <a:pt x="79281" y="104583"/>
                  <a:pt x="50605" y="104583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0121" y="52292"/>
                </a:lnTo>
                <a:cubicBezTo>
                  <a:pt x="10121" y="74220"/>
                  <a:pt x="28676" y="92776"/>
                  <a:pt x="50605" y="92776"/>
                </a:cubicBezTo>
                <a:cubicBezTo>
                  <a:pt x="72534" y="92776"/>
                  <a:pt x="91089" y="74220"/>
                  <a:pt x="91089" y="52292"/>
                </a:cubicBezTo>
                <a:cubicBezTo>
                  <a:pt x="91089" y="28676"/>
                  <a:pt x="72534" y="11808"/>
                  <a:pt x="50605" y="11808"/>
                </a:cubicBezTo>
                <a:cubicBezTo>
                  <a:pt x="28676" y="11808"/>
                  <a:pt x="10121" y="28676"/>
                  <a:pt x="10121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DF121D-8DB7-4C26-B4C8-63CA954D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972" y="1756358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750A2-814E-4E28-9A85-F579BA37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911" y="1749610"/>
            <a:ext cx="102897" cy="106270"/>
          </a:xfrm>
          <a:custGeom xmlns:a="http://schemas.openxmlformats.org/drawingml/2006/main">
            <a:pathLst>
              <a:path w="102897" h="106270">
                <a:moveTo>
                  <a:pt x="5060" y="53978"/>
                </a:moveTo>
                <a:lnTo>
                  <a:pt x="0" y="53978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2897" y="23616"/>
                  <a:pt x="102897" y="53978"/>
                </a:cubicBezTo>
                <a:cubicBezTo>
                  <a:pt x="102897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3978"/>
                </a:cubicBezTo>
                <a:lnTo>
                  <a:pt x="5060" y="53978"/>
                </a:lnTo>
                <a:lnTo>
                  <a:pt x="10121" y="53978"/>
                </a:lnTo>
                <a:cubicBezTo>
                  <a:pt x="10121" y="75907"/>
                  <a:pt x="28676" y="94462"/>
                  <a:pt x="50605" y="94462"/>
                </a:cubicBezTo>
                <a:cubicBezTo>
                  <a:pt x="72534" y="94462"/>
                  <a:pt x="91089" y="75907"/>
                  <a:pt x="91089" y="53978"/>
                </a:cubicBezTo>
                <a:cubicBezTo>
                  <a:pt x="91089" y="30363"/>
                  <a:pt x="72534" y="11808"/>
                  <a:pt x="50605" y="11808"/>
                </a:cubicBezTo>
                <a:cubicBezTo>
                  <a:pt x="28676" y="11808"/>
                  <a:pt x="10121" y="30363"/>
                  <a:pt x="10121" y="53978"/>
                </a:cubicBezTo>
                <a:lnTo>
                  <a:pt x="5060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59907-F5CF-4977-A643-FA8B44A4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321" y="1294166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28FFD-4084-4741-826F-592E102C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574" y="1289106"/>
            <a:ext cx="102897" cy="104583"/>
          </a:xfrm>
          <a:custGeom xmlns:a="http://schemas.openxmlformats.org/drawingml/2006/main">
            <a:pathLst>
              <a:path w="102897" h="104583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2776" y="75907"/>
                  <a:pt x="92776" y="52292"/>
                </a:cubicBezTo>
                <a:cubicBezTo>
                  <a:pt x="92776" y="28676"/>
                  <a:pt x="74220" y="10121"/>
                  <a:pt x="52292" y="10121"/>
                </a:cubicBezTo>
                <a:cubicBezTo>
                  <a:pt x="30363" y="10121"/>
                  <a:pt x="11808" y="28676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6E716-841B-41D9-9D30-3D2DB694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321" y="1483092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51A1E8-1ED2-4DDC-AEC9-5D32A03C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574" y="1478031"/>
            <a:ext cx="102897" cy="104583"/>
          </a:xfrm>
          <a:custGeom xmlns:a="http://schemas.openxmlformats.org/drawingml/2006/main">
            <a:pathLst>
              <a:path w="102897" h="104583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4220"/>
                  <a:pt x="30363" y="92776"/>
                  <a:pt x="52292" y="92776"/>
                </a:cubicBezTo>
                <a:cubicBezTo>
                  <a:pt x="74220" y="92776"/>
                  <a:pt x="92776" y="74220"/>
                  <a:pt x="92776" y="52292"/>
                </a:cubicBezTo>
                <a:cubicBezTo>
                  <a:pt x="92776" y="28676"/>
                  <a:pt x="74220" y="10121"/>
                  <a:pt x="52292" y="10121"/>
                </a:cubicBezTo>
                <a:cubicBezTo>
                  <a:pt x="30363" y="10121"/>
                  <a:pt x="11808" y="28676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E2F06-0F8C-4264-9441-D79C10D5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321" y="1670329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B62A1-128A-43F2-9E9B-40292BD2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574" y="1665269"/>
            <a:ext cx="102897" cy="104583"/>
          </a:xfrm>
          <a:custGeom xmlns:a="http://schemas.openxmlformats.org/drawingml/2006/main">
            <a:pathLst>
              <a:path w="102897" h="104583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4220"/>
                  <a:pt x="30363" y="92776"/>
                  <a:pt x="52292" y="92776"/>
                </a:cubicBezTo>
                <a:cubicBezTo>
                  <a:pt x="74220" y="92776"/>
                  <a:pt x="92776" y="74220"/>
                  <a:pt x="92776" y="52292"/>
                </a:cubicBezTo>
                <a:cubicBezTo>
                  <a:pt x="92776" y="28676"/>
                  <a:pt x="74220" y="11808"/>
                  <a:pt x="52292" y="11808"/>
                </a:cubicBezTo>
                <a:cubicBezTo>
                  <a:pt x="30363" y="11808"/>
                  <a:pt x="11808" y="28676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1FD924-F46A-4280-8F37-28B6B2F1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814" y="1287419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5544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5544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5544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C4463-6DFC-44E5-B263-4CAA47F8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067" y="1280672"/>
            <a:ext cx="104583" cy="104583"/>
          </a:xfrm>
          <a:custGeom xmlns:a="http://schemas.openxmlformats.org/drawingml/2006/main">
            <a:pathLst>
              <a:path w="104583" h="104583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4583" y="23616"/>
                  <a:pt x="104583" y="52292"/>
                </a:cubicBezTo>
                <a:cubicBezTo>
                  <a:pt x="104583" y="82655"/>
                  <a:pt x="80968" y="104583"/>
                  <a:pt x="52292" y="104583"/>
                </a:cubicBezTo>
                <a:cubicBezTo>
                  <a:pt x="23616" y="104583"/>
                  <a:pt x="0" y="82655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2776" y="75907"/>
                  <a:pt x="92776" y="52292"/>
                </a:cubicBezTo>
                <a:cubicBezTo>
                  <a:pt x="92776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8033A-EEF3-4C17-B562-A8E9397D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814" y="1474657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AF72A-FF55-4CFF-8585-775912B6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067" y="1469597"/>
            <a:ext cx="104583" cy="104583"/>
          </a:xfrm>
          <a:custGeom xmlns:a="http://schemas.openxmlformats.org/drawingml/2006/main">
            <a:pathLst>
              <a:path w="104583" h="104583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4583" y="23616"/>
                  <a:pt x="104583" y="52292"/>
                </a:cubicBezTo>
                <a:cubicBezTo>
                  <a:pt x="104583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4220"/>
                  <a:pt x="30363" y="92776"/>
                  <a:pt x="52292" y="92776"/>
                </a:cubicBezTo>
                <a:cubicBezTo>
                  <a:pt x="74220" y="92776"/>
                  <a:pt x="92776" y="74220"/>
                  <a:pt x="92776" y="52292"/>
                </a:cubicBezTo>
                <a:cubicBezTo>
                  <a:pt x="92776" y="28676"/>
                  <a:pt x="74220" y="11808"/>
                  <a:pt x="52292" y="10121"/>
                </a:cubicBezTo>
                <a:cubicBezTo>
                  <a:pt x="30363" y="11808"/>
                  <a:pt x="11808" y="28676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98BBE-CDD1-4F57-BF11-A21D7CF2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814" y="1660209"/>
            <a:ext cx="91089" cy="96149"/>
          </a:xfrm>
          <a:custGeom xmlns:a="http://schemas.openxmlformats.org/drawingml/2006/main">
            <a:pathLst>
              <a:path w="91089" h="96149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4220"/>
                  <a:pt x="70847" y="96149"/>
                  <a:pt x="45544" y="96149"/>
                </a:cubicBezTo>
                <a:cubicBezTo>
                  <a:pt x="20242" y="96149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5EB525-E621-46FC-B3B7-C7989528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067" y="1655148"/>
            <a:ext cx="104583" cy="106270"/>
          </a:xfrm>
          <a:custGeom xmlns:a="http://schemas.openxmlformats.org/drawingml/2006/main">
            <a:pathLst>
              <a:path w="104583" h="106270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4583" y="23616"/>
                  <a:pt x="104583" y="52292"/>
                </a:cubicBezTo>
                <a:cubicBezTo>
                  <a:pt x="104583" y="82655"/>
                  <a:pt x="80968" y="106270"/>
                  <a:pt x="52292" y="106270"/>
                </a:cubicBezTo>
                <a:cubicBezTo>
                  <a:pt x="23616" y="106270"/>
                  <a:pt x="0" y="82655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2776" y="75907"/>
                  <a:pt x="92776" y="52292"/>
                </a:cubicBezTo>
                <a:cubicBezTo>
                  <a:pt x="92776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F11379-BC10-40DE-B5CC-A2C53511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426" y="1447668"/>
            <a:ext cx="86028" cy="131573"/>
          </a:xfrm>
          <a:custGeom xmlns:a="http://schemas.openxmlformats.org/drawingml/2006/main">
            <a:pathLst>
              <a:path w="86028" h="131573">
                <a:moveTo>
                  <a:pt x="67473" y="94462"/>
                </a:moveTo>
                <a:cubicBezTo>
                  <a:pt x="67473" y="91089"/>
                  <a:pt x="67473" y="87715"/>
                  <a:pt x="65786" y="84341"/>
                </a:cubicBezTo>
                <a:cubicBezTo>
                  <a:pt x="65786" y="80968"/>
                  <a:pt x="64099" y="79281"/>
                  <a:pt x="60726" y="77594"/>
                </a:cubicBezTo>
                <a:cubicBezTo>
                  <a:pt x="59039" y="74220"/>
                  <a:pt x="55665" y="72534"/>
                  <a:pt x="52292" y="72534"/>
                </a:cubicBezTo>
                <a:cubicBezTo>
                  <a:pt x="48918" y="70847"/>
                  <a:pt x="43858" y="70847"/>
                  <a:pt x="38797" y="70847"/>
                </a:cubicBezTo>
                <a:lnTo>
                  <a:pt x="16868" y="70847"/>
                </a:lnTo>
                <a:lnTo>
                  <a:pt x="16868" y="116391"/>
                </a:lnTo>
                <a:lnTo>
                  <a:pt x="42171" y="116391"/>
                </a:lnTo>
                <a:cubicBezTo>
                  <a:pt x="47231" y="116391"/>
                  <a:pt x="50605" y="116391"/>
                  <a:pt x="52292" y="116391"/>
                </a:cubicBezTo>
                <a:cubicBezTo>
                  <a:pt x="55665" y="114704"/>
                  <a:pt x="59039" y="113017"/>
                  <a:pt x="60726" y="111331"/>
                </a:cubicBezTo>
                <a:cubicBezTo>
                  <a:pt x="62413" y="109644"/>
                  <a:pt x="65786" y="107957"/>
                  <a:pt x="65786" y="104583"/>
                </a:cubicBezTo>
                <a:cubicBezTo>
                  <a:pt x="67473" y="101210"/>
                  <a:pt x="67473" y="97836"/>
                  <a:pt x="67473" y="94462"/>
                </a:cubicBezTo>
                <a:close/>
                <a:moveTo>
                  <a:pt x="60726" y="35423"/>
                </a:moveTo>
                <a:cubicBezTo>
                  <a:pt x="60726" y="32050"/>
                  <a:pt x="59039" y="28676"/>
                  <a:pt x="59039" y="26989"/>
                </a:cubicBezTo>
                <a:cubicBezTo>
                  <a:pt x="57352" y="23616"/>
                  <a:pt x="57352" y="21929"/>
                  <a:pt x="53978" y="20242"/>
                </a:cubicBezTo>
                <a:cubicBezTo>
                  <a:pt x="52292" y="18555"/>
                  <a:pt x="50605" y="16868"/>
                  <a:pt x="47231" y="15181"/>
                </a:cubicBezTo>
                <a:cubicBezTo>
                  <a:pt x="43858" y="15181"/>
                  <a:pt x="40484" y="13495"/>
                  <a:pt x="35423" y="13495"/>
                </a:cubicBezTo>
                <a:lnTo>
                  <a:pt x="16868" y="13495"/>
                </a:lnTo>
                <a:lnTo>
                  <a:pt x="16868" y="57352"/>
                </a:lnTo>
                <a:lnTo>
                  <a:pt x="37110" y="57352"/>
                </a:lnTo>
                <a:cubicBezTo>
                  <a:pt x="42171" y="57352"/>
                  <a:pt x="45544" y="55665"/>
                  <a:pt x="48918" y="55665"/>
                </a:cubicBezTo>
                <a:cubicBezTo>
                  <a:pt x="50605" y="53978"/>
                  <a:pt x="53978" y="52292"/>
                  <a:pt x="55665" y="50605"/>
                </a:cubicBezTo>
                <a:cubicBezTo>
                  <a:pt x="57352" y="48918"/>
                  <a:pt x="57352" y="45544"/>
                  <a:pt x="59039" y="43858"/>
                </a:cubicBezTo>
                <a:cubicBezTo>
                  <a:pt x="59039" y="40484"/>
                  <a:pt x="60726" y="37110"/>
                  <a:pt x="60726" y="35423"/>
                </a:cubicBezTo>
                <a:close/>
                <a:moveTo>
                  <a:pt x="86028" y="94462"/>
                </a:moveTo>
                <a:cubicBezTo>
                  <a:pt x="86028" y="97836"/>
                  <a:pt x="86028" y="101210"/>
                  <a:pt x="84341" y="104583"/>
                </a:cubicBezTo>
                <a:cubicBezTo>
                  <a:pt x="84341" y="107957"/>
                  <a:pt x="82655" y="111331"/>
                  <a:pt x="80968" y="114704"/>
                </a:cubicBezTo>
                <a:cubicBezTo>
                  <a:pt x="79281" y="118078"/>
                  <a:pt x="75907" y="119765"/>
                  <a:pt x="74220" y="121452"/>
                </a:cubicBezTo>
                <a:cubicBezTo>
                  <a:pt x="70847" y="124825"/>
                  <a:pt x="67473" y="126512"/>
                  <a:pt x="64099" y="126512"/>
                </a:cubicBezTo>
                <a:cubicBezTo>
                  <a:pt x="60726" y="128199"/>
                  <a:pt x="57352" y="129886"/>
                  <a:pt x="53978" y="129886"/>
                </a:cubicBezTo>
                <a:cubicBezTo>
                  <a:pt x="50605" y="131573"/>
                  <a:pt x="45544" y="131573"/>
                  <a:pt x="40484" y="131573"/>
                </a:cubicBezTo>
                <a:lnTo>
                  <a:pt x="6747" y="131573"/>
                </a:lnTo>
                <a:cubicBezTo>
                  <a:pt x="5060" y="131573"/>
                  <a:pt x="3374" y="131573"/>
                  <a:pt x="1687" y="129886"/>
                </a:cubicBezTo>
                <a:cubicBezTo>
                  <a:pt x="0" y="128199"/>
                  <a:pt x="0" y="126512"/>
                  <a:pt x="0" y="124825"/>
                </a:cubicBezTo>
                <a:lnTo>
                  <a:pt x="0" y="6747"/>
                </a:lnTo>
                <a:cubicBezTo>
                  <a:pt x="0" y="5060"/>
                  <a:pt x="0" y="1687"/>
                  <a:pt x="1687" y="1687"/>
                </a:cubicBezTo>
                <a:cubicBezTo>
                  <a:pt x="3374" y="0"/>
                  <a:pt x="5060" y="0"/>
                  <a:pt x="6747" y="0"/>
                </a:cubicBezTo>
                <a:lnTo>
                  <a:pt x="35423" y="0"/>
                </a:lnTo>
                <a:cubicBezTo>
                  <a:pt x="43858" y="0"/>
                  <a:pt x="50605" y="0"/>
                  <a:pt x="55665" y="1687"/>
                </a:cubicBezTo>
                <a:cubicBezTo>
                  <a:pt x="60726" y="3374"/>
                  <a:pt x="64099" y="5060"/>
                  <a:pt x="67473" y="8434"/>
                </a:cubicBezTo>
                <a:cubicBezTo>
                  <a:pt x="70847" y="11808"/>
                  <a:pt x="74220" y="15181"/>
                  <a:pt x="75907" y="18555"/>
                </a:cubicBezTo>
                <a:cubicBezTo>
                  <a:pt x="77594" y="23616"/>
                  <a:pt x="77594" y="28676"/>
                  <a:pt x="77594" y="33737"/>
                </a:cubicBezTo>
                <a:cubicBezTo>
                  <a:pt x="77594" y="35423"/>
                  <a:pt x="77594" y="38797"/>
                  <a:pt x="77594" y="42171"/>
                </a:cubicBezTo>
                <a:cubicBezTo>
                  <a:pt x="75907" y="45544"/>
                  <a:pt x="75907" y="47231"/>
                  <a:pt x="74220" y="50605"/>
                </a:cubicBezTo>
                <a:cubicBezTo>
                  <a:pt x="72534" y="52292"/>
                  <a:pt x="70847" y="53978"/>
                  <a:pt x="69160" y="55665"/>
                </a:cubicBezTo>
                <a:cubicBezTo>
                  <a:pt x="65786" y="59039"/>
                  <a:pt x="64099" y="60726"/>
                  <a:pt x="60726" y="60726"/>
                </a:cubicBezTo>
                <a:cubicBezTo>
                  <a:pt x="64099" y="62413"/>
                  <a:pt x="67473" y="62413"/>
                  <a:pt x="70847" y="64099"/>
                </a:cubicBezTo>
                <a:cubicBezTo>
                  <a:pt x="74220" y="67473"/>
                  <a:pt x="75907" y="69160"/>
                  <a:pt x="79281" y="72534"/>
                </a:cubicBezTo>
                <a:cubicBezTo>
                  <a:pt x="80968" y="74220"/>
                  <a:pt x="82655" y="77594"/>
                  <a:pt x="84341" y="80968"/>
                </a:cubicBezTo>
                <a:cubicBezTo>
                  <a:pt x="86028" y="86028"/>
                  <a:pt x="86028" y="89402"/>
                  <a:pt x="86028" y="94462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C4519-5B98-4A89-9C54-2E8E4D19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262" y="1548878"/>
            <a:ext cx="40484" cy="82655"/>
          </a:xfrm>
          <a:custGeom xmlns:a="http://schemas.openxmlformats.org/drawingml/2006/main">
            <a:pathLst>
              <a:path w="40484" h="82655">
                <a:moveTo>
                  <a:pt x="40484" y="75907"/>
                </a:moveTo>
                <a:cubicBezTo>
                  <a:pt x="40484" y="77594"/>
                  <a:pt x="40484" y="77594"/>
                  <a:pt x="40484" y="79281"/>
                </a:cubicBezTo>
                <a:lnTo>
                  <a:pt x="38797" y="80968"/>
                </a:lnTo>
                <a:lnTo>
                  <a:pt x="37110" y="80968"/>
                </a:lnTo>
                <a:cubicBezTo>
                  <a:pt x="37110" y="80968"/>
                  <a:pt x="37110" y="82655"/>
                  <a:pt x="35423" y="82655"/>
                </a:cubicBezTo>
                <a:cubicBezTo>
                  <a:pt x="33737" y="82655"/>
                  <a:pt x="33737" y="82655"/>
                  <a:pt x="32050" y="82655"/>
                </a:cubicBezTo>
                <a:cubicBezTo>
                  <a:pt x="32050" y="82655"/>
                  <a:pt x="30363" y="82655"/>
                  <a:pt x="28676" y="82655"/>
                </a:cubicBezTo>
                <a:cubicBezTo>
                  <a:pt x="26989" y="82655"/>
                  <a:pt x="23616" y="82655"/>
                  <a:pt x="21929" y="80968"/>
                </a:cubicBezTo>
                <a:cubicBezTo>
                  <a:pt x="18555" y="80968"/>
                  <a:pt x="16868" y="79281"/>
                  <a:pt x="15181" y="77594"/>
                </a:cubicBezTo>
                <a:cubicBezTo>
                  <a:pt x="13495" y="75907"/>
                  <a:pt x="13495" y="74220"/>
                  <a:pt x="11808" y="70847"/>
                </a:cubicBezTo>
                <a:cubicBezTo>
                  <a:pt x="11808" y="69160"/>
                  <a:pt x="11808" y="65786"/>
                  <a:pt x="11808" y="62413"/>
                </a:cubicBezTo>
                <a:lnTo>
                  <a:pt x="11808" y="26989"/>
                </a:lnTo>
                <a:lnTo>
                  <a:pt x="3374" y="26989"/>
                </a:lnTo>
                <a:cubicBezTo>
                  <a:pt x="1687" y="26989"/>
                  <a:pt x="1687" y="26989"/>
                  <a:pt x="1687" y="25302"/>
                </a:cubicBezTo>
                <a:cubicBezTo>
                  <a:pt x="1687" y="25302"/>
                  <a:pt x="0" y="23616"/>
                  <a:pt x="0" y="21929"/>
                </a:cubicBezTo>
                <a:cubicBezTo>
                  <a:pt x="0" y="20242"/>
                  <a:pt x="0" y="20242"/>
                  <a:pt x="1687" y="20242"/>
                </a:cubicBezTo>
                <a:lnTo>
                  <a:pt x="1687" y="18555"/>
                </a:lnTo>
                <a:lnTo>
                  <a:pt x="1687" y="16868"/>
                </a:lnTo>
                <a:lnTo>
                  <a:pt x="3374" y="16868"/>
                </a:lnTo>
                <a:lnTo>
                  <a:pt x="11808" y="16868"/>
                </a:lnTo>
                <a:lnTo>
                  <a:pt x="11808" y="3374"/>
                </a:lnTo>
                <a:lnTo>
                  <a:pt x="11808" y="1687"/>
                </a:lnTo>
                <a:cubicBezTo>
                  <a:pt x="13495" y="1687"/>
                  <a:pt x="13495" y="0"/>
                  <a:pt x="13495" y="0"/>
                </a:cubicBezTo>
                <a:cubicBezTo>
                  <a:pt x="15181" y="0"/>
                  <a:pt x="15181" y="0"/>
                  <a:pt x="16868" y="0"/>
                </a:cubicBezTo>
                <a:cubicBezTo>
                  <a:pt x="18555" y="0"/>
                  <a:pt x="18555" y="0"/>
                  <a:pt x="20242" y="0"/>
                </a:cubicBezTo>
                <a:lnTo>
                  <a:pt x="21929" y="1687"/>
                </a:lnTo>
                <a:lnTo>
                  <a:pt x="21929" y="3374"/>
                </a:lnTo>
                <a:lnTo>
                  <a:pt x="21929" y="16868"/>
                </a:lnTo>
                <a:lnTo>
                  <a:pt x="38797" y="16868"/>
                </a:lnTo>
                <a:lnTo>
                  <a:pt x="40484" y="18555"/>
                </a:lnTo>
                <a:lnTo>
                  <a:pt x="40484" y="20242"/>
                </a:lnTo>
                <a:lnTo>
                  <a:pt x="40484" y="21929"/>
                </a:lnTo>
                <a:cubicBezTo>
                  <a:pt x="40484" y="23616"/>
                  <a:pt x="40484" y="25302"/>
                  <a:pt x="40484" y="25302"/>
                </a:cubicBezTo>
                <a:lnTo>
                  <a:pt x="38797" y="26989"/>
                </a:lnTo>
                <a:lnTo>
                  <a:pt x="21929" y="26989"/>
                </a:lnTo>
                <a:lnTo>
                  <a:pt x="21929" y="60726"/>
                </a:lnTo>
                <a:cubicBezTo>
                  <a:pt x="21929" y="64099"/>
                  <a:pt x="23616" y="67473"/>
                  <a:pt x="25302" y="70847"/>
                </a:cubicBezTo>
                <a:cubicBezTo>
                  <a:pt x="25302" y="72534"/>
                  <a:pt x="28676" y="74220"/>
                  <a:pt x="32050" y="74220"/>
                </a:cubicBezTo>
                <a:lnTo>
                  <a:pt x="33737" y="72534"/>
                </a:lnTo>
                <a:lnTo>
                  <a:pt x="35423" y="72534"/>
                </a:lnTo>
                <a:lnTo>
                  <a:pt x="37110" y="72534"/>
                </a:lnTo>
                <a:lnTo>
                  <a:pt x="38797" y="70847"/>
                </a:lnTo>
                <a:lnTo>
                  <a:pt x="40484" y="70847"/>
                </a:lnTo>
                <a:lnTo>
                  <a:pt x="40484" y="72534"/>
                </a:lnTo>
                <a:lnTo>
                  <a:pt x="40484" y="74220"/>
                </a:lnTo>
                <a:lnTo>
                  <a:pt x="40484" y="7590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DCFC3-3579-4056-856F-E787E851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27" y="1235128"/>
            <a:ext cx="177117" cy="77594"/>
          </a:xfrm>
          <a:custGeom xmlns:a="http://schemas.openxmlformats.org/drawingml/2006/main">
            <a:pathLst>
              <a:path w="177117" h="77594">
                <a:moveTo>
                  <a:pt x="0" y="67473"/>
                </a:moveTo>
                <a:lnTo>
                  <a:pt x="172056" y="0"/>
                </a:lnTo>
                <a:lnTo>
                  <a:pt x="177117" y="10121"/>
                </a:lnTo>
                <a:lnTo>
                  <a:pt x="5060" y="77594"/>
                </a:lnTo>
                <a:lnTo>
                  <a:pt x="0" y="67473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BD3F37-2696-4F96-9150-C1FF9444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640" y="1268864"/>
            <a:ext cx="193985" cy="231095"/>
          </a:xfrm>
          <a:custGeom xmlns:a="http://schemas.openxmlformats.org/drawingml/2006/main">
            <a:pathLst>
              <a:path w="193985" h="231095">
                <a:moveTo>
                  <a:pt x="0" y="224348"/>
                </a:moveTo>
                <a:lnTo>
                  <a:pt x="185551" y="0"/>
                </a:lnTo>
                <a:lnTo>
                  <a:pt x="193985" y="8434"/>
                </a:lnTo>
                <a:lnTo>
                  <a:pt x="8434" y="231095"/>
                </a:lnTo>
                <a:lnTo>
                  <a:pt x="0" y="22434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AD864A-B223-4569-B7F0-6B12F420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54" y="1270551"/>
            <a:ext cx="195672" cy="416647"/>
          </a:xfrm>
          <a:custGeom xmlns:a="http://schemas.openxmlformats.org/drawingml/2006/main">
            <a:pathLst>
              <a:path w="195672" h="416647">
                <a:moveTo>
                  <a:pt x="0" y="411586"/>
                </a:moveTo>
                <a:lnTo>
                  <a:pt x="185551" y="0"/>
                </a:lnTo>
                <a:lnTo>
                  <a:pt x="195672" y="5060"/>
                </a:lnTo>
                <a:lnTo>
                  <a:pt x="10121" y="416647"/>
                </a:lnTo>
                <a:lnTo>
                  <a:pt x="0" y="41158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FC49F-5749-4EA3-B9F1-BE441540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22" y="1336337"/>
            <a:ext cx="175430" cy="62413"/>
          </a:xfrm>
          <a:custGeom xmlns:a="http://schemas.openxmlformats.org/drawingml/2006/main">
            <a:pathLst>
              <a:path w="175430" h="62413">
                <a:moveTo>
                  <a:pt x="3374" y="0"/>
                </a:moveTo>
                <a:lnTo>
                  <a:pt x="175430" y="50605"/>
                </a:lnTo>
                <a:lnTo>
                  <a:pt x="172056" y="62413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5F57A-4586-454F-82B2-3C3A6211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54" y="1371761"/>
            <a:ext cx="195672" cy="399778"/>
          </a:xfrm>
          <a:custGeom xmlns:a="http://schemas.openxmlformats.org/drawingml/2006/main">
            <a:pathLst>
              <a:path w="195672" h="399778">
                <a:moveTo>
                  <a:pt x="10121" y="0"/>
                </a:moveTo>
                <a:lnTo>
                  <a:pt x="195672" y="394718"/>
                </a:lnTo>
                <a:lnTo>
                  <a:pt x="185551" y="399778"/>
                </a:lnTo>
                <a:lnTo>
                  <a:pt x="0" y="5060"/>
                </a:lnTo>
                <a:lnTo>
                  <a:pt x="10121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2F03C3-A50D-4F05-9582-13D6B176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640" y="1370074"/>
            <a:ext cx="193985" cy="215914"/>
          </a:xfrm>
          <a:custGeom xmlns:a="http://schemas.openxmlformats.org/drawingml/2006/main">
            <a:pathLst>
              <a:path w="193985" h="215914">
                <a:moveTo>
                  <a:pt x="8434" y="0"/>
                </a:moveTo>
                <a:lnTo>
                  <a:pt x="193985" y="207480"/>
                </a:lnTo>
                <a:lnTo>
                  <a:pt x="185551" y="215914"/>
                </a:lnTo>
                <a:lnTo>
                  <a:pt x="0" y="8434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5D340B-1D44-4A6D-A4C1-A7590D28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27" y="1420679"/>
            <a:ext cx="177117" cy="80968"/>
          </a:xfrm>
          <a:custGeom xmlns:a="http://schemas.openxmlformats.org/drawingml/2006/main">
            <a:pathLst>
              <a:path w="177117" h="80968">
                <a:moveTo>
                  <a:pt x="0" y="70847"/>
                </a:moveTo>
                <a:lnTo>
                  <a:pt x="172056" y="0"/>
                </a:lnTo>
                <a:lnTo>
                  <a:pt x="177117" y="10121"/>
                </a:lnTo>
                <a:lnTo>
                  <a:pt x="5060" y="80968"/>
                </a:lnTo>
                <a:lnTo>
                  <a:pt x="0" y="7084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52B0B8-FCCD-47AA-A4F1-3EACFC78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35" y="1523575"/>
            <a:ext cx="165309" cy="96149"/>
          </a:xfrm>
          <a:custGeom xmlns:a="http://schemas.openxmlformats.org/drawingml/2006/main">
            <a:pathLst>
              <a:path w="165309" h="96149">
                <a:moveTo>
                  <a:pt x="5060" y="0"/>
                </a:moveTo>
                <a:lnTo>
                  <a:pt x="165309" y="86028"/>
                </a:lnTo>
                <a:lnTo>
                  <a:pt x="158562" y="96149"/>
                </a:lnTo>
                <a:lnTo>
                  <a:pt x="0" y="10121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990AA-5BE5-4748-A796-35452991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640" y="1558999"/>
            <a:ext cx="193985" cy="214227"/>
          </a:xfrm>
          <a:custGeom xmlns:a="http://schemas.openxmlformats.org/drawingml/2006/main">
            <a:pathLst>
              <a:path w="193985" h="214227">
                <a:moveTo>
                  <a:pt x="8434" y="0"/>
                </a:moveTo>
                <a:lnTo>
                  <a:pt x="193985" y="205793"/>
                </a:lnTo>
                <a:lnTo>
                  <a:pt x="185551" y="214227"/>
                </a:lnTo>
                <a:lnTo>
                  <a:pt x="0" y="6747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432A8E-74F3-488C-8565-245810FE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640" y="1456102"/>
            <a:ext cx="193985" cy="231095"/>
          </a:xfrm>
          <a:custGeom xmlns:a="http://schemas.openxmlformats.org/drawingml/2006/main">
            <a:pathLst>
              <a:path w="193985" h="231095">
                <a:moveTo>
                  <a:pt x="0" y="224348"/>
                </a:moveTo>
                <a:lnTo>
                  <a:pt x="185551" y="0"/>
                </a:lnTo>
                <a:lnTo>
                  <a:pt x="193985" y="6747"/>
                </a:lnTo>
                <a:lnTo>
                  <a:pt x="8434" y="231095"/>
                </a:lnTo>
                <a:lnTo>
                  <a:pt x="0" y="22434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CD6D2-EB8B-4368-8FD6-9AAE2D4D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35" y="1643340"/>
            <a:ext cx="177117" cy="79281"/>
          </a:xfrm>
          <a:custGeom xmlns:a="http://schemas.openxmlformats.org/drawingml/2006/main">
            <a:pathLst>
              <a:path w="177117" h="79281">
                <a:moveTo>
                  <a:pt x="0" y="69160"/>
                </a:moveTo>
                <a:lnTo>
                  <a:pt x="173743" y="0"/>
                </a:lnTo>
                <a:lnTo>
                  <a:pt x="177117" y="10121"/>
                </a:lnTo>
                <a:lnTo>
                  <a:pt x="5060" y="79281"/>
                </a:lnTo>
                <a:lnTo>
                  <a:pt x="0" y="6916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2C67A-B151-4054-8744-7558EA70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27" y="1744550"/>
            <a:ext cx="175430" cy="62413"/>
          </a:xfrm>
          <a:custGeom xmlns:a="http://schemas.openxmlformats.org/drawingml/2006/main">
            <a:pathLst>
              <a:path w="175430" h="62413">
                <a:moveTo>
                  <a:pt x="3374" y="0"/>
                </a:moveTo>
                <a:lnTo>
                  <a:pt x="175430" y="52292"/>
                </a:lnTo>
                <a:lnTo>
                  <a:pt x="172056" y="62413"/>
                </a:lnTo>
                <a:lnTo>
                  <a:pt x="0" y="11808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B7E04-D05A-4077-B412-55E2508A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72" y="1235128"/>
            <a:ext cx="161935" cy="70847"/>
          </a:xfrm>
          <a:custGeom xmlns:a="http://schemas.openxmlformats.org/drawingml/2006/main">
            <a:pathLst>
              <a:path w="161935" h="70847">
                <a:moveTo>
                  <a:pt x="3374" y="0"/>
                </a:moveTo>
                <a:lnTo>
                  <a:pt x="161935" y="60726"/>
                </a:lnTo>
                <a:lnTo>
                  <a:pt x="158562" y="70847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48BD7-3155-45BE-9A50-D599FD02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91" y="1268864"/>
            <a:ext cx="180491" cy="222661"/>
          </a:xfrm>
          <a:custGeom xmlns:a="http://schemas.openxmlformats.org/drawingml/2006/main">
            <a:pathLst>
              <a:path w="180491" h="222661">
                <a:moveTo>
                  <a:pt x="8434" y="0"/>
                </a:moveTo>
                <a:lnTo>
                  <a:pt x="180491" y="215914"/>
                </a:lnTo>
                <a:lnTo>
                  <a:pt x="172056" y="222661"/>
                </a:lnTo>
                <a:lnTo>
                  <a:pt x="0" y="8434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35630-61A8-4BC2-9412-4A47C1E5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04" y="1270551"/>
            <a:ext cx="183864" cy="408212"/>
          </a:xfrm>
          <a:custGeom xmlns:a="http://schemas.openxmlformats.org/drawingml/2006/main">
            <a:pathLst>
              <a:path w="183864" h="408212">
                <a:moveTo>
                  <a:pt x="11808" y="0"/>
                </a:moveTo>
                <a:lnTo>
                  <a:pt x="183864" y="403152"/>
                </a:lnTo>
                <a:lnTo>
                  <a:pt x="173743" y="408212"/>
                </a:lnTo>
                <a:lnTo>
                  <a:pt x="0" y="5060"/>
                </a:lnTo>
                <a:lnTo>
                  <a:pt x="11808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E5978-4A2F-4271-9198-CF718971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78" y="1327903"/>
            <a:ext cx="163622" cy="69160"/>
          </a:xfrm>
          <a:custGeom xmlns:a="http://schemas.openxmlformats.org/drawingml/2006/main">
            <a:pathLst>
              <a:path w="163622" h="69160">
                <a:moveTo>
                  <a:pt x="0" y="59039"/>
                </a:moveTo>
                <a:lnTo>
                  <a:pt x="158562" y="0"/>
                </a:lnTo>
                <a:lnTo>
                  <a:pt x="163622" y="10121"/>
                </a:lnTo>
                <a:lnTo>
                  <a:pt x="5060" y="69160"/>
                </a:lnTo>
                <a:lnTo>
                  <a:pt x="0" y="59039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498378-CF96-416F-99D4-5265FE4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159" y="1420679"/>
            <a:ext cx="161935" cy="72534"/>
          </a:xfrm>
          <a:custGeom xmlns:a="http://schemas.openxmlformats.org/drawingml/2006/main">
            <a:pathLst>
              <a:path w="161935" h="72534">
                <a:moveTo>
                  <a:pt x="3374" y="0"/>
                </a:moveTo>
                <a:lnTo>
                  <a:pt x="161935" y="62413"/>
                </a:lnTo>
                <a:lnTo>
                  <a:pt x="158562" y="72534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4D8C19-354B-4D39-B48F-6B810900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91" y="1456102"/>
            <a:ext cx="180491" cy="222661"/>
          </a:xfrm>
          <a:custGeom xmlns:a="http://schemas.openxmlformats.org/drawingml/2006/main">
            <a:pathLst>
              <a:path w="180491" h="222661">
                <a:moveTo>
                  <a:pt x="8434" y="0"/>
                </a:moveTo>
                <a:lnTo>
                  <a:pt x="180491" y="215914"/>
                </a:lnTo>
                <a:lnTo>
                  <a:pt x="172056" y="222661"/>
                </a:lnTo>
                <a:lnTo>
                  <a:pt x="0" y="6747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EC154-8550-4C4F-9632-019D215B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91" y="1363326"/>
            <a:ext cx="180491" cy="220974"/>
          </a:xfrm>
          <a:custGeom xmlns:a="http://schemas.openxmlformats.org/drawingml/2006/main">
            <a:pathLst>
              <a:path w="180491" h="220974">
                <a:moveTo>
                  <a:pt x="0" y="214227"/>
                </a:moveTo>
                <a:lnTo>
                  <a:pt x="172056" y="0"/>
                </a:lnTo>
                <a:lnTo>
                  <a:pt x="180491" y="6747"/>
                </a:lnTo>
                <a:lnTo>
                  <a:pt x="8434" y="220974"/>
                </a:lnTo>
                <a:lnTo>
                  <a:pt x="0" y="21422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2E349-DCAE-4616-BE27-ED7209BF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85" y="1515141"/>
            <a:ext cx="151815" cy="102897"/>
          </a:xfrm>
          <a:custGeom xmlns:a="http://schemas.openxmlformats.org/drawingml/2006/main">
            <a:pathLst>
              <a:path w="151815" h="102897">
                <a:moveTo>
                  <a:pt x="0" y="94462"/>
                </a:moveTo>
                <a:lnTo>
                  <a:pt x="145067" y="0"/>
                </a:lnTo>
                <a:lnTo>
                  <a:pt x="151815" y="10121"/>
                </a:lnTo>
                <a:lnTo>
                  <a:pt x="6747" y="102897"/>
                </a:lnTo>
                <a:lnTo>
                  <a:pt x="0" y="9446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EC1BFE-D1D6-4E38-A10B-F7B0EA2D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78" y="1643340"/>
            <a:ext cx="163622" cy="70847"/>
          </a:xfrm>
          <a:custGeom xmlns:a="http://schemas.openxmlformats.org/drawingml/2006/main">
            <a:pathLst>
              <a:path w="163622" h="70847">
                <a:moveTo>
                  <a:pt x="5060" y="0"/>
                </a:moveTo>
                <a:lnTo>
                  <a:pt x="163622" y="60726"/>
                </a:lnTo>
                <a:lnTo>
                  <a:pt x="160249" y="70847"/>
                </a:lnTo>
                <a:lnTo>
                  <a:pt x="0" y="10121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EBC3E-49D9-4365-A682-D2DDC6FE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04" y="1363326"/>
            <a:ext cx="183864" cy="408212"/>
          </a:xfrm>
          <a:custGeom xmlns:a="http://schemas.openxmlformats.org/drawingml/2006/main">
            <a:pathLst>
              <a:path w="183864" h="408212">
                <a:moveTo>
                  <a:pt x="0" y="403152"/>
                </a:moveTo>
                <a:lnTo>
                  <a:pt x="173743" y="0"/>
                </a:lnTo>
                <a:lnTo>
                  <a:pt x="183864" y="5060"/>
                </a:lnTo>
                <a:lnTo>
                  <a:pt x="11808" y="408212"/>
                </a:lnTo>
                <a:lnTo>
                  <a:pt x="0" y="40315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5E37E5-5E5C-497E-8C2A-68286FF0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91" y="1550564"/>
            <a:ext cx="180491" cy="222661"/>
          </a:xfrm>
          <a:custGeom xmlns:a="http://schemas.openxmlformats.org/drawingml/2006/main">
            <a:pathLst>
              <a:path w="180491" h="222661">
                <a:moveTo>
                  <a:pt x="0" y="214227"/>
                </a:moveTo>
                <a:lnTo>
                  <a:pt x="172056" y="0"/>
                </a:lnTo>
                <a:lnTo>
                  <a:pt x="180491" y="6747"/>
                </a:lnTo>
                <a:lnTo>
                  <a:pt x="8434" y="222661"/>
                </a:lnTo>
                <a:lnTo>
                  <a:pt x="0" y="21422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84FAA-87E6-457A-B940-7FFFD928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72" y="1736115"/>
            <a:ext cx="161935" cy="70847"/>
          </a:xfrm>
          <a:custGeom xmlns:a="http://schemas.openxmlformats.org/drawingml/2006/main">
            <a:pathLst>
              <a:path w="161935" h="70847">
                <a:moveTo>
                  <a:pt x="0" y="60726"/>
                </a:moveTo>
                <a:lnTo>
                  <a:pt x="158562" y="0"/>
                </a:lnTo>
                <a:lnTo>
                  <a:pt x="161935" y="10121"/>
                </a:lnTo>
                <a:lnTo>
                  <a:pt x="3374" y="70847"/>
                </a:lnTo>
                <a:lnTo>
                  <a:pt x="0" y="6072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EAAA47-0F95-4704-A641-A4596C2C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71" y="1192957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6EB1C-591B-4F11-AFE6-AA554B51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10" y="1186210"/>
            <a:ext cx="101210" cy="106270"/>
          </a:xfrm>
          <a:custGeom xmlns:a="http://schemas.openxmlformats.org/drawingml/2006/main">
            <a:pathLst>
              <a:path w="101210" h="106270">
                <a:moveTo>
                  <a:pt x="5060" y="53978"/>
                </a:moveTo>
                <a:lnTo>
                  <a:pt x="0" y="53978"/>
                </a:lnTo>
                <a:cubicBezTo>
                  <a:pt x="0" y="25302"/>
                  <a:pt x="21929" y="0"/>
                  <a:pt x="50605" y="0"/>
                </a:cubicBezTo>
                <a:cubicBezTo>
                  <a:pt x="79281" y="0"/>
                  <a:pt x="101210" y="25302"/>
                  <a:pt x="101210" y="53978"/>
                </a:cubicBezTo>
                <a:cubicBezTo>
                  <a:pt x="101210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3978"/>
                </a:cubicBezTo>
                <a:lnTo>
                  <a:pt x="5060" y="53978"/>
                </a:lnTo>
                <a:lnTo>
                  <a:pt x="11808" y="53978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91089" y="75907"/>
                  <a:pt x="91089" y="53978"/>
                </a:cubicBezTo>
                <a:cubicBezTo>
                  <a:pt x="91089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3978"/>
                </a:cubicBezTo>
                <a:lnTo>
                  <a:pt x="5060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BF7BC-5941-4F5E-91CB-63A8A69F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71" y="1378508"/>
            <a:ext cx="92776" cy="94462"/>
          </a:xfrm>
          <a:custGeom xmlns:a="http://schemas.openxmlformats.org/drawingml/2006/main">
            <a:pathLst>
              <a:path w="92776" h="94462">
                <a:moveTo>
                  <a:pt x="0" y="47231"/>
                </a:moveTo>
                <a:cubicBezTo>
                  <a:pt x="0" y="21929"/>
                  <a:pt x="21929" y="0"/>
                  <a:pt x="47231" y="0"/>
                </a:cubicBezTo>
                <a:cubicBezTo>
                  <a:pt x="72534" y="0"/>
                  <a:pt x="92776" y="21929"/>
                  <a:pt x="92776" y="47231"/>
                </a:cubicBezTo>
                <a:cubicBezTo>
                  <a:pt x="92776" y="74220"/>
                  <a:pt x="72534" y="94462"/>
                  <a:pt x="47231" y="94462"/>
                </a:cubicBezTo>
                <a:cubicBezTo>
                  <a:pt x="21929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BD9AF4-3A63-4C3F-B849-CFD4F0D8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10" y="1373448"/>
            <a:ext cx="102897" cy="106270"/>
          </a:xfrm>
          <a:custGeom xmlns:a="http://schemas.openxmlformats.org/drawingml/2006/main">
            <a:pathLst>
              <a:path w="102897" h="106270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6270"/>
                  <a:pt x="52292" y="106270"/>
                </a:cubicBezTo>
                <a:cubicBezTo>
                  <a:pt x="23616" y="106270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1089" y="75907"/>
                  <a:pt x="91089" y="52292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6546AA-4A28-45FE-874A-37831E5A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71" y="1567433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B5F0C-C7B8-4940-8037-76A529F3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10" y="1562372"/>
            <a:ext cx="101210" cy="104583"/>
          </a:xfrm>
          <a:custGeom xmlns:a="http://schemas.openxmlformats.org/drawingml/2006/main">
            <a:pathLst>
              <a:path w="101210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2292"/>
                </a:cubicBezTo>
                <a:cubicBezTo>
                  <a:pt x="101210" y="80968"/>
                  <a:pt x="79281" y="104583"/>
                  <a:pt x="50605" y="104583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4220"/>
                  <a:pt x="28676" y="92776"/>
                  <a:pt x="50605" y="92776"/>
                </a:cubicBezTo>
                <a:cubicBezTo>
                  <a:pt x="72534" y="92776"/>
                  <a:pt x="91089" y="74220"/>
                  <a:pt x="91089" y="52292"/>
                </a:cubicBezTo>
                <a:cubicBezTo>
                  <a:pt x="91089" y="28676"/>
                  <a:pt x="72534" y="11808"/>
                  <a:pt x="50605" y="11808"/>
                </a:cubicBezTo>
                <a:cubicBezTo>
                  <a:pt x="28676" y="11808"/>
                  <a:pt x="11808" y="28676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3DB45-ECCF-4A61-A3A3-005F4009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71" y="1756358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31056-A524-4160-AFF9-67E89B05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10" y="1749610"/>
            <a:ext cx="101210" cy="106270"/>
          </a:xfrm>
          <a:custGeom xmlns:a="http://schemas.openxmlformats.org/drawingml/2006/main">
            <a:pathLst>
              <a:path w="101210" h="106270">
                <a:moveTo>
                  <a:pt x="5060" y="53978"/>
                </a:moveTo>
                <a:lnTo>
                  <a:pt x="0" y="53978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3978"/>
                </a:cubicBezTo>
                <a:cubicBezTo>
                  <a:pt x="101210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3978"/>
                </a:cubicBezTo>
                <a:lnTo>
                  <a:pt x="5060" y="53978"/>
                </a:lnTo>
                <a:lnTo>
                  <a:pt x="11808" y="53978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91089" y="75907"/>
                  <a:pt x="91089" y="53978"/>
                </a:cubicBezTo>
                <a:cubicBezTo>
                  <a:pt x="91089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3978"/>
                </a:cubicBezTo>
                <a:lnTo>
                  <a:pt x="5060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31AB5-8B26-4452-89B6-97C129B6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0" y="1294166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FCD6D3-46BB-4670-8ED0-0EB22D51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59" y="1289106"/>
            <a:ext cx="101210" cy="104583"/>
          </a:xfrm>
          <a:custGeom xmlns:a="http://schemas.openxmlformats.org/drawingml/2006/main">
            <a:pathLst>
              <a:path w="101210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2292"/>
                </a:cubicBezTo>
                <a:cubicBezTo>
                  <a:pt x="101210" y="80968"/>
                  <a:pt x="79281" y="104583"/>
                  <a:pt x="50605" y="104583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89402" y="75907"/>
                  <a:pt x="89402" y="52292"/>
                </a:cubicBezTo>
                <a:cubicBezTo>
                  <a:pt x="89402" y="28676"/>
                  <a:pt x="72534" y="10121"/>
                  <a:pt x="50605" y="10121"/>
                </a:cubicBezTo>
                <a:cubicBezTo>
                  <a:pt x="28676" y="10121"/>
                  <a:pt x="11808" y="28676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CF2BA-21C9-4EB5-B5F1-EF3330D8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0" y="1483092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0E6FCE-57C1-4919-88BB-F1C31A5F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59" y="1478031"/>
            <a:ext cx="101210" cy="104583"/>
          </a:xfrm>
          <a:custGeom xmlns:a="http://schemas.openxmlformats.org/drawingml/2006/main">
            <a:pathLst>
              <a:path w="101210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2292"/>
                </a:cubicBezTo>
                <a:cubicBezTo>
                  <a:pt x="101210" y="80968"/>
                  <a:pt x="79281" y="104583"/>
                  <a:pt x="50605" y="104583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4220"/>
                  <a:pt x="28676" y="92776"/>
                  <a:pt x="50605" y="92776"/>
                </a:cubicBezTo>
                <a:cubicBezTo>
                  <a:pt x="72534" y="92776"/>
                  <a:pt x="89402" y="74220"/>
                  <a:pt x="89402" y="52292"/>
                </a:cubicBezTo>
                <a:cubicBezTo>
                  <a:pt x="89402" y="28676"/>
                  <a:pt x="72534" y="10121"/>
                  <a:pt x="50605" y="10121"/>
                </a:cubicBezTo>
                <a:cubicBezTo>
                  <a:pt x="28676" y="10121"/>
                  <a:pt x="11808" y="28676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C52AC-799A-4D9D-BAD9-ABE6B8F7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0" y="1670329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2DA8E-9B9A-47DD-9958-ACAC3CE5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59" y="1665269"/>
            <a:ext cx="101210" cy="104583"/>
          </a:xfrm>
          <a:custGeom xmlns:a="http://schemas.openxmlformats.org/drawingml/2006/main">
            <a:pathLst>
              <a:path w="101210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2292"/>
                </a:cubicBezTo>
                <a:cubicBezTo>
                  <a:pt x="101210" y="80968"/>
                  <a:pt x="79281" y="104583"/>
                  <a:pt x="50605" y="104583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4220"/>
                  <a:pt x="28676" y="92776"/>
                  <a:pt x="50605" y="92776"/>
                </a:cubicBezTo>
                <a:cubicBezTo>
                  <a:pt x="72534" y="92776"/>
                  <a:pt x="89402" y="74220"/>
                  <a:pt x="89402" y="52292"/>
                </a:cubicBezTo>
                <a:cubicBezTo>
                  <a:pt x="89402" y="28676"/>
                  <a:pt x="72534" y="11808"/>
                  <a:pt x="50605" y="11808"/>
                </a:cubicBezTo>
                <a:cubicBezTo>
                  <a:pt x="28676" y="11808"/>
                  <a:pt x="11808" y="28676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61D99-4459-4CD0-9698-C2C1E5DE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13" y="1287419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5544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5544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5544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D6C6D-AFCD-4F7B-BD3C-89264200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65" y="1280672"/>
            <a:ext cx="102897" cy="104583"/>
          </a:xfrm>
          <a:custGeom xmlns:a="http://schemas.openxmlformats.org/drawingml/2006/main">
            <a:pathLst>
              <a:path w="102897" h="104583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2655"/>
                  <a:pt x="80968" y="104583"/>
                  <a:pt x="52292" y="104583"/>
                </a:cubicBezTo>
                <a:cubicBezTo>
                  <a:pt x="23616" y="104583"/>
                  <a:pt x="0" y="82655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1089" y="75907"/>
                  <a:pt x="91089" y="52292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FFA5DA-52CF-42A6-8646-F5DA1651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13" y="1474657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08CA2-5E23-4051-B9DB-801D0A99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65" y="1469597"/>
            <a:ext cx="102897" cy="104583"/>
          </a:xfrm>
          <a:custGeom xmlns:a="http://schemas.openxmlformats.org/drawingml/2006/main">
            <a:pathLst>
              <a:path w="102897" h="104583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4220"/>
                  <a:pt x="30363" y="92776"/>
                  <a:pt x="52292" y="92776"/>
                </a:cubicBezTo>
                <a:cubicBezTo>
                  <a:pt x="74220" y="92776"/>
                  <a:pt x="91089" y="74220"/>
                  <a:pt x="91089" y="52292"/>
                </a:cubicBezTo>
                <a:cubicBezTo>
                  <a:pt x="91089" y="28676"/>
                  <a:pt x="74220" y="11808"/>
                  <a:pt x="52292" y="10121"/>
                </a:cubicBezTo>
                <a:cubicBezTo>
                  <a:pt x="30363" y="11808"/>
                  <a:pt x="11808" y="28676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EE50C-45D4-4A82-B852-CC650D9E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13" y="1660209"/>
            <a:ext cx="91089" cy="96149"/>
          </a:xfrm>
          <a:custGeom xmlns:a="http://schemas.openxmlformats.org/drawingml/2006/main">
            <a:pathLst>
              <a:path w="91089" h="96149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4220"/>
                  <a:pt x="70847" y="96149"/>
                  <a:pt x="45544" y="96149"/>
                </a:cubicBezTo>
                <a:cubicBezTo>
                  <a:pt x="20242" y="96149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CCCBD-4601-48FF-B70C-1B7BEB33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65" y="1655148"/>
            <a:ext cx="102897" cy="106270"/>
          </a:xfrm>
          <a:custGeom xmlns:a="http://schemas.openxmlformats.org/drawingml/2006/main">
            <a:pathLst>
              <a:path w="102897" h="106270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2655"/>
                  <a:pt x="80968" y="106270"/>
                  <a:pt x="52292" y="106270"/>
                </a:cubicBezTo>
                <a:cubicBezTo>
                  <a:pt x="23616" y="106270"/>
                  <a:pt x="0" y="82655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1089" y="75907"/>
                  <a:pt x="91089" y="52292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B3B14-CA51-4707-AE6B-8D8F5892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38" y="1447668"/>
            <a:ext cx="97836" cy="131573"/>
          </a:xfrm>
          <a:custGeom xmlns:a="http://schemas.openxmlformats.org/drawingml/2006/main">
            <a:pathLst>
              <a:path w="97836" h="131573">
                <a:moveTo>
                  <a:pt x="79281" y="28676"/>
                </a:moveTo>
                <a:cubicBezTo>
                  <a:pt x="79281" y="26989"/>
                  <a:pt x="79281" y="23616"/>
                  <a:pt x="77594" y="21929"/>
                </a:cubicBezTo>
                <a:cubicBezTo>
                  <a:pt x="77594" y="20242"/>
                  <a:pt x="75907" y="18555"/>
                  <a:pt x="74220" y="18555"/>
                </a:cubicBezTo>
                <a:cubicBezTo>
                  <a:pt x="72534" y="16868"/>
                  <a:pt x="70847" y="15181"/>
                  <a:pt x="69160" y="15181"/>
                </a:cubicBezTo>
                <a:cubicBezTo>
                  <a:pt x="65786" y="15181"/>
                  <a:pt x="62413" y="13495"/>
                  <a:pt x="59039" y="13495"/>
                </a:cubicBezTo>
                <a:lnTo>
                  <a:pt x="40484" y="13495"/>
                </a:lnTo>
                <a:lnTo>
                  <a:pt x="32050" y="57352"/>
                </a:lnTo>
                <a:lnTo>
                  <a:pt x="50605" y="57352"/>
                </a:lnTo>
                <a:cubicBezTo>
                  <a:pt x="57352" y="57352"/>
                  <a:pt x="60726" y="55665"/>
                  <a:pt x="64099" y="53978"/>
                </a:cubicBezTo>
                <a:cubicBezTo>
                  <a:pt x="67473" y="52292"/>
                  <a:pt x="70847" y="50605"/>
                  <a:pt x="72534" y="47231"/>
                </a:cubicBezTo>
                <a:cubicBezTo>
                  <a:pt x="75907" y="43858"/>
                  <a:pt x="77594" y="42171"/>
                  <a:pt x="77594" y="38797"/>
                </a:cubicBezTo>
                <a:cubicBezTo>
                  <a:pt x="79281" y="35423"/>
                  <a:pt x="79281" y="32050"/>
                  <a:pt x="79281" y="28676"/>
                </a:cubicBezTo>
                <a:close/>
                <a:moveTo>
                  <a:pt x="75907" y="87715"/>
                </a:moveTo>
                <a:cubicBezTo>
                  <a:pt x="75907" y="82655"/>
                  <a:pt x="74220" y="77594"/>
                  <a:pt x="69160" y="75907"/>
                </a:cubicBezTo>
                <a:cubicBezTo>
                  <a:pt x="65786" y="72534"/>
                  <a:pt x="59039" y="70847"/>
                  <a:pt x="50605" y="70847"/>
                </a:cubicBezTo>
                <a:lnTo>
                  <a:pt x="28676" y="70847"/>
                </a:lnTo>
                <a:lnTo>
                  <a:pt x="18555" y="116391"/>
                </a:lnTo>
                <a:lnTo>
                  <a:pt x="43858" y="116391"/>
                </a:lnTo>
                <a:cubicBezTo>
                  <a:pt x="48918" y="116391"/>
                  <a:pt x="53978" y="116391"/>
                  <a:pt x="57352" y="114704"/>
                </a:cubicBezTo>
                <a:cubicBezTo>
                  <a:pt x="62413" y="113017"/>
                  <a:pt x="64099" y="111331"/>
                  <a:pt x="67473" y="107957"/>
                </a:cubicBezTo>
                <a:cubicBezTo>
                  <a:pt x="70847" y="106270"/>
                  <a:pt x="72534" y="102897"/>
                  <a:pt x="72534" y="99523"/>
                </a:cubicBezTo>
                <a:cubicBezTo>
                  <a:pt x="74220" y="96149"/>
                  <a:pt x="75907" y="92776"/>
                  <a:pt x="75907" y="87715"/>
                </a:cubicBezTo>
                <a:close/>
                <a:moveTo>
                  <a:pt x="97836" y="25302"/>
                </a:moveTo>
                <a:cubicBezTo>
                  <a:pt x="97836" y="30363"/>
                  <a:pt x="97836" y="33737"/>
                  <a:pt x="96149" y="37110"/>
                </a:cubicBezTo>
                <a:cubicBezTo>
                  <a:pt x="94462" y="40484"/>
                  <a:pt x="94462" y="43858"/>
                  <a:pt x="91089" y="47231"/>
                </a:cubicBezTo>
                <a:cubicBezTo>
                  <a:pt x="89402" y="50605"/>
                  <a:pt x="87715" y="53978"/>
                  <a:pt x="84341" y="55665"/>
                </a:cubicBezTo>
                <a:cubicBezTo>
                  <a:pt x="80968" y="57352"/>
                  <a:pt x="77594" y="60726"/>
                  <a:pt x="74220" y="62413"/>
                </a:cubicBezTo>
                <a:cubicBezTo>
                  <a:pt x="77594" y="62413"/>
                  <a:pt x="79281" y="62413"/>
                  <a:pt x="82655" y="64099"/>
                </a:cubicBezTo>
                <a:cubicBezTo>
                  <a:pt x="84341" y="65786"/>
                  <a:pt x="86028" y="67473"/>
                  <a:pt x="87715" y="69160"/>
                </a:cubicBezTo>
                <a:cubicBezTo>
                  <a:pt x="89402" y="72534"/>
                  <a:pt x="91089" y="74220"/>
                  <a:pt x="92776" y="77594"/>
                </a:cubicBezTo>
                <a:cubicBezTo>
                  <a:pt x="92776" y="80968"/>
                  <a:pt x="94462" y="84341"/>
                  <a:pt x="94462" y="87715"/>
                </a:cubicBezTo>
                <a:cubicBezTo>
                  <a:pt x="94462" y="91089"/>
                  <a:pt x="92776" y="94462"/>
                  <a:pt x="92776" y="97836"/>
                </a:cubicBezTo>
                <a:cubicBezTo>
                  <a:pt x="91089" y="101210"/>
                  <a:pt x="89402" y="104583"/>
                  <a:pt x="87715" y="107957"/>
                </a:cubicBezTo>
                <a:cubicBezTo>
                  <a:pt x="86028" y="111331"/>
                  <a:pt x="84341" y="114704"/>
                  <a:pt x="80968" y="118078"/>
                </a:cubicBezTo>
                <a:cubicBezTo>
                  <a:pt x="77594" y="119765"/>
                  <a:pt x="74220" y="123138"/>
                  <a:pt x="70847" y="124825"/>
                </a:cubicBezTo>
                <a:cubicBezTo>
                  <a:pt x="67473" y="126512"/>
                  <a:pt x="62413" y="128199"/>
                  <a:pt x="57352" y="129886"/>
                </a:cubicBezTo>
                <a:cubicBezTo>
                  <a:pt x="52292" y="131573"/>
                  <a:pt x="47231" y="131573"/>
                  <a:pt x="40484" y="131573"/>
                </a:cubicBezTo>
                <a:lnTo>
                  <a:pt x="6747" y="131573"/>
                </a:lnTo>
                <a:cubicBezTo>
                  <a:pt x="3374" y="131573"/>
                  <a:pt x="1687" y="131573"/>
                  <a:pt x="1687" y="129886"/>
                </a:cubicBezTo>
                <a:cubicBezTo>
                  <a:pt x="0" y="128199"/>
                  <a:pt x="0" y="126512"/>
                  <a:pt x="0" y="124825"/>
                </a:cubicBezTo>
                <a:lnTo>
                  <a:pt x="23616" y="6747"/>
                </a:lnTo>
                <a:cubicBezTo>
                  <a:pt x="23616" y="5060"/>
                  <a:pt x="25302" y="1687"/>
                  <a:pt x="26989" y="1687"/>
                </a:cubicBezTo>
                <a:cubicBezTo>
                  <a:pt x="28676" y="0"/>
                  <a:pt x="30363" y="0"/>
                  <a:pt x="32050" y="0"/>
                </a:cubicBezTo>
                <a:lnTo>
                  <a:pt x="60726" y="0"/>
                </a:lnTo>
                <a:cubicBezTo>
                  <a:pt x="67473" y="0"/>
                  <a:pt x="72534" y="0"/>
                  <a:pt x="77594" y="1687"/>
                </a:cubicBezTo>
                <a:cubicBezTo>
                  <a:pt x="82655" y="3374"/>
                  <a:pt x="86028" y="5060"/>
                  <a:pt x="89402" y="6747"/>
                </a:cubicBezTo>
                <a:cubicBezTo>
                  <a:pt x="92776" y="8434"/>
                  <a:pt x="94462" y="11808"/>
                  <a:pt x="96149" y="15181"/>
                </a:cubicBezTo>
                <a:cubicBezTo>
                  <a:pt x="97836" y="16868"/>
                  <a:pt x="97836" y="21929"/>
                  <a:pt x="97836" y="253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093F1-05C5-453B-9CEC-7323CCCD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55" y="1548878"/>
            <a:ext cx="40484" cy="82655"/>
          </a:xfrm>
          <a:custGeom xmlns:a="http://schemas.openxmlformats.org/drawingml/2006/main">
            <a:pathLst>
              <a:path w="40484" h="82655">
                <a:moveTo>
                  <a:pt x="40484" y="20242"/>
                </a:moveTo>
                <a:lnTo>
                  <a:pt x="40484" y="20242"/>
                </a:lnTo>
                <a:lnTo>
                  <a:pt x="40484" y="21929"/>
                </a:lnTo>
                <a:lnTo>
                  <a:pt x="38797" y="23616"/>
                </a:lnTo>
                <a:lnTo>
                  <a:pt x="38797" y="25302"/>
                </a:lnTo>
                <a:lnTo>
                  <a:pt x="37110" y="26989"/>
                </a:lnTo>
                <a:lnTo>
                  <a:pt x="20242" y="26989"/>
                </a:lnTo>
                <a:lnTo>
                  <a:pt x="13495" y="60726"/>
                </a:lnTo>
                <a:cubicBezTo>
                  <a:pt x="13495" y="60726"/>
                  <a:pt x="13495" y="62413"/>
                  <a:pt x="13495" y="64099"/>
                </a:cubicBezTo>
                <a:cubicBezTo>
                  <a:pt x="13495" y="65786"/>
                  <a:pt x="13495" y="65786"/>
                  <a:pt x="13495" y="67473"/>
                </a:cubicBezTo>
                <a:cubicBezTo>
                  <a:pt x="13495" y="69160"/>
                  <a:pt x="13495" y="70847"/>
                  <a:pt x="15181" y="72534"/>
                </a:cubicBezTo>
                <a:cubicBezTo>
                  <a:pt x="15181" y="72534"/>
                  <a:pt x="16868" y="74220"/>
                  <a:pt x="20242" y="74220"/>
                </a:cubicBezTo>
                <a:cubicBezTo>
                  <a:pt x="20242" y="74220"/>
                  <a:pt x="21929" y="72534"/>
                  <a:pt x="23616" y="72534"/>
                </a:cubicBezTo>
                <a:lnTo>
                  <a:pt x="25302" y="72534"/>
                </a:lnTo>
                <a:lnTo>
                  <a:pt x="26989" y="72534"/>
                </a:lnTo>
                <a:cubicBezTo>
                  <a:pt x="26989" y="70847"/>
                  <a:pt x="26989" y="70847"/>
                  <a:pt x="28676" y="70847"/>
                </a:cubicBezTo>
                <a:lnTo>
                  <a:pt x="28676" y="72534"/>
                </a:lnTo>
                <a:cubicBezTo>
                  <a:pt x="28676" y="74220"/>
                  <a:pt x="28676" y="74220"/>
                  <a:pt x="28676" y="75907"/>
                </a:cubicBezTo>
                <a:lnTo>
                  <a:pt x="28676" y="77594"/>
                </a:lnTo>
                <a:lnTo>
                  <a:pt x="28676" y="79281"/>
                </a:lnTo>
                <a:cubicBezTo>
                  <a:pt x="26989" y="79281"/>
                  <a:pt x="26989" y="79281"/>
                  <a:pt x="26989" y="80968"/>
                </a:cubicBezTo>
                <a:lnTo>
                  <a:pt x="25302" y="80968"/>
                </a:lnTo>
                <a:lnTo>
                  <a:pt x="23616" y="82655"/>
                </a:lnTo>
                <a:cubicBezTo>
                  <a:pt x="21929" y="82655"/>
                  <a:pt x="20242" y="82655"/>
                  <a:pt x="20242" y="82655"/>
                </a:cubicBezTo>
                <a:cubicBezTo>
                  <a:pt x="18555" y="82655"/>
                  <a:pt x="18555" y="82655"/>
                  <a:pt x="16868" y="82655"/>
                </a:cubicBezTo>
                <a:cubicBezTo>
                  <a:pt x="13495" y="82655"/>
                  <a:pt x="11808" y="82655"/>
                  <a:pt x="10121" y="82655"/>
                </a:cubicBezTo>
                <a:cubicBezTo>
                  <a:pt x="8434" y="80968"/>
                  <a:pt x="6747" y="80968"/>
                  <a:pt x="5060" y="79281"/>
                </a:cubicBezTo>
                <a:cubicBezTo>
                  <a:pt x="5060" y="77594"/>
                  <a:pt x="3374" y="77594"/>
                  <a:pt x="3374" y="75907"/>
                </a:cubicBezTo>
                <a:cubicBezTo>
                  <a:pt x="1687" y="74220"/>
                  <a:pt x="1687" y="70847"/>
                  <a:pt x="1687" y="69160"/>
                </a:cubicBezTo>
                <a:lnTo>
                  <a:pt x="1687" y="67473"/>
                </a:lnTo>
                <a:lnTo>
                  <a:pt x="1687" y="65786"/>
                </a:lnTo>
                <a:cubicBezTo>
                  <a:pt x="1687" y="64099"/>
                  <a:pt x="1687" y="64099"/>
                  <a:pt x="1687" y="62413"/>
                </a:cubicBezTo>
                <a:cubicBezTo>
                  <a:pt x="3374" y="62413"/>
                  <a:pt x="3374" y="60726"/>
                  <a:pt x="3374" y="60726"/>
                </a:cubicBezTo>
                <a:lnTo>
                  <a:pt x="10121" y="26989"/>
                </a:lnTo>
                <a:lnTo>
                  <a:pt x="1687" y="26989"/>
                </a:lnTo>
                <a:cubicBezTo>
                  <a:pt x="0" y="26989"/>
                  <a:pt x="0" y="26989"/>
                  <a:pt x="0" y="25302"/>
                </a:cubicBezTo>
                <a:lnTo>
                  <a:pt x="0" y="23616"/>
                </a:lnTo>
                <a:lnTo>
                  <a:pt x="0" y="21929"/>
                </a:lnTo>
                <a:lnTo>
                  <a:pt x="0" y="20242"/>
                </a:lnTo>
                <a:cubicBezTo>
                  <a:pt x="0" y="18555"/>
                  <a:pt x="1687" y="18555"/>
                  <a:pt x="1687" y="18555"/>
                </a:cubicBezTo>
                <a:cubicBezTo>
                  <a:pt x="1687" y="16868"/>
                  <a:pt x="1687" y="16868"/>
                  <a:pt x="3374" y="16868"/>
                </a:cubicBezTo>
                <a:lnTo>
                  <a:pt x="11808" y="16868"/>
                </a:lnTo>
                <a:lnTo>
                  <a:pt x="15181" y="3374"/>
                </a:lnTo>
                <a:lnTo>
                  <a:pt x="15181" y="1687"/>
                </a:lnTo>
                <a:cubicBezTo>
                  <a:pt x="16868" y="1687"/>
                  <a:pt x="16868" y="0"/>
                  <a:pt x="18555" y="0"/>
                </a:cubicBezTo>
                <a:lnTo>
                  <a:pt x="20242" y="0"/>
                </a:lnTo>
                <a:cubicBezTo>
                  <a:pt x="21929" y="0"/>
                  <a:pt x="21929" y="0"/>
                  <a:pt x="23616" y="0"/>
                </a:cubicBezTo>
                <a:lnTo>
                  <a:pt x="25302" y="1687"/>
                </a:lnTo>
                <a:lnTo>
                  <a:pt x="25302" y="3374"/>
                </a:lnTo>
                <a:lnTo>
                  <a:pt x="23616" y="16868"/>
                </a:lnTo>
                <a:lnTo>
                  <a:pt x="38797" y="16868"/>
                </a:lnTo>
                <a:lnTo>
                  <a:pt x="40484" y="18555"/>
                </a:lnTo>
                <a:lnTo>
                  <a:pt x="40484" y="202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3A40B-4452-4580-A726-9A2F4CD9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13" y="1591048"/>
            <a:ext cx="33737" cy="10121"/>
          </a:xfrm>
          <a:custGeom xmlns:a="http://schemas.openxmlformats.org/drawingml/2006/main">
            <a:pathLst>
              <a:path w="33737" h="10121">
                <a:moveTo>
                  <a:pt x="33737" y="3374"/>
                </a:moveTo>
                <a:lnTo>
                  <a:pt x="33737" y="3374"/>
                </a:lnTo>
                <a:lnTo>
                  <a:pt x="33737" y="5060"/>
                </a:lnTo>
                <a:lnTo>
                  <a:pt x="33737" y="6747"/>
                </a:lnTo>
                <a:cubicBezTo>
                  <a:pt x="33737" y="8434"/>
                  <a:pt x="33737" y="8434"/>
                  <a:pt x="32050" y="8434"/>
                </a:cubicBezTo>
                <a:lnTo>
                  <a:pt x="32050" y="10121"/>
                </a:lnTo>
                <a:lnTo>
                  <a:pt x="30363" y="10121"/>
                </a:lnTo>
                <a:lnTo>
                  <a:pt x="1687" y="10121"/>
                </a:lnTo>
                <a:cubicBezTo>
                  <a:pt x="0" y="8434"/>
                  <a:pt x="0" y="8434"/>
                  <a:pt x="0" y="6747"/>
                </a:cubicBezTo>
                <a:cubicBezTo>
                  <a:pt x="0" y="6747"/>
                  <a:pt x="0" y="5060"/>
                  <a:pt x="1687" y="5060"/>
                </a:cubicBezTo>
                <a:lnTo>
                  <a:pt x="1687" y="3374"/>
                </a:lnTo>
                <a:lnTo>
                  <a:pt x="1687" y="1687"/>
                </a:lnTo>
                <a:lnTo>
                  <a:pt x="3374" y="1687"/>
                </a:lnTo>
                <a:lnTo>
                  <a:pt x="3374" y="0"/>
                </a:lnTo>
                <a:lnTo>
                  <a:pt x="32050" y="0"/>
                </a:lnTo>
                <a:cubicBezTo>
                  <a:pt x="33737" y="0"/>
                  <a:pt x="33737" y="1687"/>
                  <a:pt x="33737" y="1687"/>
                </a:cubicBezTo>
                <a:lnTo>
                  <a:pt x="33737" y="33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C1DAF7-6F7C-426D-BB13-10D2B8E6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97" y="1542130"/>
            <a:ext cx="64099" cy="87715"/>
          </a:xfrm>
          <a:custGeom xmlns:a="http://schemas.openxmlformats.org/drawingml/2006/main">
            <a:pathLst>
              <a:path w="64099" h="87715">
                <a:moveTo>
                  <a:pt x="55665" y="80968"/>
                </a:moveTo>
                <a:lnTo>
                  <a:pt x="55665" y="82655"/>
                </a:lnTo>
                <a:lnTo>
                  <a:pt x="55665" y="84341"/>
                </a:lnTo>
                <a:lnTo>
                  <a:pt x="55665" y="86028"/>
                </a:lnTo>
                <a:cubicBezTo>
                  <a:pt x="55665" y="86028"/>
                  <a:pt x="53978" y="86028"/>
                  <a:pt x="53978" y="87715"/>
                </a:cubicBezTo>
                <a:lnTo>
                  <a:pt x="52292" y="87715"/>
                </a:lnTo>
                <a:lnTo>
                  <a:pt x="3374" y="87715"/>
                </a:lnTo>
                <a:lnTo>
                  <a:pt x="1687" y="87715"/>
                </a:lnTo>
                <a:lnTo>
                  <a:pt x="0" y="87715"/>
                </a:lnTo>
                <a:lnTo>
                  <a:pt x="0" y="86028"/>
                </a:lnTo>
                <a:lnTo>
                  <a:pt x="0" y="84341"/>
                </a:lnTo>
                <a:cubicBezTo>
                  <a:pt x="0" y="82655"/>
                  <a:pt x="0" y="82655"/>
                  <a:pt x="1687" y="80968"/>
                </a:cubicBezTo>
                <a:lnTo>
                  <a:pt x="1687" y="79281"/>
                </a:lnTo>
                <a:cubicBezTo>
                  <a:pt x="3374" y="77594"/>
                  <a:pt x="3374" y="77594"/>
                  <a:pt x="5060" y="75907"/>
                </a:cubicBezTo>
                <a:lnTo>
                  <a:pt x="26989" y="57352"/>
                </a:lnTo>
                <a:cubicBezTo>
                  <a:pt x="30363" y="53978"/>
                  <a:pt x="33737" y="50605"/>
                  <a:pt x="35423" y="47231"/>
                </a:cubicBezTo>
                <a:cubicBezTo>
                  <a:pt x="38797" y="45544"/>
                  <a:pt x="40484" y="42171"/>
                  <a:pt x="42171" y="40484"/>
                </a:cubicBezTo>
                <a:cubicBezTo>
                  <a:pt x="43858" y="38797"/>
                  <a:pt x="45544" y="35423"/>
                  <a:pt x="47231" y="33737"/>
                </a:cubicBezTo>
                <a:cubicBezTo>
                  <a:pt x="47231" y="32050"/>
                  <a:pt x="48918" y="30363"/>
                  <a:pt x="48918" y="28676"/>
                </a:cubicBezTo>
                <a:cubicBezTo>
                  <a:pt x="50605" y="26989"/>
                  <a:pt x="50605" y="25302"/>
                  <a:pt x="50605" y="23616"/>
                </a:cubicBezTo>
                <a:cubicBezTo>
                  <a:pt x="50605" y="21929"/>
                  <a:pt x="50605" y="21929"/>
                  <a:pt x="50605" y="20242"/>
                </a:cubicBezTo>
                <a:cubicBezTo>
                  <a:pt x="50605" y="20242"/>
                  <a:pt x="50605" y="18555"/>
                  <a:pt x="50605" y="16868"/>
                </a:cubicBezTo>
                <a:cubicBezTo>
                  <a:pt x="50605" y="15181"/>
                  <a:pt x="48918" y="15181"/>
                  <a:pt x="48918" y="13495"/>
                </a:cubicBezTo>
                <a:cubicBezTo>
                  <a:pt x="47231" y="11808"/>
                  <a:pt x="47231" y="11808"/>
                  <a:pt x="45544" y="10121"/>
                </a:cubicBezTo>
                <a:cubicBezTo>
                  <a:pt x="43858" y="10121"/>
                  <a:pt x="42171" y="10121"/>
                  <a:pt x="38797" y="10121"/>
                </a:cubicBezTo>
                <a:cubicBezTo>
                  <a:pt x="37110" y="10121"/>
                  <a:pt x="33737" y="10121"/>
                  <a:pt x="32050" y="10121"/>
                </a:cubicBezTo>
                <a:cubicBezTo>
                  <a:pt x="28676" y="11808"/>
                  <a:pt x="26989" y="11808"/>
                  <a:pt x="25302" y="13495"/>
                </a:cubicBezTo>
                <a:cubicBezTo>
                  <a:pt x="23616" y="15181"/>
                  <a:pt x="21929" y="15181"/>
                  <a:pt x="20242" y="15181"/>
                </a:cubicBezTo>
                <a:lnTo>
                  <a:pt x="18555" y="16868"/>
                </a:lnTo>
                <a:lnTo>
                  <a:pt x="16868" y="16868"/>
                </a:lnTo>
                <a:lnTo>
                  <a:pt x="16868" y="15181"/>
                </a:lnTo>
                <a:lnTo>
                  <a:pt x="16868" y="13495"/>
                </a:lnTo>
                <a:lnTo>
                  <a:pt x="16868" y="11808"/>
                </a:lnTo>
                <a:lnTo>
                  <a:pt x="16868" y="10121"/>
                </a:lnTo>
                <a:lnTo>
                  <a:pt x="16868" y="8434"/>
                </a:lnTo>
                <a:lnTo>
                  <a:pt x="18555" y="8434"/>
                </a:lnTo>
                <a:lnTo>
                  <a:pt x="18555" y="6747"/>
                </a:lnTo>
                <a:cubicBezTo>
                  <a:pt x="20242" y="6747"/>
                  <a:pt x="20242" y="5060"/>
                  <a:pt x="21929" y="5060"/>
                </a:cubicBezTo>
                <a:cubicBezTo>
                  <a:pt x="23616" y="3374"/>
                  <a:pt x="25302" y="3374"/>
                  <a:pt x="26989" y="1687"/>
                </a:cubicBezTo>
                <a:cubicBezTo>
                  <a:pt x="28676" y="1687"/>
                  <a:pt x="32050" y="0"/>
                  <a:pt x="33737" y="0"/>
                </a:cubicBezTo>
                <a:cubicBezTo>
                  <a:pt x="37110" y="0"/>
                  <a:pt x="38797" y="0"/>
                  <a:pt x="42171" y="0"/>
                </a:cubicBezTo>
                <a:cubicBezTo>
                  <a:pt x="47231" y="0"/>
                  <a:pt x="50605" y="0"/>
                  <a:pt x="52292" y="1687"/>
                </a:cubicBezTo>
                <a:cubicBezTo>
                  <a:pt x="55665" y="1687"/>
                  <a:pt x="57352" y="3374"/>
                  <a:pt x="59039" y="5060"/>
                </a:cubicBezTo>
                <a:cubicBezTo>
                  <a:pt x="60726" y="8434"/>
                  <a:pt x="62413" y="10121"/>
                  <a:pt x="62413" y="11808"/>
                </a:cubicBezTo>
                <a:cubicBezTo>
                  <a:pt x="64099" y="13495"/>
                  <a:pt x="64099" y="16868"/>
                  <a:pt x="64099" y="18555"/>
                </a:cubicBezTo>
                <a:cubicBezTo>
                  <a:pt x="64099" y="20242"/>
                  <a:pt x="64099" y="21929"/>
                  <a:pt x="64099" y="23616"/>
                </a:cubicBezTo>
                <a:cubicBezTo>
                  <a:pt x="64099" y="25302"/>
                  <a:pt x="62413" y="26989"/>
                  <a:pt x="62413" y="30363"/>
                </a:cubicBezTo>
                <a:cubicBezTo>
                  <a:pt x="60726" y="32050"/>
                  <a:pt x="60726" y="33737"/>
                  <a:pt x="59039" y="37110"/>
                </a:cubicBezTo>
                <a:cubicBezTo>
                  <a:pt x="57352" y="38797"/>
                  <a:pt x="55665" y="42171"/>
                  <a:pt x="53978" y="43858"/>
                </a:cubicBezTo>
                <a:cubicBezTo>
                  <a:pt x="50605" y="47231"/>
                  <a:pt x="48918" y="50605"/>
                  <a:pt x="45544" y="53978"/>
                </a:cubicBezTo>
                <a:cubicBezTo>
                  <a:pt x="42171" y="57352"/>
                  <a:pt x="37110" y="60726"/>
                  <a:pt x="33737" y="64099"/>
                </a:cubicBezTo>
                <a:lnTo>
                  <a:pt x="16868" y="79281"/>
                </a:lnTo>
                <a:lnTo>
                  <a:pt x="53978" y="79281"/>
                </a:lnTo>
                <a:lnTo>
                  <a:pt x="55665" y="79281"/>
                </a:lnTo>
                <a:lnTo>
                  <a:pt x="55665" y="80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474CE1-3453-43BD-9977-51451E6B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54" y="4829758"/>
            <a:ext cx="177117" cy="79281"/>
          </a:xfrm>
          <a:custGeom xmlns:a="http://schemas.openxmlformats.org/drawingml/2006/main">
            <a:pathLst>
              <a:path w="177117" h="79281">
                <a:moveTo>
                  <a:pt x="0" y="67473"/>
                </a:moveTo>
                <a:lnTo>
                  <a:pt x="172056" y="0"/>
                </a:lnTo>
                <a:lnTo>
                  <a:pt x="177117" y="10121"/>
                </a:lnTo>
                <a:lnTo>
                  <a:pt x="5060" y="79281"/>
                </a:lnTo>
                <a:lnTo>
                  <a:pt x="0" y="67473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3F25B-5E8A-4712-8823-9EC5B1AD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67" y="4865181"/>
            <a:ext cx="193985" cy="231095"/>
          </a:xfrm>
          <a:custGeom xmlns:a="http://schemas.openxmlformats.org/drawingml/2006/main">
            <a:pathLst>
              <a:path w="193985" h="231095">
                <a:moveTo>
                  <a:pt x="0" y="222661"/>
                </a:moveTo>
                <a:lnTo>
                  <a:pt x="185551" y="0"/>
                </a:lnTo>
                <a:lnTo>
                  <a:pt x="193985" y="6747"/>
                </a:lnTo>
                <a:lnTo>
                  <a:pt x="8434" y="231095"/>
                </a:lnTo>
                <a:lnTo>
                  <a:pt x="0" y="222661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72A85-8FA1-42F1-B8D9-AD992E53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80" y="4866868"/>
            <a:ext cx="197359" cy="414960"/>
          </a:xfrm>
          <a:custGeom xmlns:a="http://schemas.openxmlformats.org/drawingml/2006/main">
            <a:pathLst>
              <a:path w="197359" h="414960">
                <a:moveTo>
                  <a:pt x="0" y="409899"/>
                </a:moveTo>
                <a:lnTo>
                  <a:pt x="185551" y="0"/>
                </a:lnTo>
                <a:lnTo>
                  <a:pt x="197359" y="3374"/>
                </a:lnTo>
                <a:lnTo>
                  <a:pt x="11808" y="414960"/>
                </a:lnTo>
                <a:lnTo>
                  <a:pt x="0" y="409899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602233-A5AB-41A0-A244-7D5C4A93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35" y="4930968"/>
            <a:ext cx="175430" cy="64099"/>
          </a:xfrm>
          <a:custGeom xmlns:a="http://schemas.openxmlformats.org/drawingml/2006/main">
            <a:pathLst>
              <a:path w="175430" h="64099">
                <a:moveTo>
                  <a:pt x="3374" y="0"/>
                </a:moveTo>
                <a:lnTo>
                  <a:pt x="175430" y="52292"/>
                </a:lnTo>
                <a:lnTo>
                  <a:pt x="172056" y="64099"/>
                </a:lnTo>
                <a:lnTo>
                  <a:pt x="0" y="11808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1CC7E-643F-4671-ACDA-39F5E5EC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80" y="4968078"/>
            <a:ext cx="197359" cy="399778"/>
          </a:xfrm>
          <a:custGeom xmlns:a="http://schemas.openxmlformats.org/drawingml/2006/main">
            <a:pathLst>
              <a:path w="197359" h="399778">
                <a:moveTo>
                  <a:pt x="10121" y="0"/>
                </a:moveTo>
                <a:lnTo>
                  <a:pt x="197359" y="394718"/>
                </a:lnTo>
                <a:lnTo>
                  <a:pt x="185551" y="399778"/>
                </a:lnTo>
                <a:lnTo>
                  <a:pt x="0" y="5060"/>
                </a:lnTo>
                <a:lnTo>
                  <a:pt x="10121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F6D6A6-9259-4948-B79A-5A1444C4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67" y="4966391"/>
            <a:ext cx="193985" cy="214227"/>
          </a:xfrm>
          <a:custGeom xmlns:a="http://schemas.openxmlformats.org/drawingml/2006/main">
            <a:pathLst>
              <a:path w="193985" h="214227">
                <a:moveTo>
                  <a:pt x="8434" y="0"/>
                </a:moveTo>
                <a:lnTo>
                  <a:pt x="193985" y="207480"/>
                </a:lnTo>
                <a:lnTo>
                  <a:pt x="185551" y="214227"/>
                </a:lnTo>
                <a:lnTo>
                  <a:pt x="0" y="8434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C8D8A-BAB4-4135-BF19-872AADA3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54" y="5016996"/>
            <a:ext cx="177117" cy="79281"/>
          </a:xfrm>
          <a:custGeom xmlns:a="http://schemas.openxmlformats.org/drawingml/2006/main">
            <a:pathLst>
              <a:path w="177117" h="79281">
                <a:moveTo>
                  <a:pt x="0" y="69160"/>
                </a:moveTo>
                <a:lnTo>
                  <a:pt x="172056" y="0"/>
                </a:lnTo>
                <a:lnTo>
                  <a:pt x="177117" y="10121"/>
                </a:lnTo>
                <a:lnTo>
                  <a:pt x="5060" y="79281"/>
                </a:lnTo>
                <a:lnTo>
                  <a:pt x="0" y="6916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950028-EFDF-4040-AE17-888EE208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48" y="5119892"/>
            <a:ext cx="163622" cy="94462"/>
          </a:xfrm>
          <a:custGeom xmlns:a="http://schemas.openxmlformats.org/drawingml/2006/main">
            <a:pathLst>
              <a:path w="163622" h="94462">
                <a:moveTo>
                  <a:pt x="5060" y="0"/>
                </a:moveTo>
                <a:lnTo>
                  <a:pt x="163622" y="84341"/>
                </a:lnTo>
                <a:lnTo>
                  <a:pt x="158562" y="94462"/>
                </a:lnTo>
                <a:lnTo>
                  <a:pt x="0" y="10121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B2E5AC-E09E-47E4-9557-4130311B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67" y="5153629"/>
            <a:ext cx="193985" cy="214227"/>
          </a:xfrm>
          <a:custGeom xmlns:a="http://schemas.openxmlformats.org/drawingml/2006/main">
            <a:pathLst>
              <a:path w="193985" h="214227">
                <a:moveTo>
                  <a:pt x="8434" y="0"/>
                </a:moveTo>
                <a:lnTo>
                  <a:pt x="193985" y="207480"/>
                </a:lnTo>
                <a:lnTo>
                  <a:pt x="185551" y="214227"/>
                </a:lnTo>
                <a:lnTo>
                  <a:pt x="0" y="8434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742AE-2194-4DD7-A3DA-20E84549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67" y="5050732"/>
            <a:ext cx="193985" cy="232782"/>
          </a:xfrm>
          <a:custGeom xmlns:a="http://schemas.openxmlformats.org/drawingml/2006/main">
            <a:pathLst>
              <a:path w="193985" h="232782">
                <a:moveTo>
                  <a:pt x="0" y="226035"/>
                </a:moveTo>
                <a:lnTo>
                  <a:pt x="185551" y="0"/>
                </a:lnTo>
                <a:lnTo>
                  <a:pt x="193985" y="8434"/>
                </a:lnTo>
                <a:lnTo>
                  <a:pt x="8434" y="232782"/>
                </a:lnTo>
                <a:lnTo>
                  <a:pt x="0" y="226035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3235B-850B-423B-A181-0AC4488D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48" y="5237970"/>
            <a:ext cx="177117" cy="80968"/>
          </a:xfrm>
          <a:custGeom xmlns:a="http://schemas.openxmlformats.org/drawingml/2006/main">
            <a:pathLst>
              <a:path w="177117" h="80968">
                <a:moveTo>
                  <a:pt x="0" y="70847"/>
                </a:moveTo>
                <a:lnTo>
                  <a:pt x="172056" y="0"/>
                </a:lnTo>
                <a:lnTo>
                  <a:pt x="177117" y="11808"/>
                </a:lnTo>
                <a:lnTo>
                  <a:pt x="5060" y="80968"/>
                </a:lnTo>
                <a:lnTo>
                  <a:pt x="0" y="7084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7A9829-E9A0-4EBB-B771-19049476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54" y="5339180"/>
            <a:ext cx="177117" cy="64099"/>
          </a:xfrm>
          <a:custGeom xmlns:a="http://schemas.openxmlformats.org/drawingml/2006/main">
            <a:pathLst>
              <a:path w="177117" h="64099">
                <a:moveTo>
                  <a:pt x="3374" y="0"/>
                </a:moveTo>
                <a:lnTo>
                  <a:pt x="177117" y="52292"/>
                </a:lnTo>
                <a:lnTo>
                  <a:pt x="173743" y="64099"/>
                </a:lnTo>
                <a:lnTo>
                  <a:pt x="0" y="11808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DEDD8-7831-4C34-8EFA-77DAE38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85" y="4829758"/>
            <a:ext cx="161935" cy="70847"/>
          </a:xfrm>
          <a:custGeom xmlns:a="http://schemas.openxmlformats.org/drawingml/2006/main">
            <a:pathLst>
              <a:path w="161935" h="70847">
                <a:moveTo>
                  <a:pt x="3374" y="0"/>
                </a:moveTo>
                <a:lnTo>
                  <a:pt x="161935" y="60726"/>
                </a:lnTo>
                <a:lnTo>
                  <a:pt x="158562" y="70847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FFD12-5E93-4991-B9D0-C39B4D57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04" y="4865181"/>
            <a:ext cx="180491" cy="222661"/>
          </a:xfrm>
          <a:custGeom xmlns:a="http://schemas.openxmlformats.org/drawingml/2006/main">
            <a:pathLst>
              <a:path w="180491" h="222661">
                <a:moveTo>
                  <a:pt x="8434" y="0"/>
                </a:moveTo>
                <a:lnTo>
                  <a:pt x="180491" y="214227"/>
                </a:lnTo>
                <a:lnTo>
                  <a:pt x="172056" y="222661"/>
                </a:lnTo>
                <a:lnTo>
                  <a:pt x="0" y="6747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F15B1-1F1A-4DA0-90DE-9858A01E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17" y="4866868"/>
            <a:ext cx="183864" cy="406526"/>
          </a:xfrm>
          <a:custGeom xmlns:a="http://schemas.openxmlformats.org/drawingml/2006/main">
            <a:pathLst>
              <a:path w="183864" h="406526">
                <a:moveTo>
                  <a:pt x="11808" y="0"/>
                </a:moveTo>
                <a:lnTo>
                  <a:pt x="183864" y="401465"/>
                </a:lnTo>
                <a:lnTo>
                  <a:pt x="173743" y="406526"/>
                </a:lnTo>
                <a:lnTo>
                  <a:pt x="0" y="3374"/>
                </a:lnTo>
                <a:lnTo>
                  <a:pt x="11808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90287-2CC3-464D-9411-D1C11E9A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91" y="4922534"/>
            <a:ext cx="163622" cy="70847"/>
          </a:xfrm>
          <a:custGeom xmlns:a="http://schemas.openxmlformats.org/drawingml/2006/main">
            <a:pathLst>
              <a:path w="163622" h="70847">
                <a:moveTo>
                  <a:pt x="0" y="60726"/>
                </a:moveTo>
                <a:lnTo>
                  <a:pt x="158562" y="0"/>
                </a:lnTo>
                <a:lnTo>
                  <a:pt x="163622" y="11808"/>
                </a:lnTo>
                <a:lnTo>
                  <a:pt x="5060" y="70847"/>
                </a:lnTo>
                <a:lnTo>
                  <a:pt x="0" y="6072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F8FF3-E0AB-45D9-88CA-F7C43026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85" y="5016996"/>
            <a:ext cx="161935" cy="72534"/>
          </a:xfrm>
          <a:custGeom xmlns:a="http://schemas.openxmlformats.org/drawingml/2006/main">
            <a:pathLst>
              <a:path w="161935" h="72534">
                <a:moveTo>
                  <a:pt x="3374" y="0"/>
                </a:moveTo>
                <a:lnTo>
                  <a:pt x="161935" y="60726"/>
                </a:lnTo>
                <a:lnTo>
                  <a:pt x="158562" y="72534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10A9CA-0199-476B-BC6B-7D0879EC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04" y="5050732"/>
            <a:ext cx="180491" cy="224348"/>
          </a:xfrm>
          <a:custGeom xmlns:a="http://schemas.openxmlformats.org/drawingml/2006/main">
            <a:pathLst>
              <a:path w="180491" h="224348">
                <a:moveTo>
                  <a:pt x="8434" y="0"/>
                </a:moveTo>
                <a:lnTo>
                  <a:pt x="180491" y="215914"/>
                </a:lnTo>
                <a:lnTo>
                  <a:pt x="172056" y="224348"/>
                </a:lnTo>
                <a:lnTo>
                  <a:pt x="0" y="8434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44BC7-B8BB-4C25-B33B-1D6B6FFF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04" y="4957957"/>
            <a:ext cx="180491" cy="222661"/>
          </a:xfrm>
          <a:custGeom xmlns:a="http://schemas.openxmlformats.org/drawingml/2006/main">
            <a:pathLst>
              <a:path w="180491" h="222661">
                <a:moveTo>
                  <a:pt x="0" y="214227"/>
                </a:moveTo>
                <a:lnTo>
                  <a:pt x="172056" y="0"/>
                </a:lnTo>
                <a:lnTo>
                  <a:pt x="180491" y="6747"/>
                </a:lnTo>
                <a:lnTo>
                  <a:pt x="8434" y="222661"/>
                </a:lnTo>
                <a:lnTo>
                  <a:pt x="0" y="21422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6ED65-795C-456A-935A-1FC29E4D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099" y="5111458"/>
            <a:ext cx="151815" cy="102897"/>
          </a:xfrm>
          <a:custGeom xmlns:a="http://schemas.openxmlformats.org/drawingml/2006/main">
            <a:pathLst>
              <a:path w="151815" h="102897">
                <a:moveTo>
                  <a:pt x="0" y="92776"/>
                </a:moveTo>
                <a:lnTo>
                  <a:pt x="145067" y="0"/>
                </a:lnTo>
                <a:lnTo>
                  <a:pt x="151815" y="10121"/>
                </a:lnTo>
                <a:lnTo>
                  <a:pt x="6747" y="102897"/>
                </a:lnTo>
                <a:lnTo>
                  <a:pt x="0" y="9277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01C7A-C1C6-47F3-935D-2915C62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91" y="5237970"/>
            <a:ext cx="163622" cy="72534"/>
          </a:xfrm>
          <a:custGeom xmlns:a="http://schemas.openxmlformats.org/drawingml/2006/main">
            <a:pathLst>
              <a:path w="163622" h="72534">
                <a:moveTo>
                  <a:pt x="5060" y="0"/>
                </a:moveTo>
                <a:lnTo>
                  <a:pt x="163622" y="60726"/>
                </a:lnTo>
                <a:lnTo>
                  <a:pt x="160249" y="72534"/>
                </a:lnTo>
                <a:lnTo>
                  <a:pt x="0" y="11808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ADB970-469D-4711-8DF1-E19E1A62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17" y="4959644"/>
            <a:ext cx="183864" cy="406526"/>
          </a:xfrm>
          <a:custGeom xmlns:a="http://schemas.openxmlformats.org/drawingml/2006/main">
            <a:pathLst>
              <a:path w="183864" h="406526">
                <a:moveTo>
                  <a:pt x="0" y="403152"/>
                </a:moveTo>
                <a:lnTo>
                  <a:pt x="172056" y="0"/>
                </a:lnTo>
                <a:lnTo>
                  <a:pt x="183864" y="5060"/>
                </a:lnTo>
                <a:lnTo>
                  <a:pt x="11808" y="406526"/>
                </a:lnTo>
                <a:lnTo>
                  <a:pt x="0" y="40315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55E97-BDC8-4CCC-BA4F-3A3DB9B9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04" y="5145195"/>
            <a:ext cx="180491" cy="222661"/>
          </a:xfrm>
          <a:custGeom xmlns:a="http://schemas.openxmlformats.org/drawingml/2006/main">
            <a:pathLst>
              <a:path w="180491" h="222661">
                <a:moveTo>
                  <a:pt x="0" y="215914"/>
                </a:moveTo>
                <a:lnTo>
                  <a:pt x="172056" y="0"/>
                </a:lnTo>
                <a:lnTo>
                  <a:pt x="180491" y="8434"/>
                </a:lnTo>
                <a:lnTo>
                  <a:pt x="8434" y="222661"/>
                </a:lnTo>
                <a:lnTo>
                  <a:pt x="0" y="215914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8EFD3D-A6F4-4D71-934A-D7140550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85" y="5332433"/>
            <a:ext cx="161935" cy="70847"/>
          </a:xfrm>
          <a:custGeom xmlns:a="http://schemas.openxmlformats.org/drawingml/2006/main">
            <a:pathLst>
              <a:path w="161935" h="70847">
                <a:moveTo>
                  <a:pt x="0" y="60726"/>
                </a:moveTo>
                <a:lnTo>
                  <a:pt x="158562" y="0"/>
                </a:lnTo>
                <a:lnTo>
                  <a:pt x="161935" y="10121"/>
                </a:lnTo>
                <a:lnTo>
                  <a:pt x="3374" y="70847"/>
                </a:lnTo>
                <a:lnTo>
                  <a:pt x="0" y="6072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375C21-8EC4-4604-B4A9-8E19528D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83" y="4787588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4220"/>
                  <a:pt x="70847" y="94462"/>
                  <a:pt x="45544" y="94462"/>
                </a:cubicBezTo>
                <a:cubicBezTo>
                  <a:pt x="20242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1D205-BAA2-45BC-BBB7-76503037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36" y="4782527"/>
            <a:ext cx="102897" cy="106270"/>
          </a:xfrm>
          <a:custGeom xmlns:a="http://schemas.openxmlformats.org/drawingml/2006/main">
            <a:pathLst>
              <a:path w="102897" h="106270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2655"/>
                  <a:pt x="80968" y="106270"/>
                  <a:pt x="52292" y="106270"/>
                </a:cubicBezTo>
                <a:cubicBezTo>
                  <a:pt x="23616" y="106270"/>
                  <a:pt x="0" y="82655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2776" y="75907"/>
                  <a:pt x="92776" y="52292"/>
                </a:cubicBezTo>
                <a:cubicBezTo>
                  <a:pt x="92776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E0E29C-42FC-44C4-AD79-8E85B1A1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83" y="4974825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BE743-BBFC-4888-B80F-F3CD9C7A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23" y="4968078"/>
            <a:ext cx="101210" cy="106270"/>
          </a:xfrm>
          <a:custGeom xmlns:a="http://schemas.openxmlformats.org/drawingml/2006/main">
            <a:pathLst>
              <a:path w="101210" h="106270">
                <a:moveTo>
                  <a:pt x="5060" y="53978"/>
                </a:moveTo>
                <a:lnTo>
                  <a:pt x="0" y="53978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3978"/>
                </a:cubicBezTo>
                <a:cubicBezTo>
                  <a:pt x="101210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3978"/>
                </a:cubicBezTo>
                <a:lnTo>
                  <a:pt x="5060" y="53978"/>
                </a:lnTo>
                <a:lnTo>
                  <a:pt x="11808" y="53978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89402" y="75907"/>
                  <a:pt x="91089" y="53978"/>
                </a:cubicBezTo>
                <a:cubicBezTo>
                  <a:pt x="89402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3978"/>
                </a:cubicBezTo>
                <a:lnTo>
                  <a:pt x="5060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90BE2-EAFE-4621-A23C-419AE5BC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83" y="5163750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5544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5544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5544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46758-DC88-4607-9510-618806C9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36" y="5157002"/>
            <a:ext cx="102897" cy="104583"/>
          </a:xfrm>
          <a:custGeom xmlns:a="http://schemas.openxmlformats.org/drawingml/2006/main">
            <a:pathLst>
              <a:path w="102897" h="104583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2776" y="75907"/>
                  <a:pt x="92776" y="52292"/>
                </a:cubicBezTo>
                <a:cubicBezTo>
                  <a:pt x="92776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47B66-5ABB-4CC9-8EC9-D0C533D7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83" y="5350988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CE3F2-CD72-4EBA-9F83-5EE7FE13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36" y="5345928"/>
            <a:ext cx="102897" cy="104583"/>
          </a:xfrm>
          <a:custGeom xmlns:a="http://schemas.openxmlformats.org/drawingml/2006/main">
            <a:pathLst>
              <a:path w="102897" h="104583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2776" y="75907"/>
                  <a:pt x="92776" y="52292"/>
                </a:cubicBezTo>
                <a:cubicBezTo>
                  <a:pt x="92776" y="28676"/>
                  <a:pt x="74220" y="10121"/>
                  <a:pt x="52292" y="10121"/>
                </a:cubicBezTo>
                <a:cubicBezTo>
                  <a:pt x="30363" y="10121"/>
                  <a:pt x="11808" y="28676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C20D1-62D8-4E51-875C-7524EEBD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46" y="4888797"/>
            <a:ext cx="92776" cy="94462"/>
          </a:xfrm>
          <a:custGeom xmlns:a="http://schemas.openxmlformats.org/drawingml/2006/main">
            <a:pathLst>
              <a:path w="92776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2776" y="21929"/>
                  <a:pt x="92776" y="47231"/>
                </a:cubicBezTo>
                <a:cubicBezTo>
                  <a:pt x="92776" y="74220"/>
                  <a:pt x="70847" y="94462"/>
                  <a:pt x="45544" y="94462"/>
                </a:cubicBezTo>
                <a:cubicBezTo>
                  <a:pt x="20242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558F2-947D-4209-95F3-38E059A0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85" y="4883737"/>
            <a:ext cx="102897" cy="106270"/>
          </a:xfrm>
          <a:custGeom xmlns:a="http://schemas.openxmlformats.org/drawingml/2006/main">
            <a:pathLst>
              <a:path w="102897" h="106270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2897" y="23616"/>
                  <a:pt x="102897" y="52292"/>
                </a:cubicBezTo>
                <a:cubicBezTo>
                  <a:pt x="102897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91089" y="75907"/>
                  <a:pt x="91089" y="52292"/>
                </a:cubicBezTo>
                <a:cubicBezTo>
                  <a:pt x="91089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6D868-7C0D-441B-A0EE-14A42E69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46" y="5077721"/>
            <a:ext cx="92776" cy="94462"/>
          </a:xfrm>
          <a:custGeom xmlns:a="http://schemas.openxmlformats.org/drawingml/2006/main">
            <a:pathLst>
              <a:path w="92776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2776" y="21929"/>
                  <a:pt x="92776" y="47231"/>
                </a:cubicBezTo>
                <a:cubicBezTo>
                  <a:pt x="92776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30A1C-09F7-45EB-9D18-828A3CF8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85" y="5072661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2897" y="23616"/>
                  <a:pt x="102897" y="52292"/>
                </a:cubicBezTo>
                <a:cubicBezTo>
                  <a:pt x="102897" y="80968"/>
                  <a:pt x="79281" y="104583"/>
                  <a:pt x="50605" y="104583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4220"/>
                  <a:pt x="28676" y="92776"/>
                  <a:pt x="50605" y="92776"/>
                </a:cubicBezTo>
                <a:cubicBezTo>
                  <a:pt x="74220" y="92776"/>
                  <a:pt x="91089" y="74220"/>
                  <a:pt x="91089" y="52292"/>
                </a:cubicBezTo>
                <a:cubicBezTo>
                  <a:pt x="91089" y="30363"/>
                  <a:pt x="74220" y="11808"/>
                  <a:pt x="50605" y="11808"/>
                </a:cubicBezTo>
                <a:cubicBezTo>
                  <a:pt x="28676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654EC-0D81-4A70-B076-A707AB65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46" y="5266647"/>
            <a:ext cx="92776" cy="92776"/>
          </a:xfrm>
          <a:custGeom xmlns:a="http://schemas.openxmlformats.org/drawingml/2006/main">
            <a:pathLst>
              <a:path w="92776" h="92776">
                <a:moveTo>
                  <a:pt x="0" y="45544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2776" y="20242"/>
                  <a:pt x="92776" y="45544"/>
                </a:cubicBezTo>
                <a:cubicBezTo>
                  <a:pt x="92776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5544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7F53D-7B00-47D8-8D01-D9A47CC7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85" y="5259899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2897" y="23616"/>
                  <a:pt x="102897" y="52292"/>
                </a:cubicBezTo>
                <a:cubicBezTo>
                  <a:pt x="102897" y="80968"/>
                  <a:pt x="79281" y="104583"/>
                  <a:pt x="50605" y="104583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28676" y="92776"/>
                  <a:pt x="50605" y="94462"/>
                </a:cubicBezTo>
                <a:cubicBezTo>
                  <a:pt x="74220" y="92776"/>
                  <a:pt x="91089" y="75907"/>
                  <a:pt x="91089" y="52292"/>
                </a:cubicBezTo>
                <a:cubicBezTo>
                  <a:pt x="91089" y="30363"/>
                  <a:pt x="74220" y="11808"/>
                  <a:pt x="50605" y="11808"/>
                </a:cubicBezTo>
                <a:cubicBezTo>
                  <a:pt x="28676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A3865D-6CF5-4771-8ACB-2D89ECE3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540" y="4882050"/>
            <a:ext cx="92776" cy="94462"/>
          </a:xfrm>
          <a:custGeom xmlns:a="http://schemas.openxmlformats.org/drawingml/2006/main">
            <a:pathLst>
              <a:path w="92776" h="94462">
                <a:moveTo>
                  <a:pt x="0" y="47231"/>
                </a:moveTo>
                <a:cubicBezTo>
                  <a:pt x="0" y="21929"/>
                  <a:pt x="21929" y="0"/>
                  <a:pt x="47231" y="0"/>
                </a:cubicBezTo>
                <a:cubicBezTo>
                  <a:pt x="72534" y="0"/>
                  <a:pt x="92776" y="21929"/>
                  <a:pt x="92776" y="47231"/>
                </a:cubicBezTo>
                <a:cubicBezTo>
                  <a:pt x="92776" y="72534"/>
                  <a:pt x="72534" y="94462"/>
                  <a:pt x="47231" y="94462"/>
                </a:cubicBezTo>
                <a:cubicBezTo>
                  <a:pt x="21929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D6D69-8353-4A08-A24C-55389F90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479" y="4876989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4220"/>
                  <a:pt x="30363" y="92776"/>
                  <a:pt x="52292" y="92776"/>
                </a:cubicBezTo>
                <a:cubicBezTo>
                  <a:pt x="74220" y="92776"/>
                  <a:pt x="91089" y="74220"/>
                  <a:pt x="91089" y="52292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CC0DF9-C17E-44D5-9A8A-232E81D4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540" y="5070974"/>
            <a:ext cx="92776" cy="92776"/>
          </a:xfrm>
          <a:custGeom xmlns:a="http://schemas.openxmlformats.org/drawingml/2006/main">
            <a:pathLst>
              <a:path w="92776" h="92776">
                <a:moveTo>
                  <a:pt x="0" y="45544"/>
                </a:moveTo>
                <a:cubicBezTo>
                  <a:pt x="0" y="20242"/>
                  <a:pt x="21929" y="0"/>
                  <a:pt x="47231" y="0"/>
                </a:cubicBezTo>
                <a:cubicBezTo>
                  <a:pt x="72534" y="0"/>
                  <a:pt x="92776" y="20242"/>
                  <a:pt x="92776" y="45544"/>
                </a:cubicBezTo>
                <a:cubicBezTo>
                  <a:pt x="92776" y="70847"/>
                  <a:pt x="72534" y="92776"/>
                  <a:pt x="47231" y="92776"/>
                </a:cubicBezTo>
                <a:cubicBezTo>
                  <a:pt x="21929" y="92776"/>
                  <a:pt x="0" y="70847"/>
                  <a:pt x="0" y="45544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62589F-2302-4597-8C42-00532B3E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479" y="5064227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30363" y="92776"/>
                  <a:pt x="52292" y="92776"/>
                </a:cubicBezTo>
                <a:cubicBezTo>
                  <a:pt x="74220" y="92776"/>
                  <a:pt x="91089" y="75907"/>
                  <a:pt x="91089" y="52292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35168-9E0C-42C0-800C-FABC998D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540" y="5256526"/>
            <a:ext cx="92776" cy="94462"/>
          </a:xfrm>
          <a:custGeom xmlns:a="http://schemas.openxmlformats.org/drawingml/2006/main">
            <a:pathLst>
              <a:path w="92776" h="94462">
                <a:moveTo>
                  <a:pt x="0" y="47231"/>
                </a:moveTo>
                <a:cubicBezTo>
                  <a:pt x="0" y="21929"/>
                  <a:pt x="21929" y="0"/>
                  <a:pt x="47231" y="0"/>
                </a:cubicBezTo>
                <a:cubicBezTo>
                  <a:pt x="72534" y="0"/>
                  <a:pt x="92776" y="21929"/>
                  <a:pt x="92776" y="47231"/>
                </a:cubicBezTo>
                <a:cubicBezTo>
                  <a:pt x="92776" y="72534"/>
                  <a:pt x="72534" y="94462"/>
                  <a:pt x="47231" y="94462"/>
                </a:cubicBezTo>
                <a:cubicBezTo>
                  <a:pt x="21929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BFC9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0CC2D-9614-4918-8E78-C1769160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479" y="5251465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1089" y="75907"/>
                  <a:pt x="91089" y="52292"/>
                </a:cubicBezTo>
                <a:cubicBezTo>
                  <a:pt x="91089" y="28676"/>
                  <a:pt x="74220" y="10121"/>
                  <a:pt x="52292" y="10121"/>
                </a:cubicBezTo>
                <a:cubicBezTo>
                  <a:pt x="30363" y="10121"/>
                  <a:pt x="11808" y="28676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113A7-B347-4996-A8E0-4F93CD19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96" y="5042298"/>
            <a:ext cx="97836" cy="131573"/>
          </a:xfrm>
          <a:custGeom xmlns:a="http://schemas.openxmlformats.org/drawingml/2006/main">
            <a:pathLst>
              <a:path w="97836" h="131573">
                <a:moveTo>
                  <a:pt x="79281" y="28676"/>
                </a:moveTo>
                <a:cubicBezTo>
                  <a:pt x="79281" y="26989"/>
                  <a:pt x="79281" y="23616"/>
                  <a:pt x="77594" y="21929"/>
                </a:cubicBezTo>
                <a:cubicBezTo>
                  <a:pt x="77594" y="20242"/>
                  <a:pt x="75907" y="18555"/>
                  <a:pt x="74220" y="18555"/>
                </a:cubicBezTo>
                <a:cubicBezTo>
                  <a:pt x="72534" y="16868"/>
                  <a:pt x="70847" y="15181"/>
                  <a:pt x="67473" y="15181"/>
                </a:cubicBezTo>
                <a:cubicBezTo>
                  <a:pt x="65786" y="15181"/>
                  <a:pt x="62413" y="13495"/>
                  <a:pt x="57352" y="13495"/>
                </a:cubicBezTo>
                <a:lnTo>
                  <a:pt x="38797" y="13495"/>
                </a:lnTo>
                <a:lnTo>
                  <a:pt x="30363" y="57352"/>
                </a:lnTo>
                <a:lnTo>
                  <a:pt x="50605" y="57352"/>
                </a:lnTo>
                <a:cubicBezTo>
                  <a:pt x="55665" y="57352"/>
                  <a:pt x="60726" y="55665"/>
                  <a:pt x="64099" y="53978"/>
                </a:cubicBezTo>
                <a:cubicBezTo>
                  <a:pt x="67473" y="52292"/>
                  <a:pt x="70847" y="50605"/>
                  <a:pt x="72534" y="47231"/>
                </a:cubicBezTo>
                <a:cubicBezTo>
                  <a:pt x="74220" y="43858"/>
                  <a:pt x="75907" y="42171"/>
                  <a:pt x="77594" y="38797"/>
                </a:cubicBezTo>
                <a:cubicBezTo>
                  <a:pt x="77594" y="35423"/>
                  <a:pt x="79281" y="32050"/>
                  <a:pt x="79281" y="28676"/>
                </a:cubicBezTo>
                <a:close/>
                <a:moveTo>
                  <a:pt x="74220" y="87715"/>
                </a:moveTo>
                <a:cubicBezTo>
                  <a:pt x="74220" y="82655"/>
                  <a:pt x="72534" y="77594"/>
                  <a:pt x="69160" y="75907"/>
                </a:cubicBezTo>
                <a:cubicBezTo>
                  <a:pt x="64099" y="72534"/>
                  <a:pt x="59039" y="70847"/>
                  <a:pt x="50605" y="70847"/>
                </a:cubicBezTo>
                <a:lnTo>
                  <a:pt x="28676" y="70847"/>
                </a:lnTo>
                <a:lnTo>
                  <a:pt x="18555" y="116391"/>
                </a:lnTo>
                <a:lnTo>
                  <a:pt x="43858" y="116391"/>
                </a:lnTo>
                <a:cubicBezTo>
                  <a:pt x="48918" y="116391"/>
                  <a:pt x="53978" y="116391"/>
                  <a:pt x="57352" y="114704"/>
                </a:cubicBezTo>
                <a:cubicBezTo>
                  <a:pt x="60726" y="113017"/>
                  <a:pt x="64099" y="111331"/>
                  <a:pt x="67473" y="107957"/>
                </a:cubicBezTo>
                <a:cubicBezTo>
                  <a:pt x="69160" y="106270"/>
                  <a:pt x="70847" y="102897"/>
                  <a:pt x="72534" y="99523"/>
                </a:cubicBezTo>
                <a:cubicBezTo>
                  <a:pt x="74220" y="96149"/>
                  <a:pt x="74220" y="92776"/>
                  <a:pt x="74220" y="87715"/>
                </a:cubicBezTo>
                <a:close/>
                <a:moveTo>
                  <a:pt x="97836" y="25302"/>
                </a:moveTo>
                <a:cubicBezTo>
                  <a:pt x="97836" y="30363"/>
                  <a:pt x="96149" y="33737"/>
                  <a:pt x="96149" y="37110"/>
                </a:cubicBezTo>
                <a:cubicBezTo>
                  <a:pt x="94462" y="40484"/>
                  <a:pt x="92776" y="43858"/>
                  <a:pt x="91089" y="47231"/>
                </a:cubicBezTo>
                <a:cubicBezTo>
                  <a:pt x="89402" y="50605"/>
                  <a:pt x="86028" y="53978"/>
                  <a:pt x="84341" y="55665"/>
                </a:cubicBezTo>
                <a:cubicBezTo>
                  <a:pt x="80968" y="57352"/>
                  <a:pt x="77594" y="60726"/>
                  <a:pt x="74220" y="62413"/>
                </a:cubicBezTo>
                <a:cubicBezTo>
                  <a:pt x="75907" y="62413"/>
                  <a:pt x="79281" y="62413"/>
                  <a:pt x="80968" y="64099"/>
                </a:cubicBezTo>
                <a:cubicBezTo>
                  <a:pt x="84341" y="65786"/>
                  <a:pt x="86028" y="67473"/>
                  <a:pt x="87715" y="69160"/>
                </a:cubicBezTo>
                <a:cubicBezTo>
                  <a:pt x="89402" y="72534"/>
                  <a:pt x="91089" y="74220"/>
                  <a:pt x="92776" y="77594"/>
                </a:cubicBezTo>
                <a:cubicBezTo>
                  <a:pt x="92776" y="80968"/>
                  <a:pt x="92776" y="84341"/>
                  <a:pt x="92776" y="87715"/>
                </a:cubicBezTo>
                <a:cubicBezTo>
                  <a:pt x="92776" y="91089"/>
                  <a:pt x="92776" y="94462"/>
                  <a:pt x="92776" y="97836"/>
                </a:cubicBezTo>
                <a:cubicBezTo>
                  <a:pt x="91089" y="101210"/>
                  <a:pt x="89402" y="104583"/>
                  <a:pt x="87715" y="107957"/>
                </a:cubicBezTo>
                <a:cubicBezTo>
                  <a:pt x="86028" y="111331"/>
                  <a:pt x="82655" y="114704"/>
                  <a:pt x="80968" y="118078"/>
                </a:cubicBezTo>
                <a:cubicBezTo>
                  <a:pt x="77594" y="119765"/>
                  <a:pt x="74220" y="123138"/>
                  <a:pt x="70847" y="124825"/>
                </a:cubicBezTo>
                <a:cubicBezTo>
                  <a:pt x="65786" y="126512"/>
                  <a:pt x="62413" y="128199"/>
                  <a:pt x="57352" y="129886"/>
                </a:cubicBezTo>
                <a:cubicBezTo>
                  <a:pt x="52292" y="131573"/>
                  <a:pt x="47231" y="131573"/>
                  <a:pt x="40484" y="131573"/>
                </a:cubicBezTo>
                <a:lnTo>
                  <a:pt x="5060" y="131573"/>
                </a:lnTo>
                <a:cubicBezTo>
                  <a:pt x="3374" y="131573"/>
                  <a:pt x="1687" y="131573"/>
                  <a:pt x="0" y="129886"/>
                </a:cubicBezTo>
                <a:cubicBezTo>
                  <a:pt x="0" y="128199"/>
                  <a:pt x="0" y="126512"/>
                  <a:pt x="0" y="124825"/>
                </a:cubicBezTo>
                <a:lnTo>
                  <a:pt x="23616" y="6747"/>
                </a:lnTo>
                <a:cubicBezTo>
                  <a:pt x="23616" y="5060"/>
                  <a:pt x="25302" y="1687"/>
                  <a:pt x="26989" y="1687"/>
                </a:cubicBezTo>
                <a:cubicBezTo>
                  <a:pt x="28676" y="0"/>
                  <a:pt x="30363" y="0"/>
                  <a:pt x="32050" y="0"/>
                </a:cubicBezTo>
                <a:lnTo>
                  <a:pt x="60726" y="0"/>
                </a:lnTo>
                <a:cubicBezTo>
                  <a:pt x="67473" y="0"/>
                  <a:pt x="72534" y="0"/>
                  <a:pt x="77594" y="1687"/>
                </a:cubicBezTo>
                <a:cubicBezTo>
                  <a:pt x="80968" y="3374"/>
                  <a:pt x="86028" y="5060"/>
                  <a:pt x="87715" y="6747"/>
                </a:cubicBezTo>
                <a:cubicBezTo>
                  <a:pt x="91089" y="8434"/>
                  <a:pt x="94462" y="11808"/>
                  <a:pt x="94462" y="15181"/>
                </a:cubicBezTo>
                <a:cubicBezTo>
                  <a:pt x="96149" y="16868"/>
                  <a:pt x="97836" y="21929"/>
                  <a:pt x="97836" y="253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7F01D-AFDC-4DD4-9D01-1713C00C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13" y="5143508"/>
            <a:ext cx="38797" cy="82655"/>
          </a:xfrm>
          <a:custGeom xmlns:a="http://schemas.openxmlformats.org/drawingml/2006/main">
            <a:pathLst>
              <a:path w="38797" h="82655">
                <a:moveTo>
                  <a:pt x="38797" y="20242"/>
                </a:moveTo>
                <a:lnTo>
                  <a:pt x="38797" y="20242"/>
                </a:lnTo>
                <a:lnTo>
                  <a:pt x="38797" y="21929"/>
                </a:lnTo>
                <a:lnTo>
                  <a:pt x="38797" y="23616"/>
                </a:lnTo>
                <a:lnTo>
                  <a:pt x="38797" y="25302"/>
                </a:lnTo>
                <a:cubicBezTo>
                  <a:pt x="37110" y="25302"/>
                  <a:pt x="37110" y="25302"/>
                  <a:pt x="37110" y="26989"/>
                </a:cubicBezTo>
                <a:lnTo>
                  <a:pt x="35423" y="26989"/>
                </a:lnTo>
                <a:lnTo>
                  <a:pt x="20242" y="26989"/>
                </a:lnTo>
                <a:lnTo>
                  <a:pt x="13495" y="60726"/>
                </a:lnTo>
                <a:cubicBezTo>
                  <a:pt x="13495" y="60726"/>
                  <a:pt x="13495" y="62413"/>
                  <a:pt x="13495" y="64099"/>
                </a:cubicBezTo>
                <a:cubicBezTo>
                  <a:pt x="13495" y="65786"/>
                  <a:pt x="13495" y="65786"/>
                  <a:pt x="13495" y="67473"/>
                </a:cubicBezTo>
                <a:cubicBezTo>
                  <a:pt x="13495" y="69160"/>
                  <a:pt x="13495" y="70847"/>
                  <a:pt x="15181" y="72534"/>
                </a:cubicBezTo>
                <a:cubicBezTo>
                  <a:pt x="15181" y="72534"/>
                  <a:pt x="16868" y="74220"/>
                  <a:pt x="18555" y="74220"/>
                </a:cubicBezTo>
                <a:cubicBezTo>
                  <a:pt x="20242" y="74220"/>
                  <a:pt x="21929" y="72534"/>
                  <a:pt x="21929" y="72534"/>
                </a:cubicBezTo>
                <a:cubicBezTo>
                  <a:pt x="23616" y="72534"/>
                  <a:pt x="23616" y="72534"/>
                  <a:pt x="25302" y="72534"/>
                </a:cubicBezTo>
                <a:lnTo>
                  <a:pt x="26989" y="72534"/>
                </a:lnTo>
                <a:lnTo>
                  <a:pt x="26989" y="70847"/>
                </a:lnTo>
                <a:cubicBezTo>
                  <a:pt x="28676" y="70847"/>
                  <a:pt x="28676" y="70847"/>
                  <a:pt x="28676" y="72534"/>
                </a:cubicBezTo>
                <a:cubicBezTo>
                  <a:pt x="28676" y="74220"/>
                  <a:pt x="28676" y="74220"/>
                  <a:pt x="28676" y="75907"/>
                </a:cubicBezTo>
                <a:lnTo>
                  <a:pt x="28676" y="77594"/>
                </a:lnTo>
                <a:lnTo>
                  <a:pt x="26989" y="79281"/>
                </a:lnTo>
                <a:lnTo>
                  <a:pt x="26989" y="80968"/>
                </a:lnTo>
                <a:lnTo>
                  <a:pt x="25302" y="80968"/>
                </a:lnTo>
                <a:cubicBezTo>
                  <a:pt x="23616" y="80968"/>
                  <a:pt x="23616" y="82655"/>
                  <a:pt x="21929" y="82655"/>
                </a:cubicBezTo>
                <a:lnTo>
                  <a:pt x="20242" y="82655"/>
                </a:lnTo>
                <a:cubicBezTo>
                  <a:pt x="18555" y="82655"/>
                  <a:pt x="16868" y="82655"/>
                  <a:pt x="16868" y="82655"/>
                </a:cubicBezTo>
                <a:cubicBezTo>
                  <a:pt x="13495" y="82655"/>
                  <a:pt x="11808" y="82655"/>
                  <a:pt x="10121" y="82655"/>
                </a:cubicBezTo>
                <a:cubicBezTo>
                  <a:pt x="8434" y="80968"/>
                  <a:pt x="6747" y="80968"/>
                  <a:pt x="5060" y="79281"/>
                </a:cubicBezTo>
                <a:cubicBezTo>
                  <a:pt x="3374" y="77594"/>
                  <a:pt x="3374" y="77594"/>
                  <a:pt x="1687" y="75907"/>
                </a:cubicBezTo>
                <a:cubicBezTo>
                  <a:pt x="1687" y="74220"/>
                  <a:pt x="1687" y="70847"/>
                  <a:pt x="1687" y="69160"/>
                </a:cubicBezTo>
                <a:lnTo>
                  <a:pt x="1687" y="67473"/>
                </a:lnTo>
                <a:lnTo>
                  <a:pt x="1687" y="65786"/>
                </a:lnTo>
                <a:cubicBezTo>
                  <a:pt x="1687" y="64099"/>
                  <a:pt x="1687" y="64099"/>
                  <a:pt x="1687" y="62413"/>
                </a:cubicBezTo>
                <a:lnTo>
                  <a:pt x="1687" y="60726"/>
                </a:lnTo>
                <a:lnTo>
                  <a:pt x="8434" y="26989"/>
                </a:lnTo>
                <a:lnTo>
                  <a:pt x="0" y="26989"/>
                </a:lnTo>
                <a:lnTo>
                  <a:pt x="0" y="25302"/>
                </a:lnTo>
                <a:lnTo>
                  <a:pt x="0" y="23616"/>
                </a:lnTo>
                <a:lnTo>
                  <a:pt x="0" y="21929"/>
                </a:lnTo>
                <a:lnTo>
                  <a:pt x="0" y="20242"/>
                </a:lnTo>
                <a:cubicBezTo>
                  <a:pt x="0" y="18555"/>
                  <a:pt x="0" y="18555"/>
                  <a:pt x="1687" y="18555"/>
                </a:cubicBezTo>
                <a:cubicBezTo>
                  <a:pt x="1687" y="16868"/>
                  <a:pt x="1687" y="16868"/>
                  <a:pt x="3374" y="16868"/>
                </a:cubicBezTo>
                <a:lnTo>
                  <a:pt x="11808" y="16868"/>
                </a:lnTo>
                <a:lnTo>
                  <a:pt x="13495" y="3374"/>
                </a:lnTo>
                <a:cubicBezTo>
                  <a:pt x="13495" y="1687"/>
                  <a:pt x="13495" y="1687"/>
                  <a:pt x="15181" y="1687"/>
                </a:cubicBezTo>
                <a:lnTo>
                  <a:pt x="16868" y="0"/>
                </a:lnTo>
                <a:cubicBezTo>
                  <a:pt x="18555" y="0"/>
                  <a:pt x="18555" y="0"/>
                  <a:pt x="20242" y="0"/>
                </a:cubicBezTo>
                <a:lnTo>
                  <a:pt x="21929" y="0"/>
                </a:lnTo>
                <a:cubicBezTo>
                  <a:pt x="23616" y="0"/>
                  <a:pt x="23616" y="1687"/>
                  <a:pt x="23616" y="1687"/>
                </a:cubicBezTo>
                <a:lnTo>
                  <a:pt x="25302" y="1687"/>
                </a:lnTo>
                <a:lnTo>
                  <a:pt x="25302" y="3374"/>
                </a:lnTo>
                <a:lnTo>
                  <a:pt x="21929" y="16868"/>
                </a:lnTo>
                <a:lnTo>
                  <a:pt x="37110" y="16868"/>
                </a:lnTo>
                <a:cubicBezTo>
                  <a:pt x="38797" y="16868"/>
                  <a:pt x="38797" y="16868"/>
                  <a:pt x="38797" y="18555"/>
                </a:cubicBezTo>
                <a:lnTo>
                  <a:pt x="38797" y="202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F5FB4-54EB-4068-98B7-18470B12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71" y="5185679"/>
            <a:ext cx="33737" cy="10121"/>
          </a:xfrm>
          <a:custGeom xmlns:a="http://schemas.openxmlformats.org/drawingml/2006/main">
            <a:pathLst>
              <a:path w="33737" h="10121">
                <a:moveTo>
                  <a:pt x="33737" y="3374"/>
                </a:moveTo>
                <a:lnTo>
                  <a:pt x="33737" y="3374"/>
                </a:lnTo>
                <a:lnTo>
                  <a:pt x="33737" y="5060"/>
                </a:lnTo>
                <a:cubicBezTo>
                  <a:pt x="33737" y="6747"/>
                  <a:pt x="33737" y="6747"/>
                  <a:pt x="32050" y="6747"/>
                </a:cubicBezTo>
                <a:lnTo>
                  <a:pt x="32050" y="8434"/>
                </a:lnTo>
                <a:cubicBezTo>
                  <a:pt x="32050" y="8434"/>
                  <a:pt x="32050" y="10121"/>
                  <a:pt x="30363" y="10121"/>
                </a:cubicBezTo>
                <a:lnTo>
                  <a:pt x="1687" y="10121"/>
                </a:lnTo>
                <a:lnTo>
                  <a:pt x="0" y="10121"/>
                </a:lnTo>
                <a:cubicBezTo>
                  <a:pt x="0" y="8434"/>
                  <a:pt x="0" y="8434"/>
                  <a:pt x="0" y="6747"/>
                </a:cubicBezTo>
                <a:lnTo>
                  <a:pt x="0" y="5060"/>
                </a:lnTo>
                <a:lnTo>
                  <a:pt x="0" y="3374"/>
                </a:lnTo>
                <a:cubicBezTo>
                  <a:pt x="0" y="3374"/>
                  <a:pt x="1687" y="3374"/>
                  <a:pt x="1687" y="1687"/>
                </a:cubicBezTo>
                <a:lnTo>
                  <a:pt x="3374" y="0"/>
                </a:lnTo>
                <a:lnTo>
                  <a:pt x="32050" y="0"/>
                </a:lnTo>
                <a:lnTo>
                  <a:pt x="33737" y="1687"/>
                </a:lnTo>
                <a:lnTo>
                  <a:pt x="33737" y="33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C0C17-D929-4633-937E-BE693F9C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55" y="5136760"/>
            <a:ext cx="64099" cy="87715"/>
          </a:xfrm>
          <a:custGeom xmlns:a="http://schemas.openxmlformats.org/drawingml/2006/main">
            <a:pathLst>
              <a:path w="64099" h="87715">
                <a:moveTo>
                  <a:pt x="55665" y="80968"/>
                </a:moveTo>
                <a:lnTo>
                  <a:pt x="55665" y="82655"/>
                </a:lnTo>
                <a:cubicBezTo>
                  <a:pt x="55665" y="82655"/>
                  <a:pt x="55665" y="84341"/>
                  <a:pt x="53978" y="84341"/>
                </a:cubicBezTo>
                <a:lnTo>
                  <a:pt x="53978" y="86028"/>
                </a:lnTo>
                <a:lnTo>
                  <a:pt x="53978" y="87715"/>
                </a:lnTo>
                <a:lnTo>
                  <a:pt x="52292" y="87715"/>
                </a:lnTo>
                <a:lnTo>
                  <a:pt x="50605" y="87715"/>
                </a:lnTo>
                <a:lnTo>
                  <a:pt x="3374" y="87715"/>
                </a:lnTo>
                <a:lnTo>
                  <a:pt x="1687" y="87715"/>
                </a:lnTo>
                <a:lnTo>
                  <a:pt x="0" y="87715"/>
                </a:lnTo>
                <a:lnTo>
                  <a:pt x="0" y="86028"/>
                </a:lnTo>
                <a:lnTo>
                  <a:pt x="0" y="84341"/>
                </a:lnTo>
                <a:cubicBezTo>
                  <a:pt x="0" y="82655"/>
                  <a:pt x="0" y="82655"/>
                  <a:pt x="0" y="80968"/>
                </a:cubicBezTo>
                <a:lnTo>
                  <a:pt x="1687" y="79281"/>
                </a:lnTo>
                <a:cubicBezTo>
                  <a:pt x="1687" y="77594"/>
                  <a:pt x="3374" y="77594"/>
                  <a:pt x="3374" y="75907"/>
                </a:cubicBezTo>
                <a:lnTo>
                  <a:pt x="26989" y="57352"/>
                </a:lnTo>
                <a:cubicBezTo>
                  <a:pt x="30363" y="53978"/>
                  <a:pt x="33737" y="50605"/>
                  <a:pt x="35423" y="47231"/>
                </a:cubicBezTo>
                <a:cubicBezTo>
                  <a:pt x="38797" y="45544"/>
                  <a:pt x="40484" y="42171"/>
                  <a:pt x="42171" y="40484"/>
                </a:cubicBezTo>
                <a:cubicBezTo>
                  <a:pt x="43858" y="38797"/>
                  <a:pt x="45544" y="35423"/>
                  <a:pt x="45544" y="33737"/>
                </a:cubicBezTo>
                <a:cubicBezTo>
                  <a:pt x="47231" y="32050"/>
                  <a:pt x="47231" y="30363"/>
                  <a:pt x="48918" y="28676"/>
                </a:cubicBezTo>
                <a:cubicBezTo>
                  <a:pt x="48918" y="26989"/>
                  <a:pt x="48918" y="25302"/>
                  <a:pt x="48918" y="23616"/>
                </a:cubicBezTo>
                <a:cubicBezTo>
                  <a:pt x="50605" y="21929"/>
                  <a:pt x="50605" y="21929"/>
                  <a:pt x="50605" y="20242"/>
                </a:cubicBezTo>
                <a:cubicBezTo>
                  <a:pt x="50605" y="20242"/>
                  <a:pt x="50605" y="18555"/>
                  <a:pt x="48918" y="16868"/>
                </a:cubicBezTo>
                <a:cubicBezTo>
                  <a:pt x="48918" y="15181"/>
                  <a:pt x="48918" y="15181"/>
                  <a:pt x="47231" y="13495"/>
                </a:cubicBezTo>
                <a:cubicBezTo>
                  <a:pt x="47231" y="11808"/>
                  <a:pt x="45544" y="11808"/>
                  <a:pt x="43858" y="10121"/>
                </a:cubicBezTo>
                <a:cubicBezTo>
                  <a:pt x="42171" y="10121"/>
                  <a:pt x="40484" y="10121"/>
                  <a:pt x="38797" y="10121"/>
                </a:cubicBezTo>
                <a:cubicBezTo>
                  <a:pt x="35423" y="10121"/>
                  <a:pt x="33737" y="10121"/>
                  <a:pt x="30363" y="10121"/>
                </a:cubicBezTo>
                <a:cubicBezTo>
                  <a:pt x="28676" y="11808"/>
                  <a:pt x="26989" y="11808"/>
                  <a:pt x="25302" y="13495"/>
                </a:cubicBezTo>
                <a:cubicBezTo>
                  <a:pt x="21929" y="15181"/>
                  <a:pt x="20242" y="15181"/>
                  <a:pt x="20242" y="15181"/>
                </a:cubicBezTo>
                <a:cubicBezTo>
                  <a:pt x="18555" y="16868"/>
                  <a:pt x="16868" y="16868"/>
                  <a:pt x="16868" y="16868"/>
                </a:cubicBezTo>
                <a:lnTo>
                  <a:pt x="15181" y="16868"/>
                </a:lnTo>
                <a:lnTo>
                  <a:pt x="15181" y="15181"/>
                </a:lnTo>
                <a:lnTo>
                  <a:pt x="15181" y="13495"/>
                </a:lnTo>
                <a:lnTo>
                  <a:pt x="15181" y="11808"/>
                </a:lnTo>
                <a:cubicBezTo>
                  <a:pt x="15181" y="11808"/>
                  <a:pt x="16868" y="11808"/>
                  <a:pt x="16868" y="10121"/>
                </a:cubicBezTo>
                <a:lnTo>
                  <a:pt x="16868" y="8434"/>
                </a:lnTo>
                <a:cubicBezTo>
                  <a:pt x="16868" y="6747"/>
                  <a:pt x="18555" y="6747"/>
                  <a:pt x="18555" y="6747"/>
                </a:cubicBezTo>
                <a:cubicBezTo>
                  <a:pt x="18555" y="6747"/>
                  <a:pt x="20242" y="5060"/>
                  <a:pt x="21929" y="5060"/>
                </a:cubicBezTo>
                <a:cubicBezTo>
                  <a:pt x="21929" y="3374"/>
                  <a:pt x="25302" y="3374"/>
                  <a:pt x="26989" y="1687"/>
                </a:cubicBezTo>
                <a:cubicBezTo>
                  <a:pt x="28676" y="1687"/>
                  <a:pt x="30363" y="1687"/>
                  <a:pt x="33737" y="0"/>
                </a:cubicBezTo>
                <a:cubicBezTo>
                  <a:pt x="35423" y="0"/>
                  <a:pt x="38797" y="0"/>
                  <a:pt x="42171" y="0"/>
                </a:cubicBezTo>
                <a:cubicBezTo>
                  <a:pt x="45544" y="0"/>
                  <a:pt x="48918" y="0"/>
                  <a:pt x="52292" y="1687"/>
                </a:cubicBezTo>
                <a:cubicBezTo>
                  <a:pt x="55665" y="1687"/>
                  <a:pt x="57352" y="3374"/>
                  <a:pt x="59039" y="5060"/>
                </a:cubicBezTo>
                <a:cubicBezTo>
                  <a:pt x="60726" y="8434"/>
                  <a:pt x="62413" y="10121"/>
                  <a:pt x="62413" y="11808"/>
                </a:cubicBezTo>
                <a:cubicBezTo>
                  <a:pt x="62413" y="13495"/>
                  <a:pt x="64099" y="16868"/>
                  <a:pt x="64099" y="18555"/>
                </a:cubicBezTo>
                <a:cubicBezTo>
                  <a:pt x="64099" y="20242"/>
                  <a:pt x="62413" y="21929"/>
                  <a:pt x="62413" y="23616"/>
                </a:cubicBezTo>
                <a:cubicBezTo>
                  <a:pt x="62413" y="25302"/>
                  <a:pt x="62413" y="26989"/>
                  <a:pt x="60726" y="30363"/>
                </a:cubicBezTo>
                <a:cubicBezTo>
                  <a:pt x="60726" y="32050"/>
                  <a:pt x="59039" y="33737"/>
                  <a:pt x="57352" y="37110"/>
                </a:cubicBezTo>
                <a:cubicBezTo>
                  <a:pt x="57352" y="38797"/>
                  <a:pt x="53978" y="42171"/>
                  <a:pt x="52292" y="43858"/>
                </a:cubicBezTo>
                <a:cubicBezTo>
                  <a:pt x="50605" y="47231"/>
                  <a:pt x="47231" y="50605"/>
                  <a:pt x="43858" y="53978"/>
                </a:cubicBezTo>
                <a:cubicBezTo>
                  <a:pt x="40484" y="57352"/>
                  <a:pt x="37110" y="60726"/>
                  <a:pt x="32050" y="64099"/>
                </a:cubicBezTo>
                <a:lnTo>
                  <a:pt x="15181" y="79281"/>
                </a:lnTo>
                <a:lnTo>
                  <a:pt x="52292" y="79281"/>
                </a:lnTo>
                <a:lnTo>
                  <a:pt x="53978" y="79281"/>
                </a:lnTo>
                <a:cubicBezTo>
                  <a:pt x="55665" y="79281"/>
                  <a:pt x="55665" y="80968"/>
                  <a:pt x="55665" y="809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75D2D-B897-4DB4-8D0A-FF3D109A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258" y="4055504"/>
            <a:ext cx="269892" cy="1695262"/>
          </a:xfrm>
          <a:custGeom xmlns:a="http://schemas.openxmlformats.org/drawingml/2006/main">
            <a:pathLst>
              <a:path w="269892" h="1695262">
                <a:moveTo>
                  <a:pt x="35423" y="0"/>
                </a:moveTo>
                <a:cubicBezTo>
                  <a:pt x="116391" y="141694"/>
                  <a:pt x="256398" y="436888"/>
                  <a:pt x="268206" y="834980"/>
                </a:cubicBezTo>
                <a:cubicBezTo>
                  <a:pt x="269892" y="851848"/>
                  <a:pt x="269892" y="868716"/>
                  <a:pt x="269892" y="885585"/>
                </a:cubicBezTo>
                <a:cubicBezTo>
                  <a:pt x="269892" y="1249940"/>
                  <a:pt x="158562" y="1533327"/>
                  <a:pt x="77594" y="1695262"/>
                </a:cubicBezTo>
                <a:lnTo>
                  <a:pt x="40484" y="1678394"/>
                </a:lnTo>
                <a:cubicBezTo>
                  <a:pt x="119765" y="1518145"/>
                  <a:pt x="229409" y="1241505"/>
                  <a:pt x="229409" y="885585"/>
                </a:cubicBezTo>
                <a:cubicBezTo>
                  <a:pt x="229409" y="870403"/>
                  <a:pt x="229409" y="853535"/>
                  <a:pt x="227722" y="836667"/>
                </a:cubicBezTo>
                <a:cubicBezTo>
                  <a:pt x="217601" y="447009"/>
                  <a:pt x="79281" y="158562"/>
                  <a:pt x="0" y="18555"/>
                </a:cubicBezTo>
                <a:lnTo>
                  <a:pt x="35423" y="0"/>
                </a:ln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C546C-B9A8-49AA-A498-19B88B63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066" y="5698474"/>
            <a:ext cx="107957" cy="121452"/>
          </a:xfrm>
          <a:custGeom xmlns:a="http://schemas.openxmlformats.org/drawingml/2006/main">
            <a:pathLst>
              <a:path w="107957" h="121452">
                <a:moveTo>
                  <a:pt x="0" y="0"/>
                </a:moveTo>
                <a:lnTo>
                  <a:pt x="5060" y="121452"/>
                </a:lnTo>
                <a:lnTo>
                  <a:pt x="107957" y="556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93B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8667E-4F38-4E72-AC62-8D541C9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56" y="5543286"/>
            <a:ext cx="177117" cy="79281"/>
          </a:xfrm>
          <a:custGeom xmlns:a="http://schemas.openxmlformats.org/drawingml/2006/main">
            <a:pathLst>
              <a:path w="177117" h="79281">
                <a:moveTo>
                  <a:pt x="0" y="69160"/>
                </a:moveTo>
                <a:lnTo>
                  <a:pt x="172056" y="0"/>
                </a:lnTo>
                <a:lnTo>
                  <a:pt x="177117" y="11808"/>
                </a:lnTo>
                <a:lnTo>
                  <a:pt x="5060" y="79281"/>
                </a:lnTo>
                <a:lnTo>
                  <a:pt x="0" y="6916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8EA26-7C08-4C6F-AC00-B4397D49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869" y="5578710"/>
            <a:ext cx="193985" cy="231095"/>
          </a:xfrm>
          <a:custGeom xmlns:a="http://schemas.openxmlformats.org/drawingml/2006/main">
            <a:pathLst>
              <a:path w="193985" h="231095">
                <a:moveTo>
                  <a:pt x="0" y="224348"/>
                </a:moveTo>
                <a:lnTo>
                  <a:pt x="185551" y="0"/>
                </a:lnTo>
                <a:lnTo>
                  <a:pt x="193985" y="8434"/>
                </a:lnTo>
                <a:lnTo>
                  <a:pt x="8434" y="231095"/>
                </a:lnTo>
                <a:lnTo>
                  <a:pt x="0" y="22434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D3109-A629-40A5-8C3F-EA7CE3B6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182" y="5580396"/>
            <a:ext cx="197359" cy="416647"/>
          </a:xfrm>
          <a:custGeom xmlns:a="http://schemas.openxmlformats.org/drawingml/2006/main">
            <a:pathLst>
              <a:path w="197359" h="416647">
                <a:moveTo>
                  <a:pt x="0" y="411586"/>
                </a:moveTo>
                <a:lnTo>
                  <a:pt x="185551" y="0"/>
                </a:lnTo>
                <a:lnTo>
                  <a:pt x="197359" y="5060"/>
                </a:lnTo>
                <a:lnTo>
                  <a:pt x="11808" y="416647"/>
                </a:lnTo>
                <a:lnTo>
                  <a:pt x="0" y="41158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99859B-FB15-48D5-B334-FB0E7992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050" y="5644496"/>
            <a:ext cx="175430" cy="64099"/>
          </a:xfrm>
          <a:custGeom xmlns:a="http://schemas.openxmlformats.org/drawingml/2006/main">
            <a:pathLst>
              <a:path w="175430" h="64099">
                <a:moveTo>
                  <a:pt x="3374" y="0"/>
                </a:moveTo>
                <a:lnTo>
                  <a:pt x="175430" y="52292"/>
                </a:lnTo>
                <a:lnTo>
                  <a:pt x="172056" y="64099"/>
                </a:lnTo>
                <a:lnTo>
                  <a:pt x="0" y="11808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1327C-9633-4ECA-BB86-1C882DCC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182" y="5681606"/>
            <a:ext cx="197359" cy="399778"/>
          </a:xfrm>
          <a:custGeom xmlns:a="http://schemas.openxmlformats.org/drawingml/2006/main">
            <a:pathLst>
              <a:path w="197359" h="399778">
                <a:moveTo>
                  <a:pt x="10121" y="0"/>
                </a:moveTo>
                <a:lnTo>
                  <a:pt x="197359" y="394718"/>
                </a:lnTo>
                <a:lnTo>
                  <a:pt x="185551" y="399778"/>
                </a:lnTo>
                <a:lnTo>
                  <a:pt x="0" y="5060"/>
                </a:lnTo>
                <a:lnTo>
                  <a:pt x="10121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D32E80-27C0-48BE-AFC5-5D9719E9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869" y="5679919"/>
            <a:ext cx="193985" cy="215914"/>
          </a:xfrm>
          <a:custGeom xmlns:a="http://schemas.openxmlformats.org/drawingml/2006/main">
            <a:pathLst>
              <a:path w="193985" h="215914">
                <a:moveTo>
                  <a:pt x="8434" y="0"/>
                </a:moveTo>
                <a:lnTo>
                  <a:pt x="193985" y="207480"/>
                </a:lnTo>
                <a:lnTo>
                  <a:pt x="185551" y="215914"/>
                </a:lnTo>
                <a:lnTo>
                  <a:pt x="0" y="8434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EB49BE-2B76-487B-970F-7075AF18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56" y="5732211"/>
            <a:ext cx="177117" cy="80968"/>
          </a:xfrm>
          <a:custGeom xmlns:a="http://schemas.openxmlformats.org/drawingml/2006/main">
            <a:pathLst>
              <a:path w="177117" h="80968">
                <a:moveTo>
                  <a:pt x="0" y="69160"/>
                </a:moveTo>
                <a:lnTo>
                  <a:pt x="172056" y="0"/>
                </a:lnTo>
                <a:lnTo>
                  <a:pt x="177117" y="10121"/>
                </a:lnTo>
                <a:lnTo>
                  <a:pt x="5060" y="80968"/>
                </a:lnTo>
                <a:lnTo>
                  <a:pt x="0" y="6916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E6E1D-5EA0-499B-8560-E1C1AB69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363" y="5835107"/>
            <a:ext cx="165309" cy="94462"/>
          </a:xfrm>
          <a:custGeom xmlns:a="http://schemas.openxmlformats.org/drawingml/2006/main">
            <a:pathLst>
              <a:path w="165309" h="94462">
                <a:moveTo>
                  <a:pt x="5060" y="0"/>
                </a:moveTo>
                <a:lnTo>
                  <a:pt x="165309" y="84341"/>
                </a:lnTo>
                <a:lnTo>
                  <a:pt x="158562" y="94462"/>
                </a:lnTo>
                <a:lnTo>
                  <a:pt x="0" y="10121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06D00-256B-4C90-BF86-7F465E55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869" y="5868844"/>
            <a:ext cx="193985" cy="214227"/>
          </a:xfrm>
          <a:custGeom xmlns:a="http://schemas.openxmlformats.org/drawingml/2006/main">
            <a:pathLst>
              <a:path w="193985" h="214227">
                <a:moveTo>
                  <a:pt x="8434" y="0"/>
                </a:moveTo>
                <a:lnTo>
                  <a:pt x="193985" y="207480"/>
                </a:lnTo>
                <a:lnTo>
                  <a:pt x="185551" y="214227"/>
                </a:lnTo>
                <a:lnTo>
                  <a:pt x="0" y="8434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75371-6C35-4DB5-A80C-6F7766F0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869" y="5765947"/>
            <a:ext cx="193985" cy="232782"/>
          </a:xfrm>
          <a:custGeom xmlns:a="http://schemas.openxmlformats.org/drawingml/2006/main">
            <a:pathLst>
              <a:path w="193985" h="232782">
                <a:moveTo>
                  <a:pt x="0" y="226035"/>
                </a:moveTo>
                <a:lnTo>
                  <a:pt x="185551" y="0"/>
                </a:lnTo>
                <a:lnTo>
                  <a:pt x="193985" y="8434"/>
                </a:lnTo>
                <a:lnTo>
                  <a:pt x="8434" y="232782"/>
                </a:lnTo>
                <a:lnTo>
                  <a:pt x="0" y="226035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6412E-E0F4-4839-86B6-3E57D3B2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050" y="5953185"/>
            <a:ext cx="175430" cy="79281"/>
          </a:xfrm>
          <a:custGeom xmlns:a="http://schemas.openxmlformats.org/drawingml/2006/main">
            <a:pathLst>
              <a:path w="175430" h="79281">
                <a:moveTo>
                  <a:pt x="0" y="69160"/>
                </a:moveTo>
                <a:lnTo>
                  <a:pt x="172056" y="0"/>
                </a:lnTo>
                <a:lnTo>
                  <a:pt x="175430" y="10121"/>
                </a:lnTo>
                <a:lnTo>
                  <a:pt x="3374" y="79281"/>
                </a:lnTo>
                <a:lnTo>
                  <a:pt x="0" y="6916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33297-83F9-4EBC-9C2E-49902350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56" y="6056082"/>
            <a:ext cx="175430" cy="62413"/>
          </a:xfrm>
          <a:custGeom xmlns:a="http://schemas.openxmlformats.org/drawingml/2006/main">
            <a:pathLst>
              <a:path w="175430" h="62413">
                <a:moveTo>
                  <a:pt x="3374" y="0"/>
                </a:moveTo>
                <a:lnTo>
                  <a:pt x="175430" y="50605"/>
                </a:lnTo>
                <a:lnTo>
                  <a:pt x="173743" y="62413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92F056-CBF8-4881-B07A-15B5CFD2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388" y="5543286"/>
            <a:ext cx="161935" cy="72534"/>
          </a:xfrm>
          <a:custGeom xmlns:a="http://schemas.openxmlformats.org/drawingml/2006/main">
            <a:pathLst>
              <a:path w="161935" h="72534">
                <a:moveTo>
                  <a:pt x="3374" y="0"/>
                </a:moveTo>
                <a:lnTo>
                  <a:pt x="161935" y="60726"/>
                </a:lnTo>
                <a:lnTo>
                  <a:pt x="158562" y="72534"/>
                </a:lnTo>
                <a:lnTo>
                  <a:pt x="0" y="11808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2F993-ED04-49AA-B3E9-E7064F65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519" y="5578710"/>
            <a:ext cx="182177" cy="222661"/>
          </a:xfrm>
          <a:custGeom xmlns:a="http://schemas.openxmlformats.org/drawingml/2006/main">
            <a:pathLst>
              <a:path w="182177" h="222661">
                <a:moveTo>
                  <a:pt x="8434" y="0"/>
                </a:moveTo>
                <a:lnTo>
                  <a:pt x="182177" y="215914"/>
                </a:lnTo>
                <a:lnTo>
                  <a:pt x="172056" y="222661"/>
                </a:lnTo>
                <a:lnTo>
                  <a:pt x="0" y="6747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105F8-2341-4F6A-AF39-4F00F0D7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519" y="5580396"/>
            <a:ext cx="182177" cy="406526"/>
          </a:xfrm>
          <a:custGeom xmlns:a="http://schemas.openxmlformats.org/drawingml/2006/main">
            <a:pathLst>
              <a:path w="182177" h="406526">
                <a:moveTo>
                  <a:pt x="10121" y="0"/>
                </a:moveTo>
                <a:lnTo>
                  <a:pt x="182177" y="403152"/>
                </a:lnTo>
                <a:lnTo>
                  <a:pt x="172056" y="406526"/>
                </a:lnTo>
                <a:lnTo>
                  <a:pt x="0" y="5060"/>
                </a:lnTo>
                <a:lnTo>
                  <a:pt x="10121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094495-30C2-4C79-96B0-889BDA80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893" y="5637749"/>
            <a:ext cx="161935" cy="70847"/>
          </a:xfrm>
          <a:custGeom xmlns:a="http://schemas.openxmlformats.org/drawingml/2006/main">
            <a:pathLst>
              <a:path w="161935" h="70847">
                <a:moveTo>
                  <a:pt x="0" y="60726"/>
                </a:moveTo>
                <a:lnTo>
                  <a:pt x="156875" y="0"/>
                </a:lnTo>
                <a:lnTo>
                  <a:pt x="161935" y="11808"/>
                </a:lnTo>
                <a:lnTo>
                  <a:pt x="3374" y="70847"/>
                </a:lnTo>
                <a:lnTo>
                  <a:pt x="0" y="6072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707593-4484-4D8D-B692-9C69BD7C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388" y="5732211"/>
            <a:ext cx="161935" cy="72534"/>
          </a:xfrm>
          <a:custGeom xmlns:a="http://schemas.openxmlformats.org/drawingml/2006/main">
            <a:pathLst>
              <a:path w="161935" h="72534">
                <a:moveTo>
                  <a:pt x="3374" y="0"/>
                </a:moveTo>
                <a:lnTo>
                  <a:pt x="161935" y="60726"/>
                </a:lnTo>
                <a:lnTo>
                  <a:pt x="158562" y="72534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97092-0187-400D-A082-FADCEBAF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519" y="5765947"/>
            <a:ext cx="180491" cy="224348"/>
          </a:xfrm>
          <a:custGeom xmlns:a="http://schemas.openxmlformats.org/drawingml/2006/main">
            <a:pathLst>
              <a:path w="180491" h="224348">
                <a:moveTo>
                  <a:pt x="8434" y="0"/>
                </a:moveTo>
                <a:lnTo>
                  <a:pt x="180491" y="215914"/>
                </a:lnTo>
                <a:lnTo>
                  <a:pt x="172056" y="224348"/>
                </a:lnTo>
                <a:lnTo>
                  <a:pt x="0" y="8434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25366C-1380-41C8-B853-7E41CD7E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519" y="5673172"/>
            <a:ext cx="182177" cy="222661"/>
          </a:xfrm>
          <a:custGeom xmlns:a="http://schemas.openxmlformats.org/drawingml/2006/main">
            <a:pathLst>
              <a:path w="182177" h="222661">
                <a:moveTo>
                  <a:pt x="0" y="214227"/>
                </a:moveTo>
                <a:lnTo>
                  <a:pt x="172056" y="0"/>
                </a:lnTo>
                <a:lnTo>
                  <a:pt x="182177" y="8434"/>
                </a:lnTo>
                <a:lnTo>
                  <a:pt x="8434" y="222661"/>
                </a:lnTo>
                <a:lnTo>
                  <a:pt x="0" y="21422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6D1FB-035C-4687-AC92-3BF313DD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701" y="5826673"/>
            <a:ext cx="151815" cy="102897"/>
          </a:xfrm>
          <a:custGeom xmlns:a="http://schemas.openxmlformats.org/drawingml/2006/main">
            <a:pathLst>
              <a:path w="151815" h="102897">
                <a:moveTo>
                  <a:pt x="0" y="92776"/>
                </a:moveTo>
                <a:lnTo>
                  <a:pt x="145067" y="0"/>
                </a:lnTo>
                <a:lnTo>
                  <a:pt x="151815" y="10121"/>
                </a:lnTo>
                <a:lnTo>
                  <a:pt x="6747" y="102897"/>
                </a:lnTo>
                <a:lnTo>
                  <a:pt x="0" y="9277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825091-6596-48BA-9F43-BA39B917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206" y="5953185"/>
            <a:ext cx="163622" cy="70847"/>
          </a:xfrm>
          <a:custGeom xmlns:a="http://schemas.openxmlformats.org/drawingml/2006/main">
            <a:pathLst>
              <a:path w="163622" h="70847">
                <a:moveTo>
                  <a:pt x="5060" y="0"/>
                </a:moveTo>
                <a:lnTo>
                  <a:pt x="163622" y="60726"/>
                </a:lnTo>
                <a:lnTo>
                  <a:pt x="160249" y="70847"/>
                </a:lnTo>
                <a:lnTo>
                  <a:pt x="0" y="10121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8DD7C-D913-4679-AC8D-A275A2A6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519" y="5674859"/>
            <a:ext cx="182177" cy="406526"/>
          </a:xfrm>
          <a:custGeom xmlns:a="http://schemas.openxmlformats.org/drawingml/2006/main">
            <a:pathLst>
              <a:path w="182177" h="406526">
                <a:moveTo>
                  <a:pt x="0" y="403152"/>
                </a:moveTo>
                <a:lnTo>
                  <a:pt x="172056" y="0"/>
                </a:lnTo>
                <a:lnTo>
                  <a:pt x="182177" y="5060"/>
                </a:lnTo>
                <a:lnTo>
                  <a:pt x="10121" y="406526"/>
                </a:lnTo>
                <a:lnTo>
                  <a:pt x="0" y="40315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C762C-B78A-4B35-A717-4AB644C7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519" y="5860410"/>
            <a:ext cx="182177" cy="222661"/>
          </a:xfrm>
          <a:custGeom xmlns:a="http://schemas.openxmlformats.org/drawingml/2006/main">
            <a:pathLst>
              <a:path w="182177" h="222661">
                <a:moveTo>
                  <a:pt x="0" y="215914"/>
                </a:moveTo>
                <a:lnTo>
                  <a:pt x="172056" y="0"/>
                </a:lnTo>
                <a:lnTo>
                  <a:pt x="182177" y="8434"/>
                </a:lnTo>
                <a:lnTo>
                  <a:pt x="8434" y="222661"/>
                </a:lnTo>
                <a:lnTo>
                  <a:pt x="0" y="215914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145C3-7686-4DDD-8FE8-0D8B8A94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388" y="6047648"/>
            <a:ext cx="161935" cy="70847"/>
          </a:xfrm>
          <a:custGeom xmlns:a="http://schemas.openxmlformats.org/drawingml/2006/main">
            <a:pathLst>
              <a:path w="161935" h="70847">
                <a:moveTo>
                  <a:pt x="0" y="60726"/>
                </a:moveTo>
                <a:lnTo>
                  <a:pt x="158562" y="0"/>
                </a:lnTo>
                <a:lnTo>
                  <a:pt x="161935" y="10121"/>
                </a:lnTo>
                <a:lnTo>
                  <a:pt x="3374" y="70847"/>
                </a:lnTo>
                <a:lnTo>
                  <a:pt x="0" y="6072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875F7-08DF-4B63-B7B1-DED74EE5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986" y="5502802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D0B78A-7809-470C-8F5E-03D512CF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238" y="5497742"/>
            <a:ext cx="102897" cy="104583"/>
          </a:xfrm>
          <a:custGeom xmlns:a="http://schemas.openxmlformats.org/drawingml/2006/main">
            <a:pathLst>
              <a:path w="102897" h="104583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4220"/>
                  <a:pt x="30363" y="92776"/>
                  <a:pt x="52292" y="92776"/>
                </a:cubicBezTo>
                <a:cubicBezTo>
                  <a:pt x="74220" y="92776"/>
                  <a:pt x="92776" y="74220"/>
                  <a:pt x="92776" y="52292"/>
                </a:cubicBezTo>
                <a:cubicBezTo>
                  <a:pt x="92776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5AFBF-2F5F-4898-8E16-D4FF9692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986" y="5690041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5544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5544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5544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4C6DD-EEB8-46F1-8D02-8F0DC58A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238" y="5683293"/>
            <a:ext cx="102897" cy="104583"/>
          </a:xfrm>
          <a:custGeom xmlns:a="http://schemas.openxmlformats.org/drawingml/2006/main">
            <a:pathLst>
              <a:path w="102897" h="104583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2776" y="75907"/>
                  <a:pt x="92776" y="52292"/>
                </a:cubicBezTo>
                <a:cubicBezTo>
                  <a:pt x="92776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72EC9-E21C-4032-9284-4E759F6D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986" y="5877278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4220"/>
                  <a:pt x="70847" y="94462"/>
                  <a:pt x="45544" y="94462"/>
                </a:cubicBezTo>
                <a:cubicBezTo>
                  <a:pt x="20242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73AB6-F901-4AB2-931C-DCF499AF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238" y="5872218"/>
            <a:ext cx="102897" cy="104583"/>
          </a:xfrm>
          <a:custGeom xmlns:a="http://schemas.openxmlformats.org/drawingml/2006/main">
            <a:pathLst>
              <a:path w="102897" h="104583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2776" y="75907"/>
                  <a:pt x="92776" y="52292"/>
                </a:cubicBezTo>
                <a:cubicBezTo>
                  <a:pt x="92776" y="28676"/>
                  <a:pt x="74220" y="10121"/>
                  <a:pt x="52292" y="10121"/>
                </a:cubicBezTo>
                <a:cubicBezTo>
                  <a:pt x="30363" y="10121"/>
                  <a:pt x="11808" y="28676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61C18-8CFA-465E-9F0D-6709D04C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986" y="6066203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2776"/>
                  <a:pt x="45544" y="92776"/>
                </a:cubicBezTo>
                <a:cubicBezTo>
                  <a:pt x="20242" y="92776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04EED-963F-489F-92CF-382050D8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238" y="6061142"/>
            <a:ext cx="102897" cy="104583"/>
          </a:xfrm>
          <a:custGeom xmlns:a="http://schemas.openxmlformats.org/drawingml/2006/main">
            <a:pathLst>
              <a:path w="102897" h="104583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4220"/>
                  <a:pt x="30363" y="92776"/>
                  <a:pt x="52292" y="92776"/>
                </a:cubicBezTo>
                <a:cubicBezTo>
                  <a:pt x="74220" y="92776"/>
                  <a:pt x="92776" y="74220"/>
                  <a:pt x="92776" y="52292"/>
                </a:cubicBezTo>
                <a:cubicBezTo>
                  <a:pt x="92776" y="28676"/>
                  <a:pt x="74220" y="11808"/>
                  <a:pt x="52292" y="11808"/>
                </a:cubicBezTo>
                <a:cubicBezTo>
                  <a:pt x="30363" y="11808"/>
                  <a:pt x="11808" y="28676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478878-0A4B-48AB-83BD-26B2260C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648" y="5605699"/>
            <a:ext cx="91089" cy="92776"/>
          </a:xfrm>
          <a:custGeom xmlns:a="http://schemas.openxmlformats.org/drawingml/2006/main">
            <a:pathLst>
              <a:path w="91089" h="92776">
                <a:moveTo>
                  <a:pt x="0" y="45544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5544"/>
                </a:cubicBezTo>
                <a:cubicBezTo>
                  <a:pt x="91089" y="70847"/>
                  <a:pt x="70847" y="92776"/>
                  <a:pt x="45544" y="92776"/>
                </a:cubicBezTo>
                <a:cubicBezTo>
                  <a:pt x="20242" y="92776"/>
                  <a:pt x="0" y="70847"/>
                  <a:pt x="0" y="45544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951EE-71A7-4108-AD61-9312116F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588" y="5598952"/>
            <a:ext cx="101210" cy="104583"/>
          </a:xfrm>
          <a:custGeom xmlns:a="http://schemas.openxmlformats.org/drawingml/2006/main">
            <a:pathLst>
              <a:path w="101210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2292"/>
                </a:cubicBezTo>
                <a:cubicBezTo>
                  <a:pt x="101210" y="80968"/>
                  <a:pt x="79281" y="104583"/>
                  <a:pt x="50605" y="104583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28676" y="92776"/>
                  <a:pt x="50605" y="92776"/>
                </a:cubicBezTo>
                <a:cubicBezTo>
                  <a:pt x="72534" y="92776"/>
                  <a:pt x="89402" y="75907"/>
                  <a:pt x="89402" y="52292"/>
                </a:cubicBezTo>
                <a:cubicBezTo>
                  <a:pt x="89402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911A4-B99B-465E-836B-5FCB8D78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648" y="5792937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DEC2F-EC7E-4E21-A263-C84BA724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588" y="5786190"/>
            <a:ext cx="101210" cy="106270"/>
          </a:xfrm>
          <a:custGeom xmlns:a="http://schemas.openxmlformats.org/drawingml/2006/main">
            <a:pathLst>
              <a:path w="101210" h="106270">
                <a:moveTo>
                  <a:pt x="5060" y="53978"/>
                </a:moveTo>
                <a:lnTo>
                  <a:pt x="0" y="53978"/>
                </a:lnTo>
                <a:cubicBezTo>
                  <a:pt x="0" y="25302"/>
                  <a:pt x="21929" y="0"/>
                  <a:pt x="50605" y="0"/>
                </a:cubicBezTo>
                <a:cubicBezTo>
                  <a:pt x="79281" y="0"/>
                  <a:pt x="101210" y="25302"/>
                  <a:pt x="101210" y="53978"/>
                </a:cubicBezTo>
                <a:cubicBezTo>
                  <a:pt x="101210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3978"/>
                </a:cubicBezTo>
                <a:lnTo>
                  <a:pt x="5060" y="53978"/>
                </a:lnTo>
                <a:lnTo>
                  <a:pt x="11808" y="53978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89402" y="75907"/>
                  <a:pt x="89402" y="53978"/>
                </a:cubicBezTo>
                <a:cubicBezTo>
                  <a:pt x="89402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3978"/>
                </a:cubicBezTo>
                <a:lnTo>
                  <a:pt x="5060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E62D5-EF23-4F76-8F2E-04EEE551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648" y="5980175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69F8E-5B52-4973-8C12-5D8A6F15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588" y="5975115"/>
            <a:ext cx="101210" cy="104583"/>
          </a:xfrm>
          <a:custGeom xmlns:a="http://schemas.openxmlformats.org/drawingml/2006/main">
            <a:pathLst>
              <a:path w="101210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2292"/>
                </a:cubicBezTo>
                <a:cubicBezTo>
                  <a:pt x="101210" y="80968"/>
                  <a:pt x="79281" y="104583"/>
                  <a:pt x="50605" y="104583"/>
                </a:cubicBezTo>
                <a:cubicBezTo>
                  <a:pt x="21929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89402" y="75907"/>
                  <a:pt x="89402" y="52292"/>
                </a:cubicBezTo>
                <a:cubicBezTo>
                  <a:pt x="89402" y="28676"/>
                  <a:pt x="72534" y="10121"/>
                  <a:pt x="50605" y="10121"/>
                </a:cubicBezTo>
                <a:cubicBezTo>
                  <a:pt x="28676" y="10121"/>
                  <a:pt x="11808" y="28676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EDFFD-BCBC-4BF1-98FE-4AFD038C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141" y="5597265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C1486E-2ED6-4DC6-A667-238FC2AB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394" y="5590518"/>
            <a:ext cx="102897" cy="106270"/>
          </a:xfrm>
          <a:custGeom xmlns:a="http://schemas.openxmlformats.org/drawingml/2006/main">
            <a:pathLst>
              <a:path w="102897" h="106270">
                <a:moveTo>
                  <a:pt x="6747" y="53978"/>
                </a:moveTo>
                <a:lnTo>
                  <a:pt x="0" y="53978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3978"/>
                </a:cubicBezTo>
                <a:cubicBezTo>
                  <a:pt x="102897" y="82655"/>
                  <a:pt x="80968" y="106270"/>
                  <a:pt x="52292" y="106270"/>
                </a:cubicBezTo>
                <a:cubicBezTo>
                  <a:pt x="23616" y="106270"/>
                  <a:pt x="0" y="82655"/>
                  <a:pt x="0" y="53978"/>
                </a:cubicBezTo>
                <a:lnTo>
                  <a:pt x="6747" y="53978"/>
                </a:lnTo>
                <a:lnTo>
                  <a:pt x="11808" y="53978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2776" y="75907"/>
                  <a:pt x="92776" y="53978"/>
                </a:cubicBezTo>
                <a:cubicBezTo>
                  <a:pt x="92776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3978"/>
                </a:cubicBezTo>
                <a:lnTo>
                  <a:pt x="6747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15D7C-8979-4CC4-90A9-E5380AA6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141" y="5784503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25120-B4F8-403B-9B7C-AD7DBB8E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394" y="5777756"/>
            <a:ext cx="102897" cy="106270"/>
          </a:xfrm>
          <a:custGeom xmlns:a="http://schemas.openxmlformats.org/drawingml/2006/main">
            <a:pathLst>
              <a:path w="102897" h="106270">
                <a:moveTo>
                  <a:pt x="6747" y="53978"/>
                </a:moveTo>
                <a:lnTo>
                  <a:pt x="0" y="53978"/>
                </a:lnTo>
                <a:cubicBezTo>
                  <a:pt x="0" y="25302"/>
                  <a:pt x="23616" y="0"/>
                  <a:pt x="52292" y="0"/>
                </a:cubicBezTo>
                <a:cubicBezTo>
                  <a:pt x="80968" y="0"/>
                  <a:pt x="102897" y="25302"/>
                  <a:pt x="102897" y="53978"/>
                </a:cubicBezTo>
                <a:cubicBezTo>
                  <a:pt x="102897" y="82655"/>
                  <a:pt x="80968" y="106270"/>
                  <a:pt x="52292" y="106270"/>
                </a:cubicBezTo>
                <a:cubicBezTo>
                  <a:pt x="23616" y="106270"/>
                  <a:pt x="0" y="82655"/>
                  <a:pt x="0" y="53978"/>
                </a:cubicBezTo>
                <a:lnTo>
                  <a:pt x="6747" y="53978"/>
                </a:lnTo>
                <a:lnTo>
                  <a:pt x="11808" y="53978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2776" y="75907"/>
                  <a:pt x="92776" y="53978"/>
                </a:cubicBezTo>
                <a:cubicBezTo>
                  <a:pt x="92776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3978"/>
                </a:cubicBezTo>
                <a:lnTo>
                  <a:pt x="6747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45AE65-023B-45F5-8413-05357FCC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141" y="5971740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4220"/>
                  <a:pt x="70847" y="94462"/>
                  <a:pt x="45544" y="94462"/>
                </a:cubicBezTo>
                <a:cubicBezTo>
                  <a:pt x="20242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B54EC-6342-498D-9C9E-1F39CB08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394" y="5966680"/>
            <a:ext cx="102897" cy="106270"/>
          </a:xfrm>
          <a:custGeom xmlns:a="http://schemas.openxmlformats.org/drawingml/2006/main">
            <a:pathLst>
              <a:path w="102897" h="106270">
                <a:moveTo>
                  <a:pt x="6747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6270"/>
                  <a:pt x="52292" y="106270"/>
                </a:cubicBezTo>
                <a:cubicBezTo>
                  <a:pt x="23616" y="106270"/>
                  <a:pt x="0" y="80968"/>
                  <a:pt x="0" y="52292"/>
                </a:cubicBezTo>
                <a:lnTo>
                  <a:pt x="6747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2776" y="75907"/>
                  <a:pt x="92776" y="52292"/>
                </a:cubicBezTo>
                <a:cubicBezTo>
                  <a:pt x="92776" y="28676"/>
                  <a:pt x="74220" y="11808"/>
                  <a:pt x="52292" y="10121"/>
                </a:cubicBezTo>
                <a:cubicBezTo>
                  <a:pt x="30363" y="11808"/>
                  <a:pt x="11808" y="28676"/>
                  <a:pt x="11808" y="52292"/>
                </a:cubicBezTo>
                <a:lnTo>
                  <a:pt x="6747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BA000-9DF5-4A30-81A1-F2FD9012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937" y="6010537"/>
            <a:ext cx="87715" cy="133259"/>
          </a:xfrm>
          <a:custGeom xmlns:a="http://schemas.openxmlformats.org/drawingml/2006/main">
            <a:pathLst>
              <a:path w="87715" h="133259">
                <a:moveTo>
                  <a:pt x="69160" y="96149"/>
                </a:moveTo>
                <a:cubicBezTo>
                  <a:pt x="69160" y="91089"/>
                  <a:pt x="69160" y="87715"/>
                  <a:pt x="67473" y="86028"/>
                </a:cubicBezTo>
                <a:cubicBezTo>
                  <a:pt x="65786" y="82655"/>
                  <a:pt x="64099" y="79281"/>
                  <a:pt x="62413" y="77594"/>
                </a:cubicBezTo>
                <a:cubicBezTo>
                  <a:pt x="59039" y="75907"/>
                  <a:pt x="55665" y="74220"/>
                  <a:pt x="52292" y="72534"/>
                </a:cubicBezTo>
                <a:cubicBezTo>
                  <a:pt x="48918" y="72534"/>
                  <a:pt x="43858" y="70847"/>
                  <a:pt x="38797" y="70847"/>
                </a:cubicBezTo>
                <a:lnTo>
                  <a:pt x="18555" y="70847"/>
                </a:lnTo>
                <a:lnTo>
                  <a:pt x="18555" y="118078"/>
                </a:lnTo>
                <a:lnTo>
                  <a:pt x="43858" y="118078"/>
                </a:lnTo>
                <a:cubicBezTo>
                  <a:pt x="47231" y="118078"/>
                  <a:pt x="50605" y="118078"/>
                  <a:pt x="53978" y="116391"/>
                </a:cubicBezTo>
                <a:cubicBezTo>
                  <a:pt x="57352" y="116391"/>
                  <a:pt x="59039" y="114704"/>
                  <a:pt x="62413" y="113017"/>
                </a:cubicBezTo>
                <a:cubicBezTo>
                  <a:pt x="64099" y="111331"/>
                  <a:pt x="65786" y="107957"/>
                  <a:pt x="67473" y="106270"/>
                </a:cubicBezTo>
                <a:cubicBezTo>
                  <a:pt x="69160" y="102897"/>
                  <a:pt x="69160" y="99523"/>
                  <a:pt x="69160" y="96149"/>
                </a:cubicBezTo>
                <a:close/>
                <a:moveTo>
                  <a:pt x="60726" y="35423"/>
                </a:moveTo>
                <a:cubicBezTo>
                  <a:pt x="60726" y="32050"/>
                  <a:pt x="60726" y="30363"/>
                  <a:pt x="60726" y="26989"/>
                </a:cubicBezTo>
                <a:cubicBezTo>
                  <a:pt x="59039" y="25302"/>
                  <a:pt x="57352" y="21929"/>
                  <a:pt x="55665" y="20242"/>
                </a:cubicBezTo>
                <a:cubicBezTo>
                  <a:pt x="53978" y="18555"/>
                  <a:pt x="50605" y="16868"/>
                  <a:pt x="48918" y="16868"/>
                </a:cubicBezTo>
                <a:cubicBezTo>
                  <a:pt x="45544" y="15181"/>
                  <a:pt x="40484" y="15181"/>
                  <a:pt x="35423" y="15181"/>
                </a:cubicBezTo>
                <a:lnTo>
                  <a:pt x="18555" y="15181"/>
                </a:lnTo>
                <a:lnTo>
                  <a:pt x="18555" y="57352"/>
                </a:lnTo>
                <a:lnTo>
                  <a:pt x="38797" y="57352"/>
                </a:lnTo>
                <a:cubicBezTo>
                  <a:pt x="42171" y="57352"/>
                  <a:pt x="45544" y="57352"/>
                  <a:pt x="48918" y="55665"/>
                </a:cubicBezTo>
                <a:cubicBezTo>
                  <a:pt x="52292" y="53978"/>
                  <a:pt x="53978" y="53978"/>
                  <a:pt x="55665" y="50605"/>
                </a:cubicBezTo>
                <a:cubicBezTo>
                  <a:pt x="57352" y="48918"/>
                  <a:pt x="59039" y="47231"/>
                  <a:pt x="60726" y="43858"/>
                </a:cubicBezTo>
                <a:cubicBezTo>
                  <a:pt x="60726" y="42171"/>
                  <a:pt x="60726" y="38797"/>
                  <a:pt x="60726" y="35423"/>
                </a:cubicBezTo>
                <a:close/>
                <a:moveTo>
                  <a:pt x="87715" y="94462"/>
                </a:moveTo>
                <a:cubicBezTo>
                  <a:pt x="87715" y="99523"/>
                  <a:pt x="87715" y="102897"/>
                  <a:pt x="86028" y="106270"/>
                </a:cubicBezTo>
                <a:cubicBezTo>
                  <a:pt x="84341" y="109644"/>
                  <a:pt x="82655" y="113017"/>
                  <a:pt x="80968" y="116391"/>
                </a:cubicBezTo>
                <a:cubicBezTo>
                  <a:pt x="79281" y="118078"/>
                  <a:pt x="77594" y="121452"/>
                  <a:pt x="74220" y="123138"/>
                </a:cubicBezTo>
                <a:cubicBezTo>
                  <a:pt x="72534" y="124825"/>
                  <a:pt x="69160" y="126512"/>
                  <a:pt x="65786" y="128199"/>
                </a:cubicBezTo>
                <a:cubicBezTo>
                  <a:pt x="62413" y="129886"/>
                  <a:pt x="59039" y="131573"/>
                  <a:pt x="55665" y="131573"/>
                </a:cubicBezTo>
                <a:cubicBezTo>
                  <a:pt x="50605" y="131573"/>
                  <a:pt x="47231" y="133259"/>
                  <a:pt x="42171" y="133259"/>
                </a:cubicBezTo>
                <a:lnTo>
                  <a:pt x="6747" y="133259"/>
                </a:lnTo>
                <a:cubicBezTo>
                  <a:pt x="5060" y="133259"/>
                  <a:pt x="5060" y="131573"/>
                  <a:pt x="3374" y="131573"/>
                </a:cubicBezTo>
                <a:cubicBezTo>
                  <a:pt x="1687" y="129886"/>
                  <a:pt x="0" y="128199"/>
                  <a:pt x="0" y="124825"/>
                </a:cubicBezTo>
                <a:lnTo>
                  <a:pt x="0" y="8434"/>
                </a:lnTo>
                <a:cubicBezTo>
                  <a:pt x="0" y="5060"/>
                  <a:pt x="1687" y="3374"/>
                  <a:pt x="3374" y="1687"/>
                </a:cubicBezTo>
                <a:cubicBezTo>
                  <a:pt x="5060" y="1687"/>
                  <a:pt x="5060" y="0"/>
                  <a:pt x="6747" y="0"/>
                </a:cubicBezTo>
                <a:lnTo>
                  <a:pt x="37110" y="0"/>
                </a:lnTo>
                <a:cubicBezTo>
                  <a:pt x="45544" y="0"/>
                  <a:pt x="52292" y="1687"/>
                  <a:pt x="57352" y="3374"/>
                </a:cubicBezTo>
                <a:cubicBezTo>
                  <a:pt x="62413" y="5060"/>
                  <a:pt x="65786" y="6747"/>
                  <a:pt x="69160" y="10121"/>
                </a:cubicBezTo>
                <a:cubicBezTo>
                  <a:pt x="72534" y="11808"/>
                  <a:pt x="74220" y="15181"/>
                  <a:pt x="75907" y="20242"/>
                </a:cubicBezTo>
                <a:cubicBezTo>
                  <a:pt x="77594" y="23616"/>
                  <a:pt x="79281" y="28676"/>
                  <a:pt x="79281" y="33737"/>
                </a:cubicBezTo>
                <a:cubicBezTo>
                  <a:pt x="79281" y="37110"/>
                  <a:pt x="79281" y="40484"/>
                  <a:pt x="77594" y="43858"/>
                </a:cubicBezTo>
                <a:cubicBezTo>
                  <a:pt x="77594" y="45544"/>
                  <a:pt x="75907" y="48918"/>
                  <a:pt x="74220" y="50605"/>
                </a:cubicBezTo>
                <a:cubicBezTo>
                  <a:pt x="72534" y="53978"/>
                  <a:pt x="70847" y="55665"/>
                  <a:pt x="69160" y="57352"/>
                </a:cubicBezTo>
                <a:cubicBezTo>
                  <a:pt x="67473" y="59039"/>
                  <a:pt x="64099" y="60726"/>
                  <a:pt x="62413" y="62413"/>
                </a:cubicBezTo>
                <a:cubicBezTo>
                  <a:pt x="65786" y="62413"/>
                  <a:pt x="69160" y="64099"/>
                  <a:pt x="72534" y="65786"/>
                </a:cubicBezTo>
                <a:cubicBezTo>
                  <a:pt x="74220" y="67473"/>
                  <a:pt x="77594" y="69160"/>
                  <a:pt x="79281" y="72534"/>
                </a:cubicBezTo>
                <a:cubicBezTo>
                  <a:pt x="82655" y="75907"/>
                  <a:pt x="84341" y="79281"/>
                  <a:pt x="86028" y="82655"/>
                </a:cubicBezTo>
                <a:cubicBezTo>
                  <a:pt x="87715" y="86028"/>
                  <a:pt x="87715" y="91089"/>
                  <a:pt x="87715" y="944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DBFE8-7E5C-4BC8-9C57-EB40B25E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773" y="6106687"/>
            <a:ext cx="177117" cy="89402"/>
          </a:xfrm>
          <a:custGeom xmlns:a="http://schemas.openxmlformats.org/drawingml/2006/main">
            <a:pathLst>
              <a:path w="177117" h="89402">
                <a:moveTo>
                  <a:pt x="177117" y="82655"/>
                </a:moveTo>
                <a:cubicBezTo>
                  <a:pt x="177117" y="84341"/>
                  <a:pt x="177117" y="84341"/>
                  <a:pt x="177117" y="86028"/>
                </a:cubicBezTo>
                <a:cubicBezTo>
                  <a:pt x="177117" y="87715"/>
                  <a:pt x="175430" y="87715"/>
                  <a:pt x="175430" y="87715"/>
                </a:cubicBezTo>
                <a:lnTo>
                  <a:pt x="128199" y="87715"/>
                </a:lnTo>
                <a:lnTo>
                  <a:pt x="126512" y="86028"/>
                </a:lnTo>
                <a:cubicBezTo>
                  <a:pt x="126512" y="84341"/>
                  <a:pt x="126512" y="84341"/>
                  <a:pt x="126512" y="82655"/>
                </a:cubicBezTo>
                <a:lnTo>
                  <a:pt x="126512" y="80968"/>
                </a:lnTo>
                <a:lnTo>
                  <a:pt x="126512" y="79281"/>
                </a:lnTo>
                <a:lnTo>
                  <a:pt x="128199" y="79281"/>
                </a:lnTo>
                <a:lnTo>
                  <a:pt x="146754" y="79281"/>
                </a:lnTo>
                <a:lnTo>
                  <a:pt x="146754" y="11808"/>
                </a:lnTo>
                <a:lnTo>
                  <a:pt x="129886" y="21929"/>
                </a:lnTo>
                <a:lnTo>
                  <a:pt x="128199" y="21929"/>
                </a:lnTo>
                <a:lnTo>
                  <a:pt x="126512" y="21929"/>
                </a:lnTo>
                <a:lnTo>
                  <a:pt x="126512" y="20242"/>
                </a:lnTo>
                <a:lnTo>
                  <a:pt x="126512" y="18555"/>
                </a:lnTo>
                <a:lnTo>
                  <a:pt x="126512" y="16868"/>
                </a:lnTo>
                <a:lnTo>
                  <a:pt x="126512" y="15181"/>
                </a:lnTo>
                <a:lnTo>
                  <a:pt x="126512" y="13495"/>
                </a:lnTo>
                <a:lnTo>
                  <a:pt x="128199" y="13495"/>
                </a:lnTo>
                <a:lnTo>
                  <a:pt x="148441" y="0"/>
                </a:lnTo>
                <a:lnTo>
                  <a:pt x="150128" y="0"/>
                </a:lnTo>
                <a:lnTo>
                  <a:pt x="151815" y="0"/>
                </a:lnTo>
                <a:lnTo>
                  <a:pt x="153501" y="0"/>
                </a:lnTo>
                <a:cubicBezTo>
                  <a:pt x="155188" y="0"/>
                  <a:pt x="155188" y="0"/>
                  <a:pt x="156875" y="0"/>
                </a:cubicBezTo>
                <a:lnTo>
                  <a:pt x="158562" y="0"/>
                </a:lnTo>
                <a:lnTo>
                  <a:pt x="158562" y="1687"/>
                </a:lnTo>
                <a:lnTo>
                  <a:pt x="158562" y="79281"/>
                </a:lnTo>
                <a:lnTo>
                  <a:pt x="175430" y="79281"/>
                </a:lnTo>
                <a:lnTo>
                  <a:pt x="177117" y="79281"/>
                </a:lnTo>
                <a:lnTo>
                  <a:pt x="177117" y="80968"/>
                </a:lnTo>
                <a:lnTo>
                  <a:pt x="177117" y="82655"/>
                </a:lnTo>
                <a:close/>
                <a:moveTo>
                  <a:pt x="109644" y="48918"/>
                </a:moveTo>
                <a:lnTo>
                  <a:pt x="109644" y="50605"/>
                </a:lnTo>
                <a:lnTo>
                  <a:pt x="109644" y="52292"/>
                </a:lnTo>
                <a:cubicBezTo>
                  <a:pt x="107957" y="52292"/>
                  <a:pt x="107957" y="53978"/>
                  <a:pt x="107957" y="53978"/>
                </a:cubicBezTo>
                <a:lnTo>
                  <a:pt x="106270" y="53978"/>
                </a:lnTo>
                <a:lnTo>
                  <a:pt x="84341" y="53978"/>
                </a:lnTo>
                <a:lnTo>
                  <a:pt x="84341" y="77594"/>
                </a:lnTo>
                <a:lnTo>
                  <a:pt x="84341" y="79281"/>
                </a:lnTo>
                <a:cubicBezTo>
                  <a:pt x="82655" y="79281"/>
                  <a:pt x="82655" y="80968"/>
                  <a:pt x="82655" y="80968"/>
                </a:cubicBezTo>
                <a:cubicBezTo>
                  <a:pt x="80968" y="80968"/>
                  <a:pt x="80968" y="80968"/>
                  <a:pt x="79281" y="80968"/>
                </a:cubicBezTo>
                <a:lnTo>
                  <a:pt x="77594" y="80968"/>
                </a:lnTo>
                <a:lnTo>
                  <a:pt x="75907" y="79281"/>
                </a:lnTo>
                <a:lnTo>
                  <a:pt x="74220" y="79281"/>
                </a:lnTo>
                <a:lnTo>
                  <a:pt x="74220" y="77594"/>
                </a:lnTo>
                <a:lnTo>
                  <a:pt x="74220" y="53978"/>
                </a:lnTo>
                <a:lnTo>
                  <a:pt x="52292" y="53978"/>
                </a:lnTo>
                <a:lnTo>
                  <a:pt x="50605" y="53978"/>
                </a:lnTo>
                <a:lnTo>
                  <a:pt x="50605" y="52292"/>
                </a:lnTo>
                <a:lnTo>
                  <a:pt x="50605" y="50605"/>
                </a:lnTo>
                <a:lnTo>
                  <a:pt x="50605" y="48918"/>
                </a:lnTo>
                <a:lnTo>
                  <a:pt x="50605" y="47231"/>
                </a:lnTo>
                <a:lnTo>
                  <a:pt x="50605" y="45544"/>
                </a:lnTo>
                <a:lnTo>
                  <a:pt x="50605" y="43858"/>
                </a:lnTo>
                <a:lnTo>
                  <a:pt x="52292" y="43858"/>
                </a:lnTo>
                <a:lnTo>
                  <a:pt x="74220" y="43858"/>
                </a:lnTo>
                <a:lnTo>
                  <a:pt x="74220" y="18555"/>
                </a:lnTo>
                <a:cubicBezTo>
                  <a:pt x="75907" y="18555"/>
                  <a:pt x="75907" y="16868"/>
                  <a:pt x="75907" y="16868"/>
                </a:cubicBezTo>
                <a:lnTo>
                  <a:pt x="77594" y="16868"/>
                </a:lnTo>
                <a:lnTo>
                  <a:pt x="79281" y="16868"/>
                </a:lnTo>
                <a:cubicBezTo>
                  <a:pt x="80968" y="16868"/>
                  <a:pt x="80968" y="16868"/>
                  <a:pt x="82655" y="16868"/>
                </a:cubicBezTo>
                <a:lnTo>
                  <a:pt x="84341" y="16868"/>
                </a:lnTo>
                <a:lnTo>
                  <a:pt x="84341" y="18555"/>
                </a:lnTo>
                <a:lnTo>
                  <a:pt x="84341" y="43858"/>
                </a:lnTo>
                <a:lnTo>
                  <a:pt x="106270" y="43858"/>
                </a:lnTo>
                <a:lnTo>
                  <a:pt x="107957" y="43858"/>
                </a:lnTo>
                <a:lnTo>
                  <a:pt x="109644" y="45544"/>
                </a:lnTo>
                <a:lnTo>
                  <a:pt x="109644" y="47231"/>
                </a:lnTo>
                <a:lnTo>
                  <a:pt x="109644" y="48918"/>
                </a:lnTo>
                <a:close/>
                <a:moveTo>
                  <a:pt x="40484" y="80968"/>
                </a:moveTo>
                <a:cubicBezTo>
                  <a:pt x="40484" y="82655"/>
                  <a:pt x="40484" y="84341"/>
                  <a:pt x="40484" y="84341"/>
                </a:cubicBezTo>
                <a:cubicBezTo>
                  <a:pt x="40484" y="86028"/>
                  <a:pt x="38797" y="86028"/>
                  <a:pt x="38797" y="86028"/>
                </a:cubicBezTo>
                <a:cubicBezTo>
                  <a:pt x="38797" y="86028"/>
                  <a:pt x="38797" y="87715"/>
                  <a:pt x="37110" y="87715"/>
                </a:cubicBezTo>
                <a:lnTo>
                  <a:pt x="35423" y="87715"/>
                </a:lnTo>
                <a:cubicBezTo>
                  <a:pt x="33737" y="87715"/>
                  <a:pt x="33737" y="89402"/>
                  <a:pt x="32050" y="89402"/>
                </a:cubicBezTo>
                <a:cubicBezTo>
                  <a:pt x="30363" y="89402"/>
                  <a:pt x="30363" y="89402"/>
                  <a:pt x="28676" y="89402"/>
                </a:cubicBezTo>
                <a:cubicBezTo>
                  <a:pt x="25302" y="89402"/>
                  <a:pt x="23616" y="89402"/>
                  <a:pt x="20242" y="87715"/>
                </a:cubicBezTo>
                <a:cubicBezTo>
                  <a:pt x="18555" y="87715"/>
                  <a:pt x="16868" y="86028"/>
                  <a:pt x="15181" y="84341"/>
                </a:cubicBezTo>
                <a:cubicBezTo>
                  <a:pt x="13495" y="82655"/>
                  <a:pt x="13495" y="79281"/>
                  <a:pt x="11808" y="77594"/>
                </a:cubicBezTo>
                <a:cubicBezTo>
                  <a:pt x="11808" y="74220"/>
                  <a:pt x="11808" y="72534"/>
                  <a:pt x="11808" y="67473"/>
                </a:cubicBezTo>
                <a:lnTo>
                  <a:pt x="11808" y="32050"/>
                </a:lnTo>
                <a:lnTo>
                  <a:pt x="1687" y="32050"/>
                </a:lnTo>
                <a:cubicBezTo>
                  <a:pt x="0" y="30363"/>
                  <a:pt x="0" y="30363"/>
                  <a:pt x="0" y="28676"/>
                </a:cubicBezTo>
                <a:cubicBezTo>
                  <a:pt x="0" y="26989"/>
                  <a:pt x="0" y="26989"/>
                  <a:pt x="0" y="25302"/>
                </a:cubicBezTo>
                <a:lnTo>
                  <a:pt x="1687" y="23616"/>
                </a:lnTo>
                <a:lnTo>
                  <a:pt x="3374" y="23616"/>
                </a:lnTo>
                <a:lnTo>
                  <a:pt x="11808" y="23616"/>
                </a:lnTo>
                <a:lnTo>
                  <a:pt x="11808" y="8434"/>
                </a:lnTo>
                <a:lnTo>
                  <a:pt x="11808" y="6747"/>
                </a:lnTo>
                <a:lnTo>
                  <a:pt x="13495" y="6747"/>
                </a:lnTo>
                <a:cubicBezTo>
                  <a:pt x="15181" y="6747"/>
                  <a:pt x="15181" y="6747"/>
                  <a:pt x="16868" y="6747"/>
                </a:cubicBezTo>
                <a:lnTo>
                  <a:pt x="18555" y="6747"/>
                </a:lnTo>
                <a:lnTo>
                  <a:pt x="20242" y="6747"/>
                </a:lnTo>
                <a:cubicBezTo>
                  <a:pt x="21929" y="6747"/>
                  <a:pt x="21929" y="8434"/>
                  <a:pt x="21929" y="8434"/>
                </a:cubicBezTo>
                <a:lnTo>
                  <a:pt x="21929" y="23616"/>
                </a:lnTo>
                <a:lnTo>
                  <a:pt x="37110" y="23616"/>
                </a:lnTo>
                <a:lnTo>
                  <a:pt x="38797" y="23616"/>
                </a:lnTo>
                <a:lnTo>
                  <a:pt x="40484" y="25302"/>
                </a:lnTo>
                <a:cubicBezTo>
                  <a:pt x="40484" y="26989"/>
                  <a:pt x="40484" y="26989"/>
                  <a:pt x="40484" y="28676"/>
                </a:cubicBezTo>
                <a:cubicBezTo>
                  <a:pt x="40484" y="30363"/>
                  <a:pt x="40484" y="30363"/>
                  <a:pt x="38797" y="32050"/>
                </a:cubicBezTo>
                <a:lnTo>
                  <a:pt x="37110" y="32050"/>
                </a:lnTo>
                <a:lnTo>
                  <a:pt x="21929" y="32050"/>
                </a:lnTo>
                <a:lnTo>
                  <a:pt x="21929" y="67473"/>
                </a:lnTo>
                <a:cubicBezTo>
                  <a:pt x="21929" y="70847"/>
                  <a:pt x="23616" y="74220"/>
                  <a:pt x="23616" y="75907"/>
                </a:cubicBezTo>
                <a:cubicBezTo>
                  <a:pt x="25302" y="77594"/>
                  <a:pt x="26989" y="79281"/>
                  <a:pt x="30363" y="79281"/>
                </a:cubicBezTo>
                <a:cubicBezTo>
                  <a:pt x="32050" y="79281"/>
                  <a:pt x="32050" y="79281"/>
                  <a:pt x="33737" y="79281"/>
                </a:cubicBezTo>
                <a:lnTo>
                  <a:pt x="35423" y="79281"/>
                </a:lnTo>
                <a:lnTo>
                  <a:pt x="37110" y="77594"/>
                </a:lnTo>
                <a:lnTo>
                  <a:pt x="38797" y="77594"/>
                </a:lnTo>
                <a:lnTo>
                  <a:pt x="40484" y="77594"/>
                </a:lnTo>
                <a:lnTo>
                  <a:pt x="40484" y="79281"/>
                </a:lnTo>
                <a:lnTo>
                  <a:pt x="40484" y="80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0DE1E-CFE1-4A94-9C43-3E349F56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4" y="971982"/>
            <a:ext cx="1217890" cy="620753"/>
          </a:xfrm>
          <a:custGeom xmlns:a="http://schemas.openxmlformats.org/drawingml/2006/main">
            <a:pathLst>
              <a:path w="1217890" h="620753">
                <a:moveTo>
                  <a:pt x="0" y="546532"/>
                </a:moveTo>
                <a:cubicBezTo>
                  <a:pt x="37110" y="244590"/>
                  <a:pt x="286761" y="10121"/>
                  <a:pt x="583642" y="0"/>
                </a:cubicBezTo>
                <a:cubicBezTo>
                  <a:pt x="590390" y="0"/>
                  <a:pt x="597137" y="0"/>
                  <a:pt x="605571" y="0"/>
                </a:cubicBezTo>
                <a:cubicBezTo>
                  <a:pt x="932816" y="0"/>
                  <a:pt x="1216203" y="274953"/>
                  <a:pt x="1217890" y="620753"/>
                </a:cubicBezTo>
                <a:lnTo>
                  <a:pt x="1182466" y="620753"/>
                </a:lnTo>
                <a:cubicBezTo>
                  <a:pt x="1180780" y="295195"/>
                  <a:pt x="912574" y="33737"/>
                  <a:pt x="605571" y="33737"/>
                </a:cubicBezTo>
                <a:cubicBezTo>
                  <a:pt x="598824" y="33737"/>
                  <a:pt x="592077" y="33737"/>
                  <a:pt x="585329" y="33737"/>
                </a:cubicBezTo>
                <a:cubicBezTo>
                  <a:pt x="307003" y="43858"/>
                  <a:pt x="69160" y="264832"/>
                  <a:pt x="33737" y="549906"/>
                </a:cubicBezTo>
                <a:lnTo>
                  <a:pt x="0" y="546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EB0C1-725B-4AD3-866E-342961ED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98" y="1503333"/>
            <a:ext cx="86028" cy="79281"/>
          </a:xfrm>
          <a:custGeom xmlns:a="http://schemas.openxmlformats.org/drawingml/2006/main">
            <a:pathLst>
              <a:path w="86028" h="79281">
                <a:moveTo>
                  <a:pt x="86028" y="8434"/>
                </a:moveTo>
                <a:lnTo>
                  <a:pt x="35423" y="79281"/>
                </a:lnTo>
                <a:lnTo>
                  <a:pt x="0" y="0"/>
                </a:lnTo>
                <a:lnTo>
                  <a:pt x="86028" y="84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2A80A-F573-404D-BD96-87968193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1564" y="501357"/>
            <a:ext cx="30363" cy="52292"/>
          </a:xfrm>
          <a:custGeom xmlns:a="http://schemas.openxmlformats.org/drawingml/2006/main">
            <a:pathLst>
              <a:path w="30363" h="52292">
                <a:moveTo>
                  <a:pt x="11808" y="0"/>
                </a:moveTo>
                <a:cubicBezTo>
                  <a:pt x="11808" y="5060"/>
                  <a:pt x="11808" y="10121"/>
                  <a:pt x="11808" y="16868"/>
                </a:cubicBezTo>
                <a:cubicBezTo>
                  <a:pt x="11808" y="21929"/>
                  <a:pt x="11808" y="25302"/>
                  <a:pt x="11808" y="28676"/>
                </a:cubicBezTo>
                <a:cubicBezTo>
                  <a:pt x="10121" y="32050"/>
                  <a:pt x="10121" y="35423"/>
                  <a:pt x="8434" y="37110"/>
                </a:cubicBezTo>
                <a:cubicBezTo>
                  <a:pt x="6747" y="40484"/>
                  <a:pt x="3374" y="43858"/>
                  <a:pt x="0" y="45544"/>
                </a:cubicBezTo>
                <a:lnTo>
                  <a:pt x="5060" y="52292"/>
                </a:lnTo>
                <a:cubicBezTo>
                  <a:pt x="11808" y="47231"/>
                  <a:pt x="16868" y="43858"/>
                  <a:pt x="20242" y="40484"/>
                </a:cubicBezTo>
                <a:cubicBezTo>
                  <a:pt x="23616" y="35423"/>
                  <a:pt x="26989" y="32050"/>
                  <a:pt x="28676" y="28676"/>
                </a:cubicBezTo>
                <a:cubicBezTo>
                  <a:pt x="30363" y="23616"/>
                  <a:pt x="30363" y="20242"/>
                  <a:pt x="30363" y="15181"/>
                </a:cubicBezTo>
                <a:cubicBezTo>
                  <a:pt x="30363" y="10121"/>
                  <a:pt x="30363" y="5060"/>
                  <a:pt x="28676" y="0"/>
                </a:cubicBezTo>
                <a:lnTo>
                  <a:pt x="118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3288D-CC77-44B0-96CA-4130F8A7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087" y="501357"/>
            <a:ext cx="121452" cy="23616"/>
          </a:xfrm>
          <a:custGeom xmlns:a="http://schemas.openxmlformats.org/drawingml/2006/main">
            <a:pathLst>
              <a:path w="121452" h="23616">
                <a:moveTo>
                  <a:pt x="0" y="0"/>
                </a:moveTo>
                <a:lnTo>
                  <a:pt x="0" y="23616"/>
                </a:lnTo>
                <a:lnTo>
                  <a:pt x="20242" y="23616"/>
                </a:lnTo>
                <a:lnTo>
                  <a:pt x="20242" y="0"/>
                </a:lnTo>
                <a:lnTo>
                  <a:pt x="0" y="0"/>
                </a:lnTo>
                <a:close/>
                <a:moveTo>
                  <a:pt x="50605" y="0"/>
                </a:moveTo>
                <a:lnTo>
                  <a:pt x="50605" y="23616"/>
                </a:lnTo>
                <a:lnTo>
                  <a:pt x="70847" y="23616"/>
                </a:lnTo>
                <a:lnTo>
                  <a:pt x="70847" y="0"/>
                </a:lnTo>
                <a:lnTo>
                  <a:pt x="50605" y="0"/>
                </a:lnTo>
                <a:close/>
                <a:moveTo>
                  <a:pt x="101210" y="0"/>
                </a:moveTo>
                <a:lnTo>
                  <a:pt x="101210" y="23616"/>
                </a:lnTo>
                <a:lnTo>
                  <a:pt x="121452" y="23616"/>
                </a:lnTo>
                <a:lnTo>
                  <a:pt x="121452" y="0"/>
                </a:lnTo>
                <a:lnTo>
                  <a:pt x="1012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201B6D-EA02-4B5A-9C91-BA97873D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377" y="745948"/>
            <a:ext cx="121452" cy="23616"/>
          </a:xfrm>
          <a:custGeom xmlns:a="http://schemas.openxmlformats.org/drawingml/2006/main">
            <a:pathLst>
              <a:path w="121452" h="23616">
                <a:moveTo>
                  <a:pt x="0" y="0"/>
                </a:moveTo>
                <a:lnTo>
                  <a:pt x="0" y="23616"/>
                </a:lnTo>
                <a:lnTo>
                  <a:pt x="20242" y="23616"/>
                </a:lnTo>
                <a:lnTo>
                  <a:pt x="20242" y="0"/>
                </a:lnTo>
                <a:lnTo>
                  <a:pt x="0" y="0"/>
                </a:lnTo>
                <a:close/>
                <a:moveTo>
                  <a:pt x="50605" y="0"/>
                </a:moveTo>
                <a:lnTo>
                  <a:pt x="50605" y="23616"/>
                </a:lnTo>
                <a:lnTo>
                  <a:pt x="70847" y="23616"/>
                </a:lnTo>
                <a:lnTo>
                  <a:pt x="70847" y="0"/>
                </a:lnTo>
                <a:lnTo>
                  <a:pt x="50605" y="0"/>
                </a:lnTo>
                <a:close/>
                <a:moveTo>
                  <a:pt x="99523" y="0"/>
                </a:moveTo>
                <a:lnTo>
                  <a:pt x="99523" y="23616"/>
                </a:lnTo>
                <a:lnTo>
                  <a:pt x="121452" y="23616"/>
                </a:lnTo>
                <a:lnTo>
                  <a:pt x="121452" y="0"/>
                </a:lnTo>
                <a:lnTo>
                  <a:pt x="995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C8024-B9F8-4840-B01A-9ADDE715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60" y="745948"/>
            <a:ext cx="30363" cy="52292"/>
          </a:xfrm>
          <a:custGeom xmlns:a="http://schemas.openxmlformats.org/drawingml/2006/main">
            <a:pathLst>
              <a:path w="30363" h="52292">
                <a:moveTo>
                  <a:pt x="11808" y="0"/>
                </a:moveTo>
                <a:cubicBezTo>
                  <a:pt x="11808" y="5060"/>
                  <a:pt x="11808" y="10121"/>
                  <a:pt x="11808" y="15181"/>
                </a:cubicBezTo>
                <a:cubicBezTo>
                  <a:pt x="11808" y="20242"/>
                  <a:pt x="11808" y="25302"/>
                  <a:pt x="11808" y="28676"/>
                </a:cubicBezTo>
                <a:cubicBezTo>
                  <a:pt x="10121" y="32050"/>
                  <a:pt x="10121" y="35423"/>
                  <a:pt x="8434" y="37110"/>
                </a:cubicBezTo>
                <a:cubicBezTo>
                  <a:pt x="6747" y="40484"/>
                  <a:pt x="3374" y="42171"/>
                  <a:pt x="0" y="45544"/>
                </a:cubicBezTo>
                <a:lnTo>
                  <a:pt x="5060" y="52292"/>
                </a:lnTo>
                <a:cubicBezTo>
                  <a:pt x="11808" y="47231"/>
                  <a:pt x="16868" y="43858"/>
                  <a:pt x="20242" y="38797"/>
                </a:cubicBezTo>
                <a:cubicBezTo>
                  <a:pt x="23616" y="35423"/>
                  <a:pt x="26989" y="32050"/>
                  <a:pt x="28676" y="26989"/>
                </a:cubicBezTo>
                <a:cubicBezTo>
                  <a:pt x="30363" y="23616"/>
                  <a:pt x="30363" y="20242"/>
                  <a:pt x="30363" y="15181"/>
                </a:cubicBezTo>
                <a:cubicBezTo>
                  <a:pt x="30363" y="10121"/>
                  <a:pt x="30363" y="5060"/>
                  <a:pt x="28676" y="0"/>
                </a:cubicBezTo>
                <a:lnTo>
                  <a:pt x="118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CC711-0AEB-48EE-8EE6-B85B394B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383" y="1607917"/>
            <a:ext cx="107957" cy="141694"/>
          </a:xfrm>
          <a:custGeom xmlns:a="http://schemas.openxmlformats.org/drawingml/2006/main">
            <a:pathLst>
              <a:path w="107957" h="141694">
                <a:moveTo>
                  <a:pt x="107957" y="5060"/>
                </a:moveTo>
                <a:lnTo>
                  <a:pt x="102897" y="32050"/>
                </a:lnTo>
                <a:lnTo>
                  <a:pt x="92776" y="32050"/>
                </a:lnTo>
                <a:cubicBezTo>
                  <a:pt x="92776" y="23616"/>
                  <a:pt x="89402" y="18555"/>
                  <a:pt x="87715" y="13495"/>
                </a:cubicBezTo>
                <a:cubicBezTo>
                  <a:pt x="84341" y="10121"/>
                  <a:pt x="79281" y="8434"/>
                  <a:pt x="72534" y="8434"/>
                </a:cubicBezTo>
                <a:cubicBezTo>
                  <a:pt x="62413" y="8434"/>
                  <a:pt x="53978" y="13495"/>
                  <a:pt x="45544" y="23616"/>
                </a:cubicBezTo>
                <a:cubicBezTo>
                  <a:pt x="37110" y="32050"/>
                  <a:pt x="32050" y="43858"/>
                  <a:pt x="26989" y="60726"/>
                </a:cubicBezTo>
                <a:cubicBezTo>
                  <a:pt x="21929" y="75907"/>
                  <a:pt x="20242" y="89402"/>
                  <a:pt x="20242" y="102897"/>
                </a:cubicBezTo>
                <a:cubicBezTo>
                  <a:pt x="20242" y="113017"/>
                  <a:pt x="21929" y="121452"/>
                  <a:pt x="25302" y="126512"/>
                </a:cubicBezTo>
                <a:cubicBezTo>
                  <a:pt x="28676" y="129886"/>
                  <a:pt x="35423" y="133259"/>
                  <a:pt x="42171" y="133259"/>
                </a:cubicBezTo>
                <a:cubicBezTo>
                  <a:pt x="47231" y="133259"/>
                  <a:pt x="52292" y="131573"/>
                  <a:pt x="55665" y="131573"/>
                </a:cubicBezTo>
                <a:cubicBezTo>
                  <a:pt x="59039" y="129886"/>
                  <a:pt x="62413" y="126512"/>
                  <a:pt x="65786" y="123138"/>
                </a:cubicBezTo>
                <a:cubicBezTo>
                  <a:pt x="69160" y="119765"/>
                  <a:pt x="72534" y="114704"/>
                  <a:pt x="75907" y="107957"/>
                </a:cubicBezTo>
                <a:lnTo>
                  <a:pt x="86028" y="107957"/>
                </a:lnTo>
                <a:lnTo>
                  <a:pt x="79281" y="136633"/>
                </a:lnTo>
                <a:cubicBezTo>
                  <a:pt x="67473" y="140007"/>
                  <a:pt x="53978" y="141694"/>
                  <a:pt x="40484" y="141694"/>
                </a:cubicBezTo>
                <a:cubicBezTo>
                  <a:pt x="26989" y="141694"/>
                  <a:pt x="16868" y="138320"/>
                  <a:pt x="10121" y="131573"/>
                </a:cubicBezTo>
                <a:cubicBezTo>
                  <a:pt x="3374" y="123138"/>
                  <a:pt x="0" y="113017"/>
                  <a:pt x="0" y="99523"/>
                </a:cubicBezTo>
                <a:cubicBezTo>
                  <a:pt x="0" y="89402"/>
                  <a:pt x="1687" y="77594"/>
                  <a:pt x="6747" y="64099"/>
                </a:cubicBezTo>
                <a:cubicBezTo>
                  <a:pt x="10121" y="50605"/>
                  <a:pt x="15181" y="40484"/>
                  <a:pt x="21929" y="30363"/>
                </a:cubicBezTo>
                <a:cubicBezTo>
                  <a:pt x="26989" y="20242"/>
                  <a:pt x="35423" y="11808"/>
                  <a:pt x="43858" y="6747"/>
                </a:cubicBezTo>
                <a:cubicBezTo>
                  <a:pt x="53978" y="1687"/>
                  <a:pt x="62413" y="0"/>
                  <a:pt x="74220" y="0"/>
                </a:cubicBezTo>
                <a:cubicBezTo>
                  <a:pt x="79281" y="0"/>
                  <a:pt x="86028" y="0"/>
                  <a:pt x="91089" y="0"/>
                </a:cubicBezTo>
                <a:cubicBezTo>
                  <a:pt x="96149" y="1687"/>
                  <a:pt x="101210" y="3374"/>
                  <a:pt x="107957" y="50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C75A4-09B3-4F7D-AE90-941B1B30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027" y="1697319"/>
            <a:ext cx="53978" cy="96149"/>
          </a:xfrm>
          <a:custGeom xmlns:a="http://schemas.openxmlformats.org/drawingml/2006/main">
            <a:pathLst>
              <a:path w="53978" h="96149">
                <a:moveTo>
                  <a:pt x="47231" y="79281"/>
                </a:moveTo>
                <a:cubicBezTo>
                  <a:pt x="45544" y="82655"/>
                  <a:pt x="42171" y="86028"/>
                  <a:pt x="40484" y="87715"/>
                </a:cubicBezTo>
                <a:cubicBezTo>
                  <a:pt x="37110" y="89402"/>
                  <a:pt x="35423" y="91089"/>
                  <a:pt x="33737" y="92776"/>
                </a:cubicBezTo>
                <a:cubicBezTo>
                  <a:pt x="32050" y="92776"/>
                  <a:pt x="28676" y="94462"/>
                  <a:pt x="26989" y="94462"/>
                </a:cubicBezTo>
                <a:cubicBezTo>
                  <a:pt x="25302" y="96149"/>
                  <a:pt x="21929" y="96149"/>
                  <a:pt x="20242" y="96149"/>
                </a:cubicBezTo>
                <a:cubicBezTo>
                  <a:pt x="15181" y="96149"/>
                  <a:pt x="10121" y="94462"/>
                  <a:pt x="6747" y="91089"/>
                </a:cubicBezTo>
                <a:cubicBezTo>
                  <a:pt x="5060" y="89402"/>
                  <a:pt x="3374" y="84341"/>
                  <a:pt x="3374" y="79281"/>
                </a:cubicBezTo>
                <a:cubicBezTo>
                  <a:pt x="3374" y="77594"/>
                  <a:pt x="3374" y="75907"/>
                  <a:pt x="3374" y="72534"/>
                </a:cubicBezTo>
                <a:cubicBezTo>
                  <a:pt x="3374" y="70847"/>
                  <a:pt x="3374" y="69160"/>
                  <a:pt x="5060" y="67473"/>
                </a:cubicBezTo>
                <a:lnTo>
                  <a:pt x="13495" y="28676"/>
                </a:lnTo>
                <a:lnTo>
                  <a:pt x="0" y="28676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1929"/>
                </a:cubicBezTo>
                <a:cubicBezTo>
                  <a:pt x="10121" y="20242"/>
                  <a:pt x="11808" y="20242"/>
                  <a:pt x="13495" y="18555"/>
                </a:cubicBezTo>
                <a:lnTo>
                  <a:pt x="15181" y="16868"/>
                </a:lnTo>
                <a:cubicBezTo>
                  <a:pt x="15181" y="15181"/>
                  <a:pt x="16868" y="13495"/>
                  <a:pt x="16868" y="13495"/>
                </a:cubicBezTo>
                <a:cubicBezTo>
                  <a:pt x="18555" y="11808"/>
                  <a:pt x="18555" y="10121"/>
                  <a:pt x="20242" y="8434"/>
                </a:cubicBezTo>
                <a:cubicBezTo>
                  <a:pt x="20242" y="5060"/>
                  <a:pt x="20242" y="3374"/>
                  <a:pt x="21929" y="0"/>
                </a:cubicBezTo>
                <a:lnTo>
                  <a:pt x="33737" y="0"/>
                </a:lnTo>
                <a:lnTo>
                  <a:pt x="28676" y="20242"/>
                </a:lnTo>
                <a:lnTo>
                  <a:pt x="53978" y="20242"/>
                </a:lnTo>
                <a:lnTo>
                  <a:pt x="52292" y="28676"/>
                </a:lnTo>
                <a:lnTo>
                  <a:pt x="26989" y="28676"/>
                </a:lnTo>
                <a:lnTo>
                  <a:pt x="20242" y="59039"/>
                </a:lnTo>
                <a:cubicBezTo>
                  <a:pt x="20242" y="60726"/>
                  <a:pt x="18555" y="64099"/>
                  <a:pt x="18555" y="65786"/>
                </a:cubicBezTo>
                <a:cubicBezTo>
                  <a:pt x="18555" y="65786"/>
                  <a:pt x="18555" y="67473"/>
                  <a:pt x="18555" y="69160"/>
                </a:cubicBezTo>
                <a:cubicBezTo>
                  <a:pt x="18555" y="70847"/>
                  <a:pt x="18555" y="72534"/>
                  <a:pt x="16868" y="72534"/>
                </a:cubicBezTo>
                <a:cubicBezTo>
                  <a:pt x="16868" y="74220"/>
                  <a:pt x="16868" y="75907"/>
                  <a:pt x="16868" y="75907"/>
                </a:cubicBezTo>
                <a:cubicBezTo>
                  <a:pt x="16868" y="79281"/>
                  <a:pt x="18555" y="80968"/>
                  <a:pt x="20242" y="82655"/>
                </a:cubicBezTo>
                <a:cubicBezTo>
                  <a:pt x="20242" y="84341"/>
                  <a:pt x="21929" y="86028"/>
                  <a:pt x="25302" y="86028"/>
                </a:cubicBezTo>
                <a:cubicBezTo>
                  <a:pt x="28676" y="86028"/>
                  <a:pt x="30363" y="84341"/>
                  <a:pt x="33737" y="82655"/>
                </a:cubicBezTo>
                <a:cubicBezTo>
                  <a:pt x="35423" y="80968"/>
                  <a:pt x="38797" y="79281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B66DAB-E903-48C0-B119-38BE1848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874" y="1741176"/>
            <a:ext cx="94462" cy="11808"/>
          </a:xfrm>
          <a:custGeom xmlns:a="http://schemas.openxmlformats.org/drawingml/2006/main">
            <a:pathLst>
              <a:path w="94462" h="11808">
                <a:moveTo>
                  <a:pt x="94462" y="0"/>
                </a:moveTo>
                <a:lnTo>
                  <a:pt x="94462" y="11808"/>
                </a:lnTo>
                <a:lnTo>
                  <a:pt x="0" y="11808"/>
                </a:lnTo>
                <a:lnTo>
                  <a:pt x="0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Text 1">
            <a:extLst xmlns:a="http://schemas.openxmlformats.org/drawingml/2006/main">
              <a:ext uri="{FF2B5EF4-FFF2-40B4-BE49-F238E27FC236}">
                <a16:creationId xmlns:a16="http://schemas.microsoft.com/office/drawing/2014/main" id="{22BDCB04-627C-43E5-A92B-025C467C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365" y="1688325"/>
            <a:ext cx="59662" cy="103509"/>
          </a:xfrm>
          <a:custGeom xmlns:a="http://schemas.openxmlformats.org/drawingml/2006/main">
            <a:pathLst>
              <a:path w="59662" h="103509">
                <a:moveTo>
                  <a:pt x="38750" y="83947"/>
                </a:moveTo>
                <a:cubicBezTo>
                  <a:pt x="38750" y="86845"/>
                  <a:pt x="38913" y="89031"/>
                  <a:pt x="39238" y="90505"/>
                </a:cubicBezTo>
                <a:cubicBezTo>
                  <a:pt x="39562" y="91979"/>
                  <a:pt x="40137" y="93178"/>
                  <a:pt x="40962" y="94103"/>
                </a:cubicBezTo>
                <a:cubicBezTo>
                  <a:pt x="41786" y="95027"/>
                  <a:pt x="42973" y="95752"/>
                  <a:pt x="44522" y="96277"/>
                </a:cubicBezTo>
                <a:cubicBezTo>
                  <a:pt x="46071" y="96801"/>
                  <a:pt x="48020" y="97201"/>
                  <a:pt x="50368" y="97476"/>
                </a:cubicBezTo>
                <a:cubicBezTo>
                  <a:pt x="52717" y="97751"/>
                  <a:pt x="55815" y="97938"/>
                  <a:pt x="59662" y="98038"/>
                </a:cubicBezTo>
                <a:lnTo>
                  <a:pt x="59662" y="103509"/>
                </a:lnTo>
                <a:lnTo>
                  <a:pt x="4272" y="103509"/>
                </a:lnTo>
                <a:lnTo>
                  <a:pt x="4272" y="98038"/>
                </a:lnTo>
                <a:cubicBezTo>
                  <a:pt x="9819" y="97788"/>
                  <a:pt x="13779" y="97451"/>
                  <a:pt x="16152" y="97026"/>
                </a:cubicBezTo>
                <a:cubicBezTo>
                  <a:pt x="18526" y="96601"/>
                  <a:pt x="20337" y="95964"/>
                  <a:pt x="21586" y="95115"/>
                </a:cubicBezTo>
                <a:cubicBezTo>
                  <a:pt x="22836" y="94265"/>
                  <a:pt x="23747" y="93066"/>
                  <a:pt x="24322" y="91517"/>
                </a:cubicBezTo>
                <a:cubicBezTo>
                  <a:pt x="24897" y="89968"/>
                  <a:pt x="25184" y="87445"/>
                  <a:pt x="25184" y="83947"/>
                </a:cubicBezTo>
                <a:lnTo>
                  <a:pt x="25184" y="23160"/>
                </a:lnTo>
                <a:cubicBezTo>
                  <a:pt x="25184" y="21162"/>
                  <a:pt x="24834" y="19700"/>
                  <a:pt x="24135" y="18776"/>
                </a:cubicBezTo>
                <a:cubicBezTo>
                  <a:pt x="23435" y="17851"/>
                  <a:pt x="22411" y="17389"/>
                  <a:pt x="21062" y="17389"/>
                </a:cubicBezTo>
                <a:cubicBezTo>
                  <a:pt x="19463" y="17389"/>
                  <a:pt x="17189" y="18213"/>
                  <a:pt x="14241" y="19862"/>
                </a:cubicBezTo>
                <a:cubicBezTo>
                  <a:pt x="11293" y="21511"/>
                  <a:pt x="7645" y="23785"/>
                  <a:pt x="3298" y="26683"/>
                </a:cubicBezTo>
                <a:lnTo>
                  <a:pt x="0" y="20912"/>
                </a:lnTo>
                <a:lnTo>
                  <a:pt x="35078" y="0"/>
                </a:lnTo>
                <a:lnTo>
                  <a:pt x="39200" y="0"/>
                </a:lnTo>
                <a:cubicBezTo>
                  <a:pt x="38900" y="4797"/>
                  <a:pt x="38750" y="11443"/>
                  <a:pt x="38750" y="19937"/>
                </a:cubicBezTo>
                <a:lnTo>
                  <a:pt x="38750" y="839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D6879A-8A93-486F-8CFB-E8BC5004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949" y="1332964"/>
            <a:ext cx="107957" cy="143380"/>
          </a:xfrm>
          <a:custGeom xmlns:a="http://schemas.openxmlformats.org/drawingml/2006/main">
            <a:pathLst>
              <a:path w="107957" h="143380">
                <a:moveTo>
                  <a:pt x="107957" y="5060"/>
                </a:moveTo>
                <a:lnTo>
                  <a:pt x="101210" y="33737"/>
                </a:lnTo>
                <a:lnTo>
                  <a:pt x="91089" y="33737"/>
                </a:lnTo>
                <a:cubicBezTo>
                  <a:pt x="91089" y="25302"/>
                  <a:pt x="89402" y="18555"/>
                  <a:pt x="86028" y="15181"/>
                </a:cubicBezTo>
                <a:cubicBezTo>
                  <a:pt x="82655" y="11808"/>
                  <a:pt x="77594" y="10121"/>
                  <a:pt x="70847" y="10121"/>
                </a:cubicBezTo>
                <a:cubicBezTo>
                  <a:pt x="62413" y="10121"/>
                  <a:pt x="53978" y="13495"/>
                  <a:pt x="45544" y="23616"/>
                </a:cubicBezTo>
                <a:cubicBezTo>
                  <a:pt x="37110" y="33737"/>
                  <a:pt x="30363" y="45544"/>
                  <a:pt x="26989" y="60726"/>
                </a:cubicBezTo>
                <a:cubicBezTo>
                  <a:pt x="21929" y="75907"/>
                  <a:pt x="18555" y="91089"/>
                  <a:pt x="18555" y="102897"/>
                </a:cubicBezTo>
                <a:cubicBezTo>
                  <a:pt x="18555" y="114704"/>
                  <a:pt x="21929" y="121452"/>
                  <a:pt x="25302" y="126512"/>
                </a:cubicBezTo>
                <a:cubicBezTo>
                  <a:pt x="28676" y="131573"/>
                  <a:pt x="33737" y="133259"/>
                  <a:pt x="42171" y="133259"/>
                </a:cubicBezTo>
                <a:cubicBezTo>
                  <a:pt x="47231" y="133259"/>
                  <a:pt x="50605" y="133259"/>
                  <a:pt x="55665" y="131573"/>
                </a:cubicBezTo>
                <a:cubicBezTo>
                  <a:pt x="59039" y="129886"/>
                  <a:pt x="62413" y="126512"/>
                  <a:pt x="65786" y="123138"/>
                </a:cubicBezTo>
                <a:cubicBezTo>
                  <a:pt x="69160" y="119765"/>
                  <a:pt x="72534" y="114704"/>
                  <a:pt x="75907" y="107957"/>
                </a:cubicBezTo>
                <a:lnTo>
                  <a:pt x="86028" y="107957"/>
                </a:lnTo>
                <a:lnTo>
                  <a:pt x="79281" y="136633"/>
                </a:lnTo>
                <a:cubicBezTo>
                  <a:pt x="65786" y="141694"/>
                  <a:pt x="53978" y="143380"/>
                  <a:pt x="38797" y="143380"/>
                </a:cubicBezTo>
                <a:cubicBezTo>
                  <a:pt x="26989" y="143380"/>
                  <a:pt x="16868" y="138320"/>
                  <a:pt x="10121" y="131573"/>
                </a:cubicBezTo>
                <a:cubicBezTo>
                  <a:pt x="3374" y="124825"/>
                  <a:pt x="0" y="113017"/>
                  <a:pt x="0" y="99523"/>
                </a:cubicBezTo>
                <a:cubicBezTo>
                  <a:pt x="0" y="89402"/>
                  <a:pt x="1687" y="77594"/>
                  <a:pt x="5060" y="65786"/>
                </a:cubicBezTo>
                <a:cubicBezTo>
                  <a:pt x="8434" y="52292"/>
                  <a:pt x="13495" y="40484"/>
                  <a:pt x="20242" y="30363"/>
                </a:cubicBezTo>
                <a:cubicBezTo>
                  <a:pt x="26989" y="20242"/>
                  <a:pt x="35423" y="13495"/>
                  <a:pt x="43858" y="8434"/>
                </a:cubicBezTo>
                <a:cubicBezTo>
                  <a:pt x="52292" y="3374"/>
                  <a:pt x="62413" y="0"/>
                  <a:pt x="72534" y="0"/>
                </a:cubicBezTo>
                <a:cubicBezTo>
                  <a:pt x="79281" y="0"/>
                  <a:pt x="84341" y="0"/>
                  <a:pt x="89402" y="1687"/>
                </a:cubicBezTo>
                <a:cubicBezTo>
                  <a:pt x="96149" y="1687"/>
                  <a:pt x="101210" y="3374"/>
                  <a:pt x="107957" y="50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AD4EB-F99F-43B0-8134-85BFCA10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593" y="1424052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3858" y="80968"/>
                  <a:pt x="42171" y="84341"/>
                  <a:pt x="40484" y="86028"/>
                </a:cubicBezTo>
                <a:cubicBezTo>
                  <a:pt x="37110" y="87715"/>
                  <a:pt x="35423" y="89402"/>
                  <a:pt x="33737" y="91089"/>
                </a:cubicBezTo>
                <a:cubicBezTo>
                  <a:pt x="30363" y="92776"/>
                  <a:pt x="28676" y="92776"/>
                  <a:pt x="26989" y="92776"/>
                </a:cubicBezTo>
                <a:cubicBezTo>
                  <a:pt x="23616" y="94462"/>
                  <a:pt x="21929" y="94462"/>
                  <a:pt x="20242" y="94462"/>
                </a:cubicBezTo>
                <a:cubicBezTo>
                  <a:pt x="13495" y="94462"/>
                  <a:pt x="10121" y="92776"/>
                  <a:pt x="6747" y="89402"/>
                </a:cubicBezTo>
                <a:cubicBezTo>
                  <a:pt x="3374" y="87715"/>
                  <a:pt x="1687" y="82655"/>
                  <a:pt x="1687" y="77594"/>
                </a:cubicBezTo>
                <a:cubicBezTo>
                  <a:pt x="1687" y="75907"/>
                  <a:pt x="1687" y="74220"/>
                  <a:pt x="3374" y="72534"/>
                </a:cubicBezTo>
                <a:cubicBezTo>
                  <a:pt x="3374" y="69160"/>
                  <a:pt x="3374" y="67473"/>
                  <a:pt x="3374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0242"/>
                </a:lnTo>
                <a:cubicBezTo>
                  <a:pt x="5060" y="20242"/>
                  <a:pt x="6747" y="20242"/>
                  <a:pt x="8434" y="20242"/>
                </a:cubicBezTo>
                <a:cubicBezTo>
                  <a:pt x="10121" y="20242"/>
                  <a:pt x="11808" y="18555"/>
                  <a:pt x="11808" y="16868"/>
                </a:cubicBezTo>
                <a:cubicBezTo>
                  <a:pt x="13495" y="16868"/>
                  <a:pt x="13495" y="16868"/>
                  <a:pt x="15181" y="15181"/>
                </a:cubicBezTo>
                <a:cubicBezTo>
                  <a:pt x="15181" y="13495"/>
                  <a:pt x="16868" y="13495"/>
                  <a:pt x="16868" y="11808"/>
                </a:cubicBezTo>
                <a:cubicBezTo>
                  <a:pt x="16868" y="10121"/>
                  <a:pt x="18555" y="8434"/>
                  <a:pt x="18555" y="6747"/>
                </a:cubicBezTo>
                <a:cubicBezTo>
                  <a:pt x="20242" y="5060"/>
                  <a:pt x="20242" y="1687"/>
                  <a:pt x="21929" y="0"/>
                </a:cubicBezTo>
                <a:lnTo>
                  <a:pt x="33737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20242" y="57352"/>
                </a:lnTo>
                <a:cubicBezTo>
                  <a:pt x="18555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6868" y="67473"/>
                </a:cubicBezTo>
                <a:cubicBezTo>
                  <a:pt x="16868" y="69160"/>
                  <a:pt x="16868" y="70847"/>
                  <a:pt x="16868" y="72534"/>
                </a:cubicBezTo>
                <a:lnTo>
                  <a:pt x="16868" y="74220"/>
                </a:lnTo>
                <a:cubicBezTo>
                  <a:pt x="16868" y="77594"/>
                  <a:pt x="16868" y="80968"/>
                  <a:pt x="18555" y="82655"/>
                </a:cubicBezTo>
                <a:cubicBezTo>
                  <a:pt x="20242" y="84341"/>
                  <a:pt x="21929" y="84341"/>
                  <a:pt x="25302" y="84341"/>
                </a:cubicBezTo>
                <a:cubicBezTo>
                  <a:pt x="26989" y="84341"/>
                  <a:pt x="30363" y="82655"/>
                  <a:pt x="32050" y="80968"/>
                </a:cubicBezTo>
                <a:cubicBezTo>
                  <a:pt x="35423" y="79281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93B14-B498-4CE5-A282-658343BE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440" y="1467910"/>
            <a:ext cx="94462" cy="11808"/>
          </a:xfrm>
          <a:custGeom xmlns:a="http://schemas.openxmlformats.org/drawingml/2006/main">
            <a:pathLst>
              <a:path w="94462" h="11808">
                <a:moveTo>
                  <a:pt x="94462" y="0"/>
                </a:moveTo>
                <a:lnTo>
                  <a:pt x="94462" y="11808"/>
                </a:lnTo>
                <a:lnTo>
                  <a:pt x="0" y="11808"/>
                </a:lnTo>
                <a:lnTo>
                  <a:pt x="0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Text 2">
            <a:extLst xmlns:a="http://schemas.openxmlformats.org/drawingml/2006/main">
              <a:ext uri="{FF2B5EF4-FFF2-40B4-BE49-F238E27FC236}">
                <a16:creationId xmlns:a16="http://schemas.microsoft.com/office/drawing/2014/main" id="{40AD1877-59E4-42F7-95B1-79532CBD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307" y="1413325"/>
            <a:ext cx="62960" cy="103509"/>
          </a:xfrm>
          <a:custGeom xmlns:a="http://schemas.openxmlformats.org/drawingml/2006/main">
            <a:pathLst>
              <a:path w="62960" h="103509">
                <a:moveTo>
                  <a:pt x="42948" y="91517"/>
                </a:moveTo>
                <a:cubicBezTo>
                  <a:pt x="45396" y="91517"/>
                  <a:pt x="47370" y="91367"/>
                  <a:pt x="48869" y="91067"/>
                </a:cubicBezTo>
                <a:cubicBezTo>
                  <a:pt x="50368" y="90767"/>
                  <a:pt x="51567" y="90268"/>
                  <a:pt x="52467" y="89568"/>
                </a:cubicBezTo>
                <a:cubicBezTo>
                  <a:pt x="53366" y="88869"/>
                  <a:pt x="54078" y="87957"/>
                  <a:pt x="54603" y="86832"/>
                </a:cubicBezTo>
                <a:cubicBezTo>
                  <a:pt x="55128" y="85708"/>
                  <a:pt x="55790" y="83972"/>
                  <a:pt x="56589" y="81623"/>
                </a:cubicBezTo>
                <a:lnTo>
                  <a:pt x="62960" y="81623"/>
                </a:lnTo>
                <a:lnTo>
                  <a:pt x="61686" y="103509"/>
                </a:lnTo>
                <a:lnTo>
                  <a:pt x="0" y="103509"/>
                </a:lnTo>
                <a:lnTo>
                  <a:pt x="0" y="99912"/>
                </a:lnTo>
                <a:cubicBezTo>
                  <a:pt x="2149" y="94665"/>
                  <a:pt x="5047" y="89293"/>
                  <a:pt x="8694" y="83797"/>
                </a:cubicBezTo>
                <a:cubicBezTo>
                  <a:pt x="12342" y="78300"/>
                  <a:pt x="17514" y="71829"/>
                  <a:pt x="24210" y="64384"/>
                </a:cubicBezTo>
                <a:cubicBezTo>
                  <a:pt x="30006" y="57988"/>
                  <a:pt x="34178" y="53141"/>
                  <a:pt x="36727" y="49843"/>
                </a:cubicBezTo>
                <a:cubicBezTo>
                  <a:pt x="39525" y="46246"/>
                  <a:pt x="41611" y="43135"/>
                  <a:pt x="42985" y="40512"/>
                </a:cubicBezTo>
                <a:cubicBezTo>
                  <a:pt x="44359" y="37888"/>
                  <a:pt x="45346" y="35415"/>
                  <a:pt x="45946" y="33092"/>
                </a:cubicBezTo>
                <a:cubicBezTo>
                  <a:pt x="46546" y="30768"/>
                  <a:pt x="46845" y="28432"/>
                  <a:pt x="46845" y="26083"/>
                </a:cubicBezTo>
                <a:cubicBezTo>
                  <a:pt x="46845" y="22336"/>
                  <a:pt x="46246" y="19025"/>
                  <a:pt x="45046" y="16152"/>
                </a:cubicBezTo>
                <a:cubicBezTo>
                  <a:pt x="43847" y="13279"/>
                  <a:pt x="42011" y="11018"/>
                  <a:pt x="39537" y="9369"/>
                </a:cubicBezTo>
                <a:cubicBezTo>
                  <a:pt x="37064" y="7720"/>
                  <a:pt x="33953" y="6896"/>
                  <a:pt x="30206" y="6896"/>
                </a:cubicBezTo>
                <a:cubicBezTo>
                  <a:pt x="20862" y="6896"/>
                  <a:pt x="14566" y="12092"/>
                  <a:pt x="11318" y="22486"/>
                </a:cubicBezTo>
                <a:lnTo>
                  <a:pt x="2249" y="22486"/>
                </a:lnTo>
                <a:lnTo>
                  <a:pt x="2249" y="8095"/>
                </a:lnTo>
                <a:cubicBezTo>
                  <a:pt x="8295" y="5247"/>
                  <a:pt x="13954" y="3185"/>
                  <a:pt x="19225" y="1911"/>
                </a:cubicBezTo>
                <a:cubicBezTo>
                  <a:pt x="24497" y="637"/>
                  <a:pt x="29231" y="0"/>
                  <a:pt x="33429" y="0"/>
                </a:cubicBezTo>
                <a:cubicBezTo>
                  <a:pt x="42723" y="0"/>
                  <a:pt x="49743" y="2036"/>
                  <a:pt x="54490" y="6109"/>
                </a:cubicBezTo>
                <a:cubicBezTo>
                  <a:pt x="59237" y="10181"/>
                  <a:pt x="61611" y="16090"/>
                  <a:pt x="61611" y="23835"/>
                </a:cubicBezTo>
                <a:cubicBezTo>
                  <a:pt x="61611" y="26483"/>
                  <a:pt x="61349" y="28919"/>
                  <a:pt x="60824" y="31143"/>
                </a:cubicBezTo>
                <a:cubicBezTo>
                  <a:pt x="60299" y="33366"/>
                  <a:pt x="59475" y="35565"/>
                  <a:pt x="58351" y="37739"/>
                </a:cubicBezTo>
                <a:cubicBezTo>
                  <a:pt x="57226" y="39912"/>
                  <a:pt x="55715" y="42248"/>
                  <a:pt x="53816" y="44747"/>
                </a:cubicBezTo>
                <a:cubicBezTo>
                  <a:pt x="51917" y="47245"/>
                  <a:pt x="49818" y="49781"/>
                  <a:pt x="47520" y="52354"/>
                </a:cubicBezTo>
                <a:cubicBezTo>
                  <a:pt x="45221" y="54928"/>
                  <a:pt x="41249" y="59212"/>
                  <a:pt x="35602" y="65209"/>
                </a:cubicBezTo>
                <a:cubicBezTo>
                  <a:pt x="26108" y="75252"/>
                  <a:pt x="19138" y="84022"/>
                  <a:pt x="14691" y="91517"/>
                </a:cubicBezTo>
                <a:lnTo>
                  <a:pt x="42948" y="915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C5DF9-96FB-4B12-B03F-EAA80B7E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383" y="1857567"/>
            <a:ext cx="107957" cy="141694"/>
          </a:xfrm>
          <a:custGeom xmlns:a="http://schemas.openxmlformats.org/drawingml/2006/main">
            <a:pathLst>
              <a:path w="107957" h="141694">
                <a:moveTo>
                  <a:pt x="107957" y="5060"/>
                </a:moveTo>
                <a:lnTo>
                  <a:pt x="102897" y="32050"/>
                </a:lnTo>
                <a:lnTo>
                  <a:pt x="92776" y="32050"/>
                </a:lnTo>
                <a:cubicBezTo>
                  <a:pt x="91089" y="23616"/>
                  <a:pt x="89402" y="18555"/>
                  <a:pt x="87715" y="15181"/>
                </a:cubicBezTo>
                <a:cubicBezTo>
                  <a:pt x="84341" y="10121"/>
                  <a:pt x="79281" y="8434"/>
                  <a:pt x="72534" y="8434"/>
                </a:cubicBezTo>
                <a:cubicBezTo>
                  <a:pt x="62413" y="8434"/>
                  <a:pt x="53978" y="13495"/>
                  <a:pt x="45544" y="23616"/>
                </a:cubicBezTo>
                <a:cubicBezTo>
                  <a:pt x="37110" y="32050"/>
                  <a:pt x="32050" y="45544"/>
                  <a:pt x="26989" y="60726"/>
                </a:cubicBezTo>
                <a:cubicBezTo>
                  <a:pt x="21929" y="75907"/>
                  <a:pt x="20242" y="89402"/>
                  <a:pt x="20242" y="102897"/>
                </a:cubicBezTo>
                <a:cubicBezTo>
                  <a:pt x="20242" y="113017"/>
                  <a:pt x="21929" y="121452"/>
                  <a:pt x="25302" y="126512"/>
                </a:cubicBezTo>
                <a:cubicBezTo>
                  <a:pt x="28676" y="129886"/>
                  <a:pt x="33737" y="133259"/>
                  <a:pt x="42171" y="133259"/>
                </a:cubicBezTo>
                <a:cubicBezTo>
                  <a:pt x="47231" y="133259"/>
                  <a:pt x="52292" y="131573"/>
                  <a:pt x="55665" y="131573"/>
                </a:cubicBezTo>
                <a:cubicBezTo>
                  <a:pt x="59039" y="129886"/>
                  <a:pt x="62413" y="126512"/>
                  <a:pt x="65786" y="123138"/>
                </a:cubicBezTo>
                <a:cubicBezTo>
                  <a:pt x="69160" y="119765"/>
                  <a:pt x="72534" y="114704"/>
                  <a:pt x="75907" y="107957"/>
                </a:cubicBezTo>
                <a:lnTo>
                  <a:pt x="86028" y="107957"/>
                </a:lnTo>
                <a:lnTo>
                  <a:pt x="79281" y="136633"/>
                </a:lnTo>
                <a:cubicBezTo>
                  <a:pt x="67473" y="140007"/>
                  <a:pt x="53978" y="141694"/>
                  <a:pt x="40484" y="141694"/>
                </a:cubicBezTo>
                <a:cubicBezTo>
                  <a:pt x="26989" y="141694"/>
                  <a:pt x="16868" y="138320"/>
                  <a:pt x="10121" y="131573"/>
                </a:cubicBezTo>
                <a:cubicBezTo>
                  <a:pt x="3374" y="123138"/>
                  <a:pt x="0" y="113017"/>
                  <a:pt x="0" y="99523"/>
                </a:cubicBezTo>
                <a:cubicBezTo>
                  <a:pt x="0" y="89402"/>
                  <a:pt x="1687" y="77594"/>
                  <a:pt x="6747" y="64099"/>
                </a:cubicBezTo>
                <a:cubicBezTo>
                  <a:pt x="10121" y="50605"/>
                  <a:pt x="15181" y="40484"/>
                  <a:pt x="21929" y="30363"/>
                </a:cubicBezTo>
                <a:cubicBezTo>
                  <a:pt x="26989" y="20242"/>
                  <a:pt x="35423" y="13495"/>
                  <a:pt x="43858" y="8434"/>
                </a:cubicBezTo>
                <a:cubicBezTo>
                  <a:pt x="52292" y="1687"/>
                  <a:pt x="62413" y="0"/>
                  <a:pt x="74220" y="0"/>
                </a:cubicBezTo>
                <a:cubicBezTo>
                  <a:pt x="79281" y="0"/>
                  <a:pt x="86028" y="0"/>
                  <a:pt x="91089" y="1687"/>
                </a:cubicBezTo>
                <a:cubicBezTo>
                  <a:pt x="96149" y="1687"/>
                  <a:pt x="101210" y="3374"/>
                  <a:pt x="107957" y="50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F43A9-4C3F-4F58-AD3B-C2656376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027" y="1946969"/>
            <a:ext cx="53978" cy="96149"/>
          </a:xfrm>
          <a:custGeom xmlns:a="http://schemas.openxmlformats.org/drawingml/2006/main">
            <a:pathLst>
              <a:path w="53978" h="96149">
                <a:moveTo>
                  <a:pt x="47231" y="79281"/>
                </a:moveTo>
                <a:cubicBezTo>
                  <a:pt x="45544" y="82655"/>
                  <a:pt x="42171" y="84341"/>
                  <a:pt x="40484" y="87715"/>
                </a:cubicBezTo>
                <a:cubicBezTo>
                  <a:pt x="37110" y="89402"/>
                  <a:pt x="35423" y="91089"/>
                  <a:pt x="33737" y="91089"/>
                </a:cubicBezTo>
                <a:cubicBezTo>
                  <a:pt x="32050" y="92776"/>
                  <a:pt x="28676" y="94462"/>
                  <a:pt x="26989" y="94462"/>
                </a:cubicBezTo>
                <a:cubicBezTo>
                  <a:pt x="25302" y="94462"/>
                  <a:pt x="21929" y="96149"/>
                  <a:pt x="20242" y="96149"/>
                </a:cubicBezTo>
                <a:cubicBezTo>
                  <a:pt x="15181" y="96149"/>
                  <a:pt x="10121" y="94462"/>
                  <a:pt x="6747" y="91089"/>
                </a:cubicBezTo>
                <a:cubicBezTo>
                  <a:pt x="5060" y="87715"/>
                  <a:pt x="3374" y="84341"/>
                  <a:pt x="3374" y="79281"/>
                </a:cubicBezTo>
                <a:cubicBezTo>
                  <a:pt x="3374" y="77594"/>
                  <a:pt x="3374" y="75907"/>
                  <a:pt x="3374" y="72534"/>
                </a:cubicBezTo>
                <a:cubicBezTo>
                  <a:pt x="3374" y="70847"/>
                  <a:pt x="3374" y="69160"/>
                  <a:pt x="5060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1929"/>
                </a:cubicBezTo>
                <a:cubicBezTo>
                  <a:pt x="10121" y="20242"/>
                  <a:pt x="11808" y="20242"/>
                  <a:pt x="13495" y="18555"/>
                </a:cubicBezTo>
                <a:lnTo>
                  <a:pt x="15181" y="16868"/>
                </a:lnTo>
                <a:cubicBezTo>
                  <a:pt x="15181" y="15181"/>
                  <a:pt x="16868" y="13495"/>
                  <a:pt x="16868" y="11808"/>
                </a:cubicBezTo>
                <a:cubicBezTo>
                  <a:pt x="18555" y="11808"/>
                  <a:pt x="18555" y="10121"/>
                  <a:pt x="20242" y="6747"/>
                </a:cubicBezTo>
                <a:cubicBezTo>
                  <a:pt x="20242" y="5060"/>
                  <a:pt x="20242" y="3374"/>
                  <a:pt x="21929" y="0"/>
                </a:cubicBezTo>
                <a:lnTo>
                  <a:pt x="33737" y="0"/>
                </a:lnTo>
                <a:lnTo>
                  <a:pt x="28676" y="20242"/>
                </a:lnTo>
                <a:lnTo>
                  <a:pt x="53978" y="20242"/>
                </a:lnTo>
                <a:lnTo>
                  <a:pt x="52292" y="26989"/>
                </a:lnTo>
                <a:lnTo>
                  <a:pt x="26989" y="26989"/>
                </a:lnTo>
                <a:lnTo>
                  <a:pt x="20242" y="59039"/>
                </a:lnTo>
                <a:cubicBezTo>
                  <a:pt x="20242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8555" y="69160"/>
                </a:cubicBezTo>
                <a:cubicBezTo>
                  <a:pt x="18555" y="70847"/>
                  <a:pt x="18555" y="72534"/>
                  <a:pt x="16868" y="72534"/>
                </a:cubicBezTo>
                <a:cubicBezTo>
                  <a:pt x="16868" y="74220"/>
                  <a:pt x="16868" y="74220"/>
                  <a:pt x="16868" y="75907"/>
                </a:cubicBezTo>
                <a:cubicBezTo>
                  <a:pt x="16868" y="79281"/>
                  <a:pt x="18555" y="80968"/>
                  <a:pt x="20242" y="82655"/>
                </a:cubicBezTo>
                <a:cubicBezTo>
                  <a:pt x="20242" y="84341"/>
                  <a:pt x="21929" y="86028"/>
                  <a:pt x="25302" y="86028"/>
                </a:cubicBezTo>
                <a:cubicBezTo>
                  <a:pt x="28676" y="86028"/>
                  <a:pt x="30363" y="84341"/>
                  <a:pt x="33737" y="82655"/>
                </a:cubicBezTo>
                <a:cubicBezTo>
                  <a:pt x="35423" y="80968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9A0DE-43BA-44D4-B62D-4A4ED3D0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131" y="2107218"/>
            <a:ext cx="107957" cy="143380"/>
          </a:xfrm>
          <a:custGeom xmlns:a="http://schemas.openxmlformats.org/drawingml/2006/main">
            <a:pathLst>
              <a:path w="107957" h="143380">
                <a:moveTo>
                  <a:pt x="107957" y="5060"/>
                </a:moveTo>
                <a:lnTo>
                  <a:pt x="101210" y="33737"/>
                </a:lnTo>
                <a:lnTo>
                  <a:pt x="91089" y="33737"/>
                </a:lnTo>
                <a:cubicBezTo>
                  <a:pt x="91089" y="25302"/>
                  <a:pt x="89402" y="18555"/>
                  <a:pt x="86028" y="15181"/>
                </a:cubicBezTo>
                <a:cubicBezTo>
                  <a:pt x="82655" y="11808"/>
                  <a:pt x="77594" y="10121"/>
                  <a:pt x="70847" y="10121"/>
                </a:cubicBezTo>
                <a:cubicBezTo>
                  <a:pt x="62413" y="10121"/>
                  <a:pt x="52292" y="13495"/>
                  <a:pt x="45544" y="23616"/>
                </a:cubicBezTo>
                <a:cubicBezTo>
                  <a:pt x="37110" y="33737"/>
                  <a:pt x="30363" y="45544"/>
                  <a:pt x="25302" y="60726"/>
                </a:cubicBezTo>
                <a:cubicBezTo>
                  <a:pt x="21929" y="75907"/>
                  <a:pt x="18555" y="91089"/>
                  <a:pt x="18555" y="102897"/>
                </a:cubicBezTo>
                <a:cubicBezTo>
                  <a:pt x="18555" y="114704"/>
                  <a:pt x="20242" y="121452"/>
                  <a:pt x="23616" y="126512"/>
                </a:cubicBezTo>
                <a:cubicBezTo>
                  <a:pt x="28676" y="131573"/>
                  <a:pt x="33737" y="133259"/>
                  <a:pt x="40484" y="133259"/>
                </a:cubicBezTo>
                <a:cubicBezTo>
                  <a:pt x="45544" y="133259"/>
                  <a:pt x="50605" y="133259"/>
                  <a:pt x="53978" y="131573"/>
                </a:cubicBezTo>
                <a:cubicBezTo>
                  <a:pt x="59039" y="129886"/>
                  <a:pt x="62413" y="126512"/>
                  <a:pt x="65786" y="123138"/>
                </a:cubicBezTo>
                <a:cubicBezTo>
                  <a:pt x="69160" y="119765"/>
                  <a:pt x="72534" y="114704"/>
                  <a:pt x="75907" y="107957"/>
                </a:cubicBezTo>
                <a:lnTo>
                  <a:pt x="84341" y="107957"/>
                </a:lnTo>
                <a:lnTo>
                  <a:pt x="79281" y="136633"/>
                </a:lnTo>
                <a:cubicBezTo>
                  <a:pt x="65786" y="141694"/>
                  <a:pt x="52292" y="143380"/>
                  <a:pt x="38797" y="143380"/>
                </a:cubicBezTo>
                <a:cubicBezTo>
                  <a:pt x="25302" y="143380"/>
                  <a:pt x="16868" y="138320"/>
                  <a:pt x="10121" y="131573"/>
                </a:cubicBezTo>
                <a:cubicBezTo>
                  <a:pt x="3374" y="124825"/>
                  <a:pt x="0" y="113017"/>
                  <a:pt x="0" y="99523"/>
                </a:cubicBezTo>
                <a:cubicBezTo>
                  <a:pt x="0" y="89402"/>
                  <a:pt x="1687" y="77594"/>
                  <a:pt x="5060" y="65786"/>
                </a:cubicBezTo>
                <a:cubicBezTo>
                  <a:pt x="8434" y="52292"/>
                  <a:pt x="13495" y="40484"/>
                  <a:pt x="20242" y="30363"/>
                </a:cubicBezTo>
                <a:cubicBezTo>
                  <a:pt x="26989" y="20242"/>
                  <a:pt x="33737" y="13495"/>
                  <a:pt x="43858" y="8434"/>
                </a:cubicBezTo>
                <a:cubicBezTo>
                  <a:pt x="52292" y="3374"/>
                  <a:pt x="62413" y="0"/>
                  <a:pt x="72534" y="0"/>
                </a:cubicBezTo>
                <a:cubicBezTo>
                  <a:pt x="79281" y="0"/>
                  <a:pt x="84341" y="0"/>
                  <a:pt x="89402" y="1687"/>
                </a:cubicBezTo>
                <a:cubicBezTo>
                  <a:pt x="94462" y="1687"/>
                  <a:pt x="101210" y="3374"/>
                  <a:pt x="107957" y="50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5067E-1673-428B-8135-EC2B717C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774" y="2198307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3858" y="80968"/>
                  <a:pt x="42171" y="84341"/>
                  <a:pt x="38797" y="86028"/>
                </a:cubicBezTo>
                <a:cubicBezTo>
                  <a:pt x="37110" y="87715"/>
                  <a:pt x="35423" y="89402"/>
                  <a:pt x="32050" y="91089"/>
                </a:cubicBezTo>
                <a:cubicBezTo>
                  <a:pt x="30363" y="92776"/>
                  <a:pt x="28676" y="92776"/>
                  <a:pt x="25302" y="92776"/>
                </a:cubicBezTo>
                <a:cubicBezTo>
                  <a:pt x="23616" y="94462"/>
                  <a:pt x="21929" y="94462"/>
                  <a:pt x="20242" y="94462"/>
                </a:cubicBezTo>
                <a:cubicBezTo>
                  <a:pt x="13495" y="94462"/>
                  <a:pt x="8434" y="92776"/>
                  <a:pt x="6747" y="89402"/>
                </a:cubicBezTo>
                <a:cubicBezTo>
                  <a:pt x="3374" y="87715"/>
                  <a:pt x="1687" y="82655"/>
                  <a:pt x="1687" y="77594"/>
                </a:cubicBezTo>
                <a:cubicBezTo>
                  <a:pt x="1687" y="75907"/>
                  <a:pt x="1687" y="74220"/>
                  <a:pt x="1687" y="72534"/>
                </a:cubicBezTo>
                <a:cubicBezTo>
                  <a:pt x="3374" y="69160"/>
                  <a:pt x="3374" y="67473"/>
                  <a:pt x="3374" y="65786"/>
                </a:cubicBezTo>
                <a:lnTo>
                  <a:pt x="11808" y="26989"/>
                </a:lnTo>
                <a:lnTo>
                  <a:pt x="0" y="26989"/>
                </a:lnTo>
                <a:lnTo>
                  <a:pt x="1687" y="20242"/>
                </a:lnTo>
                <a:cubicBezTo>
                  <a:pt x="3374" y="20242"/>
                  <a:pt x="6747" y="20242"/>
                  <a:pt x="8434" y="20242"/>
                </a:cubicBezTo>
                <a:cubicBezTo>
                  <a:pt x="10121" y="20242"/>
                  <a:pt x="11808" y="18555"/>
                  <a:pt x="11808" y="16868"/>
                </a:cubicBezTo>
                <a:cubicBezTo>
                  <a:pt x="13495" y="16868"/>
                  <a:pt x="13495" y="16868"/>
                  <a:pt x="13495" y="15181"/>
                </a:cubicBezTo>
                <a:cubicBezTo>
                  <a:pt x="15181" y="13495"/>
                  <a:pt x="15181" y="13495"/>
                  <a:pt x="16868" y="11808"/>
                </a:cubicBezTo>
                <a:cubicBezTo>
                  <a:pt x="16868" y="10121"/>
                  <a:pt x="18555" y="8434"/>
                  <a:pt x="18555" y="6747"/>
                </a:cubicBezTo>
                <a:cubicBezTo>
                  <a:pt x="18555" y="5060"/>
                  <a:pt x="20242" y="1687"/>
                  <a:pt x="20242" y="0"/>
                </a:cubicBezTo>
                <a:lnTo>
                  <a:pt x="32050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18555" y="57352"/>
                </a:lnTo>
                <a:cubicBezTo>
                  <a:pt x="18555" y="60726"/>
                  <a:pt x="18555" y="62413"/>
                  <a:pt x="18555" y="64099"/>
                </a:cubicBezTo>
                <a:cubicBezTo>
                  <a:pt x="16868" y="65786"/>
                  <a:pt x="16868" y="67473"/>
                  <a:pt x="16868" y="67473"/>
                </a:cubicBezTo>
                <a:cubicBezTo>
                  <a:pt x="16868" y="69160"/>
                  <a:pt x="16868" y="70847"/>
                  <a:pt x="16868" y="72534"/>
                </a:cubicBezTo>
                <a:lnTo>
                  <a:pt x="16868" y="74220"/>
                </a:lnTo>
                <a:cubicBezTo>
                  <a:pt x="16868" y="77594"/>
                  <a:pt x="16868" y="79281"/>
                  <a:pt x="18555" y="80968"/>
                </a:cubicBezTo>
                <a:cubicBezTo>
                  <a:pt x="20242" y="84341"/>
                  <a:pt x="21929" y="84341"/>
                  <a:pt x="25302" y="84341"/>
                </a:cubicBezTo>
                <a:cubicBezTo>
                  <a:pt x="26989" y="84341"/>
                  <a:pt x="28676" y="82655"/>
                  <a:pt x="32050" y="80968"/>
                </a:cubicBezTo>
                <a:cubicBezTo>
                  <a:pt x="35423" y="79281"/>
                  <a:pt x="37110" y="77594"/>
                  <a:pt x="42171" y="72534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7DF10C-DBF3-45E3-A506-EEE023FB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622" y="2242164"/>
            <a:ext cx="92776" cy="11808"/>
          </a:xfrm>
          <a:custGeom xmlns:a="http://schemas.openxmlformats.org/drawingml/2006/main">
            <a:pathLst>
              <a:path w="92776" h="11808">
                <a:moveTo>
                  <a:pt x="92776" y="0"/>
                </a:moveTo>
                <a:lnTo>
                  <a:pt x="92776" y="11808"/>
                </a:lnTo>
                <a:lnTo>
                  <a:pt x="0" y="11808"/>
                </a:lnTo>
                <a:lnTo>
                  <a:pt x="0" y="0"/>
                </a:lnTo>
                <a:lnTo>
                  <a:pt x="9277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Text 3">
            <a:extLst xmlns:a="http://schemas.openxmlformats.org/drawingml/2006/main">
              <a:ext uri="{FF2B5EF4-FFF2-40B4-BE49-F238E27FC236}">
                <a16:creationId xmlns:a16="http://schemas.microsoft.com/office/drawing/2014/main" id="{B6B96080-8177-43B1-8B0A-134DA3F3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23" y="2187584"/>
            <a:ext cx="61911" cy="104709"/>
          </a:xfrm>
          <a:custGeom xmlns:a="http://schemas.openxmlformats.org/drawingml/2006/main">
            <a:pathLst>
              <a:path w="61911" h="104709">
                <a:moveTo>
                  <a:pt x="1124" y="22411"/>
                </a:moveTo>
                <a:lnTo>
                  <a:pt x="1124" y="8170"/>
                </a:lnTo>
                <a:cubicBezTo>
                  <a:pt x="6921" y="5422"/>
                  <a:pt x="12342" y="3373"/>
                  <a:pt x="17389" y="2024"/>
                </a:cubicBezTo>
                <a:cubicBezTo>
                  <a:pt x="22436" y="675"/>
                  <a:pt x="27308" y="0"/>
                  <a:pt x="32005" y="0"/>
                </a:cubicBezTo>
                <a:cubicBezTo>
                  <a:pt x="37651" y="0"/>
                  <a:pt x="42598" y="874"/>
                  <a:pt x="46845" y="2623"/>
                </a:cubicBezTo>
                <a:cubicBezTo>
                  <a:pt x="51093" y="4372"/>
                  <a:pt x="54341" y="6883"/>
                  <a:pt x="56589" y="10156"/>
                </a:cubicBezTo>
                <a:cubicBezTo>
                  <a:pt x="58838" y="13429"/>
                  <a:pt x="59962" y="17339"/>
                  <a:pt x="59962" y="21886"/>
                </a:cubicBezTo>
                <a:cubicBezTo>
                  <a:pt x="59962" y="26133"/>
                  <a:pt x="59113" y="29869"/>
                  <a:pt x="57414" y="33092"/>
                </a:cubicBezTo>
                <a:cubicBezTo>
                  <a:pt x="55715" y="36314"/>
                  <a:pt x="53329" y="39125"/>
                  <a:pt x="50256" y="41524"/>
                </a:cubicBezTo>
                <a:cubicBezTo>
                  <a:pt x="47183" y="43922"/>
                  <a:pt x="43198" y="46271"/>
                  <a:pt x="38301" y="48569"/>
                </a:cubicBezTo>
                <a:lnTo>
                  <a:pt x="38301" y="49244"/>
                </a:lnTo>
                <a:cubicBezTo>
                  <a:pt x="41349" y="49793"/>
                  <a:pt x="44284" y="50730"/>
                  <a:pt x="47108" y="52055"/>
                </a:cubicBezTo>
                <a:cubicBezTo>
                  <a:pt x="49931" y="53379"/>
                  <a:pt x="52442" y="55090"/>
                  <a:pt x="54640" y="57189"/>
                </a:cubicBezTo>
                <a:cubicBezTo>
                  <a:pt x="56839" y="59287"/>
                  <a:pt x="58600" y="61798"/>
                  <a:pt x="59925" y="64721"/>
                </a:cubicBezTo>
                <a:cubicBezTo>
                  <a:pt x="61249" y="67645"/>
                  <a:pt x="61911" y="70980"/>
                  <a:pt x="61911" y="74728"/>
                </a:cubicBezTo>
                <a:cubicBezTo>
                  <a:pt x="61911" y="80524"/>
                  <a:pt x="60649" y="85671"/>
                  <a:pt x="58126" y="90168"/>
                </a:cubicBezTo>
                <a:cubicBezTo>
                  <a:pt x="55602" y="94665"/>
                  <a:pt x="51742" y="98213"/>
                  <a:pt x="46546" y="100811"/>
                </a:cubicBezTo>
                <a:cubicBezTo>
                  <a:pt x="41349" y="103409"/>
                  <a:pt x="35028" y="104709"/>
                  <a:pt x="27583" y="104709"/>
                </a:cubicBezTo>
                <a:cubicBezTo>
                  <a:pt x="23285" y="104709"/>
                  <a:pt x="18651" y="104221"/>
                  <a:pt x="13679" y="103247"/>
                </a:cubicBezTo>
                <a:cubicBezTo>
                  <a:pt x="8707" y="102273"/>
                  <a:pt x="4147" y="100986"/>
                  <a:pt x="0" y="99387"/>
                </a:cubicBezTo>
                <a:lnTo>
                  <a:pt x="0" y="83497"/>
                </a:lnTo>
                <a:lnTo>
                  <a:pt x="8994" y="83497"/>
                </a:lnTo>
                <a:cubicBezTo>
                  <a:pt x="10743" y="88694"/>
                  <a:pt x="13054" y="92466"/>
                  <a:pt x="15927" y="94815"/>
                </a:cubicBezTo>
                <a:cubicBezTo>
                  <a:pt x="18801" y="97163"/>
                  <a:pt x="22711" y="98338"/>
                  <a:pt x="27657" y="98338"/>
                </a:cubicBezTo>
                <a:cubicBezTo>
                  <a:pt x="34153" y="98338"/>
                  <a:pt x="39063" y="96564"/>
                  <a:pt x="42386" y="93016"/>
                </a:cubicBezTo>
                <a:cubicBezTo>
                  <a:pt x="45709" y="89468"/>
                  <a:pt x="47370" y="84222"/>
                  <a:pt x="47370" y="77276"/>
                </a:cubicBezTo>
                <a:cubicBezTo>
                  <a:pt x="47370" y="69981"/>
                  <a:pt x="45171" y="64409"/>
                  <a:pt x="40774" y="60562"/>
                </a:cubicBezTo>
                <a:cubicBezTo>
                  <a:pt x="36377" y="56714"/>
                  <a:pt x="29931" y="54790"/>
                  <a:pt x="21436" y="54790"/>
                </a:cubicBezTo>
                <a:lnTo>
                  <a:pt x="14691" y="54790"/>
                </a:lnTo>
                <a:lnTo>
                  <a:pt x="14691" y="48194"/>
                </a:lnTo>
                <a:cubicBezTo>
                  <a:pt x="21436" y="47795"/>
                  <a:pt x="27120" y="46496"/>
                  <a:pt x="31742" y="44297"/>
                </a:cubicBezTo>
                <a:cubicBezTo>
                  <a:pt x="36364" y="42098"/>
                  <a:pt x="39800" y="39275"/>
                  <a:pt x="42048" y="35827"/>
                </a:cubicBezTo>
                <a:cubicBezTo>
                  <a:pt x="44297" y="32379"/>
                  <a:pt x="45421" y="28507"/>
                  <a:pt x="45421" y="24210"/>
                </a:cubicBezTo>
                <a:cubicBezTo>
                  <a:pt x="45421" y="18663"/>
                  <a:pt x="43947" y="14391"/>
                  <a:pt x="40999" y="11393"/>
                </a:cubicBezTo>
                <a:cubicBezTo>
                  <a:pt x="38051" y="8395"/>
                  <a:pt x="33754" y="6896"/>
                  <a:pt x="28107" y="6896"/>
                </a:cubicBezTo>
                <a:cubicBezTo>
                  <a:pt x="23410" y="6896"/>
                  <a:pt x="19588" y="8170"/>
                  <a:pt x="16639" y="10718"/>
                </a:cubicBezTo>
                <a:cubicBezTo>
                  <a:pt x="13691" y="13267"/>
                  <a:pt x="11518" y="17164"/>
                  <a:pt x="10119" y="22411"/>
                </a:cubicBezTo>
                <a:lnTo>
                  <a:pt x="1124" y="224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730F43-E09D-46FB-8654-57C443A8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284" y="2122399"/>
            <a:ext cx="118078" cy="168683"/>
          </a:xfrm>
          <a:custGeom xmlns:a="http://schemas.openxmlformats.org/drawingml/2006/main">
            <a:pathLst>
              <a:path w="118078" h="168683">
                <a:moveTo>
                  <a:pt x="79281" y="10121"/>
                </a:moveTo>
                <a:cubicBezTo>
                  <a:pt x="82655" y="10121"/>
                  <a:pt x="86028" y="10121"/>
                  <a:pt x="87715" y="10121"/>
                </a:cubicBezTo>
                <a:cubicBezTo>
                  <a:pt x="89402" y="10121"/>
                  <a:pt x="91089" y="11808"/>
                  <a:pt x="92776" y="11808"/>
                </a:cubicBezTo>
                <a:cubicBezTo>
                  <a:pt x="94462" y="13495"/>
                  <a:pt x="96149" y="15181"/>
                  <a:pt x="97836" y="16868"/>
                </a:cubicBezTo>
                <a:cubicBezTo>
                  <a:pt x="97836" y="20242"/>
                  <a:pt x="99523" y="21929"/>
                  <a:pt x="101210" y="25302"/>
                </a:cubicBezTo>
                <a:cubicBezTo>
                  <a:pt x="102897" y="28676"/>
                  <a:pt x="104583" y="33737"/>
                  <a:pt x="106270" y="40484"/>
                </a:cubicBezTo>
                <a:lnTo>
                  <a:pt x="116391" y="40484"/>
                </a:lnTo>
                <a:lnTo>
                  <a:pt x="116391" y="0"/>
                </a:lnTo>
                <a:lnTo>
                  <a:pt x="3374" y="0"/>
                </a:lnTo>
                <a:lnTo>
                  <a:pt x="3374" y="5060"/>
                </a:lnTo>
                <a:lnTo>
                  <a:pt x="55665" y="86028"/>
                </a:lnTo>
                <a:lnTo>
                  <a:pt x="0" y="163622"/>
                </a:lnTo>
                <a:lnTo>
                  <a:pt x="0" y="168683"/>
                </a:lnTo>
                <a:lnTo>
                  <a:pt x="114704" y="168683"/>
                </a:lnTo>
                <a:lnTo>
                  <a:pt x="118078" y="124825"/>
                </a:lnTo>
                <a:lnTo>
                  <a:pt x="107957" y="124825"/>
                </a:lnTo>
                <a:cubicBezTo>
                  <a:pt x="106270" y="129886"/>
                  <a:pt x="106270" y="133259"/>
                  <a:pt x="104583" y="136633"/>
                </a:cubicBezTo>
                <a:cubicBezTo>
                  <a:pt x="102897" y="140007"/>
                  <a:pt x="102897" y="141694"/>
                  <a:pt x="101210" y="143380"/>
                </a:cubicBezTo>
                <a:cubicBezTo>
                  <a:pt x="99523" y="145067"/>
                  <a:pt x="99523" y="146754"/>
                  <a:pt x="97836" y="148441"/>
                </a:cubicBezTo>
                <a:cubicBezTo>
                  <a:pt x="96149" y="148441"/>
                  <a:pt x="94462" y="150128"/>
                  <a:pt x="92776" y="150128"/>
                </a:cubicBezTo>
                <a:cubicBezTo>
                  <a:pt x="91089" y="150128"/>
                  <a:pt x="87715" y="151815"/>
                  <a:pt x="84341" y="151815"/>
                </a:cubicBezTo>
                <a:lnTo>
                  <a:pt x="23616" y="151815"/>
                </a:lnTo>
                <a:lnTo>
                  <a:pt x="74220" y="82655"/>
                </a:lnTo>
                <a:lnTo>
                  <a:pt x="74220" y="75907"/>
                </a:lnTo>
                <a:lnTo>
                  <a:pt x="28676" y="10121"/>
                </a:lnTo>
                <a:lnTo>
                  <a:pt x="79281" y="101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8AF80C-68BF-4EF9-8227-EFD07CCB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027" y="2166257"/>
            <a:ext cx="52292" cy="62413"/>
          </a:xfrm>
          <a:custGeom xmlns:a="http://schemas.openxmlformats.org/drawingml/2006/main">
            <a:pathLst>
              <a:path w="52292" h="62413">
                <a:moveTo>
                  <a:pt x="25302" y="30363"/>
                </a:moveTo>
                <a:cubicBezTo>
                  <a:pt x="28676" y="30363"/>
                  <a:pt x="32050" y="30363"/>
                  <a:pt x="35423" y="28676"/>
                </a:cubicBezTo>
                <a:cubicBezTo>
                  <a:pt x="38797" y="26989"/>
                  <a:pt x="40484" y="25302"/>
                  <a:pt x="42171" y="21929"/>
                </a:cubicBezTo>
                <a:cubicBezTo>
                  <a:pt x="42171" y="20242"/>
                  <a:pt x="43858" y="16868"/>
                  <a:pt x="43858" y="13495"/>
                </a:cubicBezTo>
                <a:cubicBezTo>
                  <a:pt x="43858" y="13495"/>
                  <a:pt x="43858" y="11808"/>
                  <a:pt x="43858" y="10121"/>
                </a:cubicBezTo>
                <a:lnTo>
                  <a:pt x="42171" y="8434"/>
                </a:lnTo>
                <a:cubicBezTo>
                  <a:pt x="42171" y="6747"/>
                  <a:pt x="42171" y="6747"/>
                  <a:pt x="40484" y="6747"/>
                </a:cubicBezTo>
                <a:cubicBezTo>
                  <a:pt x="40484" y="5060"/>
                  <a:pt x="38797" y="5060"/>
                  <a:pt x="38797" y="5060"/>
                </a:cubicBezTo>
                <a:cubicBezTo>
                  <a:pt x="37110" y="5060"/>
                  <a:pt x="37110" y="5060"/>
                  <a:pt x="35423" y="3374"/>
                </a:cubicBezTo>
                <a:cubicBezTo>
                  <a:pt x="33737" y="3374"/>
                  <a:pt x="32050" y="3374"/>
                  <a:pt x="30363" y="3374"/>
                </a:cubicBezTo>
                <a:cubicBezTo>
                  <a:pt x="28676" y="3374"/>
                  <a:pt x="26989" y="3374"/>
                  <a:pt x="25302" y="3374"/>
                </a:cubicBezTo>
                <a:lnTo>
                  <a:pt x="20242" y="30363"/>
                </a:lnTo>
                <a:lnTo>
                  <a:pt x="25302" y="30363"/>
                </a:lnTo>
                <a:close/>
                <a:moveTo>
                  <a:pt x="35423" y="33737"/>
                </a:moveTo>
                <a:cubicBezTo>
                  <a:pt x="37110" y="35423"/>
                  <a:pt x="37110" y="35423"/>
                  <a:pt x="38797" y="37110"/>
                </a:cubicBezTo>
                <a:cubicBezTo>
                  <a:pt x="40484" y="38797"/>
                  <a:pt x="40484" y="42171"/>
                  <a:pt x="40484" y="43858"/>
                </a:cubicBezTo>
                <a:lnTo>
                  <a:pt x="42171" y="48918"/>
                </a:lnTo>
                <a:cubicBezTo>
                  <a:pt x="42171" y="50605"/>
                  <a:pt x="42171" y="52292"/>
                  <a:pt x="43858" y="53978"/>
                </a:cubicBezTo>
                <a:cubicBezTo>
                  <a:pt x="43858" y="55665"/>
                  <a:pt x="43858" y="55665"/>
                  <a:pt x="45544" y="57352"/>
                </a:cubicBezTo>
                <a:cubicBezTo>
                  <a:pt x="45544" y="57352"/>
                  <a:pt x="45544" y="59039"/>
                  <a:pt x="47231" y="59039"/>
                </a:cubicBezTo>
                <a:cubicBezTo>
                  <a:pt x="47231" y="59039"/>
                  <a:pt x="48918" y="59039"/>
                  <a:pt x="50605" y="59039"/>
                </a:cubicBezTo>
                <a:lnTo>
                  <a:pt x="48918" y="62413"/>
                </a:lnTo>
                <a:lnTo>
                  <a:pt x="37110" y="62413"/>
                </a:lnTo>
                <a:cubicBezTo>
                  <a:pt x="35423" y="59039"/>
                  <a:pt x="35423" y="55665"/>
                  <a:pt x="33737" y="52292"/>
                </a:cubicBezTo>
                <a:lnTo>
                  <a:pt x="32050" y="42171"/>
                </a:lnTo>
                <a:cubicBezTo>
                  <a:pt x="32050" y="40484"/>
                  <a:pt x="32050" y="38797"/>
                  <a:pt x="30363" y="38797"/>
                </a:cubicBezTo>
                <a:cubicBezTo>
                  <a:pt x="30363" y="37110"/>
                  <a:pt x="30363" y="37110"/>
                  <a:pt x="28676" y="35423"/>
                </a:cubicBezTo>
                <a:lnTo>
                  <a:pt x="26989" y="35423"/>
                </a:lnTo>
                <a:cubicBezTo>
                  <a:pt x="26989" y="33737"/>
                  <a:pt x="25302" y="33737"/>
                  <a:pt x="23616" y="33737"/>
                </a:cubicBezTo>
                <a:lnTo>
                  <a:pt x="18555" y="33737"/>
                </a:lnTo>
                <a:lnTo>
                  <a:pt x="15181" y="48918"/>
                </a:lnTo>
                <a:cubicBezTo>
                  <a:pt x="15181" y="50605"/>
                  <a:pt x="15181" y="50605"/>
                  <a:pt x="15181" y="52292"/>
                </a:cubicBezTo>
                <a:lnTo>
                  <a:pt x="15181" y="53978"/>
                </a:lnTo>
                <a:lnTo>
                  <a:pt x="15181" y="55665"/>
                </a:lnTo>
                <a:lnTo>
                  <a:pt x="15181" y="57352"/>
                </a:lnTo>
                <a:cubicBezTo>
                  <a:pt x="15181" y="59039"/>
                  <a:pt x="15181" y="59039"/>
                  <a:pt x="16868" y="59039"/>
                </a:cubicBezTo>
                <a:cubicBezTo>
                  <a:pt x="16868" y="59039"/>
                  <a:pt x="18555" y="59039"/>
                  <a:pt x="20242" y="59039"/>
                </a:cubicBezTo>
                <a:lnTo>
                  <a:pt x="18555" y="62413"/>
                </a:lnTo>
                <a:lnTo>
                  <a:pt x="0" y="62413"/>
                </a:lnTo>
                <a:lnTo>
                  <a:pt x="0" y="59039"/>
                </a:lnTo>
                <a:cubicBezTo>
                  <a:pt x="1687" y="59039"/>
                  <a:pt x="3374" y="59039"/>
                  <a:pt x="3374" y="59039"/>
                </a:cubicBezTo>
                <a:lnTo>
                  <a:pt x="5060" y="57352"/>
                </a:lnTo>
                <a:cubicBezTo>
                  <a:pt x="5060" y="55665"/>
                  <a:pt x="5060" y="55665"/>
                  <a:pt x="6747" y="53978"/>
                </a:cubicBezTo>
                <a:cubicBezTo>
                  <a:pt x="6747" y="53978"/>
                  <a:pt x="6747" y="52292"/>
                  <a:pt x="6747" y="48918"/>
                </a:cubicBezTo>
                <a:lnTo>
                  <a:pt x="15181" y="13495"/>
                </a:lnTo>
                <a:cubicBezTo>
                  <a:pt x="15181" y="10121"/>
                  <a:pt x="16868" y="8434"/>
                  <a:pt x="16868" y="6747"/>
                </a:cubicBezTo>
                <a:cubicBezTo>
                  <a:pt x="16868" y="5060"/>
                  <a:pt x="15181" y="3374"/>
                  <a:pt x="15181" y="3374"/>
                </a:cubicBezTo>
                <a:cubicBezTo>
                  <a:pt x="15181" y="1687"/>
                  <a:pt x="13495" y="1687"/>
                  <a:pt x="11808" y="1687"/>
                </a:cubicBezTo>
                <a:lnTo>
                  <a:pt x="11808" y="0"/>
                </a:lnTo>
                <a:lnTo>
                  <a:pt x="32050" y="0"/>
                </a:lnTo>
                <a:cubicBezTo>
                  <a:pt x="35423" y="0"/>
                  <a:pt x="38797" y="0"/>
                  <a:pt x="40484" y="0"/>
                </a:cubicBezTo>
                <a:cubicBezTo>
                  <a:pt x="42171" y="0"/>
                  <a:pt x="43858" y="1687"/>
                  <a:pt x="45544" y="1687"/>
                </a:cubicBezTo>
                <a:cubicBezTo>
                  <a:pt x="47231" y="3374"/>
                  <a:pt x="48918" y="3374"/>
                  <a:pt x="48918" y="5060"/>
                </a:cubicBezTo>
                <a:cubicBezTo>
                  <a:pt x="50605" y="6747"/>
                  <a:pt x="50605" y="6747"/>
                  <a:pt x="52292" y="8434"/>
                </a:cubicBezTo>
                <a:cubicBezTo>
                  <a:pt x="52292" y="10121"/>
                  <a:pt x="52292" y="11808"/>
                  <a:pt x="52292" y="13495"/>
                </a:cubicBezTo>
                <a:cubicBezTo>
                  <a:pt x="52292" y="18555"/>
                  <a:pt x="50605" y="21929"/>
                  <a:pt x="47231" y="25302"/>
                </a:cubicBezTo>
                <a:cubicBezTo>
                  <a:pt x="45544" y="28676"/>
                  <a:pt x="40484" y="32050"/>
                  <a:pt x="35423" y="337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38258-DD5C-4AC9-AC0D-EA0EF70B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7814" y="2151076"/>
            <a:ext cx="23616" cy="43858"/>
          </a:xfrm>
          <a:custGeom xmlns:a="http://schemas.openxmlformats.org/drawingml/2006/main">
            <a:pathLst>
              <a:path w="23616" h="43858">
                <a:moveTo>
                  <a:pt x="20242" y="35423"/>
                </a:moveTo>
                <a:cubicBezTo>
                  <a:pt x="18555" y="37110"/>
                  <a:pt x="18555" y="38797"/>
                  <a:pt x="16868" y="38797"/>
                </a:cubicBezTo>
                <a:cubicBezTo>
                  <a:pt x="15181" y="40484"/>
                  <a:pt x="15181" y="40484"/>
                  <a:pt x="13495" y="42171"/>
                </a:cubicBezTo>
                <a:lnTo>
                  <a:pt x="11808" y="42171"/>
                </a:lnTo>
                <a:cubicBezTo>
                  <a:pt x="10121" y="42171"/>
                  <a:pt x="8434" y="43858"/>
                  <a:pt x="8434" y="43858"/>
                </a:cubicBezTo>
                <a:cubicBezTo>
                  <a:pt x="5060" y="43858"/>
                  <a:pt x="3374" y="42171"/>
                  <a:pt x="1687" y="40484"/>
                </a:cubicBezTo>
                <a:cubicBezTo>
                  <a:pt x="1687" y="40484"/>
                  <a:pt x="0" y="38797"/>
                  <a:pt x="0" y="35423"/>
                </a:cubicBezTo>
                <a:lnTo>
                  <a:pt x="0" y="33737"/>
                </a:lnTo>
                <a:cubicBezTo>
                  <a:pt x="0" y="32050"/>
                  <a:pt x="0" y="30363"/>
                  <a:pt x="1687" y="30363"/>
                </a:cubicBezTo>
                <a:lnTo>
                  <a:pt x="5060" y="13495"/>
                </a:lnTo>
                <a:lnTo>
                  <a:pt x="0" y="13495"/>
                </a:lnTo>
                <a:lnTo>
                  <a:pt x="0" y="10121"/>
                </a:lnTo>
                <a:cubicBezTo>
                  <a:pt x="1687" y="10121"/>
                  <a:pt x="1687" y="10121"/>
                  <a:pt x="3374" y="10121"/>
                </a:cubicBezTo>
                <a:cubicBezTo>
                  <a:pt x="3374" y="10121"/>
                  <a:pt x="5060" y="10121"/>
                  <a:pt x="5060" y="8434"/>
                </a:cubicBezTo>
                <a:lnTo>
                  <a:pt x="6747" y="6747"/>
                </a:lnTo>
                <a:cubicBezTo>
                  <a:pt x="6747" y="5060"/>
                  <a:pt x="6747" y="5060"/>
                  <a:pt x="8434" y="3374"/>
                </a:cubicBezTo>
                <a:cubicBezTo>
                  <a:pt x="8434" y="3374"/>
                  <a:pt x="8434" y="1687"/>
                  <a:pt x="8434" y="0"/>
                </a:cubicBezTo>
                <a:lnTo>
                  <a:pt x="13495" y="0"/>
                </a:lnTo>
                <a:lnTo>
                  <a:pt x="11808" y="8434"/>
                </a:lnTo>
                <a:lnTo>
                  <a:pt x="23616" y="8434"/>
                </a:lnTo>
                <a:lnTo>
                  <a:pt x="21929" y="13495"/>
                </a:lnTo>
                <a:lnTo>
                  <a:pt x="11808" y="13495"/>
                </a:lnTo>
                <a:lnTo>
                  <a:pt x="8434" y="26989"/>
                </a:lnTo>
                <a:lnTo>
                  <a:pt x="6747" y="28676"/>
                </a:lnTo>
                <a:cubicBezTo>
                  <a:pt x="6747" y="30363"/>
                  <a:pt x="6747" y="30363"/>
                  <a:pt x="6747" y="32050"/>
                </a:cubicBezTo>
                <a:lnTo>
                  <a:pt x="6747" y="33737"/>
                </a:lnTo>
                <a:cubicBezTo>
                  <a:pt x="6747" y="35423"/>
                  <a:pt x="6747" y="37110"/>
                  <a:pt x="8434" y="37110"/>
                </a:cubicBezTo>
                <a:cubicBezTo>
                  <a:pt x="8434" y="38797"/>
                  <a:pt x="8434" y="38797"/>
                  <a:pt x="10121" y="38797"/>
                </a:cubicBezTo>
                <a:cubicBezTo>
                  <a:pt x="11808" y="38797"/>
                  <a:pt x="11808" y="38797"/>
                  <a:pt x="13495" y="37110"/>
                </a:cubicBezTo>
                <a:cubicBezTo>
                  <a:pt x="15181" y="37110"/>
                  <a:pt x="16868" y="35423"/>
                  <a:pt x="18555" y="33737"/>
                </a:cubicBezTo>
                <a:lnTo>
                  <a:pt x="20242" y="354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DB402-DA36-45E7-877E-8ACC07DB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8177" y="2173004"/>
            <a:ext cx="42171" cy="5060"/>
          </a:xfrm>
          <a:custGeom xmlns:a="http://schemas.openxmlformats.org/drawingml/2006/main">
            <a:pathLst>
              <a:path w="42171" h="5060">
                <a:moveTo>
                  <a:pt x="42171" y="0"/>
                </a:moveTo>
                <a:lnTo>
                  <a:pt x="42171" y="5060"/>
                </a:lnTo>
                <a:lnTo>
                  <a:pt x="0" y="5060"/>
                </a:lnTo>
                <a:lnTo>
                  <a:pt x="0" y="0"/>
                </a:lnTo>
                <a:lnTo>
                  <a:pt x="421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E7113-3199-408E-B959-FB4CA1A5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781" y="2147702"/>
            <a:ext cx="26989" cy="45544"/>
          </a:xfrm>
          <a:custGeom xmlns:a="http://schemas.openxmlformats.org/drawingml/2006/main">
            <a:pathLst>
              <a:path w="26989" h="45544">
                <a:moveTo>
                  <a:pt x="3374" y="10121"/>
                </a:moveTo>
                <a:cubicBezTo>
                  <a:pt x="5060" y="8434"/>
                  <a:pt x="5060" y="6747"/>
                  <a:pt x="6747" y="5060"/>
                </a:cubicBezTo>
                <a:cubicBezTo>
                  <a:pt x="8434" y="5060"/>
                  <a:pt x="10121" y="3374"/>
                  <a:pt x="11808" y="3374"/>
                </a:cubicBezTo>
                <a:cubicBezTo>
                  <a:pt x="15181" y="3374"/>
                  <a:pt x="16868" y="5060"/>
                  <a:pt x="18555" y="5060"/>
                </a:cubicBezTo>
                <a:cubicBezTo>
                  <a:pt x="20242" y="6747"/>
                  <a:pt x="20242" y="8434"/>
                  <a:pt x="20242" y="10121"/>
                </a:cubicBezTo>
                <a:cubicBezTo>
                  <a:pt x="20242" y="11808"/>
                  <a:pt x="20242" y="13495"/>
                  <a:pt x="18555" y="15181"/>
                </a:cubicBezTo>
                <a:cubicBezTo>
                  <a:pt x="18555" y="16868"/>
                  <a:pt x="16868" y="18555"/>
                  <a:pt x="15181" y="18555"/>
                </a:cubicBezTo>
                <a:cubicBezTo>
                  <a:pt x="13495" y="20242"/>
                  <a:pt x="10121" y="20242"/>
                  <a:pt x="6747" y="20242"/>
                </a:cubicBezTo>
                <a:lnTo>
                  <a:pt x="6747" y="23616"/>
                </a:lnTo>
                <a:lnTo>
                  <a:pt x="10121" y="23616"/>
                </a:lnTo>
                <a:cubicBezTo>
                  <a:pt x="13495" y="23616"/>
                  <a:pt x="16868" y="25302"/>
                  <a:pt x="18555" y="26989"/>
                </a:cubicBezTo>
                <a:cubicBezTo>
                  <a:pt x="20242" y="28676"/>
                  <a:pt x="20242" y="30363"/>
                  <a:pt x="20242" y="33737"/>
                </a:cubicBezTo>
                <a:cubicBezTo>
                  <a:pt x="20242" y="37110"/>
                  <a:pt x="20242" y="38797"/>
                  <a:pt x="18555" y="40484"/>
                </a:cubicBezTo>
                <a:cubicBezTo>
                  <a:pt x="16868" y="42171"/>
                  <a:pt x="15181" y="42171"/>
                  <a:pt x="11808" y="42171"/>
                </a:cubicBezTo>
                <a:cubicBezTo>
                  <a:pt x="10121" y="42171"/>
                  <a:pt x="8434" y="42171"/>
                  <a:pt x="6747" y="40484"/>
                </a:cubicBezTo>
                <a:cubicBezTo>
                  <a:pt x="5060" y="40484"/>
                  <a:pt x="5060" y="38797"/>
                  <a:pt x="3374" y="35423"/>
                </a:cubicBezTo>
                <a:lnTo>
                  <a:pt x="0" y="35423"/>
                </a:lnTo>
                <a:lnTo>
                  <a:pt x="0" y="42171"/>
                </a:lnTo>
                <a:cubicBezTo>
                  <a:pt x="1687" y="43858"/>
                  <a:pt x="5060" y="43858"/>
                  <a:pt x="6747" y="45544"/>
                </a:cubicBezTo>
                <a:cubicBezTo>
                  <a:pt x="8434" y="45544"/>
                  <a:pt x="10121" y="45544"/>
                  <a:pt x="11808" y="45544"/>
                </a:cubicBezTo>
                <a:cubicBezTo>
                  <a:pt x="15181" y="45544"/>
                  <a:pt x="18555" y="45544"/>
                  <a:pt x="20242" y="43858"/>
                </a:cubicBezTo>
                <a:cubicBezTo>
                  <a:pt x="23616" y="42171"/>
                  <a:pt x="25302" y="42171"/>
                  <a:pt x="25302" y="38797"/>
                </a:cubicBezTo>
                <a:cubicBezTo>
                  <a:pt x="26989" y="37110"/>
                  <a:pt x="26989" y="35423"/>
                  <a:pt x="26989" y="32050"/>
                </a:cubicBezTo>
                <a:cubicBezTo>
                  <a:pt x="26989" y="30363"/>
                  <a:pt x="26989" y="28676"/>
                  <a:pt x="26989" y="28676"/>
                </a:cubicBezTo>
                <a:cubicBezTo>
                  <a:pt x="26989" y="26989"/>
                  <a:pt x="25302" y="25302"/>
                  <a:pt x="25302" y="25302"/>
                </a:cubicBezTo>
                <a:cubicBezTo>
                  <a:pt x="23616" y="23616"/>
                  <a:pt x="21929" y="23616"/>
                  <a:pt x="21929" y="21929"/>
                </a:cubicBezTo>
                <a:cubicBezTo>
                  <a:pt x="20242" y="21929"/>
                  <a:pt x="18555" y="21929"/>
                  <a:pt x="18555" y="20242"/>
                </a:cubicBezTo>
                <a:cubicBezTo>
                  <a:pt x="20242" y="20242"/>
                  <a:pt x="21929" y="18555"/>
                  <a:pt x="23616" y="18555"/>
                </a:cubicBezTo>
                <a:cubicBezTo>
                  <a:pt x="25302" y="16868"/>
                  <a:pt x="25302" y="15181"/>
                  <a:pt x="26989" y="13495"/>
                </a:cubicBezTo>
                <a:cubicBezTo>
                  <a:pt x="26989" y="13495"/>
                  <a:pt x="26989" y="11808"/>
                  <a:pt x="26989" y="10121"/>
                </a:cubicBezTo>
                <a:cubicBezTo>
                  <a:pt x="26989" y="8434"/>
                  <a:pt x="26989" y="6747"/>
                  <a:pt x="25302" y="5060"/>
                </a:cubicBezTo>
                <a:cubicBezTo>
                  <a:pt x="25302" y="3374"/>
                  <a:pt x="23616" y="1687"/>
                  <a:pt x="21929" y="1687"/>
                </a:cubicBezTo>
                <a:cubicBezTo>
                  <a:pt x="20242" y="0"/>
                  <a:pt x="16868" y="0"/>
                  <a:pt x="15181" y="0"/>
                </a:cubicBezTo>
                <a:cubicBezTo>
                  <a:pt x="11808" y="0"/>
                  <a:pt x="10121" y="0"/>
                  <a:pt x="8434" y="1687"/>
                </a:cubicBezTo>
                <a:cubicBezTo>
                  <a:pt x="5060" y="1687"/>
                  <a:pt x="3374" y="3374"/>
                  <a:pt x="0" y="5060"/>
                </a:cubicBezTo>
                <a:lnTo>
                  <a:pt x="0" y="10121"/>
                </a:lnTo>
                <a:lnTo>
                  <a:pt x="3374" y="101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4350A8-044C-4AA9-8725-FBA214C8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353" y="1061384"/>
            <a:ext cx="1035712" cy="1249940"/>
          </a:xfrm>
          <a:custGeom xmlns:a="http://schemas.openxmlformats.org/drawingml/2006/main">
            <a:pathLst>
              <a:path w="1035712" h="1249940">
                <a:moveTo>
                  <a:pt x="10121" y="0"/>
                </a:moveTo>
                <a:lnTo>
                  <a:pt x="10121" y="1246566"/>
                </a:lnTo>
                <a:lnTo>
                  <a:pt x="0" y="1246566"/>
                </a:lnTo>
                <a:lnTo>
                  <a:pt x="0" y="0"/>
                </a:lnTo>
                <a:lnTo>
                  <a:pt x="10121" y="0"/>
                </a:lnTo>
                <a:close/>
                <a:moveTo>
                  <a:pt x="521230" y="1687"/>
                </a:moveTo>
                <a:lnTo>
                  <a:pt x="521230" y="1246566"/>
                </a:lnTo>
                <a:lnTo>
                  <a:pt x="511109" y="1246566"/>
                </a:lnTo>
                <a:lnTo>
                  <a:pt x="511109" y="1687"/>
                </a:lnTo>
                <a:lnTo>
                  <a:pt x="521230" y="1687"/>
                </a:lnTo>
                <a:close/>
                <a:moveTo>
                  <a:pt x="1035712" y="0"/>
                </a:moveTo>
                <a:lnTo>
                  <a:pt x="1035712" y="1249940"/>
                </a:lnTo>
                <a:lnTo>
                  <a:pt x="1025591" y="1249940"/>
                </a:lnTo>
                <a:lnTo>
                  <a:pt x="1025591" y="0"/>
                </a:lnTo>
                <a:lnTo>
                  <a:pt x="103571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2C31E-31C3-4AE6-A804-44125781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081" y="1565746"/>
            <a:ext cx="2837245" cy="254711"/>
          </a:xfrm>
          <a:custGeom xmlns:a="http://schemas.openxmlformats.org/drawingml/2006/main">
            <a:pathLst>
              <a:path w="2837245" h="254711">
                <a:moveTo>
                  <a:pt x="2837245" y="244590"/>
                </a:moveTo>
                <a:lnTo>
                  <a:pt x="2837245" y="254711"/>
                </a:lnTo>
                <a:lnTo>
                  <a:pt x="0" y="254711"/>
                </a:lnTo>
                <a:lnTo>
                  <a:pt x="0" y="244590"/>
                </a:lnTo>
                <a:lnTo>
                  <a:pt x="2837245" y="244590"/>
                </a:lnTo>
                <a:close/>
                <a:moveTo>
                  <a:pt x="2837245" y="0"/>
                </a:moveTo>
                <a:lnTo>
                  <a:pt x="2837245" y="10121"/>
                </a:lnTo>
                <a:lnTo>
                  <a:pt x="0" y="10121"/>
                </a:lnTo>
                <a:lnTo>
                  <a:pt x="0" y="0"/>
                </a:lnTo>
                <a:lnTo>
                  <a:pt x="283724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6742D-3442-47F4-B014-14959D39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768" y="2061673"/>
            <a:ext cx="2825437" cy="25302"/>
          </a:xfrm>
          <a:custGeom xmlns:a="http://schemas.openxmlformats.org/drawingml/2006/main">
            <a:pathLst>
              <a:path w="2825437" h="25302">
                <a:moveTo>
                  <a:pt x="0" y="0"/>
                </a:moveTo>
                <a:lnTo>
                  <a:pt x="2825437" y="16868"/>
                </a:lnTo>
                <a:lnTo>
                  <a:pt x="2825437" y="25302"/>
                </a:lnTo>
                <a:lnTo>
                  <a:pt x="0" y="84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79699-BF2C-4C55-8056-05E60D3F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404" y="1292480"/>
            <a:ext cx="1938165" cy="1018844"/>
          </a:xfrm>
          <a:custGeom xmlns:a="http://schemas.openxmlformats.org/drawingml/2006/main">
            <a:pathLst>
              <a:path w="1938165" h="1018844">
                <a:moveTo>
                  <a:pt x="0" y="1013994"/>
                </a:moveTo>
                <a:lnTo>
                  <a:pt x="1" y="1014204"/>
                </a:lnTo>
                <a:lnTo>
                  <a:pt x="3" y="1014413"/>
                </a:lnTo>
                <a:lnTo>
                  <a:pt x="8" y="1014619"/>
                </a:lnTo>
                <a:lnTo>
                  <a:pt x="15" y="1014823"/>
                </a:lnTo>
                <a:lnTo>
                  <a:pt x="26" y="1015022"/>
                </a:lnTo>
                <a:lnTo>
                  <a:pt x="42" y="1015218"/>
                </a:lnTo>
                <a:lnTo>
                  <a:pt x="62" y="1015408"/>
                </a:lnTo>
                <a:lnTo>
                  <a:pt x="89" y="1015592"/>
                </a:lnTo>
                <a:lnTo>
                  <a:pt x="122" y="1015770"/>
                </a:lnTo>
                <a:lnTo>
                  <a:pt x="162" y="1015941"/>
                </a:lnTo>
                <a:lnTo>
                  <a:pt x="211" y="1016103"/>
                </a:lnTo>
                <a:lnTo>
                  <a:pt x="268" y="1016257"/>
                </a:lnTo>
                <a:lnTo>
                  <a:pt x="335" y="1016401"/>
                </a:lnTo>
                <a:lnTo>
                  <a:pt x="412" y="1016535"/>
                </a:lnTo>
                <a:lnTo>
                  <a:pt x="500" y="1016657"/>
                </a:lnTo>
                <a:lnTo>
                  <a:pt x="599" y="1016769"/>
                </a:lnTo>
                <a:lnTo>
                  <a:pt x="712" y="1016867"/>
                </a:lnTo>
                <a:lnTo>
                  <a:pt x="837" y="1016953"/>
                </a:lnTo>
                <a:lnTo>
                  <a:pt x="976" y="1017025"/>
                </a:lnTo>
                <a:lnTo>
                  <a:pt x="1130" y="1017081"/>
                </a:lnTo>
                <a:lnTo>
                  <a:pt x="1299" y="1017123"/>
                </a:lnTo>
                <a:lnTo>
                  <a:pt x="1485" y="1017149"/>
                </a:lnTo>
                <a:lnTo>
                  <a:pt x="1687" y="1017157"/>
                </a:lnTo>
                <a:lnTo>
                  <a:pt x="1695" y="1017359"/>
                </a:lnTo>
                <a:lnTo>
                  <a:pt x="1720" y="1017545"/>
                </a:lnTo>
                <a:lnTo>
                  <a:pt x="1759" y="1017714"/>
                </a:lnTo>
                <a:lnTo>
                  <a:pt x="1812" y="1017868"/>
                </a:lnTo>
                <a:lnTo>
                  <a:pt x="1876" y="1018007"/>
                </a:lnTo>
                <a:lnTo>
                  <a:pt x="1950" y="1018132"/>
                </a:lnTo>
                <a:lnTo>
                  <a:pt x="2034" y="1018245"/>
                </a:lnTo>
                <a:lnTo>
                  <a:pt x="2124" y="1018344"/>
                </a:lnTo>
                <a:lnTo>
                  <a:pt x="2221" y="1018432"/>
                </a:lnTo>
                <a:lnTo>
                  <a:pt x="2321" y="1018509"/>
                </a:lnTo>
                <a:lnTo>
                  <a:pt x="2425" y="1018576"/>
                </a:lnTo>
                <a:lnTo>
                  <a:pt x="2530" y="1018633"/>
                </a:lnTo>
                <a:lnTo>
                  <a:pt x="2635" y="1018682"/>
                </a:lnTo>
                <a:lnTo>
                  <a:pt x="2739" y="1018722"/>
                </a:lnTo>
                <a:lnTo>
                  <a:pt x="2840" y="1018755"/>
                </a:lnTo>
                <a:lnTo>
                  <a:pt x="2936" y="1018782"/>
                </a:lnTo>
                <a:lnTo>
                  <a:pt x="3027" y="1018802"/>
                </a:lnTo>
                <a:lnTo>
                  <a:pt x="3110" y="1018818"/>
                </a:lnTo>
                <a:lnTo>
                  <a:pt x="3185" y="1018829"/>
                </a:lnTo>
                <a:lnTo>
                  <a:pt x="3249" y="1018836"/>
                </a:lnTo>
                <a:lnTo>
                  <a:pt x="3301" y="1018841"/>
                </a:lnTo>
                <a:lnTo>
                  <a:pt x="3340" y="1018843"/>
                </a:lnTo>
                <a:lnTo>
                  <a:pt x="3365" y="1018844"/>
                </a:lnTo>
                <a:lnTo>
                  <a:pt x="3374" y="1018844"/>
                </a:lnTo>
                <a:lnTo>
                  <a:pt x="1933105" y="1018844"/>
                </a:lnTo>
                <a:lnTo>
                  <a:pt x="1933316" y="1018844"/>
                </a:lnTo>
                <a:lnTo>
                  <a:pt x="1933526" y="1018843"/>
                </a:lnTo>
                <a:lnTo>
                  <a:pt x="1933734" y="1018841"/>
                </a:lnTo>
                <a:lnTo>
                  <a:pt x="1933940" y="1018836"/>
                </a:lnTo>
                <a:lnTo>
                  <a:pt x="1934144" y="1018829"/>
                </a:lnTo>
                <a:lnTo>
                  <a:pt x="1934344" y="1018818"/>
                </a:lnTo>
                <a:lnTo>
                  <a:pt x="1934539" y="1018802"/>
                </a:lnTo>
                <a:lnTo>
                  <a:pt x="1934729" y="1018782"/>
                </a:lnTo>
                <a:lnTo>
                  <a:pt x="1934914" y="1018755"/>
                </a:lnTo>
                <a:lnTo>
                  <a:pt x="1935091" y="1018722"/>
                </a:lnTo>
                <a:lnTo>
                  <a:pt x="1935262" y="1018682"/>
                </a:lnTo>
                <a:lnTo>
                  <a:pt x="1935424" y="1018633"/>
                </a:lnTo>
                <a:lnTo>
                  <a:pt x="1935578" y="1018576"/>
                </a:lnTo>
                <a:lnTo>
                  <a:pt x="1935722" y="1018509"/>
                </a:lnTo>
                <a:lnTo>
                  <a:pt x="1935856" y="1018432"/>
                </a:lnTo>
                <a:lnTo>
                  <a:pt x="1935979" y="1018344"/>
                </a:lnTo>
                <a:lnTo>
                  <a:pt x="1936090" y="1018245"/>
                </a:lnTo>
                <a:lnTo>
                  <a:pt x="1936189" y="1018132"/>
                </a:lnTo>
                <a:lnTo>
                  <a:pt x="1936274" y="1018007"/>
                </a:lnTo>
                <a:lnTo>
                  <a:pt x="1936346" y="1017868"/>
                </a:lnTo>
                <a:lnTo>
                  <a:pt x="1936403" y="1017714"/>
                </a:lnTo>
                <a:lnTo>
                  <a:pt x="1936444" y="1017545"/>
                </a:lnTo>
                <a:lnTo>
                  <a:pt x="1936470" y="1017359"/>
                </a:lnTo>
                <a:lnTo>
                  <a:pt x="1936479" y="1017157"/>
                </a:lnTo>
                <a:lnTo>
                  <a:pt x="1936681" y="1017149"/>
                </a:lnTo>
                <a:lnTo>
                  <a:pt x="1936866" y="1017123"/>
                </a:lnTo>
                <a:lnTo>
                  <a:pt x="1937035" y="1017081"/>
                </a:lnTo>
                <a:lnTo>
                  <a:pt x="1937189" y="1017025"/>
                </a:lnTo>
                <a:lnTo>
                  <a:pt x="1937328" y="1016953"/>
                </a:lnTo>
                <a:lnTo>
                  <a:pt x="1937454" y="1016867"/>
                </a:lnTo>
                <a:lnTo>
                  <a:pt x="1937566" y="1016769"/>
                </a:lnTo>
                <a:lnTo>
                  <a:pt x="1937666" y="1016657"/>
                </a:lnTo>
                <a:lnTo>
                  <a:pt x="1937754" y="1016535"/>
                </a:lnTo>
                <a:lnTo>
                  <a:pt x="1937831" y="1016401"/>
                </a:lnTo>
                <a:lnTo>
                  <a:pt x="1937897" y="1016257"/>
                </a:lnTo>
                <a:lnTo>
                  <a:pt x="1937954" y="1016103"/>
                </a:lnTo>
                <a:lnTo>
                  <a:pt x="1938003" y="1015941"/>
                </a:lnTo>
                <a:lnTo>
                  <a:pt x="1938043" y="1015770"/>
                </a:lnTo>
                <a:lnTo>
                  <a:pt x="1938076" y="1015592"/>
                </a:lnTo>
                <a:lnTo>
                  <a:pt x="1938103" y="1015408"/>
                </a:lnTo>
                <a:lnTo>
                  <a:pt x="1938123" y="1015218"/>
                </a:lnTo>
                <a:lnTo>
                  <a:pt x="1938139" y="1015022"/>
                </a:lnTo>
                <a:lnTo>
                  <a:pt x="1938150" y="1014823"/>
                </a:lnTo>
                <a:lnTo>
                  <a:pt x="1938158" y="1014619"/>
                </a:lnTo>
                <a:lnTo>
                  <a:pt x="1938162" y="1014413"/>
                </a:lnTo>
                <a:lnTo>
                  <a:pt x="1938164" y="1014204"/>
                </a:lnTo>
                <a:lnTo>
                  <a:pt x="1938165" y="1013994"/>
                </a:lnTo>
                <a:lnTo>
                  <a:pt x="1938165" y="1013784"/>
                </a:lnTo>
                <a:lnTo>
                  <a:pt x="1938165" y="3374"/>
                </a:lnTo>
                <a:lnTo>
                  <a:pt x="1938165" y="3365"/>
                </a:lnTo>
                <a:lnTo>
                  <a:pt x="1938164" y="3339"/>
                </a:lnTo>
                <a:lnTo>
                  <a:pt x="1938162" y="3298"/>
                </a:lnTo>
                <a:lnTo>
                  <a:pt x="1938158" y="3241"/>
                </a:lnTo>
                <a:lnTo>
                  <a:pt x="1938150" y="3169"/>
                </a:lnTo>
                <a:lnTo>
                  <a:pt x="1938139" y="3084"/>
                </a:lnTo>
                <a:lnTo>
                  <a:pt x="1938123" y="2985"/>
                </a:lnTo>
                <a:lnTo>
                  <a:pt x="1938103" y="2874"/>
                </a:lnTo>
                <a:lnTo>
                  <a:pt x="1938076" y="2751"/>
                </a:lnTo>
                <a:lnTo>
                  <a:pt x="1938043" y="2617"/>
                </a:lnTo>
                <a:lnTo>
                  <a:pt x="1938003" y="2473"/>
                </a:lnTo>
                <a:lnTo>
                  <a:pt x="1937954" y="2319"/>
                </a:lnTo>
                <a:lnTo>
                  <a:pt x="1937897" y="2157"/>
                </a:lnTo>
                <a:lnTo>
                  <a:pt x="1937831" y="1987"/>
                </a:lnTo>
                <a:lnTo>
                  <a:pt x="1937754" y="1809"/>
                </a:lnTo>
                <a:lnTo>
                  <a:pt x="1937666" y="1624"/>
                </a:lnTo>
                <a:lnTo>
                  <a:pt x="1937566" y="1434"/>
                </a:lnTo>
                <a:lnTo>
                  <a:pt x="1937454" y="1239"/>
                </a:lnTo>
                <a:lnTo>
                  <a:pt x="1937328" y="1039"/>
                </a:lnTo>
                <a:lnTo>
                  <a:pt x="1937189" y="836"/>
                </a:lnTo>
                <a:lnTo>
                  <a:pt x="1937035" y="629"/>
                </a:lnTo>
                <a:lnTo>
                  <a:pt x="1936866" y="421"/>
                </a:lnTo>
                <a:lnTo>
                  <a:pt x="1936681" y="211"/>
                </a:lnTo>
                <a:lnTo>
                  <a:pt x="1936479" y="0"/>
                </a:lnTo>
                <a:lnTo>
                  <a:pt x="1936470" y="0"/>
                </a:lnTo>
                <a:lnTo>
                  <a:pt x="1936444" y="0"/>
                </a:lnTo>
                <a:lnTo>
                  <a:pt x="1936403" y="0"/>
                </a:lnTo>
                <a:lnTo>
                  <a:pt x="1936346" y="0"/>
                </a:lnTo>
                <a:lnTo>
                  <a:pt x="1936274" y="0"/>
                </a:lnTo>
                <a:lnTo>
                  <a:pt x="1936189" y="0"/>
                </a:lnTo>
                <a:lnTo>
                  <a:pt x="1936090" y="0"/>
                </a:lnTo>
                <a:lnTo>
                  <a:pt x="1935979" y="0"/>
                </a:lnTo>
                <a:lnTo>
                  <a:pt x="1935856" y="0"/>
                </a:lnTo>
                <a:lnTo>
                  <a:pt x="1935722" y="0"/>
                </a:lnTo>
                <a:lnTo>
                  <a:pt x="1935578" y="0"/>
                </a:lnTo>
                <a:lnTo>
                  <a:pt x="1935424" y="0"/>
                </a:lnTo>
                <a:lnTo>
                  <a:pt x="1935262" y="0"/>
                </a:lnTo>
                <a:lnTo>
                  <a:pt x="1935091" y="0"/>
                </a:lnTo>
                <a:lnTo>
                  <a:pt x="1934914" y="0"/>
                </a:lnTo>
                <a:lnTo>
                  <a:pt x="1934729" y="0"/>
                </a:lnTo>
                <a:lnTo>
                  <a:pt x="1934539" y="0"/>
                </a:lnTo>
                <a:lnTo>
                  <a:pt x="1934344" y="0"/>
                </a:lnTo>
                <a:lnTo>
                  <a:pt x="1934144" y="0"/>
                </a:lnTo>
                <a:lnTo>
                  <a:pt x="1933940" y="0"/>
                </a:lnTo>
                <a:lnTo>
                  <a:pt x="1933734" y="0"/>
                </a:lnTo>
                <a:lnTo>
                  <a:pt x="1933526" y="0"/>
                </a:lnTo>
                <a:lnTo>
                  <a:pt x="1933316" y="0"/>
                </a:lnTo>
                <a:lnTo>
                  <a:pt x="1933105" y="0"/>
                </a:lnTo>
                <a:lnTo>
                  <a:pt x="3374" y="0"/>
                </a:lnTo>
                <a:lnTo>
                  <a:pt x="1687" y="0"/>
                </a:lnTo>
                <a:lnTo>
                  <a:pt x="1485" y="211"/>
                </a:lnTo>
                <a:lnTo>
                  <a:pt x="1299" y="421"/>
                </a:lnTo>
                <a:lnTo>
                  <a:pt x="1130" y="629"/>
                </a:lnTo>
                <a:lnTo>
                  <a:pt x="976" y="836"/>
                </a:lnTo>
                <a:lnTo>
                  <a:pt x="837" y="1039"/>
                </a:lnTo>
                <a:lnTo>
                  <a:pt x="712" y="1239"/>
                </a:lnTo>
                <a:lnTo>
                  <a:pt x="599" y="1434"/>
                </a:lnTo>
                <a:lnTo>
                  <a:pt x="500" y="1624"/>
                </a:lnTo>
                <a:lnTo>
                  <a:pt x="412" y="1809"/>
                </a:lnTo>
                <a:lnTo>
                  <a:pt x="335" y="1987"/>
                </a:lnTo>
                <a:lnTo>
                  <a:pt x="268" y="2157"/>
                </a:lnTo>
                <a:lnTo>
                  <a:pt x="211" y="2319"/>
                </a:lnTo>
                <a:lnTo>
                  <a:pt x="162" y="2473"/>
                </a:lnTo>
                <a:lnTo>
                  <a:pt x="122" y="2617"/>
                </a:lnTo>
                <a:lnTo>
                  <a:pt x="89" y="2751"/>
                </a:lnTo>
                <a:lnTo>
                  <a:pt x="62" y="2874"/>
                </a:lnTo>
                <a:lnTo>
                  <a:pt x="42" y="2985"/>
                </a:lnTo>
                <a:lnTo>
                  <a:pt x="26" y="3084"/>
                </a:lnTo>
                <a:lnTo>
                  <a:pt x="15" y="3169"/>
                </a:lnTo>
                <a:lnTo>
                  <a:pt x="8" y="3241"/>
                </a:lnTo>
                <a:lnTo>
                  <a:pt x="3" y="3298"/>
                </a:lnTo>
                <a:lnTo>
                  <a:pt x="1" y="3339"/>
                </a:lnTo>
                <a:lnTo>
                  <a:pt x="0" y="3365"/>
                </a:lnTo>
                <a:lnTo>
                  <a:pt x="0" y="3374"/>
                </a:lnTo>
                <a:lnTo>
                  <a:pt x="0" y="1013784"/>
                </a:lnTo>
                <a:lnTo>
                  <a:pt x="0" y="1013994"/>
                </a:lnTo>
                <a:close/>
                <a:moveTo>
                  <a:pt x="8434" y="8434"/>
                </a:moveTo>
                <a:lnTo>
                  <a:pt x="1929731" y="8434"/>
                </a:lnTo>
                <a:lnTo>
                  <a:pt x="1929731" y="1010410"/>
                </a:lnTo>
                <a:lnTo>
                  <a:pt x="8434" y="1010410"/>
                </a:lnTo>
                <a:lnTo>
                  <a:pt x="8434" y="84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769B5E-E52E-4688-8CAA-1E958D15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525" y="1354893"/>
            <a:ext cx="119765" cy="138320"/>
          </a:xfrm>
          <a:custGeom xmlns:a="http://schemas.openxmlformats.org/drawingml/2006/main">
            <a:pathLst>
              <a:path w="119765" h="138320">
                <a:moveTo>
                  <a:pt x="59039" y="60726"/>
                </a:moveTo>
                <a:cubicBezTo>
                  <a:pt x="67473" y="60726"/>
                  <a:pt x="74220" y="60726"/>
                  <a:pt x="79281" y="59039"/>
                </a:cubicBezTo>
                <a:cubicBezTo>
                  <a:pt x="82655" y="59039"/>
                  <a:pt x="87715" y="55665"/>
                  <a:pt x="91089" y="52292"/>
                </a:cubicBezTo>
                <a:cubicBezTo>
                  <a:pt x="94462" y="48918"/>
                  <a:pt x="97836" y="45544"/>
                  <a:pt x="99523" y="42171"/>
                </a:cubicBezTo>
                <a:cubicBezTo>
                  <a:pt x="101210" y="37110"/>
                  <a:pt x="101210" y="33737"/>
                  <a:pt x="101210" y="28676"/>
                </a:cubicBezTo>
                <a:cubicBezTo>
                  <a:pt x="101210" y="25302"/>
                  <a:pt x="101210" y="21929"/>
                  <a:pt x="99523" y="20242"/>
                </a:cubicBezTo>
                <a:cubicBezTo>
                  <a:pt x="97836" y="16868"/>
                  <a:pt x="96149" y="15181"/>
                  <a:pt x="94462" y="13495"/>
                </a:cubicBezTo>
                <a:cubicBezTo>
                  <a:pt x="92776" y="11808"/>
                  <a:pt x="89402" y="10121"/>
                  <a:pt x="86028" y="10121"/>
                </a:cubicBezTo>
                <a:cubicBezTo>
                  <a:pt x="82655" y="8434"/>
                  <a:pt x="77594" y="8434"/>
                  <a:pt x="72534" y="8434"/>
                </a:cubicBezTo>
                <a:cubicBezTo>
                  <a:pt x="67473" y="8434"/>
                  <a:pt x="62413" y="8434"/>
                  <a:pt x="57352" y="8434"/>
                </a:cubicBezTo>
                <a:lnTo>
                  <a:pt x="45544" y="60726"/>
                </a:lnTo>
                <a:lnTo>
                  <a:pt x="59039" y="60726"/>
                </a:lnTo>
                <a:close/>
                <a:moveTo>
                  <a:pt x="30363" y="128199"/>
                </a:moveTo>
                <a:cubicBezTo>
                  <a:pt x="33737" y="129886"/>
                  <a:pt x="38797" y="129886"/>
                  <a:pt x="45544" y="129886"/>
                </a:cubicBezTo>
                <a:cubicBezTo>
                  <a:pt x="55665" y="129886"/>
                  <a:pt x="64099" y="128199"/>
                  <a:pt x="69160" y="126512"/>
                </a:cubicBezTo>
                <a:cubicBezTo>
                  <a:pt x="74220" y="123138"/>
                  <a:pt x="79281" y="119765"/>
                  <a:pt x="82655" y="113017"/>
                </a:cubicBezTo>
                <a:cubicBezTo>
                  <a:pt x="86028" y="107957"/>
                  <a:pt x="87715" y="99523"/>
                  <a:pt x="87715" y="91089"/>
                </a:cubicBezTo>
                <a:cubicBezTo>
                  <a:pt x="87715" y="84341"/>
                  <a:pt x="86028" y="79281"/>
                  <a:pt x="80968" y="75907"/>
                </a:cubicBezTo>
                <a:cubicBezTo>
                  <a:pt x="75907" y="72534"/>
                  <a:pt x="69160" y="70847"/>
                  <a:pt x="60726" y="70847"/>
                </a:cubicBezTo>
                <a:lnTo>
                  <a:pt x="42171" y="70847"/>
                </a:lnTo>
                <a:lnTo>
                  <a:pt x="30363" y="128199"/>
                </a:lnTo>
                <a:close/>
                <a:moveTo>
                  <a:pt x="87715" y="67473"/>
                </a:moveTo>
                <a:cubicBezTo>
                  <a:pt x="94462" y="69160"/>
                  <a:pt x="97836" y="72534"/>
                  <a:pt x="101210" y="77594"/>
                </a:cubicBezTo>
                <a:cubicBezTo>
                  <a:pt x="106270" y="82655"/>
                  <a:pt x="107957" y="87715"/>
                  <a:pt x="107957" y="94462"/>
                </a:cubicBezTo>
                <a:cubicBezTo>
                  <a:pt x="107957" y="102897"/>
                  <a:pt x="104583" y="109644"/>
                  <a:pt x="101210" y="116391"/>
                </a:cubicBezTo>
                <a:cubicBezTo>
                  <a:pt x="96149" y="123138"/>
                  <a:pt x="91089" y="128199"/>
                  <a:pt x="82655" y="131573"/>
                </a:cubicBezTo>
                <a:cubicBezTo>
                  <a:pt x="74220" y="136633"/>
                  <a:pt x="62413" y="138320"/>
                  <a:pt x="45544" y="138320"/>
                </a:cubicBezTo>
                <a:lnTo>
                  <a:pt x="0" y="138320"/>
                </a:lnTo>
                <a:lnTo>
                  <a:pt x="1687" y="133259"/>
                </a:lnTo>
                <a:cubicBezTo>
                  <a:pt x="5060" y="133259"/>
                  <a:pt x="6747" y="131573"/>
                  <a:pt x="6747" y="131573"/>
                </a:cubicBezTo>
                <a:cubicBezTo>
                  <a:pt x="8434" y="129886"/>
                  <a:pt x="10121" y="129886"/>
                  <a:pt x="10121" y="128199"/>
                </a:cubicBezTo>
                <a:cubicBezTo>
                  <a:pt x="11808" y="126512"/>
                  <a:pt x="11808" y="123138"/>
                  <a:pt x="13495" y="121452"/>
                </a:cubicBezTo>
                <a:cubicBezTo>
                  <a:pt x="13495" y="119765"/>
                  <a:pt x="15181" y="114704"/>
                  <a:pt x="16868" y="107957"/>
                </a:cubicBezTo>
                <a:lnTo>
                  <a:pt x="33737" y="28676"/>
                </a:lnTo>
                <a:cubicBezTo>
                  <a:pt x="35423" y="21929"/>
                  <a:pt x="35423" y="16868"/>
                  <a:pt x="35423" y="13495"/>
                </a:cubicBezTo>
                <a:cubicBezTo>
                  <a:pt x="35423" y="10121"/>
                  <a:pt x="35423" y="8434"/>
                  <a:pt x="33737" y="6747"/>
                </a:cubicBezTo>
                <a:cubicBezTo>
                  <a:pt x="32050" y="5060"/>
                  <a:pt x="30363" y="5060"/>
                  <a:pt x="26989" y="5060"/>
                </a:cubicBezTo>
                <a:lnTo>
                  <a:pt x="26989" y="0"/>
                </a:lnTo>
                <a:lnTo>
                  <a:pt x="77594" y="0"/>
                </a:lnTo>
                <a:cubicBezTo>
                  <a:pt x="87715" y="0"/>
                  <a:pt x="96149" y="0"/>
                  <a:pt x="102897" y="1687"/>
                </a:cubicBezTo>
                <a:cubicBezTo>
                  <a:pt x="107957" y="5060"/>
                  <a:pt x="113017" y="8434"/>
                  <a:pt x="116391" y="11808"/>
                </a:cubicBezTo>
                <a:cubicBezTo>
                  <a:pt x="118078" y="15181"/>
                  <a:pt x="119765" y="21929"/>
                  <a:pt x="119765" y="26989"/>
                </a:cubicBezTo>
                <a:cubicBezTo>
                  <a:pt x="119765" y="37110"/>
                  <a:pt x="118078" y="43858"/>
                  <a:pt x="111331" y="50605"/>
                </a:cubicBezTo>
                <a:cubicBezTo>
                  <a:pt x="106270" y="57352"/>
                  <a:pt x="97836" y="62413"/>
                  <a:pt x="87715" y="65786"/>
                </a:cubicBezTo>
                <a:lnTo>
                  <a:pt x="87715" y="67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6F6D4-5E6F-456D-B0CA-2D217570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097" y="1442608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5544" y="82655"/>
                  <a:pt x="42171" y="84341"/>
                  <a:pt x="40484" y="86028"/>
                </a:cubicBezTo>
                <a:cubicBezTo>
                  <a:pt x="37110" y="87715"/>
                  <a:pt x="35423" y="89402"/>
                  <a:pt x="33737" y="91089"/>
                </a:cubicBezTo>
                <a:cubicBezTo>
                  <a:pt x="32050" y="92776"/>
                  <a:pt x="28676" y="92776"/>
                  <a:pt x="26989" y="94462"/>
                </a:cubicBezTo>
                <a:cubicBezTo>
                  <a:pt x="25302" y="94462"/>
                  <a:pt x="21929" y="94462"/>
                  <a:pt x="20242" y="94462"/>
                </a:cubicBezTo>
                <a:cubicBezTo>
                  <a:pt x="15181" y="94462"/>
                  <a:pt x="10121" y="92776"/>
                  <a:pt x="6747" y="91089"/>
                </a:cubicBezTo>
                <a:cubicBezTo>
                  <a:pt x="3374" y="87715"/>
                  <a:pt x="3374" y="84341"/>
                  <a:pt x="3374" y="77594"/>
                </a:cubicBezTo>
                <a:cubicBezTo>
                  <a:pt x="3374" y="75907"/>
                  <a:pt x="3374" y="74220"/>
                  <a:pt x="3374" y="72534"/>
                </a:cubicBezTo>
                <a:cubicBezTo>
                  <a:pt x="3374" y="70847"/>
                  <a:pt x="3374" y="67473"/>
                  <a:pt x="5060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0242"/>
                </a:cubicBezTo>
                <a:cubicBezTo>
                  <a:pt x="10121" y="20242"/>
                  <a:pt x="11808" y="18555"/>
                  <a:pt x="13495" y="18555"/>
                </a:cubicBezTo>
                <a:cubicBezTo>
                  <a:pt x="13495" y="16868"/>
                  <a:pt x="15181" y="16868"/>
                  <a:pt x="15181" y="15181"/>
                </a:cubicBezTo>
                <a:cubicBezTo>
                  <a:pt x="15181" y="15181"/>
                  <a:pt x="16868" y="13495"/>
                  <a:pt x="16868" y="11808"/>
                </a:cubicBezTo>
                <a:cubicBezTo>
                  <a:pt x="18555" y="10121"/>
                  <a:pt x="18555" y="8434"/>
                  <a:pt x="20242" y="6747"/>
                </a:cubicBezTo>
                <a:cubicBezTo>
                  <a:pt x="20242" y="5060"/>
                  <a:pt x="20242" y="3374"/>
                  <a:pt x="21929" y="0"/>
                </a:cubicBezTo>
                <a:lnTo>
                  <a:pt x="33737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20242" y="59039"/>
                </a:lnTo>
                <a:cubicBezTo>
                  <a:pt x="20242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8555" y="69160"/>
                </a:cubicBezTo>
                <a:cubicBezTo>
                  <a:pt x="18555" y="69160"/>
                  <a:pt x="16868" y="70847"/>
                  <a:pt x="16868" y="72534"/>
                </a:cubicBezTo>
                <a:cubicBezTo>
                  <a:pt x="16868" y="74220"/>
                  <a:pt x="16868" y="74220"/>
                  <a:pt x="16868" y="75907"/>
                </a:cubicBezTo>
                <a:cubicBezTo>
                  <a:pt x="16868" y="77594"/>
                  <a:pt x="18555" y="80968"/>
                  <a:pt x="18555" y="82655"/>
                </a:cubicBezTo>
                <a:cubicBezTo>
                  <a:pt x="20242" y="84341"/>
                  <a:pt x="21929" y="84341"/>
                  <a:pt x="25302" y="84341"/>
                </a:cubicBezTo>
                <a:cubicBezTo>
                  <a:pt x="26989" y="84341"/>
                  <a:pt x="30363" y="84341"/>
                  <a:pt x="33737" y="82655"/>
                </a:cubicBezTo>
                <a:cubicBezTo>
                  <a:pt x="35423" y="80968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B3D55-8713-4F59-B0D1-EBC06815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631" y="1486465"/>
            <a:ext cx="94462" cy="11808"/>
          </a:xfrm>
          <a:custGeom xmlns:a="http://schemas.openxmlformats.org/drawingml/2006/main">
            <a:pathLst>
              <a:path w="94462" h="11808">
                <a:moveTo>
                  <a:pt x="94462" y="0"/>
                </a:moveTo>
                <a:lnTo>
                  <a:pt x="94462" y="11808"/>
                </a:lnTo>
                <a:lnTo>
                  <a:pt x="0" y="11808"/>
                </a:lnTo>
                <a:lnTo>
                  <a:pt x="0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Text 2">
            <a:extLst xmlns:a="http://schemas.openxmlformats.org/drawingml/2006/main">
              <a:ext uri="{FF2B5EF4-FFF2-40B4-BE49-F238E27FC236}">
                <a16:creationId xmlns:a16="http://schemas.microsoft.com/office/drawing/2014/main" id="{724736D2-DFF5-455C-95CD-E3862266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436" y="1431912"/>
            <a:ext cx="62960" cy="103509"/>
          </a:xfrm>
          <a:custGeom xmlns:a="http://schemas.openxmlformats.org/drawingml/2006/main">
            <a:pathLst>
              <a:path w="62960" h="103509">
                <a:moveTo>
                  <a:pt x="42948" y="91517"/>
                </a:moveTo>
                <a:cubicBezTo>
                  <a:pt x="45396" y="91517"/>
                  <a:pt x="47370" y="91367"/>
                  <a:pt x="48869" y="91067"/>
                </a:cubicBezTo>
                <a:cubicBezTo>
                  <a:pt x="50368" y="90767"/>
                  <a:pt x="51567" y="90268"/>
                  <a:pt x="52467" y="89568"/>
                </a:cubicBezTo>
                <a:cubicBezTo>
                  <a:pt x="53366" y="88869"/>
                  <a:pt x="54078" y="87957"/>
                  <a:pt x="54603" y="86832"/>
                </a:cubicBezTo>
                <a:cubicBezTo>
                  <a:pt x="55128" y="85708"/>
                  <a:pt x="55790" y="83972"/>
                  <a:pt x="56589" y="81623"/>
                </a:cubicBezTo>
                <a:lnTo>
                  <a:pt x="62960" y="81623"/>
                </a:lnTo>
                <a:lnTo>
                  <a:pt x="61686" y="103509"/>
                </a:lnTo>
                <a:lnTo>
                  <a:pt x="0" y="103509"/>
                </a:lnTo>
                <a:lnTo>
                  <a:pt x="0" y="99912"/>
                </a:lnTo>
                <a:cubicBezTo>
                  <a:pt x="2149" y="94665"/>
                  <a:pt x="5047" y="89293"/>
                  <a:pt x="8694" y="83797"/>
                </a:cubicBezTo>
                <a:cubicBezTo>
                  <a:pt x="12342" y="78300"/>
                  <a:pt x="17514" y="71829"/>
                  <a:pt x="24210" y="64384"/>
                </a:cubicBezTo>
                <a:cubicBezTo>
                  <a:pt x="30006" y="57988"/>
                  <a:pt x="34178" y="53141"/>
                  <a:pt x="36727" y="49843"/>
                </a:cubicBezTo>
                <a:cubicBezTo>
                  <a:pt x="39525" y="46246"/>
                  <a:pt x="41611" y="43135"/>
                  <a:pt x="42985" y="40512"/>
                </a:cubicBezTo>
                <a:cubicBezTo>
                  <a:pt x="44359" y="37888"/>
                  <a:pt x="45346" y="35415"/>
                  <a:pt x="45946" y="33092"/>
                </a:cubicBezTo>
                <a:cubicBezTo>
                  <a:pt x="46546" y="30768"/>
                  <a:pt x="46845" y="28432"/>
                  <a:pt x="46845" y="26083"/>
                </a:cubicBezTo>
                <a:cubicBezTo>
                  <a:pt x="46845" y="22336"/>
                  <a:pt x="46246" y="19025"/>
                  <a:pt x="45046" y="16152"/>
                </a:cubicBezTo>
                <a:cubicBezTo>
                  <a:pt x="43847" y="13279"/>
                  <a:pt x="42011" y="11018"/>
                  <a:pt x="39537" y="9369"/>
                </a:cubicBezTo>
                <a:cubicBezTo>
                  <a:pt x="37064" y="7720"/>
                  <a:pt x="33953" y="6896"/>
                  <a:pt x="30206" y="6896"/>
                </a:cubicBezTo>
                <a:cubicBezTo>
                  <a:pt x="20862" y="6896"/>
                  <a:pt x="14566" y="12092"/>
                  <a:pt x="11318" y="22486"/>
                </a:cubicBezTo>
                <a:lnTo>
                  <a:pt x="2249" y="22486"/>
                </a:lnTo>
                <a:lnTo>
                  <a:pt x="2249" y="8095"/>
                </a:lnTo>
                <a:cubicBezTo>
                  <a:pt x="8295" y="5247"/>
                  <a:pt x="13954" y="3185"/>
                  <a:pt x="19225" y="1911"/>
                </a:cubicBezTo>
                <a:cubicBezTo>
                  <a:pt x="24497" y="637"/>
                  <a:pt x="29231" y="0"/>
                  <a:pt x="33429" y="0"/>
                </a:cubicBezTo>
                <a:cubicBezTo>
                  <a:pt x="42723" y="0"/>
                  <a:pt x="49743" y="2036"/>
                  <a:pt x="54490" y="6109"/>
                </a:cubicBezTo>
                <a:cubicBezTo>
                  <a:pt x="59237" y="10181"/>
                  <a:pt x="61611" y="16090"/>
                  <a:pt x="61611" y="23835"/>
                </a:cubicBezTo>
                <a:cubicBezTo>
                  <a:pt x="61611" y="26483"/>
                  <a:pt x="61349" y="28919"/>
                  <a:pt x="60824" y="31143"/>
                </a:cubicBezTo>
                <a:cubicBezTo>
                  <a:pt x="60299" y="33366"/>
                  <a:pt x="59475" y="35565"/>
                  <a:pt x="58351" y="37739"/>
                </a:cubicBezTo>
                <a:cubicBezTo>
                  <a:pt x="57226" y="39912"/>
                  <a:pt x="55715" y="42248"/>
                  <a:pt x="53816" y="44747"/>
                </a:cubicBezTo>
                <a:cubicBezTo>
                  <a:pt x="51917" y="47245"/>
                  <a:pt x="49818" y="49781"/>
                  <a:pt x="47520" y="52354"/>
                </a:cubicBezTo>
                <a:cubicBezTo>
                  <a:pt x="45221" y="54928"/>
                  <a:pt x="41249" y="59212"/>
                  <a:pt x="35602" y="65209"/>
                </a:cubicBezTo>
                <a:cubicBezTo>
                  <a:pt x="26108" y="75252"/>
                  <a:pt x="19138" y="84022"/>
                  <a:pt x="14691" y="91517"/>
                </a:cubicBezTo>
                <a:lnTo>
                  <a:pt x="42948" y="915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59B71D-A70D-420A-A6A8-DAAB8B02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826" y="1354893"/>
            <a:ext cx="119765" cy="138320"/>
          </a:xfrm>
          <a:custGeom xmlns:a="http://schemas.openxmlformats.org/drawingml/2006/main">
            <a:pathLst>
              <a:path w="119765" h="138320">
                <a:moveTo>
                  <a:pt x="59039" y="60726"/>
                </a:moveTo>
                <a:cubicBezTo>
                  <a:pt x="67473" y="60726"/>
                  <a:pt x="74220" y="60726"/>
                  <a:pt x="77594" y="59039"/>
                </a:cubicBezTo>
                <a:cubicBezTo>
                  <a:pt x="82655" y="59039"/>
                  <a:pt x="87715" y="55665"/>
                  <a:pt x="91089" y="52292"/>
                </a:cubicBezTo>
                <a:cubicBezTo>
                  <a:pt x="94462" y="48918"/>
                  <a:pt x="96149" y="45544"/>
                  <a:pt x="97836" y="42171"/>
                </a:cubicBezTo>
                <a:cubicBezTo>
                  <a:pt x="99523" y="37110"/>
                  <a:pt x="101210" y="33737"/>
                  <a:pt x="101210" y="28676"/>
                </a:cubicBezTo>
                <a:cubicBezTo>
                  <a:pt x="101210" y="25302"/>
                  <a:pt x="101210" y="21929"/>
                  <a:pt x="99523" y="20242"/>
                </a:cubicBezTo>
                <a:cubicBezTo>
                  <a:pt x="97836" y="16868"/>
                  <a:pt x="96149" y="15181"/>
                  <a:pt x="94462" y="13495"/>
                </a:cubicBezTo>
                <a:cubicBezTo>
                  <a:pt x="91089" y="11808"/>
                  <a:pt x="89402" y="10121"/>
                  <a:pt x="86028" y="10121"/>
                </a:cubicBezTo>
                <a:cubicBezTo>
                  <a:pt x="82655" y="8434"/>
                  <a:pt x="77594" y="8434"/>
                  <a:pt x="72534" y="8434"/>
                </a:cubicBezTo>
                <a:cubicBezTo>
                  <a:pt x="67473" y="8434"/>
                  <a:pt x="60726" y="8434"/>
                  <a:pt x="55665" y="8434"/>
                </a:cubicBezTo>
                <a:lnTo>
                  <a:pt x="45544" y="60726"/>
                </a:lnTo>
                <a:lnTo>
                  <a:pt x="59039" y="60726"/>
                </a:lnTo>
                <a:close/>
                <a:moveTo>
                  <a:pt x="30363" y="128199"/>
                </a:moveTo>
                <a:cubicBezTo>
                  <a:pt x="33737" y="129886"/>
                  <a:pt x="38797" y="129886"/>
                  <a:pt x="45544" y="129886"/>
                </a:cubicBezTo>
                <a:cubicBezTo>
                  <a:pt x="55665" y="129886"/>
                  <a:pt x="64099" y="128199"/>
                  <a:pt x="69160" y="126512"/>
                </a:cubicBezTo>
                <a:cubicBezTo>
                  <a:pt x="74220" y="123138"/>
                  <a:pt x="77594" y="119765"/>
                  <a:pt x="82655" y="113017"/>
                </a:cubicBezTo>
                <a:cubicBezTo>
                  <a:pt x="86028" y="107957"/>
                  <a:pt x="87715" y="99523"/>
                  <a:pt x="87715" y="91089"/>
                </a:cubicBezTo>
                <a:cubicBezTo>
                  <a:pt x="87715" y="84341"/>
                  <a:pt x="86028" y="79281"/>
                  <a:pt x="80968" y="75907"/>
                </a:cubicBezTo>
                <a:cubicBezTo>
                  <a:pt x="75907" y="72534"/>
                  <a:pt x="69160" y="70847"/>
                  <a:pt x="60726" y="70847"/>
                </a:cubicBezTo>
                <a:lnTo>
                  <a:pt x="42171" y="70847"/>
                </a:lnTo>
                <a:lnTo>
                  <a:pt x="30363" y="128199"/>
                </a:lnTo>
                <a:close/>
                <a:moveTo>
                  <a:pt x="87715" y="67473"/>
                </a:moveTo>
                <a:cubicBezTo>
                  <a:pt x="92776" y="69160"/>
                  <a:pt x="97836" y="72534"/>
                  <a:pt x="101210" y="77594"/>
                </a:cubicBezTo>
                <a:cubicBezTo>
                  <a:pt x="104583" y="82655"/>
                  <a:pt x="106270" y="87715"/>
                  <a:pt x="106270" y="94462"/>
                </a:cubicBezTo>
                <a:cubicBezTo>
                  <a:pt x="106270" y="102897"/>
                  <a:pt x="104583" y="109644"/>
                  <a:pt x="101210" y="116391"/>
                </a:cubicBezTo>
                <a:cubicBezTo>
                  <a:pt x="96149" y="123138"/>
                  <a:pt x="91089" y="128199"/>
                  <a:pt x="82655" y="131573"/>
                </a:cubicBezTo>
                <a:cubicBezTo>
                  <a:pt x="74220" y="136633"/>
                  <a:pt x="62413" y="138320"/>
                  <a:pt x="45544" y="138320"/>
                </a:cubicBezTo>
                <a:lnTo>
                  <a:pt x="0" y="138320"/>
                </a:lnTo>
                <a:lnTo>
                  <a:pt x="1687" y="133259"/>
                </a:lnTo>
                <a:cubicBezTo>
                  <a:pt x="3374" y="133259"/>
                  <a:pt x="6747" y="131573"/>
                  <a:pt x="6747" y="131573"/>
                </a:cubicBezTo>
                <a:cubicBezTo>
                  <a:pt x="8434" y="129886"/>
                  <a:pt x="10121" y="129886"/>
                  <a:pt x="10121" y="128199"/>
                </a:cubicBezTo>
                <a:cubicBezTo>
                  <a:pt x="11808" y="126512"/>
                  <a:pt x="11808" y="123138"/>
                  <a:pt x="13495" y="121452"/>
                </a:cubicBezTo>
                <a:cubicBezTo>
                  <a:pt x="13495" y="119765"/>
                  <a:pt x="15181" y="114704"/>
                  <a:pt x="16868" y="107957"/>
                </a:cubicBezTo>
                <a:lnTo>
                  <a:pt x="33737" y="28676"/>
                </a:lnTo>
                <a:cubicBezTo>
                  <a:pt x="35423" y="21929"/>
                  <a:pt x="35423" y="16868"/>
                  <a:pt x="35423" y="13495"/>
                </a:cubicBezTo>
                <a:cubicBezTo>
                  <a:pt x="35423" y="10121"/>
                  <a:pt x="35423" y="8434"/>
                  <a:pt x="33737" y="6747"/>
                </a:cubicBezTo>
                <a:cubicBezTo>
                  <a:pt x="32050" y="5060"/>
                  <a:pt x="28676" y="5060"/>
                  <a:pt x="25302" y="5060"/>
                </a:cubicBezTo>
                <a:lnTo>
                  <a:pt x="26989" y="0"/>
                </a:lnTo>
                <a:lnTo>
                  <a:pt x="77594" y="0"/>
                </a:lnTo>
                <a:cubicBezTo>
                  <a:pt x="87715" y="0"/>
                  <a:pt x="96149" y="0"/>
                  <a:pt x="101210" y="1687"/>
                </a:cubicBezTo>
                <a:cubicBezTo>
                  <a:pt x="107957" y="5060"/>
                  <a:pt x="113017" y="8434"/>
                  <a:pt x="114704" y="11808"/>
                </a:cubicBezTo>
                <a:cubicBezTo>
                  <a:pt x="118078" y="15181"/>
                  <a:pt x="119765" y="21929"/>
                  <a:pt x="119765" y="26989"/>
                </a:cubicBezTo>
                <a:cubicBezTo>
                  <a:pt x="119765" y="37110"/>
                  <a:pt x="116391" y="43858"/>
                  <a:pt x="111331" y="50605"/>
                </a:cubicBezTo>
                <a:cubicBezTo>
                  <a:pt x="106270" y="57352"/>
                  <a:pt x="97836" y="62413"/>
                  <a:pt x="87715" y="65786"/>
                </a:cubicBezTo>
                <a:lnTo>
                  <a:pt x="87715" y="67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57DE2F-B88B-404E-A3E7-0018CED2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398" y="1442608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3858" y="82655"/>
                  <a:pt x="42171" y="84341"/>
                  <a:pt x="40484" y="86028"/>
                </a:cubicBezTo>
                <a:cubicBezTo>
                  <a:pt x="37110" y="87715"/>
                  <a:pt x="35423" y="89402"/>
                  <a:pt x="33737" y="91089"/>
                </a:cubicBezTo>
                <a:cubicBezTo>
                  <a:pt x="30363" y="92776"/>
                  <a:pt x="28676" y="92776"/>
                  <a:pt x="26989" y="94462"/>
                </a:cubicBezTo>
                <a:cubicBezTo>
                  <a:pt x="25302" y="94462"/>
                  <a:pt x="21929" y="94462"/>
                  <a:pt x="20242" y="94462"/>
                </a:cubicBezTo>
                <a:cubicBezTo>
                  <a:pt x="13495" y="94462"/>
                  <a:pt x="10121" y="92776"/>
                  <a:pt x="6747" y="91089"/>
                </a:cubicBezTo>
                <a:cubicBezTo>
                  <a:pt x="3374" y="87715"/>
                  <a:pt x="1687" y="84341"/>
                  <a:pt x="1687" y="77594"/>
                </a:cubicBezTo>
                <a:cubicBezTo>
                  <a:pt x="1687" y="75907"/>
                  <a:pt x="3374" y="74220"/>
                  <a:pt x="3374" y="72534"/>
                </a:cubicBezTo>
                <a:cubicBezTo>
                  <a:pt x="3374" y="70847"/>
                  <a:pt x="3374" y="67473"/>
                  <a:pt x="3374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0242"/>
                </a:cubicBezTo>
                <a:cubicBezTo>
                  <a:pt x="10121" y="20242"/>
                  <a:pt x="11808" y="18555"/>
                  <a:pt x="13495" y="18555"/>
                </a:cubicBezTo>
                <a:cubicBezTo>
                  <a:pt x="13495" y="16868"/>
                  <a:pt x="13495" y="16868"/>
                  <a:pt x="15181" y="15181"/>
                </a:cubicBezTo>
                <a:cubicBezTo>
                  <a:pt x="15181" y="15181"/>
                  <a:pt x="16868" y="13495"/>
                  <a:pt x="16868" y="11808"/>
                </a:cubicBezTo>
                <a:cubicBezTo>
                  <a:pt x="16868" y="10121"/>
                  <a:pt x="18555" y="8434"/>
                  <a:pt x="18555" y="6747"/>
                </a:cubicBezTo>
                <a:cubicBezTo>
                  <a:pt x="20242" y="5060"/>
                  <a:pt x="20242" y="3374"/>
                  <a:pt x="21929" y="0"/>
                </a:cubicBezTo>
                <a:lnTo>
                  <a:pt x="33737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20242" y="59039"/>
                </a:lnTo>
                <a:cubicBezTo>
                  <a:pt x="18555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6868" y="69160"/>
                </a:cubicBezTo>
                <a:cubicBezTo>
                  <a:pt x="16868" y="69160"/>
                  <a:pt x="16868" y="70847"/>
                  <a:pt x="16868" y="72534"/>
                </a:cubicBezTo>
                <a:cubicBezTo>
                  <a:pt x="16868" y="74220"/>
                  <a:pt x="16868" y="74220"/>
                  <a:pt x="16868" y="75907"/>
                </a:cubicBezTo>
                <a:cubicBezTo>
                  <a:pt x="16868" y="77594"/>
                  <a:pt x="18555" y="80968"/>
                  <a:pt x="18555" y="82655"/>
                </a:cubicBezTo>
                <a:cubicBezTo>
                  <a:pt x="20242" y="84341"/>
                  <a:pt x="21929" y="84341"/>
                  <a:pt x="25302" y="84341"/>
                </a:cubicBezTo>
                <a:cubicBezTo>
                  <a:pt x="26989" y="84341"/>
                  <a:pt x="30363" y="84341"/>
                  <a:pt x="32050" y="82655"/>
                </a:cubicBezTo>
                <a:cubicBezTo>
                  <a:pt x="35423" y="80968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21774-DA66-4EFD-80B8-A5BD1215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32" y="1486465"/>
            <a:ext cx="92776" cy="11808"/>
          </a:xfrm>
          <a:custGeom xmlns:a="http://schemas.openxmlformats.org/drawingml/2006/main">
            <a:pathLst>
              <a:path w="92776" h="11808">
                <a:moveTo>
                  <a:pt x="92776" y="0"/>
                </a:moveTo>
                <a:lnTo>
                  <a:pt x="92776" y="11808"/>
                </a:lnTo>
                <a:lnTo>
                  <a:pt x="0" y="11808"/>
                </a:lnTo>
                <a:lnTo>
                  <a:pt x="0" y="0"/>
                </a:lnTo>
                <a:lnTo>
                  <a:pt x="9277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Text 1">
            <a:extLst xmlns:a="http://schemas.openxmlformats.org/drawingml/2006/main">
              <a:ext uri="{FF2B5EF4-FFF2-40B4-BE49-F238E27FC236}">
                <a16:creationId xmlns:a16="http://schemas.microsoft.com/office/drawing/2014/main" id="{8980D657-BA07-46D7-9C06-DB035FB9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480" y="1431912"/>
            <a:ext cx="59662" cy="103509"/>
          </a:xfrm>
          <a:custGeom xmlns:a="http://schemas.openxmlformats.org/drawingml/2006/main">
            <a:pathLst>
              <a:path w="59662" h="103509">
                <a:moveTo>
                  <a:pt x="38750" y="83947"/>
                </a:moveTo>
                <a:cubicBezTo>
                  <a:pt x="38750" y="86845"/>
                  <a:pt x="38913" y="89031"/>
                  <a:pt x="39238" y="90505"/>
                </a:cubicBezTo>
                <a:cubicBezTo>
                  <a:pt x="39562" y="91979"/>
                  <a:pt x="40137" y="93178"/>
                  <a:pt x="40962" y="94103"/>
                </a:cubicBezTo>
                <a:cubicBezTo>
                  <a:pt x="41786" y="95027"/>
                  <a:pt x="42973" y="95752"/>
                  <a:pt x="44522" y="96277"/>
                </a:cubicBezTo>
                <a:cubicBezTo>
                  <a:pt x="46071" y="96801"/>
                  <a:pt x="48020" y="97201"/>
                  <a:pt x="50368" y="97476"/>
                </a:cubicBezTo>
                <a:cubicBezTo>
                  <a:pt x="52717" y="97751"/>
                  <a:pt x="55815" y="97938"/>
                  <a:pt x="59662" y="98038"/>
                </a:cubicBezTo>
                <a:lnTo>
                  <a:pt x="59662" y="103509"/>
                </a:lnTo>
                <a:lnTo>
                  <a:pt x="4272" y="103509"/>
                </a:lnTo>
                <a:lnTo>
                  <a:pt x="4272" y="98038"/>
                </a:lnTo>
                <a:cubicBezTo>
                  <a:pt x="9819" y="97788"/>
                  <a:pt x="13779" y="97451"/>
                  <a:pt x="16152" y="97026"/>
                </a:cubicBezTo>
                <a:cubicBezTo>
                  <a:pt x="18526" y="96601"/>
                  <a:pt x="20337" y="95964"/>
                  <a:pt x="21586" y="95115"/>
                </a:cubicBezTo>
                <a:cubicBezTo>
                  <a:pt x="22836" y="94265"/>
                  <a:pt x="23747" y="93066"/>
                  <a:pt x="24322" y="91517"/>
                </a:cubicBezTo>
                <a:cubicBezTo>
                  <a:pt x="24897" y="89968"/>
                  <a:pt x="25184" y="87445"/>
                  <a:pt x="25184" y="83947"/>
                </a:cubicBezTo>
                <a:lnTo>
                  <a:pt x="25184" y="23160"/>
                </a:lnTo>
                <a:cubicBezTo>
                  <a:pt x="25184" y="21162"/>
                  <a:pt x="24834" y="19700"/>
                  <a:pt x="24135" y="18776"/>
                </a:cubicBezTo>
                <a:cubicBezTo>
                  <a:pt x="23435" y="17851"/>
                  <a:pt x="22411" y="17389"/>
                  <a:pt x="21062" y="17389"/>
                </a:cubicBezTo>
                <a:cubicBezTo>
                  <a:pt x="19463" y="17389"/>
                  <a:pt x="17189" y="18213"/>
                  <a:pt x="14241" y="19862"/>
                </a:cubicBezTo>
                <a:cubicBezTo>
                  <a:pt x="11293" y="21511"/>
                  <a:pt x="7645" y="23785"/>
                  <a:pt x="3298" y="26683"/>
                </a:cubicBezTo>
                <a:lnTo>
                  <a:pt x="0" y="20912"/>
                </a:lnTo>
                <a:lnTo>
                  <a:pt x="35078" y="0"/>
                </a:lnTo>
                <a:lnTo>
                  <a:pt x="39200" y="0"/>
                </a:lnTo>
                <a:cubicBezTo>
                  <a:pt x="38900" y="4797"/>
                  <a:pt x="38750" y="11443"/>
                  <a:pt x="38750" y="19937"/>
                </a:cubicBezTo>
                <a:lnTo>
                  <a:pt x="38750" y="839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87055-8BE6-45B7-8285-872E29D4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501" y="1354893"/>
            <a:ext cx="118078" cy="138320"/>
          </a:xfrm>
          <a:custGeom xmlns:a="http://schemas.openxmlformats.org/drawingml/2006/main">
            <a:pathLst>
              <a:path w="118078" h="138320">
                <a:moveTo>
                  <a:pt x="59039" y="60726"/>
                </a:moveTo>
                <a:cubicBezTo>
                  <a:pt x="65786" y="60726"/>
                  <a:pt x="72534" y="60726"/>
                  <a:pt x="77594" y="59039"/>
                </a:cubicBezTo>
                <a:cubicBezTo>
                  <a:pt x="82655" y="59039"/>
                  <a:pt x="86028" y="55665"/>
                  <a:pt x="89402" y="52292"/>
                </a:cubicBezTo>
                <a:cubicBezTo>
                  <a:pt x="92776" y="48918"/>
                  <a:pt x="96149" y="45544"/>
                  <a:pt x="97836" y="42171"/>
                </a:cubicBezTo>
                <a:cubicBezTo>
                  <a:pt x="99523" y="37110"/>
                  <a:pt x="99523" y="33737"/>
                  <a:pt x="99523" y="28676"/>
                </a:cubicBezTo>
                <a:cubicBezTo>
                  <a:pt x="99523" y="25302"/>
                  <a:pt x="99523" y="21929"/>
                  <a:pt x="97836" y="20242"/>
                </a:cubicBezTo>
                <a:cubicBezTo>
                  <a:pt x="97836" y="16868"/>
                  <a:pt x="96149" y="15181"/>
                  <a:pt x="92776" y="13495"/>
                </a:cubicBezTo>
                <a:cubicBezTo>
                  <a:pt x="91089" y="11808"/>
                  <a:pt x="87715" y="10121"/>
                  <a:pt x="84341" y="10121"/>
                </a:cubicBezTo>
                <a:cubicBezTo>
                  <a:pt x="80968" y="8434"/>
                  <a:pt x="77594" y="8434"/>
                  <a:pt x="72534" y="8434"/>
                </a:cubicBezTo>
                <a:cubicBezTo>
                  <a:pt x="65786" y="8434"/>
                  <a:pt x="60726" y="8434"/>
                  <a:pt x="55665" y="8434"/>
                </a:cubicBezTo>
                <a:lnTo>
                  <a:pt x="43858" y="60726"/>
                </a:lnTo>
                <a:lnTo>
                  <a:pt x="59039" y="60726"/>
                </a:lnTo>
                <a:close/>
                <a:moveTo>
                  <a:pt x="28676" y="128199"/>
                </a:moveTo>
                <a:cubicBezTo>
                  <a:pt x="33737" y="129886"/>
                  <a:pt x="38797" y="129886"/>
                  <a:pt x="43858" y="129886"/>
                </a:cubicBezTo>
                <a:cubicBezTo>
                  <a:pt x="53978" y="129886"/>
                  <a:pt x="62413" y="128199"/>
                  <a:pt x="67473" y="126512"/>
                </a:cubicBezTo>
                <a:cubicBezTo>
                  <a:pt x="72534" y="123138"/>
                  <a:pt x="77594" y="119765"/>
                  <a:pt x="80968" y="113017"/>
                </a:cubicBezTo>
                <a:cubicBezTo>
                  <a:pt x="84341" y="107957"/>
                  <a:pt x="86028" y="99523"/>
                  <a:pt x="86028" y="91089"/>
                </a:cubicBezTo>
                <a:cubicBezTo>
                  <a:pt x="86028" y="84341"/>
                  <a:pt x="84341" y="79281"/>
                  <a:pt x="79281" y="75907"/>
                </a:cubicBezTo>
                <a:cubicBezTo>
                  <a:pt x="75907" y="72534"/>
                  <a:pt x="69160" y="70847"/>
                  <a:pt x="59039" y="70847"/>
                </a:cubicBezTo>
                <a:lnTo>
                  <a:pt x="42171" y="70847"/>
                </a:lnTo>
                <a:lnTo>
                  <a:pt x="28676" y="128199"/>
                </a:lnTo>
                <a:close/>
                <a:moveTo>
                  <a:pt x="86028" y="67473"/>
                </a:moveTo>
                <a:cubicBezTo>
                  <a:pt x="92776" y="69160"/>
                  <a:pt x="97836" y="72534"/>
                  <a:pt x="101210" y="77594"/>
                </a:cubicBezTo>
                <a:cubicBezTo>
                  <a:pt x="104583" y="82655"/>
                  <a:pt x="106270" y="87715"/>
                  <a:pt x="106270" y="94462"/>
                </a:cubicBezTo>
                <a:cubicBezTo>
                  <a:pt x="106270" y="102897"/>
                  <a:pt x="104583" y="109644"/>
                  <a:pt x="99523" y="116391"/>
                </a:cubicBezTo>
                <a:cubicBezTo>
                  <a:pt x="96149" y="123138"/>
                  <a:pt x="89402" y="128199"/>
                  <a:pt x="80968" y="131573"/>
                </a:cubicBezTo>
                <a:cubicBezTo>
                  <a:pt x="72534" y="136633"/>
                  <a:pt x="60726" y="138320"/>
                  <a:pt x="45544" y="138320"/>
                </a:cubicBezTo>
                <a:lnTo>
                  <a:pt x="0" y="138320"/>
                </a:lnTo>
                <a:lnTo>
                  <a:pt x="0" y="133259"/>
                </a:lnTo>
                <a:cubicBezTo>
                  <a:pt x="3374" y="133259"/>
                  <a:pt x="5060" y="131573"/>
                  <a:pt x="6747" y="131573"/>
                </a:cubicBezTo>
                <a:cubicBezTo>
                  <a:pt x="8434" y="129886"/>
                  <a:pt x="8434" y="129886"/>
                  <a:pt x="10121" y="128199"/>
                </a:cubicBezTo>
                <a:cubicBezTo>
                  <a:pt x="10121" y="126512"/>
                  <a:pt x="11808" y="123138"/>
                  <a:pt x="11808" y="121452"/>
                </a:cubicBezTo>
                <a:cubicBezTo>
                  <a:pt x="13495" y="119765"/>
                  <a:pt x="13495" y="114704"/>
                  <a:pt x="15181" y="107957"/>
                </a:cubicBezTo>
                <a:lnTo>
                  <a:pt x="32050" y="28676"/>
                </a:lnTo>
                <a:cubicBezTo>
                  <a:pt x="33737" y="21929"/>
                  <a:pt x="35423" y="16868"/>
                  <a:pt x="35423" y="13495"/>
                </a:cubicBezTo>
                <a:cubicBezTo>
                  <a:pt x="35423" y="10121"/>
                  <a:pt x="33737" y="8434"/>
                  <a:pt x="32050" y="6747"/>
                </a:cubicBezTo>
                <a:cubicBezTo>
                  <a:pt x="30363" y="5060"/>
                  <a:pt x="28676" y="5060"/>
                  <a:pt x="25302" y="5060"/>
                </a:cubicBezTo>
                <a:lnTo>
                  <a:pt x="25302" y="0"/>
                </a:lnTo>
                <a:lnTo>
                  <a:pt x="75907" y="0"/>
                </a:lnTo>
                <a:cubicBezTo>
                  <a:pt x="86028" y="0"/>
                  <a:pt x="94462" y="0"/>
                  <a:pt x="101210" y="1687"/>
                </a:cubicBezTo>
                <a:cubicBezTo>
                  <a:pt x="107957" y="5060"/>
                  <a:pt x="111331" y="8434"/>
                  <a:pt x="114704" y="11808"/>
                </a:cubicBezTo>
                <a:cubicBezTo>
                  <a:pt x="118078" y="15181"/>
                  <a:pt x="118078" y="21929"/>
                  <a:pt x="118078" y="26989"/>
                </a:cubicBezTo>
                <a:cubicBezTo>
                  <a:pt x="118078" y="37110"/>
                  <a:pt x="116391" y="43858"/>
                  <a:pt x="111331" y="50605"/>
                </a:cubicBezTo>
                <a:cubicBezTo>
                  <a:pt x="104583" y="57352"/>
                  <a:pt x="97836" y="62413"/>
                  <a:pt x="86028" y="65786"/>
                </a:cubicBezTo>
                <a:lnTo>
                  <a:pt x="86028" y="67473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496EB6-C409-4EF8-A8FE-E99F760C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073" y="1442608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3858" y="82655"/>
                  <a:pt x="42171" y="84341"/>
                  <a:pt x="38797" y="86028"/>
                </a:cubicBezTo>
                <a:cubicBezTo>
                  <a:pt x="37110" y="87715"/>
                  <a:pt x="35423" y="89402"/>
                  <a:pt x="32050" y="91089"/>
                </a:cubicBezTo>
                <a:cubicBezTo>
                  <a:pt x="30363" y="92776"/>
                  <a:pt x="28676" y="92776"/>
                  <a:pt x="25302" y="94462"/>
                </a:cubicBezTo>
                <a:cubicBezTo>
                  <a:pt x="23616" y="94462"/>
                  <a:pt x="21929" y="94462"/>
                  <a:pt x="20242" y="94462"/>
                </a:cubicBezTo>
                <a:cubicBezTo>
                  <a:pt x="13495" y="94462"/>
                  <a:pt x="8434" y="92776"/>
                  <a:pt x="6747" y="91089"/>
                </a:cubicBezTo>
                <a:cubicBezTo>
                  <a:pt x="3374" y="87715"/>
                  <a:pt x="1687" y="84341"/>
                  <a:pt x="1687" y="77594"/>
                </a:cubicBezTo>
                <a:cubicBezTo>
                  <a:pt x="1687" y="75907"/>
                  <a:pt x="1687" y="74220"/>
                  <a:pt x="1687" y="72534"/>
                </a:cubicBezTo>
                <a:cubicBezTo>
                  <a:pt x="3374" y="70847"/>
                  <a:pt x="3374" y="67473"/>
                  <a:pt x="3374" y="65786"/>
                </a:cubicBezTo>
                <a:lnTo>
                  <a:pt x="11808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3374" y="21929"/>
                  <a:pt x="6747" y="21929"/>
                  <a:pt x="8434" y="20242"/>
                </a:cubicBezTo>
                <a:cubicBezTo>
                  <a:pt x="10121" y="20242"/>
                  <a:pt x="11808" y="18555"/>
                  <a:pt x="11808" y="18555"/>
                </a:cubicBezTo>
                <a:cubicBezTo>
                  <a:pt x="13495" y="16868"/>
                  <a:pt x="13495" y="16868"/>
                  <a:pt x="15181" y="15181"/>
                </a:cubicBezTo>
                <a:cubicBezTo>
                  <a:pt x="15181" y="15181"/>
                  <a:pt x="15181" y="13495"/>
                  <a:pt x="16868" y="11808"/>
                </a:cubicBezTo>
                <a:cubicBezTo>
                  <a:pt x="16868" y="10121"/>
                  <a:pt x="18555" y="8434"/>
                  <a:pt x="18555" y="6747"/>
                </a:cubicBezTo>
                <a:cubicBezTo>
                  <a:pt x="18555" y="5060"/>
                  <a:pt x="20242" y="3374"/>
                  <a:pt x="20242" y="0"/>
                </a:cubicBezTo>
                <a:lnTo>
                  <a:pt x="32050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18555" y="59039"/>
                </a:lnTo>
                <a:cubicBezTo>
                  <a:pt x="18555" y="60726"/>
                  <a:pt x="18555" y="62413"/>
                  <a:pt x="18555" y="64099"/>
                </a:cubicBezTo>
                <a:cubicBezTo>
                  <a:pt x="16868" y="65786"/>
                  <a:pt x="16868" y="67473"/>
                  <a:pt x="16868" y="69160"/>
                </a:cubicBezTo>
                <a:cubicBezTo>
                  <a:pt x="16868" y="69160"/>
                  <a:pt x="16868" y="70847"/>
                  <a:pt x="16868" y="72534"/>
                </a:cubicBezTo>
                <a:cubicBezTo>
                  <a:pt x="16868" y="74220"/>
                  <a:pt x="16868" y="74220"/>
                  <a:pt x="16868" y="75907"/>
                </a:cubicBezTo>
                <a:cubicBezTo>
                  <a:pt x="16868" y="77594"/>
                  <a:pt x="16868" y="80968"/>
                  <a:pt x="18555" y="82655"/>
                </a:cubicBezTo>
                <a:cubicBezTo>
                  <a:pt x="20242" y="84341"/>
                  <a:pt x="21929" y="84341"/>
                  <a:pt x="25302" y="84341"/>
                </a:cubicBezTo>
                <a:cubicBezTo>
                  <a:pt x="26989" y="84341"/>
                  <a:pt x="30363" y="84341"/>
                  <a:pt x="32050" y="82655"/>
                </a:cubicBezTo>
                <a:cubicBezTo>
                  <a:pt x="35423" y="80968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DBE63-A61B-492D-9685-F45C2818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488" y="1354893"/>
            <a:ext cx="119765" cy="138320"/>
          </a:xfrm>
          <a:custGeom xmlns:a="http://schemas.openxmlformats.org/drawingml/2006/main">
            <a:pathLst>
              <a:path w="119765" h="138320">
                <a:moveTo>
                  <a:pt x="59039" y="60726"/>
                </a:moveTo>
                <a:cubicBezTo>
                  <a:pt x="67473" y="60726"/>
                  <a:pt x="74220" y="60726"/>
                  <a:pt x="79281" y="59039"/>
                </a:cubicBezTo>
                <a:cubicBezTo>
                  <a:pt x="82655" y="59039"/>
                  <a:pt x="87715" y="55665"/>
                  <a:pt x="91089" y="52292"/>
                </a:cubicBezTo>
                <a:cubicBezTo>
                  <a:pt x="94462" y="48918"/>
                  <a:pt x="97836" y="45544"/>
                  <a:pt x="99523" y="42171"/>
                </a:cubicBezTo>
                <a:cubicBezTo>
                  <a:pt x="101210" y="37110"/>
                  <a:pt x="101210" y="33737"/>
                  <a:pt x="101210" y="28676"/>
                </a:cubicBezTo>
                <a:cubicBezTo>
                  <a:pt x="101210" y="25302"/>
                  <a:pt x="101210" y="21929"/>
                  <a:pt x="99523" y="20242"/>
                </a:cubicBezTo>
                <a:cubicBezTo>
                  <a:pt x="97836" y="16868"/>
                  <a:pt x="96149" y="15181"/>
                  <a:pt x="94462" y="13495"/>
                </a:cubicBezTo>
                <a:cubicBezTo>
                  <a:pt x="92776" y="11808"/>
                  <a:pt x="89402" y="10121"/>
                  <a:pt x="86028" y="10121"/>
                </a:cubicBezTo>
                <a:cubicBezTo>
                  <a:pt x="82655" y="8434"/>
                  <a:pt x="77594" y="8434"/>
                  <a:pt x="72534" y="8434"/>
                </a:cubicBezTo>
                <a:cubicBezTo>
                  <a:pt x="67473" y="8434"/>
                  <a:pt x="62413" y="8434"/>
                  <a:pt x="55665" y="8434"/>
                </a:cubicBezTo>
                <a:lnTo>
                  <a:pt x="45544" y="60726"/>
                </a:lnTo>
                <a:lnTo>
                  <a:pt x="59039" y="60726"/>
                </a:lnTo>
                <a:close/>
                <a:moveTo>
                  <a:pt x="30363" y="128199"/>
                </a:moveTo>
                <a:cubicBezTo>
                  <a:pt x="33737" y="129886"/>
                  <a:pt x="38797" y="129886"/>
                  <a:pt x="45544" y="129886"/>
                </a:cubicBezTo>
                <a:cubicBezTo>
                  <a:pt x="55665" y="129886"/>
                  <a:pt x="64099" y="128199"/>
                  <a:pt x="69160" y="126512"/>
                </a:cubicBezTo>
                <a:cubicBezTo>
                  <a:pt x="74220" y="123138"/>
                  <a:pt x="77594" y="119765"/>
                  <a:pt x="82655" y="113017"/>
                </a:cubicBezTo>
                <a:cubicBezTo>
                  <a:pt x="86028" y="107957"/>
                  <a:pt x="87715" y="99523"/>
                  <a:pt x="87715" y="91089"/>
                </a:cubicBezTo>
                <a:cubicBezTo>
                  <a:pt x="87715" y="84341"/>
                  <a:pt x="86028" y="79281"/>
                  <a:pt x="80968" y="75907"/>
                </a:cubicBezTo>
                <a:cubicBezTo>
                  <a:pt x="75907" y="72534"/>
                  <a:pt x="69160" y="70847"/>
                  <a:pt x="60726" y="70847"/>
                </a:cubicBezTo>
                <a:lnTo>
                  <a:pt x="42171" y="70847"/>
                </a:lnTo>
                <a:lnTo>
                  <a:pt x="30363" y="128199"/>
                </a:lnTo>
                <a:close/>
                <a:moveTo>
                  <a:pt x="87715" y="67473"/>
                </a:moveTo>
                <a:cubicBezTo>
                  <a:pt x="94462" y="69160"/>
                  <a:pt x="97836" y="72534"/>
                  <a:pt x="101210" y="77594"/>
                </a:cubicBezTo>
                <a:cubicBezTo>
                  <a:pt x="104583" y="82655"/>
                  <a:pt x="106270" y="87715"/>
                  <a:pt x="106270" y="94462"/>
                </a:cubicBezTo>
                <a:cubicBezTo>
                  <a:pt x="106270" y="102897"/>
                  <a:pt x="104583" y="109644"/>
                  <a:pt x="101210" y="116391"/>
                </a:cubicBezTo>
                <a:cubicBezTo>
                  <a:pt x="96149" y="123138"/>
                  <a:pt x="91089" y="128199"/>
                  <a:pt x="82655" y="131573"/>
                </a:cubicBezTo>
                <a:cubicBezTo>
                  <a:pt x="74220" y="136633"/>
                  <a:pt x="62413" y="138320"/>
                  <a:pt x="45544" y="138320"/>
                </a:cubicBezTo>
                <a:lnTo>
                  <a:pt x="0" y="138320"/>
                </a:lnTo>
                <a:lnTo>
                  <a:pt x="1687" y="133259"/>
                </a:lnTo>
                <a:cubicBezTo>
                  <a:pt x="5060" y="133259"/>
                  <a:pt x="6747" y="131573"/>
                  <a:pt x="6747" y="131573"/>
                </a:cubicBezTo>
                <a:cubicBezTo>
                  <a:pt x="8434" y="129886"/>
                  <a:pt x="10121" y="129886"/>
                  <a:pt x="10121" y="128199"/>
                </a:cubicBezTo>
                <a:cubicBezTo>
                  <a:pt x="11808" y="126512"/>
                  <a:pt x="11808" y="123138"/>
                  <a:pt x="13495" y="121452"/>
                </a:cubicBezTo>
                <a:cubicBezTo>
                  <a:pt x="13495" y="119765"/>
                  <a:pt x="15181" y="114704"/>
                  <a:pt x="16868" y="107957"/>
                </a:cubicBezTo>
                <a:lnTo>
                  <a:pt x="33737" y="28676"/>
                </a:lnTo>
                <a:cubicBezTo>
                  <a:pt x="35423" y="21929"/>
                  <a:pt x="35423" y="16868"/>
                  <a:pt x="35423" y="13495"/>
                </a:cubicBezTo>
                <a:cubicBezTo>
                  <a:pt x="35423" y="10121"/>
                  <a:pt x="35423" y="8434"/>
                  <a:pt x="33737" y="6747"/>
                </a:cubicBezTo>
                <a:cubicBezTo>
                  <a:pt x="32050" y="5060"/>
                  <a:pt x="30363" y="5060"/>
                  <a:pt x="26989" y="5060"/>
                </a:cubicBezTo>
                <a:lnTo>
                  <a:pt x="26989" y="0"/>
                </a:lnTo>
                <a:lnTo>
                  <a:pt x="77594" y="0"/>
                </a:lnTo>
                <a:cubicBezTo>
                  <a:pt x="87715" y="0"/>
                  <a:pt x="96149" y="0"/>
                  <a:pt x="102897" y="1687"/>
                </a:cubicBezTo>
                <a:cubicBezTo>
                  <a:pt x="107957" y="5060"/>
                  <a:pt x="113017" y="8434"/>
                  <a:pt x="116391" y="11808"/>
                </a:cubicBezTo>
                <a:cubicBezTo>
                  <a:pt x="118078" y="15181"/>
                  <a:pt x="119765" y="21929"/>
                  <a:pt x="119765" y="26989"/>
                </a:cubicBezTo>
                <a:cubicBezTo>
                  <a:pt x="119765" y="37110"/>
                  <a:pt x="118078" y="43858"/>
                  <a:pt x="111331" y="50605"/>
                </a:cubicBezTo>
                <a:cubicBezTo>
                  <a:pt x="106270" y="57352"/>
                  <a:pt x="97836" y="62413"/>
                  <a:pt x="87715" y="65786"/>
                </a:cubicBezTo>
                <a:lnTo>
                  <a:pt x="87715" y="67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64912-260A-4F4C-A755-8A5C4EC5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061" y="1442608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5544" y="82655"/>
                  <a:pt x="42171" y="84341"/>
                  <a:pt x="40484" y="86028"/>
                </a:cubicBezTo>
                <a:cubicBezTo>
                  <a:pt x="37110" y="87715"/>
                  <a:pt x="35423" y="89402"/>
                  <a:pt x="33737" y="91089"/>
                </a:cubicBezTo>
                <a:cubicBezTo>
                  <a:pt x="32050" y="92776"/>
                  <a:pt x="28676" y="92776"/>
                  <a:pt x="26989" y="94462"/>
                </a:cubicBezTo>
                <a:cubicBezTo>
                  <a:pt x="25302" y="94462"/>
                  <a:pt x="21929" y="94462"/>
                  <a:pt x="20242" y="94462"/>
                </a:cubicBezTo>
                <a:cubicBezTo>
                  <a:pt x="15181" y="94462"/>
                  <a:pt x="10121" y="92776"/>
                  <a:pt x="6747" y="91089"/>
                </a:cubicBezTo>
                <a:cubicBezTo>
                  <a:pt x="3374" y="87715"/>
                  <a:pt x="3374" y="84341"/>
                  <a:pt x="3374" y="77594"/>
                </a:cubicBezTo>
                <a:cubicBezTo>
                  <a:pt x="3374" y="75907"/>
                  <a:pt x="3374" y="74220"/>
                  <a:pt x="3374" y="72534"/>
                </a:cubicBezTo>
                <a:cubicBezTo>
                  <a:pt x="3374" y="70847"/>
                  <a:pt x="3374" y="67473"/>
                  <a:pt x="5060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0242"/>
                </a:cubicBezTo>
                <a:cubicBezTo>
                  <a:pt x="10121" y="20242"/>
                  <a:pt x="11808" y="18555"/>
                  <a:pt x="13495" y="18555"/>
                </a:cubicBezTo>
                <a:cubicBezTo>
                  <a:pt x="13495" y="16868"/>
                  <a:pt x="15181" y="16868"/>
                  <a:pt x="15181" y="15181"/>
                </a:cubicBezTo>
                <a:cubicBezTo>
                  <a:pt x="15181" y="15181"/>
                  <a:pt x="16868" y="13495"/>
                  <a:pt x="16868" y="11808"/>
                </a:cubicBezTo>
                <a:cubicBezTo>
                  <a:pt x="18555" y="10121"/>
                  <a:pt x="18555" y="8434"/>
                  <a:pt x="20242" y="6747"/>
                </a:cubicBezTo>
                <a:cubicBezTo>
                  <a:pt x="20242" y="5060"/>
                  <a:pt x="20242" y="3374"/>
                  <a:pt x="21929" y="0"/>
                </a:cubicBezTo>
                <a:lnTo>
                  <a:pt x="33737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20242" y="59039"/>
                </a:lnTo>
                <a:cubicBezTo>
                  <a:pt x="20242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8555" y="69160"/>
                </a:cubicBezTo>
                <a:cubicBezTo>
                  <a:pt x="18555" y="69160"/>
                  <a:pt x="16868" y="70847"/>
                  <a:pt x="16868" y="72534"/>
                </a:cubicBezTo>
                <a:cubicBezTo>
                  <a:pt x="16868" y="74220"/>
                  <a:pt x="16868" y="74220"/>
                  <a:pt x="16868" y="75907"/>
                </a:cubicBezTo>
                <a:cubicBezTo>
                  <a:pt x="16868" y="77594"/>
                  <a:pt x="18555" y="80968"/>
                  <a:pt x="18555" y="82655"/>
                </a:cubicBezTo>
                <a:cubicBezTo>
                  <a:pt x="20242" y="84341"/>
                  <a:pt x="21929" y="84341"/>
                  <a:pt x="25302" y="84341"/>
                </a:cubicBezTo>
                <a:cubicBezTo>
                  <a:pt x="26989" y="84341"/>
                  <a:pt x="30363" y="84341"/>
                  <a:pt x="33737" y="82655"/>
                </a:cubicBezTo>
                <a:cubicBezTo>
                  <a:pt x="35423" y="80968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33E06-DB00-40B3-B974-9571B214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595" y="1486465"/>
            <a:ext cx="94462" cy="11808"/>
          </a:xfrm>
          <a:custGeom xmlns:a="http://schemas.openxmlformats.org/drawingml/2006/main">
            <a:pathLst>
              <a:path w="94462" h="11808">
                <a:moveTo>
                  <a:pt x="94462" y="0"/>
                </a:moveTo>
                <a:lnTo>
                  <a:pt x="94462" y="11808"/>
                </a:lnTo>
                <a:lnTo>
                  <a:pt x="0" y="11808"/>
                </a:lnTo>
                <a:lnTo>
                  <a:pt x="0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Text 3">
            <a:extLst xmlns:a="http://schemas.openxmlformats.org/drawingml/2006/main">
              <a:ext uri="{FF2B5EF4-FFF2-40B4-BE49-F238E27FC236}">
                <a16:creationId xmlns:a16="http://schemas.microsoft.com/office/drawing/2014/main" id="{697D416C-89F9-442F-B95E-48340A66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527" y="1431912"/>
            <a:ext cx="61911" cy="104709"/>
          </a:xfrm>
          <a:custGeom xmlns:a="http://schemas.openxmlformats.org/drawingml/2006/main">
            <a:pathLst>
              <a:path w="61911" h="104709">
                <a:moveTo>
                  <a:pt x="1124" y="22411"/>
                </a:moveTo>
                <a:lnTo>
                  <a:pt x="1124" y="8170"/>
                </a:lnTo>
                <a:cubicBezTo>
                  <a:pt x="6921" y="5422"/>
                  <a:pt x="12342" y="3373"/>
                  <a:pt x="17389" y="2024"/>
                </a:cubicBezTo>
                <a:cubicBezTo>
                  <a:pt x="22436" y="675"/>
                  <a:pt x="27308" y="0"/>
                  <a:pt x="32005" y="0"/>
                </a:cubicBezTo>
                <a:cubicBezTo>
                  <a:pt x="37651" y="0"/>
                  <a:pt x="42598" y="874"/>
                  <a:pt x="46845" y="2623"/>
                </a:cubicBezTo>
                <a:cubicBezTo>
                  <a:pt x="51093" y="4372"/>
                  <a:pt x="54341" y="6883"/>
                  <a:pt x="56589" y="10156"/>
                </a:cubicBezTo>
                <a:cubicBezTo>
                  <a:pt x="58838" y="13429"/>
                  <a:pt x="59962" y="17339"/>
                  <a:pt x="59962" y="21886"/>
                </a:cubicBezTo>
                <a:cubicBezTo>
                  <a:pt x="59962" y="26133"/>
                  <a:pt x="59113" y="29869"/>
                  <a:pt x="57414" y="33092"/>
                </a:cubicBezTo>
                <a:cubicBezTo>
                  <a:pt x="55715" y="36314"/>
                  <a:pt x="53329" y="39125"/>
                  <a:pt x="50256" y="41524"/>
                </a:cubicBezTo>
                <a:cubicBezTo>
                  <a:pt x="47183" y="43922"/>
                  <a:pt x="43198" y="46271"/>
                  <a:pt x="38301" y="48569"/>
                </a:cubicBezTo>
                <a:lnTo>
                  <a:pt x="38301" y="49244"/>
                </a:lnTo>
                <a:cubicBezTo>
                  <a:pt x="41349" y="49793"/>
                  <a:pt x="44284" y="50730"/>
                  <a:pt x="47108" y="52055"/>
                </a:cubicBezTo>
                <a:cubicBezTo>
                  <a:pt x="49931" y="53379"/>
                  <a:pt x="52442" y="55090"/>
                  <a:pt x="54640" y="57189"/>
                </a:cubicBezTo>
                <a:cubicBezTo>
                  <a:pt x="56839" y="59287"/>
                  <a:pt x="58600" y="61798"/>
                  <a:pt x="59925" y="64721"/>
                </a:cubicBezTo>
                <a:cubicBezTo>
                  <a:pt x="61249" y="67645"/>
                  <a:pt x="61911" y="70980"/>
                  <a:pt x="61911" y="74728"/>
                </a:cubicBezTo>
                <a:cubicBezTo>
                  <a:pt x="61911" y="80524"/>
                  <a:pt x="60649" y="85671"/>
                  <a:pt x="58126" y="90168"/>
                </a:cubicBezTo>
                <a:cubicBezTo>
                  <a:pt x="55602" y="94665"/>
                  <a:pt x="51742" y="98213"/>
                  <a:pt x="46546" y="100811"/>
                </a:cubicBezTo>
                <a:cubicBezTo>
                  <a:pt x="41349" y="103409"/>
                  <a:pt x="35028" y="104709"/>
                  <a:pt x="27583" y="104709"/>
                </a:cubicBezTo>
                <a:cubicBezTo>
                  <a:pt x="23285" y="104709"/>
                  <a:pt x="18651" y="104221"/>
                  <a:pt x="13679" y="103247"/>
                </a:cubicBezTo>
                <a:cubicBezTo>
                  <a:pt x="8707" y="102273"/>
                  <a:pt x="4147" y="100986"/>
                  <a:pt x="0" y="99387"/>
                </a:cubicBezTo>
                <a:lnTo>
                  <a:pt x="0" y="83497"/>
                </a:lnTo>
                <a:lnTo>
                  <a:pt x="8994" y="83497"/>
                </a:lnTo>
                <a:cubicBezTo>
                  <a:pt x="10743" y="88694"/>
                  <a:pt x="13054" y="92466"/>
                  <a:pt x="15927" y="94815"/>
                </a:cubicBezTo>
                <a:cubicBezTo>
                  <a:pt x="18801" y="97163"/>
                  <a:pt x="22711" y="98338"/>
                  <a:pt x="27657" y="98338"/>
                </a:cubicBezTo>
                <a:cubicBezTo>
                  <a:pt x="34153" y="98338"/>
                  <a:pt x="39063" y="96564"/>
                  <a:pt x="42386" y="93016"/>
                </a:cubicBezTo>
                <a:cubicBezTo>
                  <a:pt x="45709" y="89468"/>
                  <a:pt x="47370" y="84222"/>
                  <a:pt x="47370" y="77276"/>
                </a:cubicBezTo>
                <a:cubicBezTo>
                  <a:pt x="47370" y="69981"/>
                  <a:pt x="45171" y="64409"/>
                  <a:pt x="40774" y="60562"/>
                </a:cubicBezTo>
                <a:cubicBezTo>
                  <a:pt x="36377" y="56714"/>
                  <a:pt x="29931" y="54790"/>
                  <a:pt x="21436" y="54790"/>
                </a:cubicBezTo>
                <a:lnTo>
                  <a:pt x="14691" y="54790"/>
                </a:lnTo>
                <a:lnTo>
                  <a:pt x="14691" y="48194"/>
                </a:lnTo>
                <a:cubicBezTo>
                  <a:pt x="21436" y="47795"/>
                  <a:pt x="27120" y="46496"/>
                  <a:pt x="31742" y="44297"/>
                </a:cubicBezTo>
                <a:cubicBezTo>
                  <a:pt x="36364" y="42098"/>
                  <a:pt x="39800" y="39275"/>
                  <a:pt x="42048" y="35827"/>
                </a:cubicBezTo>
                <a:cubicBezTo>
                  <a:pt x="44297" y="32379"/>
                  <a:pt x="45421" y="28507"/>
                  <a:pt x="45421" y="24210"/>
                </a:cubicBezTo>
                <a:cubicBezTo>
                  <a:pt x="45421" y="18663"/>
                  <a:pt x="43947" y="14391"/>
                  <a:pt x="40999" y="11393"/>
                </a:cubicBezTo>
                <a:cubicBezTo>
                  <a:pt x="38051" y="8395"/>
                  <a:pt x="33754" y="6896"/>
                  <a:pt x="28107" y="6896"/>
                </a:cubicBezTo>
                <a:cubicBezTo>
                  <a:pt x="23410" y="6896"/>
                  <a:pt x="19588" y="8170"/>
                  <a:pt x="16639" y="10718"/>
                </a:cubicBezTo>
                <a:cubicBezTo>
                  <a:pt x="13691" y="13267"/>
                  <a:pt x="11518" y="17164"/>
                  <a:pt x="10119" y="22411"/>
                </a:cubicBezTo>
                <a:lnTo>
                  <a:pt x="1124" y="224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43F46-BE49-4B5D-931D-C5BAE06D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525" y="1604543"/>
            <a:ext cx="119765" cy="138320"/>
          </a:xfrm>
          <a:custGeom xmlns:a="http://schemas.openxmlformats.org/drawingml/2006/main">
            <a:pathLst>
              <a:path w="119765" h="138320">
                <a:moveTo>
                  <a:pt x="59039" y="62413"/>
                </a:moveTo>
                <a:cubicBezTo>
                  <a:pt x="67473" y="62413"/>
                  <a:pt x="74220" y="60726"/>
                  <a:pt x="79281" y="60726"/>
                </a:cubicBezTo>
                <a:cubicBezTo>
                  <a:pt x="82655" y="59039"/>
                  <a:pt x="87715" y="57352"/>
                  <a:pt x="91089" y="53978"/>
                </a:cubicBezTo>
                <a:cubicBezTo>
                  <a:pt x="94462" y="50605"/>
                  <a:pt x="97836" y="45544"/>
                  <a:pt x="99523" y="42171"/>
                </a:cubicBezTo>
                <a:cubicBezTo>
                  <a:pt x="101210" y="38797"/>
                  <a:pt x="101210" y="33737"/>
                  <a:pt x="101210" y="28676"/>
                </a:cubicBezTo>
                <a:cubicBezTo>
                  <a:pt x="101210" y="25302"/>
                  <a:pt x="101210" y="23616"/>
                  <a:pt x="99523" y="20242"/>
                </a:cubicBezTo>
                <a:cubicBezTo>
                  <a:pt x="97836" y="18555"/>
                  <a:pt x="96149" y="15181"/>
                  <a:pt x="94462" y="13495"/>
                </a:cubicBezTo>
                <a:cubicBezTo>
                  <a:pt x="92776" y="11808"/>
                  <a:pt x="89402" y="10121"/>
                  <a:pt x="86028" y="10121"/>
                </a:cubicBezTo>
                <a:cubicBezTo>
                  <a:pt x="82655" y="8434"/>
                  <a:pt x="77594" y="8434"/>
                  <a:pt x="72534" y="8434"/>
                </a:cubicBezTo>
                <a:cubicBezTo>
                  <a:pt x="67473" y="8434"/>
                  <a:pt x="62413" y="8434"/>
                  <a:pt x="57352" y="8434"/>
                </a:cubicBezTo>
                <a:lnTo>
                  <a:pt x="45544" y="62413"/>
                </a:lnTo>
                <a:lnTo>
                  <a:pt x="59039" y="62413"/>
                </a:lnTo>
                <a:close/>
                <a:moveTo>
                  <a:pt x="30363" y="129886"/>
                </a:moveTo>
                <a:cubicBezTo>
                  <a:pt x="33737" y="129886"/>
                  <a:pt x="38797" y="129886"/>
                  <a:pt x="45544" y="129886"/>
                </a:cubicBezTo>
                <a:cubicBezTo>
                  <a:pt x="55665" y="129886"/>
                  <a:pt x="64099" y="128199"/>
                  <a:pt x="69160" y="126512"/>
                </a:cubicBezTo>
                <a:cubicBezTo>
                  <a:pt x="74220" y="123138"/>
                  <a:pt x="79281" y="119765"/>
                  <a:pt x="82655" y="113017"/>
                </a:cubicBezTo>
                <a:cubicBezTo>
                  <a:pt x="86028" y="107957"/>
                  <a:pt x="87715" y="101210"/>
                  <a:pt x="87715" y="91089"/>
                </a:cubicBezTo>
                <a:cubicBezTo>
                  <a:pt x="87715" y="84341"/>
                  <a:pt x="86028" y="79281"/>
                  <a:pt x="80968" y="75907"/>
                </a:cubicBezTo>
                <a:cubicBezTo>
                  <a:pt x="75907" y="72534"/>
                  <a:pt x="69160" y="70847"/>
                  <a:pt x="60726" y="70847"/>
                </a:cubicBezTo>
                <a:lnTo>
                  <a:pt x="42171" y="70847"/>
                </a:lnTo>
                <a:lnTo>
                  <a:pt x="30363" y="129886"/>
                </a:lnTo>
                <a:close/>
                <a:moveTo>
                  <a:pt x="87715" y="67473"/>
                </a:moveTo>
                <a:cubicBezTo>
                  <a:pt x="94462" y="70847"/>
                  <a:pt x="97836" y="74220"/>
                  <a:pt x="101210" y="77594"/>
                </a:cubicBezTo>
                <a:cubicBezTo>
                  <a:pt x="106270" y="82655"/>
                  <a:pt x="107957" y="87715"/>
                  <a:pt x="107957" y="94462"/>
                </a:cubicBezTo>
                <a:cubicBezTo>
                  <a:pt x="107957" y="102897"/>
                  <a:pt x="104583" y="111331"/>
                  <a:pt x="101210" y="118078"/>
                </a:cubicBezTo>
                <a:cubicBezTo>
                  <a:pt x="96149" y="123138"/>
                  <a:pt x="91089" y="128199"/>
                  <a:pt x="82655" y="133259"/>
                </a:cubicBezTo>
                <a:cubicBezTo>
                  <a:pt x="74220" y="136633"/>
                  <a:pt x="62413" y="138320"/>
                  <a:pt x="45544" y="138320"/>
                </a:cubicBezTo>
                <a:lnTo>
                  <a:pt x="0" y="138320"/>
                </a:lnTo>
                <a:lnTo>
                  <a:pt x="1687" y="133259"/>
                </a:lnTo>
                <a:cubicBezTo>
                  <a:pt x="5060" y="133259"/>
                  <a:pt x="6747" y="133259"/>
                  <a:pt x="6747" y="131573"/>
                </a:cubicBezTo>
                <a:cubicBezTo>
                  <a:pt x="8434" y="131573"/>
                  <a:pt x="10121" y="129886"/>
                  <a:pt x="10121" y="128199"/>
                </a:cubicBezTo>
                <a:cubicBezTo>
                  <a:pt x="11808" y="126512"/>
                  <a:pt x="11808" y="124825"/>
                  <a:pt x="13495" y="121452"/>
                </a:cubicBezTo>
                <a:cubicBezTo>
                  <a:pt x="13495" y="119765"/>
                  <a:pt x="15181" y="114704"/>
                  <a:pt x="16868" y="107957"/>
                </a:cubicBezTo>
                <a:lnTo>
                  <a:pt x="33737" y="30363"/>
                </a:lnTo>
                <a:cubicBezTo>
                  <a:pt x="35423" y="23616"/>
                  <a:pt x="35423" y="18555"/>
                  <a:pt x="35423" y="13495"/>
                </a:cubicBezTo>
                <a:cubicBezTo>
                  <a:pt x="35423" y="10121"/>
                  <a:pt x="35423" y="8434"/>
                  <a:pt x="33737" y="6747"/>
                </a:cubicBezTo>
                <a:cubicBezTo>
                  <a:pt x="32050" y="5060"/>
                  <a:pt x="30363" y="5060"/>
                  <a:pt x="26989" y="5060"/>
                </a:cubicBezTo>
                <a:lnTo>
                  <a:pt x="26989" y="0"/>
                </a:lnTo>
                <a:lnTo>
                  <a:pt x="77594" y="0"/>
                </a:lnTo>
                <a:cubicBezTo>
                  <a:pt x="87715" y="0"/>
                  <a:pt x="96149" y="1687"/>
                  <a:pt x="102897" y="3374"/>
                </a:cubicBezTo>
                <a:cubicBezTo>
                  <a:pt x="107957" y="5060"/>
                  <a:pt x="113017" y="8434"/>
                  <a:pt x="116391" y="11808"/>
                </a:cubicBezTo>
                <a:cubicBezTo>
                  <a:pt x="118078" y="16868"/>
                  <a:pt x="119765" y="21929"/>
                  <a:pt x="119765" y="28676"/>
                </a:cubicBezTo>
                <a:cubicBezTo>
                  <a:pt x="119765" y="37110"/>
                  <a:pt x="118078" y="43858"/>
                  <a:pt x="111331" y="50605"/>
                </a:cubicBezTo>
                <a:cubicBezTo>
                  <a:pt x="106270" y="57352"/>
                  <a:pt x="97836" y="62413"/>
                  <a:pt x="87715" y="65786"/>
                </a:cubicBezTo>
                <a:lnTo>
                  <a:pt x="87715" y="67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C7A9A-51B0-4970-B239-7CFD6E2F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097" y="1692258"/>
            <a:ext cx="53978" cy="96149"/>
          </a:xfrm>
          <a:custGeom xmlns:a="http://schemas.openxmlformats.org/drawingml/2006/main">
            <a:pathLst>
              <a:path w="53978" h="96149">
                <a:moveTo>
                  <a:pt x="47231" y="79281"/>
                </a:moveTo>
                <a:cubicBezTo>
                  <a:pt x="45544" y="82655"/>
                  <a:pt x="42171" y="84341"/>
                  <a:pt x="40484" y="87715"/>
                </a:cubicBezTo>
                <a:cubicBezTo>
                  <a:pt x="37110" y="89402"/>
                  <a:pt x="35423" y="91089"/>
                  <a:pt x="33737" y="91089"/>
                </a:cubicBezTo>
                <a:cubicBezTo>
                  <a:pt x="32050" y="92776"/>
                  <a:pt x="28676" y="94462"/>
                  <a:pt x="26989" y="94462"/>
                </a:cubicBezTo>
                <a:cubicBezTo>
                  <a:pt x="25302" y="94462"/>
                  <a:pt x="21929" y="96149"/>
                  <a:pt x="20242" y="96149"/>
                </a:cubicBezTo>
                <a:cubicBezTo>
                  <a:pt x="15181" y="96149"/>
                  <a:pt x="10121" y="94462"/>
                  <a:pt x="6747" y="91089"/>
                </a:cubicBezTo>
                <a:cubicBezTo>
                  <a:pt x="3374" y="87715"/>
                  <a:pt x="3374" y="84341"/>
                  <a:pt x="3374" y="79281"/>
                </a:cubicBezTo>
                <a:cubicBezTo>
                  <a:pt x="3374" y="77594"/>
                  <a:pt x="3374" y="75907"/>
                  <a:pt x="3374" y="72534"/>
                </a:cubicBezTo>
                <a:cubicBezTo>
                  <a:pt x="3374" y="70847"/>
                  <a:pt x="3374" y="69160"/>
                  <a:pt x="5060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1929"/>
                </a:cubicBezTo>
                <a:cubicBezTo>
                  <a:pt x="10121" y="20242"/>
                  <a:pt x="11808" y="20242"/>
                  <a:pt x="13495" y="18555"/>
                </a:cubicBezTo>
                <a:lnTo>
                  <a:pt x="15181" y="16868"/>
                </a:lnTo>
                <a:cubicBezTo>
                  <a:pt x="15181" y="15181"/>
                  <a:pt x="16868" y="13495"/>
                  <a:pt x="16868" y="11808"/>
                </a:cubicBezTo>
                <a:cubicBezTo>
                  <a:pt x="18555" y="11808"/>
                  <a:pt x="18555" y="10121"/>
                  <a:pt x="20242" y="6747"/>
                </a:cubicBezTo>
                <a:cubicBezTo>
                  <a:pt x="20242" y="5060"/>
                  <a:pt x="20242" y="3374"/>
                  <a:pt x="21929" y="0"/>
                </a:cubicBezTo>
                <a:lnTo>
                  <a:pt x="33737" y="0"/>
                </a:lnTo>
                <a:lnTo>
                  <a:pt x="28676" y="20242"/>
                </a:lnTo>
                <a:lnTo>
                  <a:pt x="53978" y="20242"/>
                </a:lnTo>
                <a:lnTo>
                  <a:pt x="52292" y="26989"/>
                </a:lnTo>
                <a:lnTo>
                  <a:pt x="26989" y="26989"/>
                </a:lnTo>
                <a:lnTo>
                  <a:pt x="20242" y="59039"/>
                </a:lnTo>
                <a:cubicBezTo>
                  <a:pt x="20242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8555" y="69160"/>
                </a:cubicBezTo>
                <a:cubicBezTo>
                  <a:pt x="18555" y="70847"/>
                  <a:pt x="16868" y="72534"/>
                  <a:pt x="16868" y="72534"/>
                </a:cubicBezTo>
                <a:cubicBezTo>
                  <a:pt x="16868" y="74220"/>
                  <a:pt x="16868" y="74220"/>
                  <a:pt x="16868" y="75907"/>
                </a:cubicBezTo>
                <a:cubicBezTo>
                  <a:pt x="16868" y="79281"/>
                  <a:pt x="18555" y="80968"/>
                  <a:pt x="18555" y="82655"/>
                </a:cubicBezTo>
                <a:cubicBezTo>
                  <a:pt x="20242" y="84341"/>
                  <a:pt x="21929" y="86028"/>
                  <a:pt x="25302" y="86028"/>
                </a:cubicBezTo>
                <a:cubicBezTo>
                  <a:pt x="26989" y="86028"/>
                  <a:pt x="30363" y="84341"/>
                  <a:pt x="33737" y="82655"/>
                </a:cubicBezTo>
                <a:cubicBezTo>
                  <a:pt x="35423" y="80968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D9CF7-909A-4F1C-AB22-434DBC9F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631" y="1736115"/>
            <a:ext cx="94462" cy="11808"/>
          </a:xfrm>
          <a:custGeom xmlns:a="http://schemas.openxmlformats.org/drawingml/2006/main">
            <a:pathLst>
              <a:path w="94462" h="11808">
                <a:moveTo>
                  <a:pt x="94462" y="0"/>
                </a:moveTo>
                <a:lnTo>
                  <a:pt x="94462" y="11808"/>
                </a:lnTo>
                <a:lnTo>
                  <a:pt x="0" y="11808"/>
                </a:lnTo>
                <a:lnTo>
                  <a:pt x="0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Text 1">
            <a:extLst xmlns:a="http://schemas.openxmlformats.org/drawingml/2006/main">
              <a:ext uri="{FF2B5EF4-FFF2-40B4-BE49-F238E27FC236}">
                <a16:creationId xmlns:a16="http://schemas.microsoft.com/office/drawing/2014/main" id="{AE278155-D1E7-4F4F-BCC1-A1DA696E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109" y="1683228"/>
            <a:ext cx="59662" cy="103509"/>
          </a:xfrm>
          <a:custGeom xmlns:a="http://schemas.openxmlformats.org/drawingml/2006/main">
            <a:pathLst>
              <a:path w="59662" h="103509">
                <a:moveTo>
                  <a:pt x="38750" y="83947"/>
                </a:moveTo>
                <a:cubicBezTo>
                  <a:pt x="38750" y="86845"/>
                  <a:pt x="38913" y="89031"/>
                  <a:pt x="39238" y="90505"/>
                </a:cubicBezTo>
                <a:cubicBezTo>
                  <a:pt x="39562" y="91979"/>
                  <a:pt x="40137" y="93178"/>
                  <a:pt x="40962" y="94103"/>
                </a:cubicBezTo>
                <a:cubicBezTo>
                  <a:pt x="41786" y="95027"/>
                  <a:pt x="42973" y="95752"/>
                  <a:pt x="44522" y="96277"/>
                </a:cubicBezTo>
                <a:cubicBezTo>
                  <a:pt x="46071" y="96801"/>
                  <a:pt x="48020" y="97201"/>
                  <a:pt x="50368" y="97476"/>
                </a:cubicBezTo>
                <a:cubicBezTo>
                  <a:pt x="52717" y="97751"/>
                  <a:pt x="55815" y="97938"/>
                  <a:pt x="59662" y="98038"/>
                </a:cubicBezTo>
                <a:lnTo>
                  <a:pt x="59662" y="103509"/>
                </a:lnTo>
                <a:lnTo>
                  <a:pt x="4272" y="103509"/>
                </a:lnTo>
                <a:lnTo>
                  <a:pt x="4272" y="98038"/>
                </a:lnTo>
                <a:cubicBezTo>
                  <a:pt x="9819" y="97788"/>
                  <a:pt x="13779" y="97451"/>
                  <a:pt x="16152" y="97026"/>
                </a:cubicBezTo>
                <a:cubicBezTo>
                  <a:pt x="18526" y="96601"/>
                  <a:pt x="20337" y="95964"/>
                  <a:pt x="21586" y="95115"/>
                </a:cubicBezTo>
                <a:cubicBezTo>
                  <a:pt x="22836" y="94265"/>
                  <a:pt x="23747" y="93066"/>
                  <a:pt x="24322" y="91517"/>
                </a:cubicBezTo>
                <a:cubicBezTo>
                  <a:pt x="24897" y="89968"/>
                  <a:pt x="25184" y="87445"/>
                  <a:pt x="25184" y="83947"/>
                </a:cubicBezTo>
                <a:lnTo>
                  <a:pt x="25184" y="23160"/>
                </a:lnTo>
                <a:cubicBezTo>
                  <a:pt x="25184" y="21162"/>
                  <a:pt x="24834" y="19700"/>
                  <a:pt x="24135" y="18776"/>
                </a:cubicBezTo>
                <a:cubicBezTo>
                  <a:pt x="23435" y="17851"/>
                  <a:pt x="22411" y="17389"/>
                  <a:pt x="21062" y="17389"/>
                </a:cubicBezTo>
                <a:cubicBezTo>
                  <a:pt x="19463" y="17389"/>
                  <a:pt x="17189" y="18213"/>
                  <a:pt x="14241" y="19862"/>
                </a:cubicBezTo>
                <a:cubicBezTo>
                  <a:pt x="11293" y="21511"/>
                  <a:pt x="7645" y="23785"/>
                  <a:pt x="3298" y="26683"/>
                </a:cubicBezTo>
                <a:lnTo>
                  <a:pt x="0" y="20912"/>
                </a:lnTo>
                <a:lnTo>
                  <a:pt x="35078" y="0"/>
                </a:lnTo>
                <a:lnTo>
                  <a:pt x="39200" y="0"/>
                </a:lnTo>
                <a:cubicBezTo>
                  <a:pt x="38900" y="4797"/>
                  <a:pt x="38750" y="11443"/>
                  <a:pt x="38750" y="19937"/>
                </a:cubicBezTo>
                <a:lnTo>
                  <a:pt x="38750" y="839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6F0F5-AA2C-4508-AE9E-90F3148B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199" y="1604543"/>
            <a:ext cx="119765" cy="138320"/>
          </a:xfrm>
          <a:custGeom xmlns:a="http://schemas.openxmlformats.org/drawingml/2006/main">
            <a:pathLst>
              <a:path w="119765" h="138320">
                <a:moveTo>
                  <a:pt x="59039" y="62413"/>
                </a:moveTo>
                <a:cubicBezTo>
                  <a:pt x="65786" y="62413"/>
                  <a:pt x="72534" y="60726"/>
                  <a:pt x="77594" y="60726"/>
                </a:cubicBezTo>
                <a:cubicBezTo>
                  <a:pt x="82655" y="59039"/>
                  <a:pt x="86028" y="57352"/>
                  <a:pt x="89402" y="53978"/>
                </a:cubicBezTo>
                <a:cubicBezTo>
                  <a:pt x="94462" y="50605"/>
                  <a:pt x="96149" y="45544"/>
                  <a:pt x="97836" y="42171"/>
                </a:cubicBezTo>
                <a:cubicBezTo>
                  <a:pt x="99523" y="38797"/>
                  <a:pt x="99523" y="33737"/>
                  <a:pt x="99523" y="28676"/>
                </a:cubicBezTo>
                <a:cubicBezTo>
                  <a:pt x="99523" y="25302"/>
                  <a:pt x="99523" y="23616"/>
                  <a:pt x="99523" y="20242"/>
                </a:cubicBezTo>
                <a:cubicBezTo>
                  <a:pt x="97836" y="18555"/>
                  <a:pt x="96149" y="15181"/>
                  <a:pt x="92776" y="13495"/>
                </a:cubicBezTo>
                <a:cubicBezTo>
                  <a:pt x="91089" y="11808"/>
                  <a:pt x="87715" y="10121"/>
                  <a:pt x="84341" y="10121"/>
                </a:cubicBezTo>
                <a:cubicBezTo>
                  <a:pt x="80968" y="8434"/>
                  <a:pt x="77594" y="8434"/>
                  <a:pt x="72534" y="8434"/>
                </a:cubicBezTo>
                <a:cubicBezTo>
                  <a:pt x="65786" y="8434"/>
                  <a:pt x="60726" y="8434"/>
                  <a:pt x="55665" y="8434"/>
                </a:cubicBezTo>
                <a:lnTo>
                  <a:pt x="43858" y="62413"/>
                </a:lnTo>
                <a:lnTo>
                  <a:pt x="59039" y="62413"/>
                </a:lnTo>
                <a:close/>
                <a:moveTo>
                  <a:pt x="28676" y="129886"/>
                </a:moveTo>
                <a:cubicBezTo>
                  <a:pt x="33737" y="129886"/>
                  <a:pt x="38797" y="129886"/>
                  <a:pt x="43858" y="129886"/>
                </a:cubicBezTo>
                <a:cubicBezTo>
                  <a:pt x="55665" y="129886"/>
                  <a:pt x="62413" y="128199"/>
                  <a:pt x="67473" y="126512"/>
                </a:cubicBezTo>
                <a:cubicBezTo>
                  <a:pt x="72534" y="123138"/>
                  <a:pt x="77594" y="119765"/>
                  <a:pt x="80968" y="113017"/>
                </a:cubicBezTo>
                <a:cubicBezTo>
                  <a:pt x="84341" y="107957"/>
                  <a:pt x="87715" y="101210"/>
                  <a:pt x="87715" y="91089"/>
                </a:cubicBezTo>
                <a:cubicBezTo>
                  <a:pt x="87715" y="84341"/>
                  <a:pt x="84341" y="79281"/>
                  <a:pt x="80968" y="75907"/>
                </a:cubicBezTo>
                <a:cubicBezTo>
                  <a:pt x="75907" y="72534"/>
                  <a:pt x="69160" y="70847"/>
                  <a:pt x="60726" y="70847"/>
                </a:cubicBezTo>
                <a:lnTo>
                  <a:pt x="42171" y="70847"/>
                </a:lnTo>
                <a:lnTo>
                  <a:pt x="28676" y="129886"/>
                </a:lnTo>
                <a:close/>
                <a:moveTo>
                  <a:pt x="86028" y="67473"/>
                </a:moveTo>
                <a:cubicBezTo>
                  <a:pt x="92776" y="70847"/>
                  <a:pt x="97836" y="74220"/>
                  <a:pt x="101210" y="77594"/>
                </a:cubicBezTo>
                <a:cubicBezTo>
                  <a:pt x="104583" y="82655"/>
                  <a:pt x="106270" y="87715"/>
                  <a:pt x="106270" y="94462"/>
                </a:cubicBezTo>
                <a:cubicBezTo>
                  <a:pt x="106270" y="102897"/>
                  <a:pt x="104583" y="111331"/>
                  <a:pt x="99523" y="118078"/>
                </a:cubicBezTo>
                <a:cubicBezTo>
                  <a:pt x="96149" y="123138"/>
                  <a:pt x="89402" y="128199"/>
                  <a:pt x="80968" y="133259"/>
                </a:cubicBezTo>
                <a:cubicBezTo>
                  <a:pt x="72534" y="136633"/>
                  <a:pt x="60726" y="138320"/>
                  <a:pt x="45544" y="138320"/>
                </a:cubicBezTo>
                <a:lnTo>
                  <a:pt x="0" y="138320"/>
                </a:lnTo>
                <a:lnTo>
                  <a:pt x="1687" y="133259"/>
                </a:lnTo>
                <a:cubicBezTo>
                  <a:pt x="3374" y="133259"/>
                  <a:pt x="5060" y="133259"/>
                  <a:pt x="6747" y="131573"/>
                </a:cubicBezTo>
                <a:cubicBezTo>
                  <a:pt x="8434" y="131573"/>
                  <a:pt x="8434" y="129886"/>
                  <a:pt x="10121" y="128199"/>
                </a:cubicBezTo>
                <a:cubicBezTo>
                  <a:pt x="10121" y="126512"/>
                  <a:pt x="11808" y="124825"/>
                  <a:pt x="11808" y="121452"/>
                </a:cubicBezTo>
                <a:cubicBezTo>
                  <a:pt x="13495" y="119765"/>
                  <a:pt x="13495" y="114704"/>
                  <a:pt x="15181" y="107957"/>
                </a:cubicBezTo>
                <a:lnTo>
                  <a:pt x="33737" y="30363"/>
                </a:lnTo>
                <a:cubicBezTo>
                  <a:pt x="33737" y="23616"/>
                  <a:pt x="35423" y="18555"/>
                  <a:pt x="35423" y="13495"/>
                </a:cubicBezTo>
                <a:cubicBezTo>
                  <a:pt x="35423" y="10121"/>
                  <a:pt x="33737" y="8434"/>
                  <a:pt x="33737" y="6747"/>
                </a:cubicBezTo>
                <a:cubicBezTo>
                  <a:pt x="32050" y="5060"/>
                  <a:pt x="28676" y="5060"/>
                  <a:pt x="25302" y="5060"/>
                </a:cubicBezTo>
                <a:lnTo>
                  <a:pt x="26989" y="0"/>
                </a:lnTo>
                <a:lnTo>
                  <a:pt x="77594" y="0"/>
                </a:lnTo>
                <a:cubicBezTo>
                  <a:pt x="87715" y="0"/>
                  <a:pt x="94462" y="1687"/>
                  <a:pt x="101210" y="3374"/>
                </a:cubicBezTo>
                <a:cubicBezTo>
                  <a:pt x="107957" y="5060"/>
                  <a:pt x="111331" y="8434"/>
                  <a:pt x="114704" y="11808"/>
                </a:cubicBezTo>
                <a:cubicBezTo>
                  <a:pt x="118078" y="16868"/>
                  <a:pt x="119765" y="21929"/>
                  <a:pt x="119765" y="28676"/>
                </a:cubicBezTo>
                <a:cubicBezTo>
                  <a:pt x="119765" y="37110"/>
                  <a:pt x="116391" y="43858"/>
                  <a:pt x="111331" y="50605"/>
                </a:cubicBezTo>
                <a:cubicBezTo>
                  <a:pt x="106270" y="57352"/>
                  <a:pt x="97836" y="62413"/>
                  <a:pt x="86028" y="65786"/>
                </a:cubicBezTo>
                <a:lnTo>
                  <a:pt x="86028" y="67473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AD9B8-5859-4B81-8590-555C20AF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772" y="1692258"/>
            <a:ext cx="53978" cy="96149"/>
          </a:xfrm>
          <a:custGeom xmlns:a="http://schemas.openxmlformats.org/drawingml/2006/main">
            <a:pathLst>
              <a:path w="53978" h="96149">
                <a:moveTo>
                  <a:pt x="47231" y="79281"/>
                </a:moveTo>
                <a:cubicBezTo>
                  <a:pt x="43858" y="82655"/>
                  <a:pt x="42171" y="84341"/>
                  <a:pt x="38797" y="87715"/>
                </a:cubicBezTo>
                <a:cubicBezTo>
                  <a:pt x="37110" y="89402"/>
                  <a:pt x="35423" y="91089"/>
                  <a:pt x="32050" y="91089"/>
                </a:cubicBezTo>
                <a:cubicBezTo>
                  <a:pt x="30363" y="92776"/>
                  <a:pt x="28676" y="94462"/>
                  <a:pt x="25302" y="94462"/>
                </a:cubicBezTo>
                <a:cubicBezTo>
                  <a:pt x="23616" y="94462"/>
                  <a:pt x="21929" y="96149"/>
                  <a:pt x="20242" y="96149"/>
                </a:cubicBezTo>
                <a:cubicBezTo>
                  <a:pt x="13495" y="96149"/>
                  <a:pt x="8434" y="94462"/>
                  <a:pt x="6747" y="91089"/>
                </a:cubicBezTo>
                <a:cubicBezTo>
                  <a:pt x="3374" y="87715"/>
                  <a:pt x="1687" y="84341"/>
                  <a:pt x="1687" y="79281"/>
                </a:cubicBezTo>
                <a:cubicBezTo>
                  <a:pt x="1687" y="77594"/>
                  <a:pt x="1687" y="75907"/>
                  <a:pt x="1687" y="72534"/>
                </a:cubicBezTo>
                <a:cubicBezTo>
                  <a:pt x="3374" y="70847"/>
                  <a:pt x="3374" y="69160"/>
                  <a:pt x="3374" y="65786"/>
                </a:cubicBezTo>
                <a:lnTo>
                  <a:pt x="11808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3374" y="21929"/>
                  <a:pt x="6747" y="21929"/>
                  <a:pt x="8434" y="21929"/>
                </a:cubicBezTo>
                <a:cubicBezTo>
                  <a:pt x="10121" y="20242"/>
                  <a:pt x="11808" y="20242"/>
                  <a:pt x="11808" y="18555"/>
                </a:cubicBezTo>
                <a:cubicBezTo>
                  <a:pt x="13495" y="18555"/>
                  <a:pt x="13495" y="16868"/>
                  <a:pt x="13495" y="16868"/>
                </a:cubicBezTo>
                <a:cubicBezTo>
                  <a:pt x="15181" y="15181"/>
                  <a:pt x="15181" y="13495"/>
                  <a:pt x="16868" y="11808"/>
                </a:cubicBezTo>
                <a:cubicBezTo>
                  <a:pt x="16868" y="11808"/>
                  <a:pt x="18555" y="10121"/>
                  <a:pt x="18555" y="6747"/>
                </a:cubicBezTo>
                <a:cubicBezTo>
                  <a:pt x="18555" y="5060"/>
                  <a:pt x="20242" y="3374"/>
                  <a:pt x="20242" y="0"/>
                </a:cubicBezTo>
                <a:lnTo>
                  <a:pt x="32050" y="0"/>
                </a:lnTo>
                <a:lnTo>
                  <a:pt x="28676" y="20242"/>
                </a:lnTo>
                <a:lnTo>
                  <a:pt x="53978" y="20242"/>
                </a:lnTo>
                <a:lnTo>
                  <a:pt x="52292" y="26989"/>
                </a:lnTo>
                <a:lnTo>
                  <a:pt x="26989" y="26989"/>
                </a:lnTo>
                <a:lnTo>
                  <a:pt x="18555" y="59039"/>
                </a:lnTo>
                <a:cubicBezTo>
                  <a:pt x="18555" y="60726"/>
                  <a:pt x="18555" y="62413"/>
                  <a:pt x="18555" y="64099"/>
                </a:cubicBezTo>
                <a:cubicBezTo>
                  <a:pt x="16868" y="65786"/>
                  <a:pt x="16868" y="67473"/>
                  <a:pt x="16868" y="69160"/>
                </a:cubicBezTo>
                <a:cubicBezTo>
                  <a:pt x="16868" y="70847"/>
                  <a:pt x="16868" y="72534"/>
                  <a:pt x="16868" y="72534"/>
                </a:cubicBezTo>
                <a:cubicBezTo>
                  <a:pt x="16868" y="74220"/>
                  <a:pt x="16868" y="74220"/>
                  <a:pt x="16868" y="75907"/>
                </a:cubicBezTo>
                <a:cubicBezTo>
                  <a:pt x="16868" y="79281"/>
                  <a:pt x="16868" y="80968"/>
                  <a:pt x="18555" y="82655"/>
                </a:cubicBezTo>
                <a:cubicBezTo>
                  <a:pt x="20242" y="84341"/>
                  <a:pt x="21929" y="86028"/>
                  <a:pt x="25302" y="86028"/>
                </a:cubicBezTo>
                <a:cubicBezTo>
                  <a:pt x="26989" y="86028"/>
                  <a:pt x="28676" y="84341"/>
                  <a:pt x="32050" y="82655"/>
                </a:cubicBezTo>
                <a:cubicBezTo>
                  <a:pt x="35423" y="80968"/>
                  <a:pt x="37110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57DEB-2576-44A0-9BC1-014BFB7D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187" y="1604543"/>
            <a:ext cx="119765" cy="138320"/>
          </a:xfrm>
          <a:custGeom xmlns:a="http://schemas.openxmlformats.org/drawingml/2006/main">
            <a:pathLst>
              <a:path w="119765" h="138320">
                <a:moveTo>
                  <a:pt x="59039" y="62413"/>
                </a:moveTo>
                <a:cubicBezTo>
                  <a:pt x="67473" y="62413"/>
                  <a:pt x="74220" y="60726"/>
                  <a:pt x="77594" y="60726"/>
                </a:cubicBezTo>
                <a:cubicBezTo>
                  <a:pt x="82655" y="59039"/>
                  <a:pt x="87715" y="57352"/>
                  <a:pt x="91089" y="53978"/>
                </a:cubicBezTo>
                <a:cubicBezTo>
                  <a:pt x="94462" y="50605"/>
                  <a:pt x="97836" y="45544"/>
                  <a:pt x="99523" y="42171"/>
                </a:cubicBezTo>
                <a:cubicBezTo>
                  <a:pt x="99523" y="38797"/>
                  <a:pt x="101210" y="33737"/>
                  <a:pt x="101210" y="28676"/>
                </a:cubicBezTo>
                <a:cubicBezTo>
                  <a:pt x="101210" y="25302"/>
                  <a:pt x="101210" y="23616"/>
                  <a:pt x="99523" y="20242"/>
                </a:cubicBezTo>
                <a:cubicBezTo>
                  <a:pt x="97836" y="18555"/>
                  <a:pt x="96149" y="15181"/>
                  <a:pt x="94462" y="13495"/>
                </a:cubicBezTo>
                <a:cubicBezTo>
                  <a:pt x="91089" y="11808"/>
                  <a:pt x="89402" y="10121"/>
                  <a:pt x="86028" y="10121"/>
                </a:cubicBezTo>
                <a:cubicBezTo>
                  <a:pt x="82655" y="8434"/>
                  <a:pt x="77594" y="8434"/>
                  <a:pt x="72534" y="8434"/>
                </a:cubicBezTo>
                <a:cubicBezTo>
                  <a:pt x="67473" y="8434"/>
                  <a:pt x="60726" y="8434"/>
                  <a:pt x="55665" y="8434"/>
                </a:cubicBezTo>
                <a:lnTo>
                  <a:pt x="45544" y="62413"/>
                </a:lnTo>
                <a:lnTo>
                  <a:pt x="59039" y="62413"/>
                </a:lnTo>
                <a:close/>
                <a:moveTo>
                  <a:pt x="30363" y="129886"/>
                </a:moveTo>
                <a:cubicBezTo>
                  <a:pt x="33737" y="129886"/>
                  <a:pt x="38797" y="129886"/>
                  <a:pt x="45544" y="129886"/>
                </a:cubicBezTo>
                <a:cubicBezTo>
                  <a:pt x="55665" y="129886"/>
                  <a:pt x="64099" y="128199"/>
                  <a:pt x="69160" y="126512"/>
                </a:cubicBezTo>
                <a:cubicBezTo>
                  <a:pt x="74220" y="123138"/>
                  <a:pt x="77594" y="119765"/>
                  <a:pt x="82655" y="113017"/>
                </a:cubicBezTo>
                <a:cubicBezTo>
                  <a:pt x="86028" y="107957"/>
                  <a:pt x="87715" y="101210"/>
                  <a:pt x="87715" y="91089"/>
                </a:cubicBezTo>
                <a:cubicBezTo>
                  <a:pt x="87715" y="84341"/>
                  <a:pt x="86028" y="79281"/>
                  <a:pt x="80968" y="75907"/>
                </a:cubicBezTo>
                <a:cubicBezTo>
                  <a:pt x="75907" y="72534"/>
                  <a:pt x="69160" y="70847"/>
                  <a:pt x="60726" y="70847"/>
                </a:cubicBezTo>
                <a:lnTo>
                  <a:pt x="42171" y="70847"/>
                </a:lnTo>
                <a:lnTo>
                  <a:pt x="30363" y="129886"/>
                </a:lnTo>
                <a:close/>
                <a:moveTo>
                  <a:pt x="87715" y="67473"/>
                </a:moveTo>
                <a:cubicBezTo>
                  <a:pt x="94462" y="70847"/>
                  <a:pt x="97836" y="74220"/>
                  <a:pt x="101210" y="77594"/>
                </a:cubicBezTo>
                <a:cubicBezTo>
                  <a:pt x="104583" y="82655"/>
                  <a:pt x="106270" y="87715"/>
                  <a:pt x="106270" y="94462"/>
                </a:cubicBezTo>
                <a:cubicBezTo>
                  <a:pt x="106270" y="102897"/>
                  <a:pt x="104583" y="111331"/>
                  <a:pt x="101210" y="118078"/>
                </a:cubicBezTo>
                <a:cubicBezTo>
                  <a:pt x="96149" y="123138"/>
                  <a:pt x="91089" y="128199"/>
                  <a:pt x="82655" y="133259"/>
                </a:cubicBezTo>
                <a:cubicBezTo>
                  <a:pt x="74220" y="136633"/>
                  <a:pt x="62413" y="138320"/>
                  <a:pt x="45544" y="138320"/>
                </a:cubicBezTo>
                <a:lnTo>
                  <a:pt x="0" y="138320"/>
                </a:lnTo>
                <a:lnTo>
                  <a:pt x="1687" y="133259"/>
                </a:lnTo>
                <a:cubicBezTo>
                  <a:pt x="5060" y="133259"/>
                  <a:pt x="6747" y="133259"/>
                  <a:pt x="6747" y="131573"/>
                </a:cubicBezTo>
                <a:cubicBezTo>
                  <a:pt x="8434" y="131573"/>
                  <a:pt x="10121" y="129886"/>
                  <a:pt x="10121" y="128199"/>
                </a:cubicBezTo>
                <a:cubicBezTo>
                  <a:pt x="11808" y="126512"/>
                  <a:pt x="11808" y="124825"/>
                  <a:pt x="13495" y="121452"/>
                </a:cubicBezTo>
                <a:cubicBezTo>
                  <a:pt x="13495" y="119765"/>
                  <a:pt x="15181" y="114704"/>
                  <a:pt x="16868" y="107957"/>
                </a:cubicBezTo>
                <a:lnTo>
                  <a:pt x="33737" y="30363"/>
                </a:lnTo>
                <a:cubicBezTo>
                  <a:pt x="35423" y="23616"/>
                  <a:pt x="35423" y="18555"/>
                  <a:pt x="35423" y="13495"/>
                </a:cubicBezTo>
                <a:cubicBezTo>
                  <a:pt x="35423" y="10121"/>
                  <a:pt x="35423" y="8434"/>
                  <a:pt x="33737" y="6747"/>
                </a:cubicBezTo>
                <a:cubicBezTo>
                  <a:pt x="32050" y="5060"/>
                  <a:pt x="30363" y="5060"/>
                  <a:pt x="25302" y="5060"/>
                </a:cubicBezTo>
                <a:lnTo>
                  <a:pt x="26989" y="0"/>
                </a:lnTo>
                <a:lnTo>
                  <a:pt x="77594" y="0"/>
                </a:lnTo>
                <a:cubicBezTo>
                  <a:pt x="87715" y="0"/>
                  <a:pt x="96149" y="1687"/>
                  <a:pt x="102897" y="3374"/>
                </a:cubicBezTo>
                <a:cubicBezTo>
                  <a:pt x="107957" y="5060"/>
                  <a:pt x="113017" y="8434"/>
                  <a:pt x="116391" y="11808"/>
                </a:cubicBezTo>
                <a:cubicBezTo>
                  <a:pt x="118078" y="16868"/>
                  <a:pt x="119765" y="21929"/>
                  <a:pt x="119765" y="28676"/>
                </a:cubicBezTo>
                <a:cubicBezTo>
                  <a:pt x="119765" y="37110"/>
                  <a:pt x="118078" y="43858"/>
                  <a:pt x="111331" y="50605"/>
                </a:cubicBezTo>
                <a:cubicBezTo>
                  <a:pt x="106270" y="57352"/>
                  <a:pt x="97836" y="62413"/>
                  <a:pt x="87715" y="65786"/>
                </a:cubicBezTo>
                <a:lnTo>
                  <a:pt x="87715" y="67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50C47B-2EA9-4030-95FF-64ADC2BC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60" y="1692258"/>
            <a:ext cx="55665" cy="96149"/>
          </a:xfrm>
          <a:custGeom xmlns:a="http://schemas.openxmlformats.org/drawingml/2006/main">
            <a:pathLst>
              <a:path w="55665" h="96149">
                <a:moveTo>
                  <a:pt x="47231" y="79281"/>
                </a:moveTo>
                <a:cubicBezTo>
                  <a:pt x="45544" y="82655"/>
                  <a:pt x="42171" y="84341"/>
                  <a:pt x="40484" y="87715"/>
                </a:cubicBezTo>
                <a:cubicBezTo>
                  <a:pt x="38797" y="89402"/>
                  <a:pt x="35423" y="91089"/>
                  <a:pt x="33737" y="91089"/>
                </a:cubicBezTo>
                <a:cubicBezTo>
                  <a:pt x="32050" y="92776"/>
                  <a:pt x="28676" y="94462"/>
                  <a:pt x="26989" y="94462"/>
                </a:cubicBezTo>
                <a:cubicBezTo>
                  <a:pt x="25302" y="94462"/>
                  <a:pt x="23616" y="96149"/>
                  <a:pt x="20242" y="96149"/>
                </a:cubicBezTo>
                <a:cubicBezTo>
                  <a:pt x="15181" y="96149"/>
                  <a:pt x="10121" y="94462"/>
                  <a:pt x="6747" y="91089"/>
                </a:cubicBezTo>
                <a:cubicBezTo>
                  <a:pt x="5060" y="87715"/>
                  <a:pt x="3374" y="84341"/>
                  <a:pt x="3374" y="79281"/>
                </a:cubicBezTo>
                <a:cubicBezTo>
                  <a:pt x="3374" y="77594"/>
                  <a:pt x="3374" y="75907"/>
                  <a:pt x="3374" y="72534"/>
                </a:cubicBezTo>
                <a:cubicBezTo>
                  <a:pt x="3374" y="70847"/>
                  <a:pt x="3374" y="69160"/>
                  <a:pt x="5060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1929"/>
                </a:cubicBezTo>
                <a:cubicBezTo>
                  <a:pt x="10121" y="20242"/>
                  <a:pt x="11808" y="20242"/>
                  <a:pt x="13495" y="18555"/>
                </a:cubicBezTo>
                <a:lnTo>
                  <a:pt x="15181" y="16868"/>
                </a:lnTo>
                <a:cubicBezTo>
                  <a:pt x="16868" y="15181"/>
                  <a:pt x="16868" y="13495"/>
                  <a:pt x="16868" y="11808"/>
                </a:cubicBezTo>
                <a:cubicBezTo>
                  <a:pt x="18555" y="11808"/>
                  <a:pt x="18555" y="10121"/>
                  <a:pt x="20242" y="6747"/>
                </a:cubicBezTo>
                <a:cubicBezTo>
                  <a:pt x="20242" y="5060"/>
                  <a:pt x="21929" y="3374"/>
                  <a:pt x="21929" y="0"/>
                </a:cubicBezTo>
                <a:lnTo>
                  <a:pt x="33737" y="0"/>
                </a:lnTo>
                <a:lnTo>
                  <a:pt x="28676" y="20242"/>
                </a:lnTo>
                <a:lnTo>
                  <a:pt x="55665" y="20242"/>
                </a:lnTo>
                <a:lnTo>
                  <a:pt x="53978" y="26989"/>
                </a:lnTo>
                <a:lnTo>
                  <a:pt x="28676" y="26989"/>
                </a:lnTo>
                <a:lnTo>
                  <a:pt x="20242" y="59039"/>
                </a:lnTo>
                <a:cubicBezTo>
                  <a:pt x="20242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8555" y="69160"/>
                </a:cubicBezTo>
                <a:cubicBezTo>
                  <a:pt x="18555" y="70847"/>
                  <a:pt x="18555" y="72534"/>
                  <a:pt x="18555" y="72534"/>
                </a:cubicBezTo>
                <a:cubicBezTo>
                  <a:pt x="18555" y="74220"/>
                  <a:pt x="16868" y="74220"/>
                  <a:pt x="16868" y="75907"/>
                </a:cubicBezTo>
                <a:cubicBezTo>
                  <a:pt x="16868" y="79281"/>
                  <a:pt x="18555" y="80968"/>
                  <a:pt x="20242" y="82655"/>
                </a:cubicBezTo>
                <a:cubicBezTo>
                  <a:pt x="20242" y="84341"/>
                  <a:pt x="23616" y="86028"/>
                  <a:pt x="25302" y="86028"/>
                </a:cubicBezTo>
                <a:cubicBezTo>
                  <a:pt x="28676" y="86028"/>
                  <a:pt x="30363" y="84341"/>
                  <a:pt x="33737" y="82655"/>
                </a:cubicBezTo>
                <a:cubicBezTo>
                  <a:pt x="35423" y="80968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EEBE5-46F6-4D91-903B-BE37F02A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294" y="1736115"/>
            <a:ext cx="94462" cy="11808"/>
          </a:xfrm>
          <a:custGeom xmlns:a="http://schemas.openxmlformats.org/drawingml/2006/main">
            <a:pathLst>
              <a:path w="94462" h="11808">
                <a:moveTo>
                  <a:pt x="94462" y="0"/>
                </a:moveTo>
                <a:lnTo>
                  <a:pt x="94462" y="11808"/>
                </a:lnTo>
                <a:lnTo>
                  <a:pt x="0" y="11808"/>
                </a:lnTo>
                <a:lnTo>
                  <a:pt x="0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Text 3">
            <a:extLst xmlns:a="http://schemas.openxmlformats.org/drawingml/2006/main">
              <a:ext uri="{FF2B5EF4-FFF2-40B4-BE49-F238E27FC236}">
                <a16:creationId xmlns:a16="http://schemas.microsoft.com/office/drawing/2014/main" id="{CBDB9544-7E37-44E1-A630-7982926D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268" y="1683228"/>
            <a:ext cx="61911" cy="104709"/>
          </a:xfrm>
          <a:custGeom xmlns:a="http://schemas.openxmlformats.org/drawingml/2006/main">
            <a:pathLst>
              <a:path w="61911" h="104709">
                <a:moveTo>
                  <a:pt x="1124" y="22411"/>
                </a:moveTo>
                <a:lnTo>
                  <a:pt x="1124" y="8170"/>
                </a:lnTo>
                <a:cubicBezTo>
                  <a:pt x="6921" y="5422"/>
                  <a:pt x="12342" y="3373"/>
                  <a:pt x="17389" y="2024"/>
                </a:cubicBezTo>
                <a:cubicBezTo>
                  <a:pt x="22436" y="675"/>
                  <a:pt x="27308" y="0"/>
                  <a:pt x="32005" y="0"/>
                </a:cubicBezTo>
                <a:cubicBezTo>
                  <a:pt x="37651" y="0"/>
                  <a:pt x="42598" y="874"/>
                  <a:pt x="46845" y="2623"/>
                </a:cubicBezTo>
                <a:cubicBezTo>
                  <a:pt x="51093" y="4372"/>
                  <a:pt x="54341" y="6883"/>
                  <a:pt x="56589" y="10156"/>
                </a:cubicBezTo>
                <a:cubicBezTo>
                  <a:pt x="58838" y="13429"/>
                  <a:pt x="59962" y="17339"/>
                  <a:pt x="59962" y="21886"/>
                </a:cubicBezTo>
                <a:cubicBezTo>
                  <a:pt x="59962" y="26133"/>
                  <a:pt x="59113" y="29869"/>
                  <a:pt x="57414" y="33092"/>
                </a:cubicBezTo>
                <a:cubicBezTo>
                  <a:pt x="55715" y="36314"/>
                  <a:pt x="53329" y="39125"/>
                  <a:pt x="50256" y="41524"/>
                </a:cubicBezTo>
                <a:cubicBezTo>
                  <a:pt x="47183" y="43922"/>
                  <a:pt x="43198" y="46271"/>
                  <a:pt x="38301" y="48569"/>
                </a:cubicBezTo>
                <a:lnTo>
                  <a:pt x="38301" y="49244"/>
                </a:lnTo>
                <a:cubicBezTo>
                  <a:pt x="41349" y="49793"/>
                  <a:pt x="44284" y="50730"/>
                  <a:pt x="47108" y="52055"/>
                </a:cubicBezTo>
                <a:cubicBezTo>
                  <a:pt x="49931" y="53379"/>
                  <a:pt x="52442" y="55090"/>
                  <a:pt x="54640" y="57189"/>
                </a:cubicBezTo>
                <a:cubicBezTo>
                  <a:pt x="56839" y="59287"/>
                  <a:pt x="58600" y="61798"/>
                  <a:pt x="59925" y="64721"/>
                </a:cubicBezTo>
                <a:cubicBezTo>
                  <a:pt x="61249" y="67645"/>
                  <a:pt x="61911" y="70980"/>
                  <a:pt x="61911" y="74728"/>
                </a:cubicBezTo>
                <a:cubicBezTo>
                  <a:pt x="61911" y="80524"/>
                  <a:pt x="60649" y="85671"/>
                  <a:pt x="58126" y="90168"/>
                </a:cubicBezTo>
                <a:cubicBezTo>
                  <a:pt x="55602" y="94665"/>
                  <a:pt x="51742" y="98213"/>
                  <a:pt x="46546" y="100811"/>
                </a:cubicBezTo>
                <a:cubicBezTo>
                  <a:pt x="41349" y="103409"/>
                  <a:pt x="35028" y="104709"/>
                  <a:pt x="27583" y="104709"/>
                </a:cubicBezTo>
                <a:cubicBezTo>
                  <a:pt x="23285" y="104709"/>
                  <a:pt x="18651" y="104221"/>
                  <a:pt x="13679" y="103247"/>
                </a:cubicBezTo>
                <a:cubicBezTo>
                  <a:pt x="8707" y="102273"/>
                  <a:pt x="4147" y="100986"/>
                  <a:pt x="0" y="99387"/>
                </a:cubicBezTo>
                <a:lnTo>
                  <a:pt x="0" y="83497"/>
                </a:lnTo>
                <a:lnTo>
                  <a:pt x="8994" y="83497"/>
                </a:lnTo>
                <a:cubicBezTo>
                  <a:pt x="10743" y="88694"/>
                  <a:pt x="13054" y="92466"/>
                  <a:pt x="15927" y="94815"/>
                </a:cubicBezTo>
                <a:cubicBezTo>
                  <a:pt x="18801" y="97163"/>
                  <a:pt x="22711" y="98338"/>
                  <a:pt x="27657" y="98338"/>
                </a:cubicBezTo>
                <a:cubicBezTo>
                  <a:pt x="34153" y="98338"/>
                  <a:pt x="39063" y="96564"/>
                  <a:pt x="42386" y="93016"/>
                </a:cubicBezTo>
                <a:cubicBezTo>
                  <a:pt x="45709" y="89468"/>
                  <a:pt x="47370" y="84222"/>
                  <a:pt x="47370" y="77276"/>
                </a:cubicBezTo>
                <a:cubicBezTo>
                  <a:pt x="47370" y="69981"/>
                  <a:pt x="45171" y="64409"/>
                  <a:pt x="40774" y="60562"/>
                </a:cubicBezTo>
                <a:cubicBezTo>
                  <a:pt x="36377" y="56714"/>
                  <a:pt x="29931" y="54790"/>
                  <a:pt x="21436" y="54790"/>
                </a:cubicBezTo>
                <a:lnTo>
                  <a:pt x="14691" y="54790"/>
                </a:lnTo>
                <a:lnTo>
                  <a:pt x="14691" y="48194"/>
                </a:lnTo>
                <a:cubicBezTo>
                  <a:pt x="21436" y="47795"/>
                  <a:pt x="27120" y="46496"/>
                  <a:pt x="31742" y="44297"/>
                </a:cubicBezTo>
                <a:cubicBezTo>
                  <a:pt x="36364" y="42098"/>
                  <a:pt x="39800" y="39275"/>
                  <a:pt x="42048" y="35827"/>
                </a:cubicBezTo>
                <a:cubicBezTo>
                  <a:pt x="44297" y="32379"/>
                  <a:pt x="45421" y="28507"/>
                  <a:pt x="45421" y="24210"/>
                </a:cubicBezTo>
                <a:cubicBezTo>
                  <a:pt x="45421" y="18663"/>
                  <a:pt x="43947" y="14391"/>
                  <a:pt x="40999" y="11393"/>
                </a:cubicBezTo>
                <a:cubicBezTo>
                  <a:pt x="38051" y="8395"/>
                  <a:pt x="33754" y="6896"/>
                  <a:pt x="28107" y="6896"/>
                </a:cubicBezTo>
                <a:cubicBezTo>
                  <a:pt x="23410" y="6896"/>
                  <a:pt x="19588" y="8170"/>
                  <a:pt x="16639" y="10718"/>
                </a:cubicBezTo>
                <a:cubicBezTo>
                  <a:pt x="13691" y="13267"/>
                  <a:pt x="11518" y="17164"/>
                  <a:pt x="10119" y="22411"/>
                </a:cubicBezTo>
                <a:lnTo>
                  <a:pt x="1124" y="224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C279B-64AA-4EDF-9F40-89C0D892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862" y="1604543"/>
            <a:ext cx="119765" cy="138320"/>
          </a:xfrm>
          <a:custGeom xmlns:a="http://schemas.openxmlformats.org/drawingml/2006/main">
            <a:pathLst>
              <a:path w="119765" h="138320">
                <a:moveTo>
                  <a:pt x="59039" y="62413"/>
                </a:moveTo>
                <a:cubicBezTo>
                  <a:pt x="67473" y="62413"/>
                  <a:pt x="72534" y="60726"/>
                  <a:pt x="77594" y="60726"/>
                </a:cubicBezTo>
                <a:cubicBezTo>
                  <a:pt x="82655" y="59039"/>
                  <a:pt x="86028" y="57352"/>
                  <a:pt x="91089" y="53978"/>
                </a:cubicBezTo>
                <a:cubicBezTo>
                  <a:pt x="94462" y="50605"/>
                  <a:pt x="96149" y="45544"/>
                  <a:pt x="97836" y="42171"/>
                </a:cubicBezTo>
                <a:cubicBezTo>
                  <a:pt x="99523" y="38797"/>
                  <a:pt x="101210" y="33737"/>
                  <a:pt x="101210" y="28676"/>
                </a:cubicBezTo>
                <a:cubicBezTo>
                  <a:pt x="101210" y="25302"/>
                  <a:pt x="99523" y="23616"/>
                  <a:pt x="99523" y="20242"/>
                </a:cubicBezTo>
                <a:cubicBezTo>
                  <a:pt x="97836" y="18555"/>
                  <a:pt x="96149" y="15181"/>
                  <a:pt x="94462" y="13495"/>
                </a:cubicBezTo>
                <a:cubicBezTo>
                  <a:pt x="91089" y="11808"/>
                  <a:pt x="87715" y="10121"/>
                  <a:pt x="86028" y="10121"/>
                </a:cubicBezTo>
                <a:cubicBezTo>
                  <a:pt x="82655" y="8434"/>
                  <a:pt x="77594" y="8434"/>
                  <a:pt x="72534" y="8434"/>
                </a:cubicBezTo>
                <a:cubicBezTo>
                  <a:pt x="65786" y="8434"/>
                  <a:pt x="60726" y="8434"/>
                  <a:pt x="55665" y="8434"/>
                </a:cubicBezTo>
                <a:lnTo>
                  <a:pt x="43858" y="62413"/>
                </a:lnTo>
                <a:lnTo>
                  <a:pt x="59039" y="62413"/>
                </a:lnTo>
                <a:close/>
                <a:moveTo>
                  <a:pt x="30363" y="129886"/>
                </a:moveTo>
                <a:cubicBezTo>
                  <a:pt x="33737" y="129886"/>
                  <a:pt x="38797" y="129886"/>
                  <a:pt x="45544" y="129886"/>
                </a:cubicBezTo>
                <a:cubicBezTo>
                  <a:pt x="55665" y="129886"/>
                  <a:pt x="62413" y="128199"/>
                  <a:pt x="67473" y="126512"/>
                </a:cubicBezTo>
                <a:cubicBezTo>
                  <a:pt x="72534" y="123138"/>
                  <a:pt x="77594" y="119765"/>
                  <a:pt x="80968" y="113017"/>
                </a:cubicBezTo>
                <a:cubicBezTo>
                  <a:pt x="86028" y="107957"/>
                  <a:pt x="87715" y="101210"/>
                  <a:pt x="87715" y="91089"/>
                </a:cubicBezTo>
                <a:cubicBezTo>
                  <a:pt x="87715" y="84341"/>
                  <a:pt x="84341" y="79281"/>
                  <a:pt x="80968" y="75907"/>
                </a:cubicBezTo>
                <a:cubicBezTo>
                  <a:pt x="75907" y="72534"/>
                  <a:pt x="69160" y="70847"/>
                  <a:pt x="60726" y="70847"/>
                </a:cubicBezTo>
                <a:lnTo>
                  <a:pt x="42171" y="70847"/>
                </a:lnTo>
                <a:lnTo>
                  <a:pt x="30363" y="129886"/>
                </a:lnTo>
                <a:close/>
                <a:moveTo>
                  <a:pt x="86028" y="67473"/>
                </a:moveTo>
                <a:cubicBezTo>
                  <a:pt x="92776" y="70847"/>
                  <a:pt x="97836" y="74220"/>
                  <a:pt x="101210" y="77594"/>
                </a:cubicBezTo>
                <a:cubicBezTo>
                  <a:pt x="104583" y="82655"/>
                  <a:pt x="106270" y="87715"/>
                  <a:pt x="106270" y="94462"/>
                </a:cubicBezTo>
                <a:cubicBezTo>
                  <a:pt x="106270" y="102897"/>
                  <a:pt x="104583" y="111331"/>
                  <a:pt x="99523" y="118078"/>
                </a:cubicBezTo>
                <a:cubicBezTo>
                  <a:pt x="96149" y="123138"/>
                  <a:pt x="89402" y="128199"/>
                  <a:pt x="80968" y="133259"/>
                </a:cubicBezTo>
                <a:cubicBezTo>
                  <a:pt x="74220" y="136633"/>
                  <a:pt x="60726" y="138320"/>
                  <a:pt x="45544" y="138320"/>
                </a:cubicBezTo>
                <a:lnTo>
                  <a:pt x="0" y="138320"/>
                </a:lnTo>
                <a:lnTo>
                  <a:pt x="1687" y="133259"/>
                </a:lnTo>
                <a:cubicBezTo>
                  <a:pt x="3374" y="133259"/>
                  <a:pt x="5060" y="133259"/>
                  <a:pt x="6747" y="131573"/>
                </a:cubicBezTo>
                <a:cubicBezTo>
                  <a:pt x="8434" y="131573"/>
                  <a:pt x="10121" y="129886"/>
                  <a:pt x="10121" y="128199"/>
                </a:cubicBezTo>
                <a:cubicBezTo>
                  <a:pt x="11808" y="126512"/>
                  <a:pt x="11808" y="124825"/>
                  <a:pt x="11808" y="121452"/>
                </a:cubicBezTo>
                <a:cubicBezTo>
                  <a:pt x="13495" y="119765"/>
                  <a:pt x="15181" y="114704"/>
                  <a:pt x="15181" y="107957"/>
                </a:cubicBezTo>
                <a:lnTo>
                  <a:pt x="33737" y="30363"/>
                </a:lnTo>
                <a:cubicBezTo>
                  <a:pt x="35423" y="23616"/>
                  <a:pt x="35423" y="18555"/>
                  <a:pt x="35423" y="13495"/>
                </a:cubicBezTo>
                <a:cubicBezTo>
                  <a:pt x="35423" y="10121"/>
                  <a:pt x="35423" y="8434"/>
                  <a:pt x="33737" y="6747"/>
                </a:cubicBezTo>
                <a:cubicBezTo>
                  <a:pt x="32050" y="5060"/>
                  <a:pt x="28676" y="5060"/>
                  <a:pt x="25302" y="5060"/>
                </a:cubicBezTo>
                <a:lnTo>
                  <a:pt x="26989" y="0"/>
                </a:lnTo>
                <a:lnTo>
                  <a:pt x="77594" y="0"/>
                </a:lnTo>
                <a:cubicBezTo>
                  <a:pt x="87715" y="0"/>
                  <a:pt x="96149" y="1687"/>
                  <a:pt x="101210" y="3374"/>
                </a:cubicBezTo>
                <a:cubicBezTo>
                  <a:pt x="107957" y="5060"/>
                  <a:pt x="113017" y="8434"/>
                  <a:pt x="114704" y="11808"/>
                </a:cubicBezTo>
                <a:cubicBezTo>
                  <a:pt x="118078" y="16868"/>
                  <a:pt x="119765" y="21929"/>
                  <a:pt x="119765" y="28676"/>
                </a:cubicBezTo>
                <a:cubicBezTo>
                  <a:pt x="119765" y="37110"/>
                  <a:pt x="116391" y="43858"/>
                  <a:pt x="111331" y="50605"/>
                </a:cubicBezTo>
                <a:cubicBezTo>
                  <a:pt x="106270" y="57352"/>
                  <a:pt x="97836" y="62413"/>
                  <a:pt x="87715" y="65786"/>
                </a:cubicBezTo>
                <a:lnTo>
                  <a:pt x="86028" y="67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E04D6A-CC15-4702-80F9-5BF2E0A7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434" y="1692258"/>
            <a:ext cx="53978" cy="96149"/>
          </a:xfrm>
          <a:custGeom xmlns:a="http://schemas.openxmlformats.org/drawingml/2006/main">
            <a:pathLst>
              <a:path w="53978" h="96149">
                <a:moveTo>
                  <a:pt x="47231" y="79281"/>
                </a:moveTo>
                <a:cubicBezTo>
                  <a:pt x="43858" y="82655"/>
                  <a:pt x="42171" y="84341"/>
                  <a:pt x="38797" y="87715"/>
                </a:cubicBezTo>
                <a:cubicBezTo>
                  <a:pt x="37110" y="89402"/>
                  <a:pt x="35423" y="91089"/>
                  <a:pt x="32050" y="91089"/>
                </a:cubicBezTo>
                <a:cubicBezTo>
                  <a:pt x="30363" y="92776"/>
                  <a:pt x="28676" y="94462"/>
                  <a:pt x="26989" y="94462"/>
                </a:cubicBezTo>
                <a:cubicBezTo>
                  <a:pt x="23616" y="94462"/>
                  <a:pt x="21929" y="96149"/>
                  <a:pt x="20242" y="96149"/>
                </a:cubicBezTo>
                <a:cubicBezTo>
                  <a:pt x="13495" y="96149"/>
                  <a:pt x="10121" y="94462"/>
                  <a:pt x="6747" y="91089"/>
                </a:cubicBezTo>
                <a:cubicBezTo>
                  <a:pt x="3374" y="87715"/>
                  <a:pt x="1687" y="84341"/>
                  <a:pt x="1687" y="79281"/>
                </a:cubicBezTo>
                <a:cubicBezTo>
                  <a:pt x="1687" y="77594"/>
                  <a:pt x="1687" y="75907"/>
                  <a:pt x="3374" y="72534"/>
                </a:cubicBezTo>
                <a:cubicBezTo>
                  <a:pt x="3374" y="70847"/>
                  <a:pt x="3374" y="69160"/>
                  <a:pt x="3374" y="65786"/>
                </a:cubicBezTo>
                <a:lnTo>
                  <a:pt x="11808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3374" y="21929"/>
                  <a:pt x="6747" y="21929"/>
                  <a:pt x="8434" y="21929"/>
                </a:cubicBezTo>
                <a:cubicBezTo>
                  <a:pt x="10121" y="20242"/>
                  <a:pt x="11808" y="20242"/>
                  <a:pt x="11808" y="18555"/>
                </a:cubicBezTo>
                <a:cubicBezTo>
                  <a:pt x="13495" y="18555"/>
                  <a:pt x="13495" y="16868"/>
                  <a:pt x="15181" y="16868"/>
                </a:cubicBezTo>
                <a:cubicBezTo>
                  <a:pt x="15181" y="15181"/>
                  <a:pt x="15181" y="13495"/>
                  <a:pt x="16868" y="11808"/>
                </a:cubicBezTo>
                <a:cubicBezTo>
                  <a:pt x="16868" y="11808"/>
                  <a:pt x="18555" y="10121"/>
                  <a:pt x="18555" y="6747"/>
                </a:cubicBezTo>
                <a:cubicBezTo>
                  <a:pt x="20242" y="5060"/>
                  <a:pt x="20242" y="3374"/>
                  <a:pt x="21929" y="0"/>
                </a:cubicBezTo>
                <a:lnTo>
                  <a:pt x="32050" y="0"/>
                </a:lnTo>
                <a:lnTo>
                  <a:pt x="28676" y="20242"/>
                </a:lnTo>
                <a:lnTo>
                  <a:pt x="53978" y="20242"/>
                </a:lnTo>
                <a:lnTo>
                  <a:pt x="52292" y="26989"/>
                </a:lnTo>
                <a:lnTo>
                  <a:pt x="26989" y="26989"/>
                </a:lnTo>
                <a:lnTo>
                  <a:pt x="18555" y="59039"/>
                </a:lnTo>
                <a:cubicBezTo>
                  <a:pt x="18555" y="60726"/>
                  <a:pt x="18555" y="62413"/>
                  <a:pt x="18555" y="64099"/>
                </a:cubicBezTo>
                <a:cubicBezTo>
                  <a:pt x="18555" y="65786"/>
                  <a:pt x="16868" y="67473"/>
                  <a:pt x="16868" y="69160"/>
                </a:cubicBezTo>
                <a:cubicBezTo>
                  <a:pt x="16868" y="70847"/>
                  <a:pt x="16868" y="72534"/>
                  <a:pt x="16868" y="72534"/>
                </a:cubicBezTo>
                <a:cubicBezTo>
                  <a:pt x="16868" y="74220"/>
                  <a:pt x="16868" y="74220"/>
                  <a:pt x="16868" y="75907"/>
                </a:cubicBezTo>
                <a:cubicBezTo>
                  <a:pt x="16868" y="79281"/>
                  <a:pt x="16868" y="80968"/>
                  <a:pt x="18555" y="82655"/>
                </a:cubicBezTo>
                <a:cubicBezTo>
                  <a:pt x="20242" y="84341"/>
                  <a:pt x="21929" y="86028"/>
                  <a:pt x="25302" y="86028"/>
                </a:cubicBezTo>
                <a:cubicBezTo>
                  <a:pt x="26989" y="86028"/>
                  <a:pt x="30363" y="84341"/>
                  <a:pt x="32050" y="82655"/>
                </a:cubicBezTo>
                <a:cubicBezTo>
                  <a:pt x="35423" y="80968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01BB6-7B3D-47C6-9FBF-3477E165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968" y="1736115"/>
            <a:ext cx="92776" cy="11808"/>
          </a:xfrm>
          <a:custGeom xmlns:a="http://schemas.openxmlformats.org/drawingml/2006/main">
            <a:pathLst>
              <a:path w="92776" h="11808">
                <a:moveTo>
                  <a:pt x="92776" y="0"/>
                </a:moveTo>
                <a:lnTo>
                  <a:pt x="92776" y="11808"/>
                </a:lnTo>
                <a:lnTo>
                  <a:pt x="0" y="11808"/>
                </a:lnTo>
                <a:lnTo>
                  <a:pt x="0" y="0"/>
                </a:lnTo>
                <a:lnTo>
                  <a:pt x="9277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Text 2">
            <a:extLst xmlns:a="http://schemas.openxmlformats.org/drawingml/2006/main">
              <a:ext uri="{FF2B5EF4-FFF2-40B4-BE49-F238E27FC236}">
                <a16:creationId xmlns:a16="http://schemas.microsoft.com/office/drawing/2014/main" id="{071F58FD-7A9C-4887-B4FF-A2EDB6EA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127" y="1683228"/>
            <a:ext cx="62960" cy="103509"/>
          </a:xfrm>
          <a:custGeom xmlns:a="http://schemas.openxmlformats.org/drawingml/2006/main">
            <a:pathLst>
              <a:path w="62960" h="103509">
                <a:moveTo>
                  <a:pt x="42948" y="91517"/>
                </a:moveTo>
                <a:cubicBezTo>
                  <a:pt x="45396" y="91517"/>
                  <a:pt x="47370" y="91367"/>
                  <a:pt x="48869" y="91067"/>
                </a:cubicBezTo>
                <a:cubicBezTo>
                  <a:pt x="50368" y="90767"/>
                  <a:pt x="51567" y="90268"/>
                  <a:pt x="52467" y="89568"/>
                </a:cubicBezTo>
                <a:cubicBezTo>
                  <a:pt x="53366" y="88869"/>
                  <a:pt x="54078" y="87957"/>
                  <a:pt x="54603" y="86832"/>
                </a:cubicBezTo>
                <a:cubicBezTo>
                  <a:pt x="55128" y="85708"/>
                  <a:pt x="55790" y="83972"/>
                  <a:pt x="56589" y="81623"/>
                </a:cubicBezTo>
                <a:lnTo>
                  <a:pt x="62960" y="81623"/>
                </a:lnTo>
                <a:lnTo>
                  <a:pt x="61686" y="103509"/>
                </a:lnTo>
                <a:lnTo>
                  <a:pt x="0" y="103509"/>
                </a:lnTo>
                <a:lnTo>
                  <a:pt x="0" y="99912"/>
                </a:lnTo>
                <a:cubicBezTo>
                  <a:pt x="2149" y="94665"/>
                  <a:pt x="5047" y="89293"/>
                  <a:pt x="8694" y="83797"/>
                </a:cubicBezTo>
                <a:cubicBezTo>
                  <a:pt x="12342" y="78300"/>
                  <a:pt x="17514" y="71829"/>
                  <a:pt x="24210" y="64384"/>
                </a:cubicBezTo>
                <a:cubicBezTo>
                  <a:pt x="30006" y="57988"/>
                  <a:pt x="34178" y="53141"/>
                  <a:pt x="36727" y="49843"/>
                </a:cubicBezTo>
                <a:cubicBezTo>
                  <a:pt x="39525" y="46246"/>
                  <a:pt x="41611" y="43135"/>
                  <a:pt x="42985" y="40512"/>
                </a:cubicBezTo>
                <a:cubicBezTo>
                  <a:pt x="44359" y="37888"/>
                  <a:pt x="45346" y="35415"/>
                  <a:pt x="45946" y="33092"/>
                </a:cubicBezTo>
                <a:cubicBezTo>
                  <a:pt x="46546" y="30768"/>
                  <a:pt x="46845" y="28432"/>
                  <a:pt x="46845" y="26083"/>
                </a:cubicBezTo>
                <a:cubicBezTo>
                  <a:pt x="46845" y="22336"/>
                  <a:pt x="46246" y="19025"/>
                  <a:pt x="45046" y="16152"/>
                </a:cubicBezTo>
                <a:cubicBezTo>
                  <a:pt x="43847" y="13279"/>
                  <a:pt x="42011" y="11018"/>
                  <a:pt x="39537" y="9369"/>
                </a:cubicBezTo>
                <a:cubicBezTo>
                  <a:pt x="37064" y="7720"/>
                  <a:pt x="33953" y="6896"/>
                  <a:pt x="30206" y="6896"/>
                </a:cubicBezTo>
                <a:cubicBezTo>
                  <a:pt x="20862" y="6896"/>
                  <a:pt x="14566" y="12092"/>
                  <a:pt x="11318" y="22486"/>
                </a:cubicBezTo>
                <a:lnTo>
                  <a:pt x="2249" y="22486"/>
                </a:lnTo>
                <a:lnTo>
                  <a:pt x="2249" y="8095"/>
                </a:lnTo>
                <a:cubicBezTo>
                  <a:pt x="8295" y="5247"/>
                  <a:pt x="13954" y="3185"/>
                  <a:pt x="19225" y="1911"/>
                </a:cubicBezTo>
                <a:cubicBezTo>
                  <a:pt x="24497" y="637"/>
                  <a:pt x="29231" y="0"/>
                  <a:pt x="33429" y="0"/>
                </a:cubicBezTo>
                <a:cubicBezTo>
                  <a:pt x="42723" y="0"/>
                  <a:pt x="49743" y="2036"/>
                  <a:pt x="54490" y="6109"/>
                </a:cubicBezTo>
                <a:cubicBezTo>
                  <a:pt x="59237" y="10181"/>
                  <a:pt x="61611" y="16090"/>
                  <a:pt x="61611" y="23835"/>
                </a:cubicBezTo>
                <a:cubicBezTo>
                  <a:pt x="61611" y="26483"/>
                  <a:pt x="61349" y="28919"/>
                  <a:pt x="60824" y="31143"/>
                </a:cubicBezTo>
                <a:cubicBezTo>
                  <a:pt x="60299" y="33366"/>
                  <a:pt x="59475" y="35565"/>
                  <a:pt x="58351" y="37739"/>
                </a:cubicBezTo>
                <a:cubicBezTo>
                  <a:pt x="57226" y="39912"/>
                  <a:pt x="55715" y="42248"/>
                  <a:pt x="53816" y="44747"/>
                </a:cubicBezTo>
                <a:cubicBezTo>
                  <a:pt x="51917" y="47245"/>
                  <a:pt x="49818" y="49781"/>
                  <a:pt x="47520" y="52354"/>
                </a:cubicBezTo>
                <a:cubicBezTo>
                  <a:pt x="45221" y="54928"/>
                  <a:pt x="41249" y="59212"/>
                  <a:pt x="35602" y="65209"/>
                </a:cubicBezTo>
                <a:cubicBezTo>
                  <a:pt x="26108" y="75252"/>
                  <a:pt x="19138" y="84022"/>
                  <a:pt x="14691" y="91517"/>
                </a:cubicBezTo>
                <a:lnTo>
                  <a:pt x="42948" y="915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5337D-6D8B-4CB1-A8A8-1B9113F0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525" y="1854193"/>
            <a:ext cx="119765" cy="140007"/>
          </a:xfrm>
          <a:custGeom xmlns:a="http://schemas.openxmlformats.org/drawingml/2006/main">
            <a:pathLst>
              <a:path w="119765" h="140007">
                <a:moveTo>
                  <a:pt x="59039" y="62413"/>
                </a:moveTo>
                <a:cubicBezTo>
                  <a:pt x="67473" y="62413"/>
                  <a:pt x="74220" y="62413"/>
                  <a:pt x="79281" y="60726"/>
                </a:cubicBezTo>
                <a:cubicBezTo>
                  <a:pt x="82655" y="59039"/>
                  <a:pt x="87715" y="57352"/>
                  <a:pt x="91089" y="53978"/>
                </a:cubicBezTo>
                <a:cubicBezTo>
                  <a:pt x="94462" y="50605"/>
                  <a:pt x="97836" y="47231"/>
                  <a:pt x="99523" y="42171"/>
                </a:cubicBezTo>
                <a:cubicBezTo>
                  <a:pt x="101210" y="38797"/>
                  <a:pt x="101210" y="33737"/>
                  <a:pt x="101210" y="28676"/>
                </a:cubicBezTo>
                <a:cubicBezTo>
                  <a:pt x="101210" y="25302"/>
                  <a:pt x="101210" y="23616"/>
                  <a:pt x="99523" y="20242"/>
                </a:cubicBezTo>
                <a:cubicBezTo>
                  <a:pt x="99523" y="18555"/>
                  <a:pt x="97836" y="15181"/>
                  <a:pt x="94462" y="13495"/>
                </a:cubicBezTo>
                <a:cubicBezTo>
                  <a:pt x="92776" y="11808"/>
                  <a:pt x="89402" y="11808"/>
                  <a:pt x="86028" y="10121"/>
                </a:cubicBezTo>
                <a:cubicBezTo>
                  <a:pt x="82655" y="10121"/>
                  <a:pt x="79281" y="8434"/>
                  <a:pt x="72534" y="8434"/>
                </a:cubicBezTo>
                <a:cubicBezTo>
                  <a:pt x="67473" y="8434"/>
                  <a:pt x="62413" y="8434"/>
                  <a:pt x="57352" y="10121"/>
                </a:cubicBezTo>
                <a:lnTo>
                  <a:pt x="45544" y="62413"/>
                </a:lnTo>
                <a:lnTo>
                  <a:pt x="59039" y="62413"/>
                </a:lnTo>
                <a:close/>
                <a:moveTo>
                  <a:pt x="30363" y="129886"/>
                </a:moveTo>
                <a:cubicBezTo>
                  <a:pt x="33737" y="129886"/>
                  <a:pt x="38797" y="129886"/>
                  <a:pt x="45544" y="129886"/>
                </a:cubicBezTo>
                <a:cubicBezTo>
                  <a:pt x="55665" y="129886"/>
                  <a:pt x="64099" y="129886"/>
                  <a:pt x="69160" y="126512"/>
                </a:cubicBezTo>
                <a:cubicBezTo>
                  <a:pt x="74220" y="124825"/>
                  <a:pt x="79281" y="119765"/>
                  <a:pt x="82655" y="114704"/>
                </a:cubicBezTo>
                <a:cubicBezTo>
                  <a:pt x="86028" y="107957"/>
                  <a:pt x="87715" y="101210"/>
                  <a:pt x="87715" y="92776"/>
                </a:cubicBezTo>
                <a:cubicBezTo>
                  <a:pt x="87715" y="86028"/>
                  <a:pt x="86028" y="80968"/>
                  <a:pt x="80968" y="75907"/>
                </a:cubicBezTo>
                <a:cubicBezTo>
                  <a:pt x="75907" y="72534"/>
                  <a:pt x="69160" y="70847"/>
                  <a:pt x="60726" y="70847"/>
                </a:cubicBezTo>
                <a:lnTo>
                  <a:pt x="42171" y="70847"/>
                </a:lnTo>
                <a:lnTo>
                  <a:pt x="30363" y="129886"/>
                </a:lnTo>
                <a:close/>
                <a:moveTo>
                  <a:pt x="87715" y="67473"/>
                </a:moveTo>
                <a:cubicBezTo>
                  <a:pt x="94462" y="70847"/>
                  <a:pt x="99523" y="74220"/>
                  <a:pt x="102897" y="79281"/>
                </a:cubicBezTo>
                <a:cubicBezTo>
                  <a:pt x="106270" y="82655"/>
                  <a:pt x="107957" y="89402"/>
                  <a:pt x="107957" y="94462"/>
                </a:cubicBezTo>
                <a:cubicBezTo>
                  <a:pt x="107957" y="102897"/>
                  <a:pt x="104583" y="111331"/>
                  <a:pt x="101210" y="118078"/>
                </a:cubicBezTo>
                <a:cubicBezTo>
                  <a:pt x="96149" y="124825"/>
                  <a:pt x="91089" y="129886"/>
                  <a:pt x="82655" y="133259"/>
                </a:cubicBezTo>
                <a:cubicBezTo>
                  <a:pt x="74220" y="136633"/>
                  <a:pt x="62413" y="140007"/>
                  <a:pt x="45544" y="140007"/>
                </a:cubicBezTo>
                <a:lnTo>
                  <a:pt x="0" y="140007"/>
                </a:lnTo>
                <a:lnTo>
                  <a:pt x="1687" y="134946"/>
                </a:lnTo>
                <a:cubicBezTo>
                  <a:pt x="5060" y="133259"/>
                  <a:pt x="6747" y="133259"/>
                  <a:pt x="6747" y="131573"/>
                </a:cubicBezTo>
                <a:cubicBezTo>
                  <a:pt x="8434" y="131573"/>
                  <a:pt x="10121" y="129886"/>
                  <a:pt x="10121" y="128199"/>
                </a:cubicBezTo>
                <a:cubicBezTo>
                  <a:pt x="11808" y="126512"/>
                  <a:pt x="11808" y="124825"/>
                  <a:pt x="13495" y="123138"/>
                </a:cubicBezTo>
                <a:cubicBezTo>
                  <a:pt x="13495" y="119765"/>
                  <a:pt x="15181" y="116391"/>
                  <a:pt x="16868" y="109644"/>
                </a:cubicBezTo>
                <a:lnTo>
                  <a:pt x="33737" y="30363"/>
                </a:lnTo>
                <a:cubicBezTo>
                  <a:pt x="35423" y="23616"/>
                  <a:pt x="35423" y="18555"/>
                  <a:pt x="35423" y="13495"/>
                </a:cubicBezTo>
                <a:cubicBezTo>
                  <a:pt x="35423" y="11808"/>
                  <a:pt x="35423" y="8434"/>
                  <a:pt x="33737" y="6747"/>
                </a:cubicBezTo>
                <a:cubicBezTo>
                  <a:pt x="32050" y="6747"/>
                  <a:pt x="30363" y="5060"/>
                  <a:pt x="26989" y="5060"/>
                </a:cubicBezTo>
                <a:lnTo>
                  <a:pt x="26989" y="0"/>
                </a:lnTo>
                <a:lnTo>
                  <a:pt x="77594" y="0"/>
                </a:lnTo>
                <a:cubicBezTo>
                  <a:pt x="87715" y="0"/>
                  <a:pt x="96149" y="1687"/>
                  <a:pt x="102897" y="3374"/>
                </a:cubicBezTo>
                <a:cubicBezTo>
                  <a:pt x="107957" y="5060"/>
                  <a:pt x="113017" y="8434"/>
                  <a:pt x="116391" y="13495"/>
                </a:cubicBezTo>
                <a:cubicBezTo>
                  <a:pt x="118078" y="16868"/>
                  <a:pt x="119765" y="21929"/>
                  <a:pt x="119765" y="28676"/>
                </a:cubicBezTo>
                <a:cubicBezTo>
                  <a:pt x="119765" y="37110"/>
                  <a:pt x="118078" y="45544"/>
                  <a:pt x="111331" y="52292"/>
                </a:cubicBezTo>
                <a:cubicBezTo>
                  <a:pt x="106270" y="59039"/>
                  <a:pt x="97836" y="64099"/>
                  <a:pt x="87715" y="6747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8B3C3-00E1-4C60-B9DF-499103D8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097" y="1943596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5544" y="80968"/>
                  <a:pt x="42171" y="84341"/>
                  <a:pt x="40484" y="86028"/>
                </a:cubicBezTo>
                <a:cubicBezTo>
                  <a:pt x="37110" y="87715"/>
                  <a:pt x="35423" y="89402"/>
                  <a:pt x="33737" y="91089"/>
                </a:cubicBezTo>
                <a:cubicBezTo>
                  <a:pt x="32050" y="92776"/>
                  <a:pt x="28676" y="92776"/>
                  <a:pt x="26989" y="92776"/>
                </a:cubicBezTo>
                <a:cubicBezTo>
                  <a:pt x="25302" y="94462"/>
                  <a:pt x="21929" y="94462"/>
                  <a:pt x="20242" y="94462"/>
                </a:cubicBezTo>
                <a:cubicBezTo>
                  <a:pt x="15181" y="94462"/>
                  <a:pt x="10121" y="92776"/>
                  <a:pt x="6747" y="89402"/>
                </a:cubicBezTo>
                <a:cubicBezTo>
                  <a:pt x="5060" y="87715"/>
                  <a:pt x="3374" y="82655"/>
                  <a:pt x="3374" y="77594"/>
                </a:cubicBezTo>
                <a:cubicBezTo>
                  <a:pt x="3374" y="75907"/>
                  <a:pt x="3374" y="74220"/>
                  <a:pt x="3374" y="72534"/>
                </a:cubicBezTo>
                <a:cubicBezTo>
                  <a:pt x="3374" y="69160"/>
                  <a:pt x="3374" y="67473"/>
                  <a:pt x="5060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0242"/>
                </a:lnTo>
                <a:cubicBezTo>
                  <a:pt x="5060" y="20242"/>
                  <a:pt x="6747" y="20242"/>
                  <a:pt x="8434" y="20242"/>
                </a:cubicBezTo>
                <a:cubicBezTo>
                  <a:pt x="10121" y="18555"/>
                  <a:pt x="11808" y="18555"/>
                  <a:pt x="13495" y="16868"/>
                </a:cubicBezTo>
                <a:lnTo>
                  <a:pt x="15181" y="15181"/>
                </a:lnTo>
                <a:cubicBezTo>
                  <a:pt x="15181" y="13495"/>
                  <a:pt x="16868" y="13495"/>
                  <a:pt x="16868" y="11808"/>
                </a:cubicBezTo>
                <a:cubicBezTo>
                  <a:pt x="18555" y="10121"/>
                  <a:pt x="18555" y="8434"/>
                  <a:pt x="20242" y="6747"/>
                </a:cubicBezTo>
                <a:cubicBezTo>
                  <a:pt x="20242" y="3374"/>
                  <a:pt x="20242" y="1687"/>
                  <a:pt x="21929" y="0"/>
                </a:cubicBezTo>
                <a:lnTo>
                  <a:pt x="33737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20242" y="57352"/>
                </a:lnTo>
                <a:cubicBezTo>
                  <a:pt x="20242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8555" y="67473"/>
                </a:cubicBezTo>
                <a:cubicBezTo>
                  <a:pt x="18555" y="69160"/>
                  <a:pt x="16868" y="70847"/>
                  <a:pt x="16868" y="70847"/>
                </a:cubicBezTo>
                <a:cubicBezTo>
                  <a:pt x="16868" y="72534"/>
                  <a:pt x="16868" y="74220"/>
                  <a:pt x="16868" y="74220"/>
                </a:cubicBezTo>
                <a:cubicBezTo>
                  <a:pt x="16868" y="77594"/>
                  <a:pt x="18555" y="79281"/>
                  <a:pt x="18555" y="80968"/>
                </a:cubicBezTo>
                <a:cubicBezTo>
                  <a:pt x="20242" y="82655"/>
                  <a:pt x="21929" y="84341"/>
                  <a:pt x="25302" y="84341"/>
                </a:cubicBezTo>
                <a:cubicBezTo>
                  <a:pt x="28676" y="84341"/>
                  <a:pt x="30363" y="82655"/>
                  <a:pt x="33737" y="80968"/>
                </a:cubicBezTo>
                <a:cubicBezTo>
                  <a:pt x="35423" y="79281"/>
                  <a:pt x="38797" y="77594"/>
                  <a:pt x="42171" y="72534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D8C02-19B9-474F-BF4B-17E67CE9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765" y="1854193"/>
            <a:ext cx="119765" cy="140007"/>
          </a:xfrm>
          <a:custGeom xmlns:a="http://schemas.openxmlformats.org/drawingml/2006/main">
            <a:pathLst>
              <a:path w="119765" h="140007">
                <a:moveTo>
                  <a:pt x="59039" y="62413"/>
                </a:moveTo>
                <a:cubicBezTo>
                  <a:pt x="67473" y="62413"/>
                  <a:pt x="72534" y="62413"/>
                  <a:pt x="77594" y="60726"/>
                </a:cubicBezTo>
                <a:cubicBezTo>
                  <a:pt x="82655" y="59039"/>
                  <a:pt x="86028" y="57352"/>
                  <a:pt x="91089" y="53978"/>
                </a:cubicBezTo>
                <a:cubicBezTo>
                  <a:pt x="94462" y="50605"/>
                  <a:pt x="96149" y="47231"/>
                  <a:pt x="97836" y="42171"/>
                </a:cubicBezTo>
                <a:cubicBezTo>
                  <a:pt x="99523" y="38797"/>
                  <a:pt x="101210" y="33737"/>
                  <a:pt x="101210" y="28676"/>
                </a:cubicBezTo>
                <a:cubicBezTo>
                  <a:pt x="101210" y="25302"/>
                  <a:pt x="99523" y="23616"/>
                  <a:pt x="99523" y="20242"/>
                </a:cubicBezTo>
                <a:cubicBezTo>
                  <a:pt x="97836" y="18555"/>
                  <a:pt x="96149" y="15181"/>
                  <a:pt x="94462" y="13495"/>
                </a:cubicBezTo>
                <a:cubicBezTo>
                  <a:pt x="91089" y="11808"/>
                  <a:pt x="87715" y="11808"/>
                  <a:pt x="86028" y="10121"/>
                </a:cubicBezTo>
                <a:cubicBezTo>
                  <a:pt x="82655" y="10121"/>
                  <a:pt x="77594" y="8434"/>
                  <a:pt x="72534" y="8434"/>
                </a:cubicBezTo>
                <a:cubicBezTo>
                  <a:pt x="65786" y="8434"/>
                  <a:pt x="60726" y="8434"/>
                  <a:pt x="55665" y="10121"/>
                </a:cubicBezTo>
                <a:lnTo>
                  <a:pt x="43858" y="62413"/>
                </a:lnTo>
                <a:lnTo>
                  <a:pt x="59039" y="62413"/>
                </a:lnTo>
                <a:close/>
                <a:moveTo>
                  <a:pt x="28676" y="129886"/>
                </a:moveTo>
                <a:cubicBezTo>
                  <a:pt x="33737" y="129886"/>
                  <a:pt x="38797" y="129886"/>
                  <a:pt x="45544" y="129886"/>
                </a:cubicBezTo>
                <a:cubicBezTo>
                  <a:pt x="55665" y="129886"/>
                  <a:pt x="62413" y="129886"/>
                  <a:pt x="67473" y="126512"/>
                </a:cubicBezTo>
                <a:cubicBezTo>
                  <a:pt x="72534" y="124825"/>
                  <a:pt x="77594" y="119765"/>
                  <a:pt x="80968" y="114704"/>
                </a:cubicBezTo>
                <a:cubicBezTo>
                  <a:pt x="86028" y="107957"/>
                  <a:pt x="87715" y="101210"/>
                  <a:pt x="87715" y="92776"/>
                </a:cubicBezTo>
                <a:cubicBezTo>
                  <a:pt x="87715" y="86028"/>
                  <a:pt x="84341" y="80968"/>
                  <a:pt x="80968" y="75907"/>
                </a:cubicBezTo>
                <a:cubicBezTo>
                  <a:pt x="75907" y="72534"/>
                  <a:pt x="69160" y="70847"/>
                  <a:pt x="60726" y="70847"/>
                </a:cubicBezTo>
                <a:lnTo>
                  <a:pt x="42171" y="70847"/>
                </a:lnTo>
                <a:lnTo>
                  <a:pt x="28676" y="129886"/>
                </a:lnTo>
                <a:close/>
                <a:moveTo>
                  <a:pt x="86028" y="67473"/>
                </a:moveTo>
                <a:cubicBezTo>
                  <a:pt x="92776" y="70847"/>
                  <a:pt x="97836" y="74220"/>
                  <a:pt x="101210" y="79281"/>
                </a:cubicBezTo>
                <a:cubicBezTo>
                  <a:pt x="104583" y="82655"/>
                  <a:pt x="106270" y="89402"/>
                  <a:pt x="106270" y="94462"/>
                </a:cubicBezTo>
                <a:cubicBezTo>
                  <a:pt x="106270" y="102897"/>
                  <a:pt x="104583" y="111331"/>
                  <a:pt x="99523" y="118078"/>
                </a:cubicBezTo>
                <a:cubicBezTo>
                  <a:pt x="96149" y="124825"/>
                  <a:pt x="89402" y="129886"/>
                  <a:pt x="80968" y="133259"/>
                </a:cubicBezTo>
                <a:cubicBezTo>
                  <a:pt x="72534" y="136633"/>
                  <a:pt x="60726" y="140007"/>
                  <a:pt x="45544" y="140007"/>
                </a:cubicBezTo>
                <a:lnTo>
                  <a:pt x="0" y="140007"/>
                </a:lnTo>
                <a:lnTo>
                  <a:pt x="1687" y="134946"/>
                </a:lnTo>
                <a:cubicBezTo>
                  <a:pt x="3374" y="133259"/>
                  <a:pt x="5060" y="133259"/>
                  <a:pt x="6747" y="131573"/>
                </a:cubicBezTo>
                <a:cubicBezTo>
                  <a:pt x="8434" y="131573"/>
                  <a:pt x="8434" y="129886"/>
                  <a:pt x="10121" y="128199"/>
                </a:cubicBezTo>
                <a:cubicBezTo>
                  <a:pt x="10121" y="126512"/>
                  <a:pt x="11808" y="124825"/>
                  <a:pt x="11808" y="123138"/>
                </a:cubicBezTo>
                <a:cubicBezTo>
                  <a:pt x="13495" y="119765"/>
                  <a:pt x="15181" y="116391"/>
                  <a:pt x="15181" y="109644"/>
                </a:cubicBezTo>
                <a:lnTo>
                  <a:pt x="33737" y="30363"/>
                </a:lnTo>
                <a:cubicBezTo>
                  <a:pt x="35423" y="23616"/>
                  <a:pt x="35423" y="18555"/>
                  <a:pt x="35423" y="13495"/>
                </a:cubicBezTo>
                <a:cubicBezTo>
                  <a:pt x="35423" y="11808"/>
                  <a:pt x="35423" y="8434"/>
                  <a:pt x="33737" y="6747"/>
                </a:cubicBezTo>
                <a:cubicBezTo>
                  <a:pt x="32050" y="6747"/>
                  <a:pt x="28676" y="5060"/>
                  <a:pt x="25302" y="5060"/>
                </a:cubicBezTo>
                <a:lnTo>
                  <a:pt x="26989" y="0"/>
                </a:lnTo>
                <a:lnTo>
                  <a:pt x="77594" y="0"/>
                </a:lnTo>
                <a:cubicBezTo>
                  <a:pt x="87715" y="0"/>
                  <a:pt x="96149" y="1687"/>
                  <a:pt x="101210" y="3374"/>
                </a:cubicBezTo>
                <a:cubicBezTo>
                  <a:pt x="107957" y="5060"/>
                  <a:pt x="113017" y="8434"/>
                  <a:pt x="114704" y="13495"/>
                </a:cubicBezTo>
                <a:cubicBezTo>
                  <a:pt x="118078" y="16868"/>
                  <a:pt x="119765" y="21929"/>
                  <a:pt x="119765" y="28676"/>
                </a:cubicBezTo>
                <a:cubicBezTo>
                  <a:pt x="119765" y="37110"/>
                  <a:pt x="116391" y="45544"/>
                  <a:pt x="111331" y="52292"/>
                </a:cubicBezTo>
                <a:cubicBezTo>
                  <a:pt x="106270" y="59039"/>
                  <a:pt x="97836" y="64099"/>
                  <a:pt x="87715" y="67473"/>
                </a:cubicBezTo>
                <a:lnTo>
                  <a:pt x="86028" y="67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4413B-438D-4962-8734-C7BFEC12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337" y="1943596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3858" y="80968"/>
                  <a:pt x="42171" y="84341"/>
                  <a:pt x="38797" y="86028"/>
                </a:cubicBezTo>
                <a:cubicBezTo>
                  <a:pt x="37110" y="87715"/>
                  <a:pt x="35423" y="89402"/>
                  <a:pt x="32050" y="91089"/>
                </a:cubicBezTo>
                <a:cubicBezTo>
                  <a:pt x="30363" y="92776"/>
                  <a:pt x="28676" y="92776"/>
                  <a:pt x="26989" y="92776"/>
                </a:cubicBezTo>
                <a:cubicBezTo>
                  <a:pt x="23616" y="94462"/>
                  <a:pt x="21929" y="94462"/>
                  <a:pt x="20242" y="94462"/>
                </a:cubicBezTo>
                <a:cubicBezTo>
                  <a:pt x="13495" y="94462"/>
                  <a:pt x="8434" y="92776"/>
                  <a:pt x="6747" y="89402"/>
                </a:cubicBezTo>
                <a:cubicBezTo>
                  <a:pt x="3374" y="87715"/>
                  <a:pt x="1687" y="82655"/>
                  <a:pt x="1687" y="77594"/>
                </a:cubicBezTo>
                <a:cubicBezTo>
                  <a:pt x="1687" y="75907"/>
                  <a:pt x="1687" y="74220"/>
                  <a:pt x="1687" y="72534"/>
                </a:cubicBezTo>
                <a:cubicBezTo>
                  <a:pt x="3374" y="69160"/>
                  <a:pt x="3374" y="67473"/>
                  <a:pt x="3374" y="65786"/>
                </a:cubicBezTo>
                <a:lnTo>
                  <a:pt x="11808" y="26989"/>
                </a:lnTo>
                <a:lnTo>
                  <a:pt x="0" y="26989"/>
                </a:lnTo>
                <a:lnTo>
                  <a:pt x="1687" y="20242"/>
                </a:lnTo>
                <a:cubicBezTo>
                  <a:pt x="3374" y="20242"/>
                  <a:pt x="6747" y="20242"/>
                  <a:pt x="8434" y="20242"/>
                </a:cubicBezTo>
                <a:cubicBezTo>
                  <a:pt x="10121" y="18555"/>
                  <a:pt x="11808" y="18555"/>
                  <a:pt x="11808" y="16868"/>
                </a:cubicBezTo>
                <a:cubicBezTo>
                  <a:pt x="13495" y="16868"/>
                  <a:pt x="13495" y="15181"/>
                  <a:pt x="15181" y="15181"/>
                </a:cubicBezTo>
                <a:cubicBezTo>
                  <a:pt x="15181" y="13495"/>
                  <a:pt x="15181" y="13495"/>
                  <a:pt x="16868" y="11808"/>
                </a:cubicBezTo>
                <a:cubicBezTo>
                  <a:pt x="16868" y="10121"/>
                  <a:pt x="18555" y="8434"/>
                  <a:pt x="18555" y="6747"/>
                </a:cubicBezTo>
                <a:cubicBezTo>
                  <a:pt x="20242" y="3374"/>
                  <a:pt x="20242" y="1687"/>
                  <a:pt x="21929" y="0"/>
                </a:cubicBezTo>
                <a:lnTo>
                  <a:pt x="32050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18555" y="57352"/>
                </a:lnTo>
                <a:cubicBezTo>
                  <a:pt x="18555" y="60726"/>
                  <a:pt x="18555" y="62413"/>
                  <a:pt x="18555" y="64099"/>
                </a:cubicBezTo>
                <a:cubicBezTo>
                  <a:pt x="16868" y="65786"/>
                  <a:pt x="16868" y="67473"/>
                  <a:pt x="16868" y="67473"/>
                </a:cubicBezTo>
                <a:cubicBezTo>
                  <a:pt x="16868" y="69160"/>
                  <a:pt x="16868" y="70847"/>
                  <a:pt x="16868" y="70847"/>
                </a:cubicBezTo>
                <a:cubicBezTo>
                  <a:pt x="16868" y="72534"/>
                  <a:pt x="16868" y="74220"/>
                  <a:pt x="16868" y="74220"/>
                </a:cubicBezTo>
                <a:cubicBezTo>
                  <a:pt x="16868" y="77594"/>
                  <a:pt x="16868" y="79281"/>
                  <a:pt x="18555" y="80968"/>
                </a:cubicBezTo>
                <a:cubicBezTo>
                  <a:pt x="20242" y="82655"/>
                  <a:pt x="21929" y="84341"/>
                  <a:pt x="25302" y="84341"/>
                </a:cubicBezTo>
                <a:cubicBezTo>
                  <a:pt x="26989" y="84341"/>
                  <a:pt x="30363" y="82655"/>
                  <a:pt x="32050" y="80968"/>
                </a:cubicBezTo>
                <a:cubicBezTo>
                  <a:pt x="35423" y="79281"/>
                  <a:pt x="38797" y="77594"/>
                  <a:pt x="42171" y="72534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6B41B-0179-48C8-B5E8-38707065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185" y="1987453"/>
            <a:ext cx="94462" cy="11808"/>
          </a:xfrm>
          <a:custGeom xmlns:a="http://schemas.openxmlformats.org/drawingml/2006/main">
            <a:pathLst>
              <a:path w="94462" h="11808">
                <a:moveTo>
                  <a:pt x="94462" y="0"/>
                </a:moveTo>
                <a:lnTo>
                  <a:pt x="94462" y="11808"/>
                </a:lnTo>
                <a:lnTo>
                  <a:pt x="0" y="11808"/>
                </a:lnTo>
                <a:lnTo>
                  <a:pt x="0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AF7F86-E6ED-4812-BEF6-C0D46088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202" y="1933474"/>
            <a:ext cx="60726" cy="104583"/>
          </a:xfrm>
          <a:custGeom xmlns:a="http://schemas.openxmlformats.org/drawingml/2006/main">
            <a:pathLst>
              <a:path w="60726" h="104583">
                <a:moveTo>
                  <a:pt x="10121" y="21929"/>
                </a:moveTo>
                <a:cubicBezTo>
                  <a:pt x="10121" y="16868"/>
                  <a:pt x="13495" y="13495"/>
                  <a:pt x="15181" y="10121"/>
                </a:cubicBezTo>
                <a:cubicBezTo>
                  <a:pt x="18555" y="8434"/>
                  <a:pt x="23616" y="6747"/>
                  <a:pt x="26989" y="6747"/>
                </a:cubicBezTo>
                <a:cubicBezTo>
                  <a:pt x="33737" y="6747"/>
                  <a:pt x="37110" y="8434"/>
                  <a:pt x="40484" y="11808"/>
                </a:cubicBezTo>
                <a:cubicBezTo>
                  <a:pt x="43858" y="13495"/>
                  <a:pt x="45544" y="18555"/>
                  <a:pt x="45544" y="23616"/>
                </a:cubicBezTo>
                <a:cubicBezTo>
                  <a:pt x="45544" y="28676"/>
                  <a:pt x="43858" y="32050"/>
                  <a:pt x="42171" y="35423"/>
                </a:cubicBezTo>
                <a:cubicBezTo>
                  <a:pt x="38797" y="38797"/>
                  <a:pt x="35423" y="42171"/>
                  <a:pt x="30363" y="43858"/>
                </a:cubicBezTo>
                <a:cubicBezTo>
                  <a:pt x="26989" y="45544"/>
                  <a:pt x="20242" y="47231"/>
                  <a:pt x="13495" y="47231"/>
                </a:cubicBezTo>
                <a:lnTo>
                  <a:pt x="13495" y="53978"/>
                </a:lnTo>
                <a:lnTo>
                  <a:pt x="20242" y="53978"/>
                </a:lnTo>
                <a:cubicBezTo>
                  <a:pt x="28676" y="53978"/>
                  <a:pt x="35423" y="55665"/>
                  <a:pt x="40484" y="60726"/>
                </a:cubicBezTo>
                <a:cubicBezTo>
                  <a:pt x="43858" y="64099"/>
                  <a:pt x="47231" y="69160"/>
                  <a:pt x="47231" y="77594"/>
                </a:cubicBezTo>
                <a:cubicBezTo>
                  <a:pt x="47231" y="84341"/>
                  <a:pt x="45544" y="89402"/>
                  <a:pt x="42171" y="92776"/>
                </a:cubicBezTo>
                <a:cubicBezTo>
                  <a:pt x="38797" y="96149"/>
                  <a:pt x="33737" y="97836"/>
                  <a:pt x="26989" y="97836"/>
                </a:cubicBezTo>
                <a:cubicBezTo>
                  <a:pt x="21929" y="97836"/>
                  <a:pt x="18555" y="96149"/>
                  <a:pt x="15181" y="94462"/>
                </a:cubicBezTo>
                <a:cubicBezTo>
                  <a:pt x="11808" y="92776"/>
                  <a:pt x="10121" y="87715"/>
                  <a:pt x="8434" y="82655"/>
                </a:cubicBezTo>
                <a:lnTo>
                  <a:pt x="0" y="82655"/>
                </a:lnTo>
                <a:lnTo>
                  <a:pt x="0" y="99523"/>
                </a:lnTo>
                <a:cubicBezTo>
                  <a:pt x="3374" y="101210"/>
                  <a:pt x="8434" y="101210"/>
                  <a:pt x="13495" y="102897"/>
                </a:cubicBezTo>
                <a:cubicBezTo>
                  <a:pt x="18555" y="104583"/>
                  <a:pt x="21929" y="104583"/>
                  <a:pt x="26989" y="104583"/>
                </a:cubicBezTo>
                <a:cubicBezTo>
                  <a:pt x="33737" y="104583"/>
                  <a:pt x="40484" y="102897"/>
                  <a:pt x="45544" y="101210"/>
                </a:cubicBezTo>
                <a:cubicBezTo>
                  <a:pt x="50605" y="97836"/>
                  <a:pt x="55665" y="94462"/>
                  <a:pt x="57352" y="89402"/>
                </a:cubicBezTo>
                <a:cubicBezTo>
                  <a:pt x="60726" y="86028"/>
                  <a:pt x="60726" y="80968"/>
                  <a:pt x="60726" y="74220"/>
                </a:cubicBezTo>
                <a:cubicBezTo>
                  <a:pt x="60726" y="70847"/>
                  <a:pt x="60726" y="67473"/>
                  <a:pt x="59039" y="64099"/>
                </a:cubicBezTo>
                <a:cubicBezTo>
                  <a:pt x="57352" y="60726"/>
                  <a:pt x="55665" y="59039"/>
                  <a:pt x="53978" y="57352"/>
                </a:cubicBezTo>
                <a:cubicBezTo>
                  <a:pt x="52292" y="53978"/>
                  <a:pt x="48918" y="52292"/>
                  <a:pt x="47231" y="52292"/>
                </a:cubicBezTo>
                <a:cubicBezTo>
                  <a:pt x="43858" y="50605"/>
                  <a:pt x="40484" y="48918"/>
                  <a:pt x="37110" y="48918"/>
                </a:cubicBezTo>
                <a:cubicBezTo>
                  <a:pt x="42171" y="45544"/>
                  <a:pt x="47231" y="43858"/>
                  <a:pt x="48918" y="40484"/>
                </a:cubicBezTo>
                <a:cubicBezTo>
                  <a:pt x="52292" y="38797"/>
                  <a:pt x="55665" y="35423"/>
                  <a:pt x="57352" y="32050"/>
                </a:cubicBezTo>
                <a:cubicBezTo>
                  <a:pt x="59039" y="28676"/>
                  <a:pt x="59039" y="25302"/>
                  <a:pt x="59039" y="21929"/>
                </a:cubicBezTo>
                <a:cubicBezTo>
                  <a:pt x="59039" y="16868"/>
                  <a:pt x="59039" y="13495"/>
                  <a:pt x="55665" y="10121"/>
                </a:cubicBezTo>
                <a:cubicBezTo>
                  <a:pt x="53978" y="6747"/>
                  <a:pt x="50605" y="3374"/>
                  <a:pt x="45544" y="1687"/>
                </a:cubicBezTo>
                <a:cubicBezTo>
                  <a:pt x="42171" y="0"/>
                  <a:pt x="37110" y="0"/>
                  <a:pt x="32050" y="0"/>
                </a:cubicBezTo>
                <a:cubicBezTo>
                  <a:pt x="26989" y="0"/>
                  <a:pt x="21929" y="0"/>
                  <a:pt x="16868" y="1687"/>
                </a:cubicBezTo>
                <a:cubicBezTo>
                  <a:pt x="11808" y="3374"/>
                  <a:pt x="6747" y="5060"/>
                  <a:pt x="0" y="8434"/>
                </a:cubicBezTo>
                <a:lnTo>
                  <a:pt x="0" y="21929"/>
                </a:lnTo>
                <a:lnTo>
                  <a:pt x="10121" y="219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4A78E-C5E2-4469-B4F1-E705A47D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753" y="1854193"/>
            <a:ext cx="119765" cy="140007"/>
          </a:xfrm>
          <a:custGeom xmlns:a="http://schemas.openxmlformats.org/drawingml/2006/main">
            <a:pathLst>
              <a:path w="119765" h="140007">
                <a:moveTo>
                  <a:pt x="59039" y="62413"/>
                </a:moveTo>
                <a:cubicBezTo>
                  <a:pt x="67473" y="62413"/>
                  <a:pt x="74220" y="62413"/>
                  <a:pt x="79281" y="60726"/>
                </a:cubicBezTo>
                <a:cubicBezTo>
                  <a:pt x="82655" y="59039"/>
                  <a:pt x="87715" y="57352"/>
                  <a:pt x="91089" y="53978"/>
                </a:cubicBezTo>
                <a:cubicBezTo>
                  <a:pt x="94462" y="50605"/>
                  <a:pt x="97836" y="47231"/>
                  <a:pt x="99523" y="42171"/>
                </a:cubicBezTo>
                <a:cubicBezTo>
                  <a:pt x="101210" y="38797"/>
                  <a:pt x="101210" y="33737"/>
                  <a:pt x="101210" y="28676"/>
                </a:cubicBezTo>
                <a:cubicBezTo>
                  <a:pt x="101210" y="25302"/>
                  <a:pt x="101210" y="23616"/>
                  <a:pt x="99523" y="20242"/>
                </a:cubicBezTo>
                <a:cubicBezTo>
                  <a:pt x="99523" y="18555"/>
                  <a:pt x="97836" y="15181"/>
                  <a:pt x="94462" y="13495"/>
                </a:cubicBezTo>
                <a:cubicBezTo>
                  <a:pt x="92776" y="11808"/>
                  <a:pt x="89402" y="11808"/>
                  <a:pt x="86028" y="10121"/>
                </a:cubicBezTo>
                <a:cubicBezTo>
                  <a:pt x="82655" y="10121"/>
                  <a:pt x="79281" y="8434"/>
                  <a:pt x="72534" y="8434"/>
                </a:cubicBezTo>
                <a:cubicBezTo>
                  <a:pt x="67473" y="8434"/>
                  <a:pt x="62413" y="8434"/>
                  <a:pt x="57352" y="10121"/>
                </a:cubicBezTo>
                <a:lnTo>
                  <a:pt x="45544" y="62413"/>
                </a:lnTo>
                <a:lnTo>
                  <a:pt x="59039" y="62413"/>
                </a:lnTo>
                <a:close/>
                <a:moveTo>
                  <a:pt x="30363" y="129886"/>
                </a:moveTo>
                <a:cubicBezTo>
                  <a:pt x="33737" y="129886"/>
                  <a:pt x="38797" y="129886"/>
                  <a:pt x="45544" y="129886"/>
                </a:cubicBezTo>
                <a:cubicBezTo>
                  <a:pt x="55665" y="129886"/>
                  <a:pt x="64099" y="129886"/>
                  <a:pt x="69160" y="126512"/>
                </a:cubicBezTo>
                <a:cubicBezTo>
                  <a:pt x="74220" y="124825"/>
                  <a:pt x="79281" y="119765"/>
                  <a:pt x="82655" y="114704"/>
                </a:cubicBezTo>
                <a:cubicBezTo>
                  <a:pt x="86028" y="107957"/>
                  <a:pt x="87715" y="101210"/>
                  <a:pt x="87715" y="92776"/>
                </a:cubicBezTo>
                <a:cubicBezTo>
                  <a:pt x="87715" y="86028"/>
                  <a:pt x="86028" y="80968"/>
                  <a:pt x="80968" y="75907"/>
                </a:cubicBezTo>
                <a:cubicBezTo>
                  <a:pt x="75907" y="72534"/>
                  <a:pt x="69160" y="70847"/>
                  <a:pt x="60726" y="70847"/>
                </a:cubicBezTo>
                <a:lnTo>
                  <a:pt x="42171" y="70847"/>
                </a:lnTo>
                <a:lnTo>
                  <a:pt x="30363" y="129886"/>
                </a:lnTo>
                <a:close/>
                <a:moveTo>
                  <a:pt x="87715" y="67473"/>
                </a:moveTo>
                <a:cubicBezTo>
                  <a:pt x="94462" y="70847"/>
                  <a:pt x="99523" y="74220"/>
                  <a:pt x="102897" y="79281"/>
                </a:cubicBezTo>
                <a:cubicBezTo>
                  <a:pt x="106270" y="82655"/>
                  <a:pt x="107957" y="89402"/>
                  <a:pt x="107957" y="94462"/>
                </a:cubicBezTo>
                <a:cubicBezTo>
                  <a:pt x="107957" y="102897"/>
                  <a:pt x="104583" y="111331"/>
                  <a:pt x="101210" y="118078"/>
                </a:cubicBezTo>
                <a:cubicBezTo>
                  <a:pt x="96149" y="124825"/>
                  <a:pt x="91089" y="129886"/>
                  <a:pt x="82655" y="133259"/>
                </a:cubicBezTo>
                <a:cubicBezTo>
                  <a:pt x="74220" y="136633"/>
                  <a:pt x="62413" y="140007"/>
                  <a:pt x="45544" y="140007"/>
                </a:cubicBezTo>
                <a:lnTo>
                  <a:pt x="0" y="140007"/>
                </a:lnTo>
                <a:lnTo>
                  <a:pt x="1687" y="134946"/>
                </a:lnTo>
                <a:cubicBezTo>
                  <a:pt x="5060" y="133259"/>
                  <a:pt x="6747" y="133259"/>
                  <a:pt x="6747" y="131573"/>
                </a:cubicBezTo>
                <a:cubicBezTo>
                  <a:pt x="8434" y="131573"/>
                  <a:pt x="10121" y="129886"/>
                  <a:pt x="10121" y="128199"/>
                </a:cubicBezTo>
                <a:cubicBezTo>
                  <a:pt x="11808" y="126512"/>
                  <a:pt x="11808" y="124825"/>
                  <a:pt x="13495" y="123138"/>
                </a:cubicBezTo>
                <a:cubicBezTo>
                  <a:pt x="13495" y="119765"/>
                  <a:pt x="15181" y="116391"/>
                  <a:pt x="16868" y="109644"/>
                </a:cubicBezTo>
                <a:lnTo>
                  <a:pt x="33737" y="30363"/>
                </a:lnTo>
                <a:cubicBezTo>
                  <a:pt x="35423" y="23616"/>
                  <a:pt x="35423" y="18555"/>
                  <a:pt x="35423" y="13495"/>
                </a:cubicBezTo>
                <a:cubicBezTo>
                  <a:pt x="35423" y="11808"/>
                  <a:pt x="35423" y="8434"/>
                  <a:pt x="33737" y="6747"/>
                </a:cubicBezTo>
                <a:cubicBezTo>
                  <a:pt x="32050" y="6747"/>
                  <a:pt x="30363" y="5060"/>
                  <a:pt x="26989" y="5060"/>
                </a:cubicBezTo>
                <a:lnTo>
                  <a:pt x="26989" y="0"/>
                </a:lnTo>
                <a:lnTo>
                  <a:pt x="77594" y="0"/>
                </a:lnTo>
                <a:cubicBezTo>
                  <a:pt x="87715" y="0"/>
                  <a:pt x="96149" y="1687"/>
                  <a:pt x="102897" y="3374"/>
                </a:cubicBezTo>
                <a:cubicBezTo>
                  <a:pt x="107957" y="5060"/>
                  <a:pt x="113017" y="8434"/>
                  <a:pt x="116391" y="13495"/>
                </a:cubicBezTo>
                <a:cubicBezTo>
                  <a:pt x="118078" y="16868"/>
                  <a:pt x="119765" y="21929"/>
                  <a:pt x="119765" y="28676"/>
                </a:cubicBezTo>
                <a:cubicBezTo>
                  <a:pt x="119765" y="37110"/>
                  <a:pt x="118078" y="45544"/>
                  <a:pt x="111331" y="52292"/>
                </a:cubicBezTo>
                <a:cubicBezTo>
                  <a:pt x="106270" y="59039"/>
                  <a:pt x="97836" y="64099"/>
                  <a:pt x="87715" y="67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AB3BB-2282-4230-B326-3901C17D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326" y="1943596"/>
            <a:ext cx="55665" cy="94462"/>
          </a:xfrm>
          <a:custGeom xmlns:a="http://schemas.openxmlformats.org/drawingml/2006/main">
            <a:pathLst>
              <a:path w="55665" h="94462">
                <a:moveTo>
                  <a:pt x="47231" y="79281"/>
                </a:moveTo>
                <a:cubicBezTo>
                  <a:pt x="45544" y="80968"/>
                  <a:pt x="42171" y="84341"/>
                  <a:pt x="40484" y="86028"/>
                </a:cubicBezTo>
                <a:cubicBezTo>
                  <a:pt x="38797" y="87715"/>
                  <a:pt x="35423" y="89402"/>
                  <a:pt x="33737" y="91089"/>
                </a:cubicBezTo>
                <a:cubicBezTo>
                  <a:pt x="32050" y="92776"/>
                  <a:pt x="28676" y="92776"/>
                  <a:pt x="26989" y="92776"/>
                </a:cubicBezTo>
                <a:cubicBezTo>
                  <a:pt x="25302" y="94462"/>
                  <a:pt x="23616" y="94462"/>
                  <a:pt x="20242" y="94462"/>
                </a:cubicBezTo>
                <a:cubicBezTo>
                  <a:pt x="15181" y="94462"/>
                  <a:pt x="10121" y="92776"/>
                  <a:pt x="6747" y="89402"/>
                </a:cubicBezTo>
                <a:cubicBezTo>
                  <a:pt x="5060" y="87715"/>
                  <a:pt x="3374" y="82655"/>
                  <a:pt x="3374" y="77594"/>
                </a:cubicBezTo>
                <a:cubicBezTo>
                  <a:pt x="3374" y="75907"/>
                  <a:pt x="3374" y="74220"/>
                  <a:pt x="3374" y="72534"/>
                </a:cubicBezTo>
                <a:cubicBezTo>
                  <a:pt x="3374" y="69160"/>
                  <a:pt x="3374" y="67473"/>
                  <a:pt x="5060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0242"/>
                </a:lnTo>
                <a:cubicBezTo>
                  <a:pt x="5060" y="20242"/>
                  <a:pt x="6747" y="20242"/>
                  <a:pt x="8434" y="20242"/>
                </a:cubicBezTo>
                <a:cubicBezTo>
                  <a:pt x="10121" y="18555"/>
                  <a:pt x="11808" y="18555"/>
                  <a:pt x="13495" y="16868"/>
                </a:cubicBezTo>
                <a:lnTo>
                  <a:pt x="15181" y="15181"/>
                </a:lnTo>
                <a:cubicBezTo>
                  <a:pt x="16868" y="13495"/>
                  <a:pt x="16868" y="13495"/>
                  <a:pt x="16868" y="11808"/>
                </a:cubicBezTo>
                <a:cubicBezTo>
                  <a:pt x="18555" y="10121"/>
                  <a:pt x="18555" y="8434"/>
                  <a:pt x="20242" y="6747"/>
                </a:cubicBezTo>
                <a:cubicBezTo>
                  <a:pt x="20242" y="3374"/>
                  <a:pt x="21929" y="1687"/>
                  <a:pt x="21929" y="0"/>
                </a:cubicBezTo>
                <a:lnTo>
                  <a:pt x="33737" y="0"/>
                </a:lnTo>
                <a:lnTo>
                  <a:pt x="30363" y="18555"/>
                </a:lnTo>
                <a:lnTo>
                  <a:pt x="55665" y="18555"/>
                </a:lnTo>
                <a:lnTo>
                  <a:pt x="53978" y="26989"/>
                </a:lnTo>
                <a:lnTo>
                  <a:pt x="28676" y="26989"/>
                </a:lnTo>
                <a:lnTo>
                  <a:pt x="20242" y="57352"/>
                </a:lnTo>
                <a:cubicBezTo>
                  <a:pt x="20242" y="60726"/>
                  <a:pt x="20242" y="62413"/>
                  <a:pt x="18555" y="64099"/>
                </a:cubicBezTo>
                <a:cubicBezTo>
                  <a:pt x="18555" y="65786"/>
                  <a:pt x="18555" y="67473"/>
                  <a:pt x="18555" y="67473"/>
                </a:cubicBezTo>
                <a:cubicBezTo>
                  <a:pt x="18555" y="69160"/>
                  <a:pt x="18555" y="70847"/>
                  <a:pt x="18555" y="70847"/>
                </a:cubicBezTo>
                <a:cubicBezTo>
                  <a:pt x="18555" y="72534"/>
                  <a:pt x="18555" y="74220"/>
                  <a:pt x="18555" y="74220"/>
                </a:cubicBezTo>
                <a:cubicBezTo>
                  <a:pt x="18555" y="77594"/>
                  <a:pt x="18555" y="79281"/>
                  <a:pt x="20242" y="80968"/>
                </a:cubicBezTo>
                <a:cubicBezTo>
                  <a:pt x="20242" y="82655"/>
                  <a:pt x="23616" y="84341"/>
                  <a:pt x="25302" y="84341"/>
                </a:cubicBezTo>
                <a:cubicBezTo>
                  <a:pt x="28676" y="84341"/>
                  <a:pt x="30363" y="82655"/>
                  <a:pt x="33737" y="80968"/>
                </a:cubicBezTo>
                <a:cubicBezTo>
                  <a:pt x="35423" y="79281"/>
                  <a:pt x="38797" y="77594"/>
                  <a:pt x="42171" y="72534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09C90-E46D-484C-8C59-BCF567FA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859" y="1987453"/>
            <a:ext cx="94462" cy="11808"/>
          </a:xfrm>
          <a:custGeom xmlns:a="http://schemas.openxmlformats.org/drawingml/2006/main">
            <a:pathLst>
              <a:path w="94462" h="11808">
                <a:moveTo>
                  <a:pt x="94462" y="0"/>
                </a:moveTo>
                <a:lnTo>
                  <a:pt x="94462" y="11808"/>
                </a:lnTo>
                <a:lnTo>
                  <a:pt x="0" y="11808"/>
                </a:lnTo>
                <a:lnTo>
                  <a:pt x="0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A683B-132A-46F0-901D-28F645A5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190" y="1933474"/>
            <a:ext cx="62413" cy="102897"/>
          </a:xfrm>
          <a:custGeom xmlns:a="http://schemas.openxmlformats.org/drawingml/2006/main">
            <a:pathLst>
              <a:path w="62413" h="102897">
                <a:moveTo>
                  <a:pt x="13495" y="91089"/>
                </a:moveTo>
                <a:cubicBezTo>
                  <a:pt x="18555" y="84341"/>
                  <a:pt x="25302" y="74220"/>
                  <a:pt x="35423" y="64099"/>
                </a:cubicBezTo>
                <a:cubicBezTo>
                  <a:pt x="40484" y="59039"/>
                  <a:pt x="43858" y="53978"/>
                  <a:pt x="47231" y="52292"/>
                </a:cubicBezTo>
                <a:cubicBezTo>
                  <a:pt x="48918" y="48918"/>
                  <a:pt x="50605" y="47231"/>
                  <a:pt x="53978" y="43858"/>
                </a:cubicBezTo>
                <a:cubicBezTo>
                  <a:pt x="55665" y="42171"/>
                  <a:pt x="57352" y="38797"/>
                  <a:pt x="57352" y="37110"/>
                </a:cubicBezTo>
                <a:cubicBezTo>
                  <a:pt x="59039" y="35423"/>
                  <a:pt x="59039" y="33737"/>
                  <a:pt x="60726" y="30363"/>
                </a:cubicBezTo>
                <a:cubicBezTo>
                  <a:pt x="60726" y="28676"/>
                  <a:pt x="60726" y="25302"/>
                  <a:pt x="60726" y="23616"/>
                </a:cubicBezTo>
                <a:cubicBezTo>
                  <a:pt x="60726" y="15181"/>
                  <a:pt x="59039" y="10121"/>
                  <a:pt x="53978" y="5060"/>
                </a:cubicBezTo>
                <a:cubicBezTo>
                  <a:pt x="48918" y="1687"/>
                  <a:pt x="42171" y="0"/>
                  <a:pt x="32050" y="0"/>
                </a:cubicBezTo>
                <a:cubicBezTo>
                  <a:pt x="28676" y="0"/>
                  <a:pt x="23616" y="0"/>
                  <a:pt x="18555" y="1687"/>
                </a:cubicBezTo>
                <a:cubicBezTo>
                  <a:pt x="13495" y="3374"/>
                  <a:pt x="8434" y="5060"/>
                  <a:pt x="1687" y="8434"/>
                </a:cubicBezTo>
                <a:lnTo>
                  <a:pt x="1687" y="21929"/>
                </a:lnTo>
                <a:lnTo>
                  <a:pt x="10121" y="21929"/>
                </a:lnTo>
                <a:cubicBezTo>
                  <a:pt x="13495" y="11808"/>
                  <a:pt x="20242" y="6747"/>
                  <a:pt x="30363" y="6747"/>
                </a:cubicBezTo>
                <a:cubicBezTo>
                  <a:pt x="33737" y="6747"/>
                  <a:pt x="37110" y="6747"/>
                  <a:pt x="38797" y="8434"/>
                </a:cubicBezTo>
                <a:cubicBezTo>
                  <a:pt x="42171" y="10121"/>
                  <a:pt x="43858" y="13495"/>
                  <a:pt x="43858" y="15181"/>
                </a:cubicBezTo>
                <a:cubicBezTo>
                  <a:pt x="45544" y="18555"/>
                  <a:pt x="45544" y="21929"/>
                  <a:pt x="45544" y="25302"/>
                </a:cubicBezTo>
                <a:cubicBezTo>
                  <a:pt x="45544" y="28676"/>
                  <a:pt x="45544" y="30363"/>
                  <a:pt x="45544" y="32050"/>
                </a:cubicBezTo>
                <a:cubicBezTo>
                  <a:pt x="45544" y="35423"/>
                  <a:pt x="43858" y="37110"/>
                  <a:pt x="42171" y="40484"/>
                </a:cubicBezTo>
                <a:cubicBezTo>
                  <a:pt x="40484" y="42171"/>
                  <a:pt x="38797" y="45544"/>
                  <a:pt x="35423" y="48918"/>
                </a:cubicBezTo>
                <a:cubicBezTo>
                  <a:pt x="33737" y="52292"/>
                  <a:pt x="28676" y="57352"/>
                  <a:pt x="23616" y="64099"/>
                </a:cubicBezTo>
                <a:cubicBezTo>
                  <a:pt x="16868" y="70847"/>
                  <a:pt x="11808" y="77594"/>
                  <a:pt x="8434" y="82655"/>
                </a:cubicBezTo>
                <a:cubicBezTo>
                  <a:pt x="5060" y="89402"/>
                  <a:pt x="1687" y="94462"/>
                  <a:pt x="0" y="99523"/>
                </a:cubicBezTo>
                <a:lnTo>
                  <a:pt x="0" y="102897"/>
                </a:lnTo>
                <a:lnTo>
                  <a:pt x="60726" y="102897"/>
                </a:lnTo>
                <a:lnTo>
                  <a:pt x="62413" y="80968"/>
                </a:lnTo>
                <a:lnTo>
                  <a:pt x="55665" y="80968"/>
                </a:lnTo>
                <a:cubicBezTo>
                  <a:pt x="55665" y="84341"/>
                  <a:pt x="53978" y="86028"/>
                  <a:pt x="53978" y="86028"/>
                </a:cubicBezTo>
                <a:cubicBezTo>
                  <a:pt x="53978" y="87715"/>
                  <a:pt x="52292" y="87715"/>
                  <a:pt x="52292" y="89402"/>
                </a:cubicBezTo>
                <a:cubicBezTo>
                  <a:pt x="50605" y="89402"/>
                  <a:pt x="48918" y="91089"/>
                  <a:pt x="48918" y="91089"/>
                </a:cubicBezTo>
                <a:cubicBezTo>
                  <a:pt x="47231" y="91089"/>
                  <a:pt x="45544" y="91089"/>
                  <a:pt x="42171" y="91089"/>
                </a:cubicBezTo>
                <a:lnTo>
                  <a:pt x="13495" y="910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D9F78-1430-4BC9-9D31-C0592056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428" y="1854193"/>
            <a:ext cx="119765" cy="140007"/>
          </a:xfrm>
          <a:custGeom xmlns:a="http://schemas.openxmlformats.org/drawingml/2006/main">
            <a:pathLst>
              <a:path w="119765" h="140007">
                <a:moveTo>
                  <a:pt x="59039" y="62413"/>
                </a:moveTo>
                <a:cubicBezTo>
                  <a:pt x="67473" y="62413"/>
                  <a:pt x="72534" y="62413"/>
                  <a:pt x="77594" y="60726"/>
                </a:cubicBezTo>
                <a:cubicBezTo>
                  <a:pt x="82655" y="59039"/>
                  <a:pt x="87715" y="57352"/>
                  <a:pt x="91089" y="53978"/>
                </a:cubicBezTo>
                <a:cubicBezTo>
                  <a:pt x="94462" y="50605"/>
                  <a:pt x="96149" y="47231"/>
                  <a:pt x="97836" y="42171"/>
                </a:cubicBezTo>
                <a:cubicBezTo>
                  <a:pt x="99523" y="38797"/>
                  <a:pt x="101210" y="33737"/>
                  <a:pt x="101210" y="28676"/>
                </a:cubicBezTo>
                <a:cubicBezTo>
                  <a:pt x="101210" y="25302"/>
                  <a:pt x="99523" y="23616"/>
                  <a:pt x="99523" y="20242"/>
                </a:cubicBezTo>
                <a:cubicBezTo>
                  <a:pt x="97836" y="18555"/>
                  <a:pt x="96149" y="15181"/>
                  <a:pt x="94462" y="13495"/>
                </a:cubicBezTo>
                <a:cubicBezTo>
                  <a:pt x="91089" y="11808"/>
                  <a:pt x="89402" y="11808"/>
                  <a:pt x="86028" y="10121"/>
                </a:cubicBezTo>
                <a:cubicBezTo>
                  <a:pt x="82655" y="10121"/>
                  <a:pt x="77594" y="8434"/>
                  <a:pt x="72534" y="8434"/>
                </a:cubicBezTo>
                <a:cubicBezTo>
                  <a:pt x="67473" y="8434"/>
                  <a:pt x="60726" y="8434"/>
                  <a:pt x="55665" y="10121"/>
                </a:cubicBezTo>
                <a:lnTo>
                  <a:pt x="43858" y="62413"/>
                </a:lnTo>
                <a:lnTo>
                  <a:pt x="59039" y="62413"/>
                </a:lnTo>
                <a:close/>
                <a:moveTo>
                  <a:pt x="30363" y="129886"/>
                </a:moveTo>
                <a:cubicBezTo>
                  <a:pt x="33737" y="129886"/>
                  <a:pt x="38797" y="129886"/>
                  <a:pt x="45544" y="129886"/>
                </a:cubicBezTo>
                <a:cubicBezTo>
                  <a:pt x="55665" y="129886"/>
                  <a:pt x="62413" y="129886"/>
                  <a:pt x="69160" y="126512"/>
                </a:cubicBezTo>
                <a:cubicBezTo>
                  <a:pt x="74220" y="124825"/>
                  <a:pt x="77594" y="119765"/>
                  <a:pt x="80968" y="114704"/>
                </a:cubicBezTo>
                <a:cubicBezTo>
                  <a:pt x="86028" y="107957"/>
                  <a:pt x="87715" y="101210"/>
                  <a:pt x="87715" y="92776"/>
                </a:cubicBezTo>
                <a:cubicBezTo>
                  <a:pt x="87715" y="86028"/>
                  <a:pt x="84341" y="80968"/>
                  <a:pt x="80968" y="75907"/>
                </a:cubicBezTo>
                <a:cubicBezTo>
                  <a:pt x="75907" y="72534"/>
                  <a:pt x="69160" y="70847"/>
                  <a:pt x="60726" y="70847"/>
                </a:cubicBezTo>
                <a:lnTo>
                  <a:pt x="42171" y="70847"/>
                </a:lnTo>
                <a:lnTo>
                  <a:pt x="30363" y="129886"/>
                </a:lnTo>
                <a:close/>
                <a:moveTo>
                  <a:pt x="87715" y="67473"/>
                </a:moveTo>
                <a:cubicBezTo>
                  <a:pt x="92776" y="70847"/>
                  <a:pt x="97836" y="74220"/>
                  <a:pt x="101210" y="79281"/>
                </a:cubicBezTo>
                <a:cubicBezTo>
                  <a:pt x="104583" y="82655"/>
                  <a:pt x="106270" y="89402"/>
                  <a:pt x="106270" y="94462"/>
                </a:cubicBezTo>
                <a:cubicBezTo>
                  <a:pt x="106270" y="102897"/>
                  <a:pt x="104583" y="111331"/>
                  <a:pt x="101210" y="118078"/>
                </a:cubicBezTo>
                <a:cubicBezTo>
                  <a:pt x="96149" y="124825"/>
                  <a:pt x="89402" y="129886"/>
                  <a:pt x="82655" y="133259"/>
                </a:cubicBezTo>
                <a:cubicBezTo>
                  <a:pt x="74220" y="136633"/>
                  <a:pt x="60726" y="140007"/>
                  <a:pt x="45544" y="140007"/>
                </a:cubicBezTo>
                <a:lnTo>
                  <a:pt x="0" y="140007"/>
                </a:lnTo>
                <a:lnTo>
                  <a:pt x="1687" y="134946"/>
                </a:lnTo>
                <a:cubicBezTo>
                  <a:pt x="3374" y="133259"/>
                  <a:pt x="5060" y="133259"/>
                  <a:pt x="6747" y="131573"/>
                </a:cubicBezTo>
                <a:cubicBezTo>
                  <a:pt x="8434" y="131573"/>
                  <a:pt x="10121" y="129886"/>
                  <a:pt x="10121" y="128199"/>
                </a:cubicBezTo>
                <a:cubicBezTo>
                  <a:pt x="11808" y="126512"/>
                  <a:pt x="11808" y="124825"/>
                  <a:pt x="13495" y="123138"/>
                </a:cubicBezTo>
                <a:cubicBezTo>
                  <a:pt x="13495" y="119765"/>
                  <a:pt x="15181" y="116391"/>
                  <a:pt x="16868" y="109644"/>
                </a:cubicBezTo>
                <a:lnTo>
                  <a:pt x="33737" y="30363"/>
                </a:lnTo>
                <a:cubicBezTo>
                  <a:pt x="35423" y="23616"/>
                  <a:pt x="35423" y="18555"/>
                  <a:pt x="35423" y="13495"/>
                </a:cubicBezTo>
                <a:cubicBezTo>
                  <a:pt x="35423" y="11808"/>
                  <a:pt x="35423" y="8434"/>
                  <a:pt x="33737" y="6747"/>
                </a:cubicBezTo>
                <a:cubicBezTo>
                  <a:pt x="32050" y="6747"/>
                  <a:pt x="28676" y="5060"/>
                  <a:pt x="25302" y="5060"/>
                </a:cubicBezTo>
                <a:lnTo>
                  <a:pt x="26989" y="0"/>
                </a:lnTo>
                <a:lnTo>
                  <a:pt x="77594" y="0"/>
                </a:lnTo>
                <a:cubicBezTo>
                  <a:pt x="87715" y="0"/>
                  <a:pt x="96149" y="1687"/>
                  <a:pt x="101210" y="3374"/>
                </a:cubicBezTo>
                <a:cubicBezTo>
                  <a:pt x="107957" y="5060"/>
                  <a:pt x="113017" y="8434"/>
                  <a:pt x="114704" y="13495"/>
                </a:cubicBezTo>
                <a:cubicBezTo>
                  <a:pt x="118078" y="16868"/>
                  <a:pt x="119765" y="21929"/>
                  <a:pt x="119765" y="28676"/>
                </a:cubicBezTo>
                <a:cubicBezTo>
                  <a:pt x="119765" y="37110"/>
                  <a:pt x="116391" y="45544"/>
                  <a:pt x="111331" y="52292"/>
                </a:cubicBezTo>
                <a:cubicBezTo>
                  <a:pt x="106270" y="59039"/>
                  <a:pt x="97836" y="64099"/>
                  <a:pt x="87715" y="67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BFF74-E68F-42F8-AF75-81DDEA46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687" y="1943596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3858" y="80968"/>
                  <a:pt x="42171" y="84341"/>
                  <a:pt x="38797" y="86028"/>
                </a:cubicBezTo>
                <a:cubicBezTo>
                  <a:pt x="37110" y="87715"/>
                  <a:pt x="35423" y="89402"/>
                  <a:pt x="32050" y="91089"/>
                </a:cubicBezTo>
                <a:cubicBezTo>
                  <a:pt x="30363" y="92776"/>
                  <a:pt x="28676" y="92776"/>
                  <a:pt x="26989" y="92776"/>
                </a:cubicBezTo>
                <a:cubicBezTo>
                  <a:pt x="23616" y="94462"/>
                  <a:pt x="21929" y="94462"/>
                  <a:pt x="20242" y="94462"/>
                </a:cubicBezTo>
                <a:cubicBezTo>
                  <a:pt x="13495" y="94462"/>
                  <a:pt x="8434" y="92776"/>
                  <a:pt x="6747" y="89402"/>
                </a:cubicBezTo>
                <a:cubicBezTo>
                  <a:pt x="3374" y="87715"/>
                  <a:pt x="1687" y="82655"/>
                  <a:pt x="1687" y="77594"/>
                </a:cubicBezTo>
                <a:cubicBezTo>
                  <a:pt x="1687" y="75907"/>
                  <a:pt x="1687" y="74220"/>
                  <a:pt x="1687" y="72534"/>
                </a:cubicBezTo>
                <a:cubicBezTo>
                  <a:pt x="3374" y="69160"/>
                  <a:pt x="3374" y="67473"/>
                  <a:pt x="3374" y="65786"/>
                </a:cubicBezTo>
                <a:lnTo>
                  <a:pt x="11808" y="26989"/>
                </a:lnTo>
                <a:lnTo>
                  <a:pt x="0" y="26989"/>
                </a:lnTo>
                <a:lnTo>
                  <a:pt x="1687" y="20242"/>
                </a:lnTo>
                <a:cubicBezTo>
                  <a:pt x="3374" y="20242"/>
                  <a:pt x="6747" y="20242"/>
                  <a:pt x="8434" y="20242"/>
                </a:cubicBezTo>
                <a:cubicBezTo>
                  <a:pt x="10121" y="18555"/>
                  <a:pt x="11808" y="18555"/>
                  <a:pt x="11808" y="16868"/>
                </a:cubicBezTo>
                <a:cubicBezTo>
                  <a:pt x="13495" y="16868"/>
                  <a:pt x="13495" y="15181"/>
                  <a:pt x="15181" y="15181"/>
                </a:cubicBezTo>
                <a:cubicBezTo>
                  <a:pt x="15181" y="13495"/>
                  <a:pt x="15181" y="13495"/>
                  <a:pt x="16868" y="11808"/>
                </a:cubicBezTo>
                <a:cubicBezTo>
                  <a:pt x="16868" y="10121"/>
                  <a:pt x="18555" y="8434"/>
                  <a:pt x="18555" y="6747"/>
                </a:cubicBezTo>
                <a:cubicBezTo>
                  <a:pt x="18555" y="3374"/>
                  <a:pt x="20242" y="1687"/>
                  <a:pt x="21929" y="0"/>
                </a:cubicBezTo>
                <a:lnTo>
                  <a:pt x="32050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18555" y="57352"/>
                </a:lnTo>
                <a:cubicBezTo>
                  <a:pt x="18555" y="60726"/>
                  <a:pt x="18555" y="62413"/>
                  <a:pt x="18555" y="64099"/>
                </a:cubicBezTo>
                <a:cubicBezTo>
                  <a:pt x="16868" y="65786"/>
                  <a:pt x="16868" y="67473"/>
                  <a:pt x="16868" y="67473"/>
                </a:cubicBezTo>
                <a:cubicBezTo>
                  <a:pt x="16868" y="69160"/>
                  <a:pt x="16868" y="70847"/>
                  <a:pt x="16868" y="70847"/>
                </a:cubicBezTo>
                <a:cubicBezTo>
                  <a:pt x="16868" y="72534"/>
                  <a:pt x="16868" y="74220"/>
                  <a:pt x="16868" y="74220"/>
                </a:cubicBezTo>
                <a:cubicBezTo>
                  <a:pt x="16868" y="77594"/>
                  <a:pt x="16868" y="79281"/>
                  <a:pt x="18555" y="80968"/>
                </a:cubicBezTo>
                <a:cubicBezTo>
                  <a:pt x="20242" y="82655"/>
                  <a:pt x="21929" y="84341"/>
                  <a:pt x="25302" y="84341"/>
                </a:cubicBezTo>
                <a:cubicBezTo>
                  <a:pt x="26989" y="84341"/>
                  <a:pt x="30363" y="82655"/>
                  <a:pt x="32050" y="80968"/>
                </a:cubicBezTo>
                <a:cubicBezTo>
                  <a:pt x="35423" y="79281"/>
                  <a:pt x="38797" y="77594"/>
                  <a:pt x="42171" y="72534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33B37-F497-42B7-A0D7-3DDA2E0E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34" y="1987453"/>
            <a:ext cx="94462" cy="11808"/>
          </a:xfrm>
          <a:custGeom xmlns:a="http://schemas.openxmlformats.org/drawingml/2006/main">
            <a:pathLst>
              <a:path w="94462" h="11808">
                <a:moveTo>
                  <a:pt x="94462" y="0"/>
                </a:moveTo>
                <a:lnTo>
                  <a:pt x="94462" y="11808"/>
                </a:lnTo>
                <a:lnTo>
                  <a:pt x="0" y="11808"/>
                </a:lnTo>
                <a:lnTo>
                  <a:pt x="0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8EF47-0D6A-4C6F-99FC-469C19AC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238" y="1933474"/>
            <a:ext cx="59039" cy="102897"/>
          </a:xfrm>
          <a:custGeom xmlns:a="http://schemas.openxmlformats.org/drawingml/2006/main">
            <a:pathLst>
              <a:path w="59039" h="102897">
                <a:moveTo>
                  <a:pt x="38797" y="20242"/>
                </a:moveTo>
                <a:cubicBezTo>
                  <a:pt x="38797" y="11808"/>
                  <a:pt x="38797" y="5060"/>
                  <a:pt x="38797" y="0"/>
                </a:cubicBezTo>
                <a:lnTo>
                  <a:pt x="35423" y="0"/>
                </a:lnTo>
                <a:lnTo>
                  <a:pt x="0" y="20242"/>
                </a:lnTo>
                <a:lnTo>
                  <a:pt x="3374" y="26989"/>
                </a:lnTo>
                <a:cubicBezTo>
                  <a:pt x="8434" y="23616"/>
                  <a:pt x="11808" y="21929"/>
                  <a:pt x="15181" y="20242"/>
                </a:cubicBezTo>
                <a:cubicBezTo>
                  <a:pt x="16868" y="18555"/>
                  <a:pt x="20242" y="16868"/>
                  <a:pt x="21929" y="16868"/>
                </a:cubicBezTo>
                <a:cubicBezTo>
                  <a:pt x="21929" y="16868"/>
                  <a:pt x="23616" y="16868"/>
                  <a:pt x="23616" y="18555"/>
                </a:cubicBezTo>
                <a:cubicBezTo>
                  <a:pt x="25302" y="18555"/>
                  <a:pt x="25302" y="20242"/>
                  <a:pt x="25302" y="21929"/>
                </a:cubicBezTo>
                <a:lnTo>
                  <a:pt x="25302" y="84341"/>
                </a:lnTo>
                <a:cubicBezTo>
                  <a:pt x="25302" y="87715"/>
                  <a:pt x="25302" y="89402"/>
                  <a:pt x="25302" y="91089"/>
                </a:cubicBezTo>
                <a:cubicBezTo>
                  <a:pt x="23616" y="92776"/>
                  <a:pt x="23616" y="94462"/>
                  <a:pt x="21929" y="94462"/>
                </a:cubicBezTo>
                <a:cubicBezTo>
                  <a:pt x="20242" y="96149"/>
                  <a:pt x="18555" y="96149"/>
                  <a:pt x="16868" y="96149"/>
                </a:cubicBezTo>
                <a:cubicBezTo>
                  <a:pt x="13495" y="97836"/>
                  <a:pt x="10121" y="97836"/>
                  <a:pt x="5060" y="97836"/>
                </a:cubicBezTo>
                <a:lnTo>
                  <a:pt x="5060" y="102897"/>
                </a:lnTo>
                <a:lnTo>
                  <a:pt x="59039" y="102897"/>
                </a:lnTo>
                <a:lnTo>
                  <a:pt x="59039" y="97836"/>
                </a:lnTo>
                <a:cubicBezTo>
                  <a:pt x="55665" y="97836"/>
                  <a:pt x="52292" y="97836"/>
                  <a:pt x="50605" y="97836"/>
                </a:cubicBezTo>
                <a:cubicBezTo>
                  <a:pt x="48918" y="96149"/>
                  <a:pt x="45544" y="96149"/>
                  <a:pt x="45544" y="96149"/>
                </a:cubicBezTo>
                <a:cubicBezTo>
                  <a:pt x="43858" y="96149"/>
                  <a:pt x="42171" y="94462"/>
                  <a:pt x="40484" y="94462"/>
                </a:cubicBezTo>
                <a:cubicBezTo>
                  <a:pt x="40484" y="92776"/>
                  <a:pt x="40484" y="91089"/>
                  <a:pt x="38797" y="89402"/>
                </a:cubicBezTo>
                <a:cubicBezTo>
                  <a:pt x="38797" y="89402"/>
                  <a:pt x="38797" y="86028"/>
                  <a:pt x="38797" y="84341"/>
                </a:cubicBezTo>
                <a:lnTo>
                  <a:pt x="38797" y="202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77AD7-6CC7-4F93-9A5C-525EA951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525" y="2105531"/>
            <a:ext cx="119765" cy="138320"/>
          </a:xfrm>
          <a:custGeom xmlns:a="http://schemas.openxmlformats.org/drawingml/2006/main">
            <a:pathLst>
              <a:path w="119765" h="138320">
                <a:moveTo>
                  <a:pt x="59039" y="62413"/>
                </a:moveTo>
                <a:cubicBezTo>
                  <a:pt x="67473" y="62413"/>
                  <a:pt x="74220" y="60726"/>
                  <a:pt x="79281" y="60726"/>
                </a:cubicBezTo>
                <a:cubicBezTo>
                  <a:pt x="82655" y="59039"/>
                  <a:pt x="87715" y="55665"/>
                  <a:pt x="91089" y="52292"/>
                </a:cubicBezTo>
                <a:cubicBezTo>
                  <a:pt x="94462" y="48918"/>
                  <a:pt x="97836" y="45544"/>
                  <a:pt x="99523" y="42171"/>
                </a:cubicBezTo>
                <a:cubicBezTo>
                  <a:pt x="101210" y="38797"/>
                  <a:pt x="101210" y="33737"/>
                  <a:pt x="101210" y="28676"/>
                </a:cubicBezTo>
                <a:cubicBezTo>
                  <a:pt x="101210" y="25302"/>
                  <a:pt x="101210" y="21929"/>
                  <a:pt x="99523" y="20242"/>
                </a:cubicBezTo>
                <a:cubicBezTo>
                  <a:pt x="97836" y="16868"/>
                  <a:pt x="96149" y="15181"/>
                  <a:pt x="94462" y="13495"/>
                </a:cubicBezTo>
                <a:cubicBezTo>
                  <a:pt x="92776" y="11808"/>
                  <a:pt x="89402" y="10121"/>
                  <a:pt x="86028" y="10121"/>
                </a:cubicBezTo>
                <a:cubicBezTo>
                  <a:pt x="82655" y="8434"/>
                  <a:pt x="77594" y="8434"/>
                  <a:pt x="72534" y="8434"/>
                </a:cubicBezTo>
                <a:cubicBezTo>
                  <a:pt x="67473" y="8434"/>
                  <a:pt x="62413" y="8434"/>
                  <a:pt x="57352" y="8434"/>
                </a:cubicBezTo>
                <a:lnTo>
                  <a:pt x="45544" y="62413"/>
                </a:lnTo>
                <a:lnTo>
                  <a:pt x="59039" y="62413"/>
                </a:lnTo>
                <a:close/>
                <a:moveTo>
                  <a:pt x="30363" y="129886"/>
                </a:moveTo>
                <a:cubicBezTo>
                  <a:pt x="33737" y="129886"/>
                  <a:pt x="38797" y="129886"/>
                  <a:pt x="45544" y="129886"/>
                </a:cubicBezTo>
                <a:cubicBezTo>
                  <a:pt x="55665" y="129886"/>
                  <a:pt x="64099" y="128199"/>
                  <a:pt x="69160" y="126512"/>
                </a:cubicBezTo>
                <a:cubicBezTo>
                  <a:pt x="74220" y="123138"/>
                  <a:pt x="79281" y="119765"/>
                  <a:pt x="82655" y="113017"/>
                </a:cubicBezTo>
                <a:cubicBezTo>
                  <a:pt x="86028" y="107957"/>
                  <a:pt x="87715" y="99523"/>
                  <a:pt x="87715" y="91089"/>
                </a:cubicBezTo>
                <a:cubicBezTo>
                  <a:pt x="87715" y="84341"/>
                  <a:pt x="86028" y="79281"/>
                  <a:pt x="80968" y="75907"/>
                </a:cubicBezTo>
                <a:cubicBezTo>
                  <a:pt x="75907" y="72534"/>
                  <a:pt x="69160" y="70847"/>
                  <a:pt x="60726" y="70847"/>
                </a:cubicBezTo>
                <a:lnTo>
                  <a:pt x="42171" y="70847"/>
                </a:lnTo>
                <a:lnTo>
                  <a:pt x="30363" y="129886"/>
                </a:lnTo>
                <a:close/>
                <a:moveTo>
                  <a:pt x="87715" y="67473"/>
                </a:moveTo>
                <a:cubicBezTo>
                  <a:pt x="94462" y="69160"/>
                  <a:pt x="97836" y="74220"/>
                  <a:pt x="101210" y="77594"/>
                </a:cubicBezTo>
                <a:cubicBezTo>
                  <a:pt x="106270" y="82655"/>
                  <a:pt x="107957" y="87715"/>
                  <a:pt x="107957" y="94462"/>
                </a:cubicBezTo>
                <a:cubicBezTo>
                  <a:pt x="107957" y="102897"/>
                  <a:pt x="104583" y="111331"/>
                  <a:pt x="101210" y="116391"/>
                </a:cubicBezTo>
                <a:cubicBezTo>
                  <a:pt x="96149" y="123138"/>
                  <a:pt x="91089" y="128199"/>
                  <a:pt x="82655" y="133259"/>
                </a:cubicBezTo>
                <a:cubicBezTo>
                  <a:pt x="74220" y="136633"/>
                  <a:pt x="62413" y="138320"/>
                  <a:pt x="45544" y="138320"/>
                </a:cubicBezTo>
                <a:lnTo>
                  <a:pt x="0" y="138320"/>
                </a:lnTo>
                <a:lnTo>
                  <a:pt x="1687" y="133259"/>
                </a:lnTo>
                <a:cubicBezTo>
                  <a:pt x="5060" y="133259"/>
                  <a:pt x="6747" y="133259"/>
                  <a:pt x="6747" y="131573"/>
                </a:cubicBezTo>
                <a:cubicBezTo>
                  <a:pt x="8434" y="129886"/>
                  <a:pt x="10121" y="129886"/>
                  <a:pt x="10121" y="128199"/>
                </a:cubicBezTo>
                <a:cubicBezTo>
                  <a:pt x="11808" y="126512"/>
                  <a:pt x="11808" y="124825"/>
                  <a:pt x="13495" y="121452"/>
                </a:cubicBezTo>
                <a:cubicBezTo>
                  <a:pt x="13495" y="119765"/>
                  <a:pt x="15181" y="114704"/>
                  <a:pt x="16868" y="107957"/>
                </a:cubicBezTo>
                <a:lnTo>
                  <a:pt x="33737" y="30363"/>
                </a:lnTo>
                <a:cubicBezTo>
                  <a:pt x="35423" y="23616"/>
                  <a:pt x="35423" y="16868"/>
                  <a:pt x="35423" y="13495"/>
                </a:cubicBezTo>
                <a:cubicBezTo>
                  <a:pt x="35423" y="10121"/>
                  <a:pt x="35423" y="8434"/>
                  <a:pt x="33737" y="6747"/>
                </a:cubicBezTo>
                <a:cubicBezTo>
                  <a:pt x="32050" y="5060"/>
                  <a:pt x="30363" y="5060"/>
                  <a:pt x="26989" y="5060"/>
                </a:cubicBezTo>
                <a:lnTo>
                  <a:pt x="26989" y="0"/>
                </a:lnTo>
                <a:lnTo>
                  <a:pt x="77594" y="0"/>
                </a:lnTo>
                <a:cubicBezTo>
                  <a:pt x="87715" y="0"/>
                  <a:pt x="96149" y="0"/>
                  <a:pt x="102897" y="3374"/>
                </a:cubicBezTo>
                <a:cubicBezTo>
                  <a:pt x="107957" y="5060"/>
                  <a:pt x="113017" y="8434"/>
                  <a:pt x="116391" y="11808"/>
                </a:cubicBezTo>
                <a:cubicBezTo>
                  <a:pt x="118078" y="16868"/>
                  <a:pt x="119765" y="21929"/>
                  <a:pt x="119765" y="26989"/>
                </a:cubicBezTo>
                <a:cubicBezTo>
                  <a:pt x="119765" y="37110"/>
                  <a:pt x="118078" y="43858"/>
                  <a:pt x="111331" y="50605"/>
                </a:cubicBezTo>
                <a:cubicBezTo>
                  <a:pt x="106270" y="57352"/>
                  <a:pt x="97836" y="62413"/>
                  <a:pt x="87715" y="65786"/>
                </a:cubicBezTo>
                <a:lnTo>
                  <a:pt x="87715" y="67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74BAF-469E-486F-B541-9B020A2E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097" y="2193246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5544" y="82655"/>
                  <a:pt x="42171" y="84341"/>
                  <a:pt x="40484" y="86028"/>
                </a:cubicBezTo>
                <a:cubicBezTo>
                  <a:pt x="37110" y="89402"/>
                  <a:pt x="35423" y="91089"/>
                  <a:pt x="33737" y="91089"/>
                </a:cubicBezTo>
                <a:cubicBezTo>
                  <a:pt x="32050" y="92776"/>
                  <a:pt x="28676" y="94462"/>
                  <a:pt x="26989" y="94462"/>
                </a:cubicBezTo>
                <a:cubicBezTo>
                  <a:pt x="25302" y="94462"/>
                  <a:pt x="21929" y="94462"/>
                  <a:pt x="20242" y="94462"/>
                </a:cubicBezTo>
                <a:cubicBezTo>
                  <a:pt x="15181" y="94462"/>
                  <a:pt x="10121" y="94462"/>
                  <a:pt x="6747" y="91089"/>
                </a:cubicBezTo>
                <a:cubicBezTo>
                  <a:pt x="3374" y="87715"/>
                  <a:pt x="3374" y="84341"/>
                  <a:pt x="3374" y="79281"/>
                </a:cubicBezTo>
                <a:cubicBezTo>
                  <a:pt x="3374" y="77594"/>
                  <a:pt x="3374" y="74220"/>
                  <a:pt x="3374" y="72534"/>
                </a:cubicBezTo>
                <a:cubicBezTo>
                  <a:pt x="3374" y="70847"/>
                  <a:pt x="3374" y="67473"/>
                  <a:pt x="5060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0242"/>
                </a:cubicBezTo>
                <a:cubicBezTo>
                  <a:pt x="10121" y="20242"/>
                  <a:pt x="11808" y="20242"/>
                  <a:pt x="13495" y="18555"/>
                </a:cubicBezTo>
                <a:cubicBezTo>
                  <a:pt x="13495" y="18555"/>
                  <a:pt x="15181" y="16868"/>
                  <a:pt x="15181" y="15181"/>
                </a:cubicBezTo>
                <a:cubicBezTo>
                  <a:pt x="15181" y="15181"/>
                  <a:pt x="16868" y="13495"/>
                  <a:pt x="16868" y="11808"/>
                </a:cubicBezTo>
                <a:cubicBezTo>
                  <a:pt x="18555" y="10121"/>
                  <a:pt x="18555" y="8434"/>
                  <a:pt x="20242" y="6747"/>
                </a:cubicBezTo>
                <a:cubicBezTo>
                  <a:pt x="20242" y="5060"/>
                  <a:pt x="20242" y="3374"/>
                  <a:pt x="21929" y="0"/>
                </a:cubicBezTo>
                <a:lnTo>
                  <a:pt x="33737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20242" y="59039"/>
                </a:lnTo>
                <a:cubicBezTo>
                  <a:pt x="20242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8555" y="69160"/>
                </a:cubicBezTo>
                <a:cubicBezTo>
                  <a:pt x="18555" y="70847"/>
                  <a:pt x="16868" y="70847"/>
                  <a:pt x="16868" y="72534"/>
                </a:cubicBezTo>
                <a:cubicBezTo>
                  <a:pt x="16868" y="74220"/>
                  <a:pt x="16868" y="74220"/>
                  <a:pt x="16868" y="75907"/>
                </a:cubicBezTo>
                <a:cubicBezTo>
                  <a:pt x="16868" y="79281"/>
                  <a:pt x="18555" y="80968"/>
                  <a:pt x="18555" y="82655"/>
                </a:cubicBezTo>
                <a:cubicBezTo>
                  <a:pt x="20242" y="84341"/>
                  <a:pt x="21929" y="86028"/>
                  <a:pt x="25302" y="86028"/>
                </a:cubicBezTo>
                <a:cubicBezTo>
                  <a:pt x="26989" y="86028"/>
                  <a:pt x="30363" y="84341"/>
                  <a:pt x="33737" y="82655"/>
                </a:cubicBezTo>
                <a:cubicBezTo>
                  <a:pt x="35423" y="80968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7C486-998A-442E-8743-41B46E4A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199" y="2105531"/>
            <a:ext cx="119765" cy="138320"/>
          </a:xfrm>
          <a:custGeom xmlns:a="http://schemas.openxmlformats.org/drawingml/2006/main">
            <a:pathLst>
              <a:path w="119765" h="138320">
                <a:moveTo>
                  <a:pt x="59039" y="62413"/>
                </a:moveTo>
                <a:cubicBezTo>
                  <a:pt x="65786" y="62413"/>
                  <a:pt x="72534" y="60726"/>
                  <a:pt x="77594" y="60726"/>
                </a:cubicBezTo>
                <a:cubicBezTo>
                  <a:pt x="82655" y="59039"/>
                  <a:pt x="86028" y="55665"/>
                  <a:pt x="89402" y="52292"/>
                </a:cubicBezTo>
                <a:cubicBezTo>
                  <a:pt x="94462" y="48918"/>
                  <a:pt x="96149" y="45544"/>
                  <a:pt x="97836" y="42171"/>
                </a:cubicBezTo>
                <a:cubicBezTo>
                  <a:pt x="99523" y="38797"/>
                  <a:pt x="99523" y="33737"/>
                  <a:pt x="99523" y="28676"/>
                </a:cubicBezTo>
                <a:cubicBezTo>
                  <a:pt x="99523" y="25302"/>
                  <a:pt x="99523" y="21929"/>
                  <a:pt x="99523" y="20242"/>
                </a:cubicBezTo>
                <a:cubicBezTo>
                  <a:pt x="97836" y="16868"/>
                  <a:pt x="96149" y="15181"/>
                  <a:pt x="92776" y="13495"/>
                </a:cubicBezTo>
                <a:cubicBezTo>
                  <a:pt x="91089" y="11808"/>
                  <a:pt x="87715" y="10121"/>
                  <a:pt x="84341" y="10121"/>
                </a:cubicBezTo>
                <a:cubicBezTo>
                  <a:pt x="80968" y="8434"/>
                  <a:pt x="77594" y="8434"/>
                  <a:pt x="72534" y="8434"/>
                </a:cubicBezTo>
                <a:cubicBezTo>
                  <a:pt x="65786" y="8434"/>
                  <a:pt x="60726" y="8434"/>
                  <a:pt x="55665" y="8434"/>
                </a:cubicBezTo>
                <a:lnTo>
                  <a:pt x="43858" y="62413"/>
                </a:lnTo>
                <a:lnTo>
                  <a:pt x="59039" y="62413"/>
                </a:lnTo>
                <a:close/>
                <a:moveTo>
                  <a:pt x="28676" y="129886"/>
                </a:moveTo>
                <a:cubicBezTo>
                  <a:pt x="33737" y="129886"/>
                  <a:pt x="38797" y="129886"/>
                  <a:pt x="43858" y="129886"/>
                </a:cubicBezTo>
                <a:cubicBezTo>
                  <a:pt x="55665" y="129886"/>
                  <a:pt x="62413" y="128199"/>
                  <a:pt x="67473" y="126512"/>
                </a:cubicBezTo>
                <a:cubicBezTo>
                  <a:pt x="72534" y="123138"/>
                  <a:pt x="77594" y="119765"/>
                  <a:pt x="80968" y="113017"/>
                </a:cubicBezTo>
                <a:cubicBezTo>
                  <a:pt x="84341" y="107957"/>
                  <a:pt x="87715" y="99523"/>
                  <a:pt x="87715" y="91089"/>
                </a:cubicBezTo>
                <a:cubicBezTo>
                  <a:pt x="87715" y="84341"/>
                  <a:pt x="84341" y="79281"/>
                  <a:pt x="80968" y="75907"/>
                </a:cubicBezTo>
                <a:cubicBezTo>
                  <a:pt x="75907" y="72534"/>
                  <a:pt x="69160" y="70847"/>
                  <a:pt x="60726" y="70847"/>
                </a:cubicBezTo>
                <a:lnTo>
                  <a:pt x="42171" y="70847"/>
                </a:lnTo>
                <a:lnTo>
                  <a:pt x="28676" y="129886"/>
                </a:lnTo>
                <a:close/>
                <a:moveTo>
                  <a:pt x="86028" y="67473"/>
                </a:moveTo>
                <a:cubicBezTo>
                  <a:pt x="92776" y="69160"/>
                  <a:pt x="97836" y="74220"/>
                  <a:pt x="101210" y="77594"/>
                </a:cubicBezTo>
                <a:cubicBezTo>
                  <a:pt x="104583" y="82655"/>
                  <a:pt x="106270" y="87715"/>
                  <a:pt x="106270" y="94462"/>
                </a:cubicBezTo>
                <a:cubicBezTo>
                  <a:pt x="106270" y="102897"/>
                  <a:pt x="104583" y="111331"/>
                  <a:pt x="99523" y="116391"/>
                </a:cubicBezTo>
                <a:cubicBezTo>
                  <a:pt x="96149" y="123138"/>
                  <a:pt x="89402" y="128199"/>
                  <a:pt x="80968" y="133259"/>
                </a:cubicBezTo>
                <a:cubicBezTo>
                  <a:pt x="72534" y="136633"/>
                  <a:pt x="60726" y="138320"/>
                  <a:pt x="45544" y="138320"/>
                </a:cubicBezTo>
                <a:lnTo>
                  <a:pt x="0" y="138320"/>
                </a:lnTo>
                <a:lnTo>
                  <a:pt x="1687" y="133259"/>
                </a:lnTo>
                <a:cubicBezTo>
                  <a:pt x="3374" y="133259"/>
                  <a:pt x="5060" y="133259"/>
                  <a:pt x="6747" y="131573"/>
                </a:cubicBezTo>
                <a:cubicBezTo>
                  <a:pt x="8434" y="129886"/>
                  <a:pt x="8434" y="129886"/>
                  <a:pt x="10121" y="128199"/>
                </a:cubicBezTo>
                <a:cubicBezTo>
                  <a:pt x="10121" y="126512"/>
                  <a:pt x="11808" y="124825"/>
                  <a:pt x="11808" y="121452"/>
                </a:cubicBezTo>
                <a:cubicBezTo>
                  <a:pt x="13495" y="119765"/>
                  <a:pt x="13495" y="114704"/>
                  <a:pt x="15181" y="107957"/>
                </a:cubicBezTo>
                <a:lnTo>
                  <a:pt x="33737" y="30363"/>
                </a:lnTo>
                <a:cubicBezTo>
                  <a:pt x="33737" y="23616"/>
                  <a:pt x="35423" y="16868"/>
                  <a:pt x="35423" y="13495"/>
                </a:cubicBezTo>
                <a:cubicBezTo>
                  <a:pt x="35423" y="10121"/>
                  <a:pt x="33737" y="8434"/>
                  <a:pt x="33737" y="6747"/>
                </a:cubicBezTo>
                <a:cubicBezTo>
                  <a:pt x="32050" y="5060"/>
                  <a:pt x="28676" y="5060"/>
                  <a:pt x="25302" y="5060"/>
                </a:cubicBezTo>
                <a:lnTo>
                  <a:pt x="26989" y="0"/>
                </a:lnTo>
                <a:lnTo>
                  <a:pt x="77594" y="0"/>
                </a:lnTo>
                <a:cubicBezTo>
                  <a:pt x="87715" y="0"/>
                  <a:pt x="94462" y="0"/>
                  <a:pt x="101210" y="3374"/>
                </a:cubicBezTo>
                <a:cubicBezTo>
                  <a:pt x="107957" y="5060"/>
                  <a:pt x="111331" y="8434"/>
                  <a:pt x="114704" y="11808"/>
                </a:cubicBezTo>
                <a:cubicBezTo>
                  <a:pt x="118078" y="16868"/>
                  <a:pt x="119765" y="21929"/>
                  <a:pt x="119765" y="26989"/>
                </a:cubicBezTo>
                <a:cubicBezTo>
                  <a:pt x="119765" y="37110"/>
                  <a:pt x="116391" y="43858"/>
                  <a:pt x="111331" y="50605"/>
                </a:cubicBezTo>
                <a:cubicBezTo>
                  <a:pt x="106270" y="57352"/>
                  <a:pt x="97836" y="62413"/>
                  <a:pt x="86028" y="65786"/>
                </a:cubicBezTo>
                <a:lnTo>
                  <a:pt x="86028" y="67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F15AE-CC86-4DF9-9768-23796636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772" y="2193246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3858" y="82655"/>
                  <a:pt x="42171" y="84341"/>
                  <a:pt x="38797" y="86028"/>
                </a:cubicBezTo>
                <a:cubicBezTo>
                  <a:pt x="37110" y="89402"/>
                  <a:pt x="35423" y="91089"/>
                  <a:pt x="32050" y="91089"/>
                </a:cubicBezTo>
                <a:cubicBezTo>
                  <a:pt x="30363" y="92776"/>
                  <a:pt x="28676" y="94462"/>
                  <a:pt x="25302" y="94462"/>
                </a:cubicBezTo>
                <a:cubicBezTo>
                  <a:pt x="23616" y="94462"/>
                  <a:pt x="21929" y="94462"/>
                  <a:pt x="20242" y="94462"/>
                </a:cubicBezTo>
                <a:cubicBezTo>
                  <a:pt x="13495" y="94462"/>
                  <a:pt x="8434" y="94462"/>
                  <a:pt x="6747" y="91089"/>
                </a:cubicBezTo>
                <a:cubicBezTo>
                  <a:pt x="3374" y="87715"/>
                  <a:pt x="1687" y="84341"/>
                  <a:pt x="1687" y="79281"/>
                </a:cubicBezTo>
                <a:cubicBezTo>
                  <a:pt x="1687" y="77594"/>
                  <a:pt x="1687" y="74220"/>
                  <a:pt x="1687" y="72534"/>
                </a:cubicBezTo>
                <a:cubicBezTo>
                  <a:pt x="3374" y="70847"/>
                  <a:pt x="3374" y="67473"/>
                  <a:pt x="3374" y="65786"/>
                </a:cubicBezTo>
                <a:lnTo>
                  <a:pt x="11808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3374" y="21929"/>
                  <a:pt x="6747" y="21929"/>
                  <a:pt x="8434" y="20242"/>
                </a:cubicBezTo>
                <a:cubicBezTo>
                  <a:pt x="10121" y="20242"/>
                  <a:pt x="11808" y="20242"/>
                  <a:pt x="11808" y="18555"/>
                </a:cubicBezTo>
                <a:cubicBezTo>
                  <a:pt x="13495" y="18555"/>
                  <a:pt x="13495" y="16868"/>
                  <a:pt x="13495" y="15181"/>
                </a:cubicBezTo>
                <a:cubicBezTo>
                  <a:pt x="15181" y="15181"/>
                  <a:pt x="15181" y="13495"/>
                  <a:pt x="16868" y="11808"/>
                </a:cubicBezTo>
                <a:cubicBezTo>
                  <a:pt x="16868" y="10121"/>
                  <a:pt x="18555" y="8434"/>
                  <a:pt x="18555" y="6747"/>
                </a:cubicBezTo>
                <a:cubicBezTo>
                  <a:pt x="18555" y="5060"/>
                  <a:pt x="20242" y="3374"/>
                  <a:pt x="20242" y="0"/>
                </a:cubicBezTo>
                <a:lnTo>
                  <a:pt x="32050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18555" y="59039"/>
                </a:lnTo>
                <a:cubicBezTo>
                  <a:pt x="18555" y="60726"/>
                  <a:pt x="18555" y="62413"/>
                  <a:pt x="18555" y="64099"/>
                </a:cubicBezTo>
                <a:cubicBezTo>
                  <a:pt x="16868" y="65786"/>
                  <a:pt x="16868" y="67473"/>
                  <a:pt x="16868" y="69160"/>
                </a:cubicBezTo>
                <a:cubicBezTo>
                  <a:pt x="16868" y="70847"/>
                  <a:pt x="16868" y="70847"/>
                  <a:pt x="16868" y="72534"/>
                </a:cubicBezTo>
                <a:cubicBezTo>
                  <a:pt x="16868" y="74220"/>
                  <a:pt x="16868" y="74220"/>
                  <a:pt x="16868" y="75907"/>
                </a:cubicBezTo>
                <a:cubicBezTo>
                  <a:pt x="16868" y="79281"/>
                  <a:pt x="16868" y="80968"/>
                  <a:pt x="18555" y="82655"/>
                </a:cubicBezTo>
                <a:cubicBezTo>
                  <a:pt x="20242" y="84341"/>
                  <a:pt x="21929" y="86028"/>
                  <a:pt x="25302" y="86028"/>
                </a:cubicBezTo>
                <a:cubicBezTo>
                  <a:pt x="26989" y="86028"/>
                  <a:pt x="28676" y="84341"/>
                  <a:pt x="32050" y="82655"/>
                </a:cubicBezTo>
                <a:cubicBezTo>
                  <a:pt x="35423" y="80968"/>
                  <a:pt x="37110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7C63D-3AA8-4F8E-8888-AB133AF9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187" y="2105531"/>
            <a:ext cx="118078" cy="138320"/>
          </a:xfrm>
          <a:custGeom xmlns:a="http://schemas.openxmlformats.org/drawingml/2006/main">
            <a:pathLst>
              <a:path w="118078" h="138320">
                <a:moveTo>
                  <a:pt x="57352" y="62413"/>
                </a:moveTo>
                <a:cubicBezTo>
                  <a:pt x="65786" y="62413"/>
                  <a:pt x="72534" y="60726"/>
                  <a:pt x="77594" y="60726"/>
                </a:cubicBezTo>
                <a:cubicBezTo>
                  <a:pt x="80968" y="59039"/>
                  <a:pt x="86028" y="55665"/>
                  <a:pt x="89402" y="52292"/>
                </a:cubicBezTo>
                <a:cubicBezTo>
                  <a:pt x="92776" y="48918"/>
                  <a:pt x="96149" y="45544"/>
                  <a:pt x="97836" y="42171"/>
                </a:cubicBezTo>
                <a:cubicBezTo>
                  <a:pt x="99523" y="38797"/>
                  <a:pt x="99523" y="33737"/>
                  <a:pt x="99523" y="28676"/>
                </a:cubicBezTo>
                <a:cubicBezTo>
                  <a:pt x="99523" y="25302"/>
                  <a:pt x="99523" y="21929"/>
                  <a:pt x="97836" y="20242"/>
                </a:cubicBezTo>
                <a:cubicBezTo>
                  <a:pt x="97836" y="16868"/>
                  <a:pt x="96149" y="15181"/>
                  <a:pt x="92776" y="13495"/>
                </a:cubicBezTo>
                <a:cubicBezTo>
                  <a:pt x="91089" y="11808"/>
                  <a:pt x="87715" y="10121"/>
                  <a:pt x="84341" y="10121"/>
                </a:cubicBezTo>
                <a:cubicBezTo>
                  <a:pt x="80968" y="8434"/>
                  <a:pt x="77594" y="8434"/>
                  <a:pt x="70847" y="8434"/>
                </a:cubicBezTo>
                <a:cubicBezTo>
                  <a:pt x="65786" y="8434"/>
                  <a:pt x="60726" y="8434"/>
                  <a:pt x="55665" y="8434"/>
                </a:cubicBezTo>
                <a:lnTo>
                  <a:pt x="43858" y="62413"/>
                </a:lnTo>
                <a:lnTo>
                  <a:pt x="57352" y="62413"/>
                </a:lnTo>
                <a:close/>
                <a:moveTo>
                  <a:pt x="28676" y="129886"/>
                </a:moveTo>
                <a:cubicBezTo>
                  <a:pt x="33737" y="129886"/>
                  <a:pt x="38797" y="129886"/>
                  <a:pt x="43858" y="129886"/>
                </a:cubicBezTo>
                <a:cubicBezTo>
                  <a:pt x="53978" y="129886"/>
                  <a:pt x="62413" y="128199"/>
                  <a:pt x="67473" y="126512"/>
                </a:cubicBezTo>
                <a:cubicBezTo>
                  <a:pt x="72534" y="123138"/>
                  <a:pt x="77594" y="119765"/>
                  <a:pt x="80968" y="113017"/>
                </a:cubicBezTo>
                <a:cubicBezTo>
                  <a:pt x="84341" y="107957"/>
                  <a:pt x="86028" y="99523"/>
                  <a:pt x="86028" y="91089"/>
                </a:cubicBezTo>
                <a:cubicBezTo>
                  <a:pt x="86028" y="84341"/>
                  <a:pt x="84341" y="79281"/>
                  <a:pt x="79281" y="75907"/>
                </a:cubicBezTo>
                <a:cubicBezTo>
                  <a:pt x="74220" y="72534"/>
                  <a:pt x="67473" y="70847"/>
                  <a:pt x="59039" y="70847"/>
                </a:cubicBezTo>
                <a:lnTo>
                  <a:pt x="42171" y="70847"/>
                </a:lnTo>
                <a:lnTo>
                  <a:pt x="28676" y="129886"/>
                </a:lnTo>
                <a:close/>
                <a:moveTo>
                  <a:pt x="86028" y="67473"/>
                </a:moveTo>
                <a:cubicBezTo>
                  <a:pt x="92776" y="69160"/>
                  <a:pt x="97836" y="74220"/>
                  <a:pt x="101210" y="77594"/>
                </a:cubicBezTo>
                <a:cubicBezTo>
                  <a:pt x="104583" y="82655"/>
                  <a:pt x="106270" y="87715"/>
                  <a:pt x="106270" y="94462"/>
                </a:cubicBezTo>
                <a:cubicBezTo>
                  <a:pt x="106270" y="102897"/>
                  <a:pt x="102897" y="111331"/>
                  <a:pt x="99523" y="116391"/>
                </a:cubicBezTo>
                <a:cubicBezTo>
                  <a:pt x="94462" y="123138"/>
                  <a:pt x="89402" y="128199"/>
                  <a:pt x="80968" y="133259"/>
                </a:cubicBezTo>
                <a:cubicBezTo>
                  <a:pt x="72534" y="136633"/>
                  <a:pt x="60726" y="138320"/>
                  <a:pt x="43858" y="138320"/>
                </a:cubicBezTo>
                <a:lnTo>
                  <a:pt x="0" y="138320"/>
                </a:lnTo>
                <a:lnTo>
                  <a:pt x="0" y="133259"/>
                </a:lnTo>
                <a:cubicBezTo>
                  <a:pt x="3374" y="133259"/>
                  <a:pt x="5060" y="133259"/>
                  <a:pt x="6747" y="131573"/>
                </a:cubicBezTo>
                <a:cubicBezTo>
                  <a:pt x="6747" y="129886"/>
                  <a:pt x="8434" y="129886"/>
                  <a:pt x="10121" y="128199"/>
                </a:cubicBezTo>
                <a:cubicBezTo>
                  <a:pt x="10121" y="126512"/>
                  <a:pt x="11808" y="124825"/>
                  <a:pt x="11808" y="121452"/>
                </a:cubicBezTo>
                <a:cubicBezTo>
                  <a:pt x="11808" y="119765"/>
                  <a:pt x="13495" y="114704"/>
                  <a:pt x="15181" y="107957"/>
                </a:cubicBezTo>
                <a:lnTo>
                  <a:pt x="32050" y="30363"/>
                </a:lnTo>
                <a:cubicBezTo>
                  <a:pt x="33737" y="23616"/>
                  <a:pt x="35423" y="16868"/>
                  <a:pt x="35423" y="13495"/>
                </a:cubicBezTo>
                <a:cubicBezTo>
                  <a:pt x="35423" y="10121"/>
                  <a:pt x="33737" y="8434"/>
                  <a:pt x="32050" y="6747"/>
                </a:cubicBezTo>
                <a:cubicBezTo>
                  <a:pt x="30363" y="5060"/>
                  <a:pt x="28676" y="5060"/>
                  <a:pt x="25302" y="5060"/>
                </a:cubicBezTo>
                <a:lnTo>
                  <a:pt x="25302" y="0"/>
                </a:lnTo>
                <a:lnTo>
                  <a:pt x="75907" y="0"/>
                </a:lnTo>
                <a:cubicBezTo>
                  <a:pt x="86028" y="0"/>
                  <a:pt x="94462" y="0"/>
                  <a:pt x="101210" y="3374"/>
                </a:cubicBezTo>
                <a:cubicBezTo>
                  <a:pt x="106270" y="5060"/>
                  <a:pt x="111331" y="8434"/>
                  <a:pt x="114704" y="11808"/>
                </a:cubicBezTo>
                <a:cubicBezTo>
                  <a:pt x="116391" y="16868"/>
                  <a:pt x="118078" y="21929"/>
                  <a:pt x="118078" y="26989"/>
                </a:cubicBezTo>
                <a:cubicBezTo>
                  <a:pt x="118078" y="37110"/>
                  <a:pt x="116391" y="43858"/>
                  <a:pt x="109644" y="50605"/>
                </a:cubicBezTo>
                <a:cubicBezTo>
                  <a:pt x="104583" y="57352"/>
                  <a:pt x="96149" y="62413"/>
                  <a:pt x="86028" y="65786"/>
                </a:cubicBezTo>
                <a:lnTo>
                  <a:pt x="86028" y="67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5E9027-FE6A-4828-8ACD-A01492F4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60" y="2193246"/>
            <a:ext cx="53978" cy="94462"/>
          </a:xfrm>
          <a:custGeom xmlns:a="http://schemas.openxmlformats.org/drawingml/2006/main">
            <a:pathLst>
              <a:path w="53978" h="94462">
                <a:moveTo>
                  <a:pt x="45544" y="79281"/>
                </a:moveTo>
                <a:cubicBezTo>
                  <a:pt x="43858" y="82655"/>
                  <a:pt x="40484" y="84341"/>
                  <a:pt x="38797" y="86028"/>
                </a:cubicBezTo>
                <a:cubicBezTo>
                  <a:pt x="37110" y="89402"/>
                  <a:pt x="33737" y="91089"/>
                  <a:pt x="32050" y="91089"/>
                </a:cubicBezTo>
                <a:cubicBezTo>
                  <a:pt x="30363" y="92776"/>
                  <a:pt x="28676" y="94462"/>
                  <a:pt x="25302" y="94462"/>
                </a:cubicBezTo>
                <a:cubicBezTo>
                  <a:pt x="23616" y="94462"/>
                  <a:pt x="21929" y="94462"/>
                  <a:pt x="18555" y="94462"/>
                </a:cubicBezTo>
                <a:cubicBezTo>
                  <a:pt x="13495" y="94462"/>
                  <a:pt x="8434" y="94462"/>
                  <a:pt x="6747" y="91089"/>
                </a:cubicBezTo>
                <a:cubicBezTo>
                  <a:pt x="3374" y="87715"/>
                  <a:pt x="1687" y="84341"/>
                  <a:pt x="1687" y="79281"/>
                </a:cubicBezTo>
                <a:cubicBezTo>
                  <a:pt x="1687" y="77594"/>
                  <a:pt x="1687" y="74220"/>
                  <a:pt x="1687" y="72534"/>
                </a:cubicBezTo>
                <a:cubicBezTo>
                  <a:pt x="1687" y="70847"/>
                  <a:pt x="3374" y="67473"/>
                  <a:pt x="3374" y="65786"/>
                </a:cubicBezTo>
                <a:lnTo>
                  <a:pt x="11808" y="26989"/>
                </a:lnTo>
                <a:lnTo>
                  <a:pt x="0" y="26989"/>
                </a:lnTo>
                <a:lnTo>
                  <a:pt x="0" y="21929"/>
                </a:lnTo>
                <a:cubicBezTo>
                  <a:pt x="3374" y="21929"/>
                  <a:pt x="6747" y="21929"/>
                  <a:pt x="8434" y="20242"/>
                </a:cubicBezTo>
                <a:cubicBezTo>
                  <a:pt x="10121" y="20242"/>
                  <a:pt x="10121" y="20242"/>
                  <a:pt x="11808" y="18555"/>
                </a:cubicBezTo>
                <a:cubicBezTo>
                  <a:pt x="13495" y="18555"/>
                  <a:pt x="13495" y="16868"/>
                  <a:pt x="13495" y="15181"/>
                </a:cubicBezTo>
                <a:cubicBezTo>
                  <a:pt x="15181" y="15181"/>
                  <a:pt x="15181" y="13495"/>
                  <a:pt x="16868" y="11808"/>
                </a:cubicBezTo>
                <a:cubicBezTo>
                  <a:pt x="16868" y="10121"/>
                  <a:pt x="16868" y="8434"/>
                  <a:pt x="18555" y="6747"/>
                </a:cubicBezTo>
                <a:cubicBezTo>
                  <a:pt x="18555" y="5060"/>
                  <a:pt x="20242" y="3374"/>
                  <a:pt x="20242" y="0"/>
                </a:cubicBezTo>
                <a:lnTo>
                  <a:pt x="32050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18555" y="59039"/>
                </a:lnTo>
                <a:cubicBezTo>
                  <a:pt x="18555" y="60726"/>
                  <a:pt x="18555" y="62413"/>
                  <a:pt x="16868" y="64099"/>
                </a:cubicBezTo>
                <a:cubicBezTo>
                  <a:pt x="16868" y="65786"/>
                  <a:pt x="16868" y="67473"/>
                  <a:pt x="16868" y="69160"/>
                </a:cubicBezTo>
                <a:cubicBezTo>
                  <a:pt x="16868" y="70847"/>
                  <a:pt x="16868" y="70847"/>
                  <a:pt x="16868" y="72534"/>
                </a:cubicBezTo>
                <a:cubicBezTo>
                  <a:pt x="16868" y="74220"/>
                  <a:pt x="16868" y="74220"/>
                  <a:pt x="16868" y="75907"/>
                </a:cubicBezTo>
                <a:cubicBezTo>
                  <a:pt x="16868" y="79281"/>
                  <a:pt x="16868" y="80968"/>
                  <a:pt x="18555" y="82655"/>
                </a:cubicBezTo>
                <a:cubicBezTo>
                  <a:pt x="20242" y="84341"/>
                  <a:pt x="21929" y="86028"/>
                  <a:pt x="23616" y="86028"/>
                </a:cubicBezTo>
                <a:cubicBezTo>
                  <a:pt x="26989" y="86028"/>
                  <a:pt x="28676" y="84341"/>
                  <a:pt x="32050" y="82655"/>
                </a:cubicBezTo>
                <a:cubicBezTo>
                  <a:pt x="35423" y="80968"/>
                  <a:pt x="37110" y="77594"/>
                  <a:pt x="40484" y="74220"/>
                </a:cubicBezTo>
                <a:lnTo>
                  <a:pt x="45544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EC2D2-C2D9-488E-A759-805A98BE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175" y="2105531"/>
            <a:ext cx="119765" cy="138320"/>
          </a:xfrm>
          <a:custGeom xmlns:a="http://schemas.openxmlformats.org/drawingml/2006/main">
            <a:pathLst>
              <a:path w="119765" h="138320">
                <a:moveTo>
                  <a:pt x="59039" y="62413"/>
                </a:moveTo>
                <a:cubicBezTo>
                  <a:pt x="67473" y="62413"/>
                  <a:pt x="74220" y="60726"/>
                  <a:pt x="77594" y="60726"/>
                </a:cubicBezTo>
                <a:cubicBezTo>
                  <a:pt x="82655" y="59039"/>
                  <a:pt x="87715" y="55665"/>
                  <a:pt x="91089" y="52292"/>
                </a:cubicBezTo>
                <a:cubicBezTo>
                  <a:pt x="94462" y="48918"/>
                  <a:pt x="96149" y="45544"/>
                  <a:pt x="97836" y="42171"/>
                </a:cubicBezTo>
                <a:cubicBezTo>
                  <a:pt x="99523" y="38797"/>
                  <a:pt x="101210" y="33737"/>
                  <a:pt x="101210" y="28676"/>
                </a:cubicBezTo>
                <a:cubicBezTo>
                  <a:pt x="101210" y="25302"/>
                  <a:pt x="101210" y="21929"/>
                  <a:pt x="99523" y="20242"/>
                </a:cubicBezTo>
                <a:cubicBezTo>
                  <a:pt x="97836" y="16868"/>
                  <a:pt x="96149" y="15181"/>
                  <a:pt x="94462" y="13495"/>
                </a:cubicBezTo>
                <a:cubicBezTo>
                  <a:pt x="91089" y="11808"/>
                  <a:pt x="89402" y="10121"/>
                  <a:pt x="86028" y="10121"/>
                </a:cubicBezTo>
                <a:cubicBezTo>
                  <a:pt x="82655" y="8434"/>
                  <a:pt x="77594" y="8434"/>
                  <a:pt x="72534" y="8434"/>
                </a:cubicBezTo>
                <a:cubicBezTo>
                  <a:pt x="67473" y="8434"/>
                  <a:pt x="60726" y="8434"/>
                  <a:pt x="55665" y="8434"/>
                </a:cubicBezTo>
                <a:lnTo>
                  <a:pt x="45544" y="62413"/>
                </a:lnTo>
                <a:lnTo>
                  <a:pt x="59039" y="62413"/>
                </a:lnTo>
                <a:close/>
                <a:moveTo>
                  <a:pt x="30363" y="129886"/>
                </a:moveTo>
                <a:cubicBezTo>
                  <a:pt x="33737" y="129886"/>
                  <a:pt x="38797" y="129886"/>
                  <a:pt x="45544" y="129886"/>
                </a:cubicBezTo>
                <a:cubicBezTo>
                  <a:pt x="55665" y="129886"/>
                  <a:pt x="64099" y="128199"/>
                  <a:pt x="69160" y="126512"/>
                </a:cubicBezTo>
                <a:cubicBezTo>
                  <a:pt x="74220" y="123138"/>
                  <a:pt x="77594" y="119765"/>
                  <a:pt x="82655" y="113017"/>
                </a:cubicBezTo>
                <a:cubicBezTo>
                  <a:pt x="86028" y="107957"/>
                  <a:pt x="87715" y="99523"/>
                  <a:pt x="87715" y="91089"/>
                </a:cubicBezTo>
                <a:cubicBezTo>
                  <a:pt x="87715" y="84341"/>
                  <a:pt x="86028" y="79281"/>
                  <a:pt x="80968" y="75907"/>
                </a:cubicBezTo>
                <a:cubicBezTo>
                  <a:pt x="75907" y="72534"/>
                  <a:pt x="69160" y="70847"/>
                  <a:pt x="60726" y="70847"/>
                </a:cubicBezTo>
                <a:lnTo>
                  <a:pt x="42171" y="70847"/>
                </a:lnTo>
                <a:lnTo>
                  <a:pt x="30363" y="129886"/>
                </a:lnTo>
                <a:close/>
                <a:moveTo>
                  <a:pt x="87715" y="67473"/>
                </a:moveTo>
                <a:cubicBezTo>
                  <a:pt x="92776" y="69160"/>
                  <a:pt x="97836" y="74220"/>
                  <a:pt x="101210" y="77594"/>
                </a:cubicBezTo>
                <a:cubicBezTo>
                  <a:pt x="104583" y="82655"/>
                  <a:pt x="106270" y="87715"/>
                  <a:pt x="106270" y="94462"/>
                </a:cubicBezTo>
                <a:cubicBezTo>
                  <a:pt x="106270" y="102897"/>
                  <a:pt x="104583" y="111331"/>
                  <a:pt x="101210" y="116391"/>
                </a:cubicBezTo>
                <a:cubicBezTo>
                  <a:pt x="96149" y="123138"/>
                  <a:pt x="89402" y="128199"/>
                  <a:pt x="82655" y="133259"/>
                </a:cubicBezTo>
                <a:cubicBezTo>
                  <a:pt x="74220" y="136633"/>
                  <a:pt x="62413" y="138320"/>
                  <a:pt x="45544" y="138320"/>
                </a:cubicBezTo>
                <a:lnTo>
                  <a:pt x="0" y="138320"/>
                </a:lnTo>
                <a:lnTo>
                  <a:pt x="1687" y="133259"/>
                </a:lnTo>
                <a:cubicBezTo>
                  <a:pt x="3374" y="133259"/>
                  <a:pt x="6747" y="133259"/>
                  <a:pt x="6747" y="131573"/>
                </a:cubicBezTo>
                <a:cubicBezTo>
                  <a:pt x="8434" y="129886"/>
                  <a:pt x="10121" y="129886"/>
                  <a:pt x="10121" y="128199"/>
                </a:cubicBezTo>
                <a:cubicBezTo>
                  <a:pt x="11808" y="126512"/>
                  <a:pt x="11808" y="124825"/>
                  <a:pt x="13495" y="121452"/>
                </a:cubicBezTo>
                <a:cubicBezTo>
                  <a:pt x="13495" y="119765"/>
                  <a:pt x="15181" y="114704"/>
                  <a:pt x="16868" y="107957"/>
                </a:cubicBezTo>
                <a:lnTo>
                  <a:pt x="33737" y="30363"/>
                </a:lnTo>
                <a:cubicBezTo>
                  <a:pt x="35423" y="23616"/>
                  <a:pt x="35423" y="16868"/>
                  <a:pt x="35423" y="13495"/>
                </a:cubicBezTo>
                <a:cubicBezTo>
                  <a:pt x="35423" y="10121"/>
                  <a:pt x="35423" y="8434"/>
                  <a:pt x="33737" y="6747"/>
                </a:cubicBezTo>
                <a:cubicBezTo>
                  <a:pt x="32050" y="5060"/>
                  <a:pt x="28676" y="5060"/>
                  <a:pt x="25302" y="5060"/>
                </a:cubicBezTo>
                <a:lnTo>
                  <a:pt x="26989" y="0"/>
                </a:lnTo>
                <a:lnTo>
                  <a:pt x="77594" y="0"/>
                </a:lnTo>
                <a:cubicBezTo>
                  <a:pt x="87715" y="0"/>
                  <a:pt x="96149" y="0"/>
                  <a:pt x="101210" y="3374"/>
                </a:cubicBezTo>
                <a:cubicBezTo>
                  <a:pt x="107957" y="5060"/>
                  <a:pt x="113017" y="8434"/>
                  <a:pt x="114704" y="11808"/>
                </a:cubicBezTo>
                <a:cubicBezTo>
                  <a:pt x="118078" y="16868"/>
                  <a:pt x="119765" y="21929"/>
                  <a:pt x="119765" y="26989"/>
                </a:cubicBezTo>
                <a:cubicBezTo>
                  <a:pt x="119765" y="37110"/>
                  <a:pt x="116391" y="43858"/>
                  <a:pt x="111331" y="50605"/>
                </a:cubicBezTo>
                <a:cubicBezTo>
                  <a:pt x="106270" y="57352"/>
                  <a:pt x="97836" y="62413"/>
                  <a:pt x="87715" y="65786"/>
                </a:cubicBezTo>
                <a:lnTo>
                  <a:pt x="87715" y="67473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9BAC9-6C17-4A14-BF9C-A417A924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748" y="2193246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3858" y="82655"/>
                  <a:pt x="42171" y="84341"/>
                  <a:pt x="40484" y="86028"/>
                </a:cubicBezTo>
                <a:cubicBezTo>
                  <a:pt x="37110" y="89402"/>
                  <a:pt x="35423" y="91089"/>
                  <a:pt x="33737" y="91089"/>
                </a:cubicBezTo>
                <a:cubicBezTo>
                  <a:pt x="30363" y="92776"/>
                  <a:pt x="28676" y="94462"/>
                  <a:pt x="26989" y="94462"/>
                </a:cubicBezTo>
                <a:cubicBezTo>
                  <a:pt x="25302" y="94462"/>
                  <a:pt x="21929" y="94462"/>
                  <a:pt x="20242" y="94462"/>
                </a:cubicBezTo>
                <a:cubicBezTo>
                  <a:pt x="13495" y="94462"/>
                  <a:pt x="10121" y="94462"/>
                  <a:pt x="6747" y="91089"/>
                </a:cubicBezTo>
                <a:cubicBezTo>
                  <a:pt x="3374" y="87715"/>
                  <a:pt x="1687" y="84341"/>
                  <a:pt x="1687" y="79281"/>
                </a:cubicBezTo>
                <a:cubicBezTo>
                  <a:pt x="1687" y="77594"/>
                  <a:pt x="3374" y="74220"/>
                  <a:pt x="3374" y="72534"/>
                </a:cubicBezTo>
                <a:cubicBezTo>
                  <a:pt x="3374" y="70847"/>
                  <a:pt x="3374" y="67473"/>
                  <a:pt x="3374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0242"/>
                </a:cubicBezTo>
                <a:cubicBezTo>
                  <a:pt x="10121" y="20242"/>
                  <a:pt x="11808" y="20242"/>
                  <a:pt x="13495" y="18555"/>
                </a:cubicBezTo>
                <a:cubicBezTo>
                  <a:pt x="13495" y="18555"/>
                  <a:pt x="13495" y="16868"/>
                  <a:pt x="15181" y="15181"/>
                </a:cubicBezTo>
                <a:cubicBezTo>
                  <a:pt x="15181" y="15181"/>
                  <a:pt x="16868" y="13495"/>
                  <a:pt x="16868" y="11808"/>
                </a:cubicBezTo>
                <a:cubicBezTo>
                  <a:pt x="16868" y="10121"/>
                  <a:pt x="18555" y="8434"/>
                  <a:pt x="18555" y="6747"/>
                </a:cubicBezTo>
                <a:cubicBezTo>
                  <a:pt x="20242" y="5060"/>
                  <a:pt x="20242" y="3374"/>
                  <a:pt x="21929" y="0"/>
                </a:cubicBezTo>
                <a:lnTo>
                  <a:pt x="33737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20242" y="59039"/>
                </a:lnTo>
                <a:cubicBezTo>
                  <a:pt x="18555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6868" y="69160"/>
                </a:cubicBezTo>
                <a:cubicBezTo>
                  <a:pt x="16868" y="70847"/>
                  <a:pt x="16868" y="70847"/>
                  <a:pt x="16868" y="72534"/>
                </a:cubicBezTo>
                <a:cubicBezTo>
                  <a:pt x="16868" y="74220"/>
                  <a:pt x="16868" y="74220"/>
                  <a:pt x="16868" y="75907"/>
                </a:cubicBezTo>
                <a:cubicBezTo>
                  <a:pt x="16868" y="79281"/>
                  <a:pt x="18555" y="80968"/>
                  <a:pt x="18555" y="82655"/>
                </a:cubicBezTo>
                <a:cubicBezTo>
                  <a:pt x="20242" y="84341"/>
                  <a:pt x="21929" y="86028"/>
                  <a:pt x="25302" y="86028"/>
                </a:cubicBezTo>
                <a:cubicBezTo>
                  <a:pt x="26989" y="86028"/>
                  <a:pt x="30363" y="84341"/>
                  <a:pt x="32050" y="82655"/>
                </a:cubicBezTo>
                <a:cubicBezTo>
                  <a:pt x="35423" y="80968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28A26-58D2-4D49-AACD-0F19B6BC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536" y="1341398"/>
            <a:ext cx="118078" cy="168683"/>
          </a:xfrm>
          <a:custGeom xmlns:a="http://schemas.openxmlformats.org/drawingml/2006/main">
            <a:pathLst>
              <a:path w="118078" h="168683">
                <a:moveTo>
                  <a:pt x="80968" y="10121"/>
                </a:moveTo>
                <a:cubicBezTo>
                  <a:pt x="84341" y="10121"/>
                  <a:pt x="87715" y="10121"/>
                  <a:pt x="89402" y="10121"/>
                </a:cubicBezTo>
                <a:cubicBezTo>
                  <a:pt x="91089" y="11808"/>
                  <a:pt x="92776" y="11808"/>
                  <a:pt x="94462" y="13495"/>
                </a:cubicBezTo>
                <a:cubicBezTo>
                  <a:pt x="96149" y="13495"/>
                  <a:pt x="97836" y="15181"/>
                  <a:pt x="97836" y="18555"/>
                </a:cubicBezTo>
                <a:cubicBezTo>
                  <a:pt x="99523" y="20242"/>
                  <a:pt x="101210" y="23616"/>
                  <a:pt x="102897" y="26989"/>
                </a:cubicBezTo>
                <a:cubicBezTo>
                  <a:pt x="104583" y="30363"/>
                  <a:pt x="106270" y="33737"/>
                  <a:pt x="106270" y="40484"/>
                </a:cubicBezTo>
                <a:lnTo>
                  <a:pt x="116391" y="40484"/>
                </a:lnTo>
                <a:lnTo>
                  <a:pt x="116391" y="0"/>
                </a:lnTo>
                <a:lnTo>
                  <a:pt x="3374" y="0"/>
                </a:lnTo>
                <a:lnTo>
                  <a:pt x="3374" y="5060"/>
                </a:lnTo>
                <a:lnTo>
                  <a:pt x="57352" y="86028"/>
                </a:lnTo>
                <a:lnTo>
                  <a:pt x="0" y="163622"/>
                </a:lnTo>
                <a:lnTo>
                  <a:pt x="0" y="168683"/>
                </a:lnTo>
                <a:lnTo>
                  <a:pt x="116391" y="168683"/>
                </a:lnTo>
                <a:lnTo>
                  <a:pt x="118078" y="124825"/>
                </a:lnTo>
                <a:lnTo>
                  <a:pt x="107957" y="124825"/>
                </a:lnTo>
                <a:cubicBezTo>
                  <a:pt x="107957" y="129886"/>
                  <a:pt x="106270" y="133259"/>
                  <a:pt x="106270" y="136633"/>
                </a:cubicBezTo>
                <a:cubicBezTo>
                  <a:pt x="104583" y="140007"/>
                  <a:pt x="102897" y="141694"/>
                  <a:pt x="102897" y="145067"/>
                </a:cubicBezTo>
                <a:cubicBezTo>
                  <a:pt x="101210" y="146754"/>
                  <a:pt x="99523" y="146754"/>
                  <a:pt x="99523" y="148441"/>
                </a:cubicBezTo>
                <a:cubicBezTo>
                  <a:pt x="97836" y="150128"/>
                  <a:pt x="96149" y="150128"/>
                  <a:pt x="94462" y="150128"/>
                </a:cubicBezTo>
                <a:cubicBezTo>
                  <a:pt x="92776" y="151815"/>
                  <a:pt x="89402" y="151815"/>
                  <a:pt x="86028" y="151815"/>
                </a:cubicBezTo>
                <a:lnTo>
                  <a:pt x="25302" y="151815"/>
                </a:lnTo>
                <a:lnTo>
                  <a:pt x="74220" y="82655"/>
                </a:lnTo>
                <a:lnTo>
                  <a:pt x="74220" y="75907"/>
                </a:lnTo>
                <a:lnTo>
                  <a:pt x="30363" y="10121"/>
                </a:lnTo>
                <a:lnTo>
                  <a:pt x="80968" y="101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A41CD-4488-44E0-A9BC-A08BE7D3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967" y="1385255"/>
            <a:ext cx="50605" cy="62413"/>
          </a:xfrm>
          <a:custGeom xmlns:a="http://schemas.openxmlformats.org/drawingml/2006/main">
            <a:pathLst>
              <a:path w="50605" h="62413">
                <a:moveTo>
                  <a:pt x="23616" y="30363"/>
                </a:moveTo>
                <a:cubicBezTo>
                  <a:pt x="28676" y="30363"/>
                  <a:pt x="32050" y="30363"/>
                  <a:pt x="33737" y="28676"/>
                </a:cubicBezTo>
                <a:cubicBezTo>
                  <a:pt x="37110" y="26989"/>
                  <a:pt x="38797" y="25302"/>
                  <a:pt x="40484" y="23616"/>
                </a:cubicBezTo>
                <a:cubicBezTo>
                  <a:pt x="42171" y="20242"/>
                  <a:pt x="42171" y="16868"/>
                  <a:pt x="42171" y="15181"/>
                </a:cubicBezTo>
                <a:cubicBezTo>
                  <a:pt x="42171" y="13495"/>
                  <a:pt x="42171" y="11808"/>
                  <a:pt x="42171" y="10121"/>
                </a:cubicBezTo>
                <a:lnTo>
                  <a:pt x="42171" y="8434"/>
                </a:lnTo>
                <a:cubicBezTo>
                  <a:pt x="40484" y="8434"/>
                  <a:pt x="40484" y="6747"/>
                  <a:pt x="40484" y="6747"/>
                </a:cubicBezTo>
                <a:cubicBezTo>
                  <a:pt x="38797" y="6747"/>
                  <a:pt x="38797" y="5060"/>
                  <a:pt x="37110" y="5060"/>
                </a:cubicBezTo>
                <a:cubicBezTo>
                  <a:pt x="37110" y="5060"/>
                  <a:pt x="35423" y="5060"/>
                  <a:pt x="33737" y="5060"/>
                </a:cubicBezTo>
                <a:cubicBezTo>
                  <a:pt x="33737" y="5060"/>
                  <a:pt x="32050" y="5060"/>
                  <a:pt x="30363" y="5060"/>
                </a:cubicBezTo>
                <a:cubicBezTo>
                  <a:pt x="28676" y="5060"/>
                  <a:pt x="26989" y="5060"/>
                  <a:pt x="25302" y="5060"/>
                </a:cubicBezTo>
                <a:lnTo>
                  <a:pt x="18555" y="30363"/>
                </a:lnTo>
                <a:lnTo>
                  <a:pt x="23616" y="30363"/>
                </a:lnTo>
                <a:close/>
                <a:moveTo>
                  <a:pt x="33737" y="33737"/>
                </a:moveTo>
                <a:cubicBezTo>
                  <a:pt x="35423" y="35423"/>
                  <a:pt x="37110" y="37110"/>
                  <a:pt x="37110" y="38797"/>
                </a:cubicBezTo>
                <a:cubicBezTo>
                  <a:pt x="38797" y="38797"/>
                  <a:pt x="38797" y="42171"/>
                  <a:pt x="40484" y="43858"/>
                </a:cubicBezTo>
                <a:lnTo>
                  <a:pt x="40484" y="48918"/>
                </a:lnTo>
                <a:cubicBezTo>
                  <a:pt x="42171" y="50605"/>
                  <a:pt x="42171" y="52292"/>
                  <a:pt x="42171" y="53978"/>
                </a:cubicBezTo>
                <a:cubicBezTo>
                  <a:pt x="42171" y="55665"/>
                  <a:pt x="43858" y="57352"/>
                  <a:pt x="43858" y="57352"/>
                </a:cubicBezTo>
                <a:lnTo>
                  <a:pt x="45544" y="59039"/>
                </a:lnTo>
                <a:cubicBezTo>
                  <a:pt x="47231" y="59039"/>
                  <a:pt x="47231" y="59039"/>
                  <a:pt x="48918" y="60726"/>
                </a:cubicBezTo>
                <a:lnTo>
                  <a:pt x="48918" y="62413"/>
                </a:lnTo>
                <a:lnTo>
                  <a:pt x="35423" y="62413"/>
                </a:lnTo>
                <a:cubicBezTo>
                  <a:pt x="35423" y="59039"/>
                  <a:pt x="33737" y="55665"/>
                  <a:pt x="33737" y="52292"/>
                </a:cubicBezTo>
                <a:lnTo>
                  <a:pt x="32050" y="43858"/>
                </a:lnTo>
                <a:cubicBezTo>
                  <a:pt x="30363" y="42171"/>
                  <a:pt x="30363" y="40484"/>
                  <a:pt x="30363" y="38797"/>
                </a:cubicBezTo>
                <a:cubicBezTo>
                  <a:pt x="30363" y="37110"/>
                  <a:pt x="28676" y="37110"/>
                  <a:pt x="28676" y="35423"/>
                </a:cubicBezTo>
                <a:lnTo>
                  <a:pt x="26989" y="35423"/>
                </a:lnTo>
                <a:cubicBezTo>
                  <a:pt x="25302" y="35423"/>
                  <a:pt x="23616" y="35423"/>
                  <a:pt x="23616" y="35423"/>
                </a:cubicBezTo>
                <a:lnTo>
                  <a:pt x="18555" y="35423"/>
                </a:lnTo>
                <a:lnTo>
                  <a:pt x="15181" y="48918"/>
                </a:lnTo>
                <a:cubicBezTo>
                  <a:pt x="15181" y="50605"/>
                  <a:pt x="13495" y="50605"/>
                  <a:pt x="13495" y="52292"/>
                </a:cubicBezTo>
                <a:lnTo>
                  <a:pt x="13495" y="53978"/>
                </a:lnTo>
                <a:lnTo>
                  <a:pt x="13495" y="55665"/>
                </a:lnTo>
                <a:cubicBezTo>
                  <a:pt x="13495" y="57352"/>
                  <a:pt x="13495" y="57352"/>
                  <a:pt x="13495" y="59039"/>
                </a:cubicBezTo>
                <a:lnTo>
                  <a:pt x="15181" y="59039"/>
                </a:lnTo>
                <a:cubicBezTo>
                  <a:pt x="16868" y="59039"/>
                  <a:pt x="16868" y="60726"/>
                  <a:pt x="18555" y="60726"/>
                </a:cubicBezTo>
                <a:lnTo>
                  <a:pt x="18555" y="62413"/>
                </a:lnTo>
                <a:lnTo>
                  <a:pt x="0" y="62413"/>
                </a:lnTo>
                <a:lnTo>
                  <a:pt x="0" y="60726"/>
                </a:lnTo>
                <a:cubicBezTo>
                  <a:pt x="1687" y="60726"/>
                  <a:pt x="1687" y="59039"/>
                  <a:pt x="3374" y="59039"/>
                </a:cubicBezTo>
                <a:lnTo>
                  <a:pt x="3374" y="57352"/>
                </a:lnTo>
                <a:cubicBezTo>
                  <a:pt x="5060" y="57352"/>
                  <a:pt x="5060" y="55665"/>
                  <a:pt x="5060" y="55665"/>
                </a:cubicBezTo>
                <a:cubicBezTo>
                  <a:pt x="5060" y="53978"/>
                  <a:pt x="6747" y="52292"/>
                  <a:pt x="6747" y="48918"/>
                </a:cubicBezTo>
                <a:lnTo>
                  <a:pt x="13495" y="13495"/>
                </a:lnTo>
                <a:cubicBezTo>
                  <a:pt x="15181" y="10121"/>
                  <a:pt x="15181" y="8434"/>
                  <a:pt x="15181" y="6747"/>
                </a:cubicBezTo>
                <a:cubicBezTo>
                  <a:pt x="15181" y="5060"/>
                  <a:pt x="15181" y="3374"/>
                  <a:pt x="13495" y="3374"/>
                </a:cubicBezTo>
                <a:cubicBezTo>
                  <a:pt x="13495" y="3374"/>
                  <a:pt x="11808" y="3374"/>
                  <a:pt x="10121" y="1687"/>
                </a:cubicBezTo>
                <a:lnTo>
                  <a:pt x="11808" y="0"/>
                </a:lnTo>
                <a:lnTo>
                  <a:pt x="32050" y="0"/>
                </a:lnTo>
                <a:cubicBezTo>
                  <a:pt x="35423" y="0"/>
                  <a:pt x="37110" y="0"/>
                  <a:pt x="38797" y="0"/>
                </a:cubicBezTo>
                <a:cubicBezTo>
                  <a:pt x="42171" y="1687"/>
                  <a:pt x="43858" y="1687"/>
                  <a:pt x="43858" y="1687"/>
                </a:cubicBezTo>
                <a:cubicBezTo>
                  <a:pt x="45544" y="3374"/>
                  <a:pt x="47231" y="5060"/>
                  <a:pt x="48918" y="5060"/>
                </a:cubicBezTo>
                <a:cubicBezTo>
                  <a:pt x="48918" y="6747"/>
                  <a:pt x="50605" y="8434"/>
                  <a:pt x="50605" y="10121"/>
                </a:cubicBezTo>
                <a:cubicBezTo>
                  <a:pt x="50605" y="11808"/>
                  <a:pt x="50605" y="11808"/>
                  <a:pt x="50605" y="13495"/>
                </a:cubicBezTo>
                <a:cubicBezTo>
                  <a:pt x="50605" y="18555"/>
                  <a:pt x="50605" y="23616"/>
                  <a:pt x="47231" y="26989"/>
                </a:cubicBezTo>
                <a:cubicBezTo>
                  <a:pt x="43858" y="28676"/>
                  <a:pt x="40484" y="32050"/>
                  <a:pt x="33737" y="337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3462D8-5ACA-4774-BBCB-182DCE48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067" y="1371761"/>
            <a:ext cx="23616" cy="42171"/>
          </a:xfrm>
          <a:custGeom xmlns:a="http://schemas.openxmlformats.org/drawingml/2006/main">
            <a:pathLst>
              <a:path w="23616" h="42171">
                <a:moveTo>
                  <a:pt x="20242" y="35423"/>
                </a:moveTo>
                <a:lnTo>
                  <a:pt x="18555" y="37110"/>
                </a:lnTo>
                <a:cubicBezTo>
                  <a:pt x="16868" y="38797"/>
                  <a:pt x="15181" y="38797"/>
                  <a:pt x="15181" y="40484"/>
                </a:cubicBezTo>
                <a:cubicBezTo>
                  <a:pt x="13495" y="40484"/>
                  <a:pt x="13495" y="40484"/>
                  <a:pt x="11808" y="40484"/>
                </a:cubicBezTo>
                <a:cubicBezTo>
                  <a:pt x="10121" y="42171"/>
                  <a:pt x="10121" y="42171"/>
                  <a:pt x="8434" y="42171"/>
                </a:cubicBezTo>
                <a:cubicBezTo>
                  <a:pt x="6747" y="42171"/>
                  <a:pt x="5060" y="40484"/>
                  <a:pt x="3374" y="40484"/>
                </a:cubicBezTo>
                <a:cubicBezTo>
                  <a:pt x="1687" y="38797"/>
                  <a:pt x="1687" y="37110"/>
                  <a:pt x="1687" y="33737"/>
                </a:cubicBezTo>
                <a:lnTo>
                  <a:pt x="1687" y="32050"/>
                </a:lnTo>
                <a:cubicBezTo>
                  <a:pt x="1687" y="30363"/>
                  <a:pt x="1687" y="30363"/>
                  <a:pt x="1687" y="28676"/>
                </a:cubicBezTo>
                <a:lnTo>
                  <a:pt x="5060" y="11808"/>
                </a:lnTo>
                <a:lnTo>
                  <a:pt x="0" y="11808"/>
                </a:lnTo>
                <a:lnTo>
                  <a:pt x="0" y="8434"/>
                </a:lnTo>
                <a:cubicBezTo>
                  <a:pt x="1687" y="8434"/>
                  <a:pt x="3374" y="8434"/>
                  <a:pt x="3374" y="8434"/>
                </a:cubicBezTo>
                <a:cubicBezTo>
                  <a:pt x="5060" y="8434"/>
                  <a:pt x="5060" y="8434"/>
                  <a:pt x="5060" y="6747"/>
                </a:cubicBezTo>
                <a:lnTo>
                  <a:pt x="6747" y="6747"/>
                </a:lnTo>
                <a:cubicBezTo>
                  <a:pt x="6747" y="6747"/>
                  <a:pt x="6747" y="5060"/>
                  <a:pt x="8434" y="5060"/>
                </a:cubicBezTo>
                <a:cubicBezTo>
                  <a:pt x="8434" y="3374"/>
                  <a:pt x="8434" y="3374"/>
                  <a:pt x="8434" y="1687"/>
                </a:cubicBezTo>
                <a:cubicBezTo>
                  <a:pt x="8434" y="1687"/>
                  <a:pt x="8434" y="0"/>
                  <a:pt x="10121" y="0"/>
                </a:cubicBezTo>
                <a:lnTo>
                  <a:pt x="15181" y="0"/>
                </a:lnTo>
                <a:lnTo>
                  <a:pt x="13495" y="8434"/>
                </a:lnTo>
                <a:lnTo>
                  <a:pt x="23616" y="8434"/>
                </a:lnTo>
                <a:lnTo>
                  <a:pt x="23616" y="11808"/>
                </a:lnTo>
                <a:lnTo>
                  <a:pt x="11808" y="11808"/>
                </a:lnTo>
                <a:lnTo>
                  <a:pt x="8434" y="25302"/>
                </a:lnTo>
                <a:cubicBezTo>
                  <a:pt x="8434" y="26989"/>
                  <a:pt x="8434" y="26989"/>
                  <a:pt x="8434" y="28676"/>
                </a:cubicBezTo>
                <a:lnTo>
                  <a:pt x="8434" y="30363"/>
                </a:lnTo>
                <a:lnTo>
                  <a:pt x="8434" y="32050"/>
                </a:lnTo>
                <a:lnTo>
                  <a:pt x="8434" y="33737"/>
                </a:lnTo>
                <a:lnTo>
                  <a:pt x="8434" y="35423"/>
                </a:lnTo>
                <a:cubicBezTo>
                  <a:pt x="8434" y="37110"/>
                  <a:pt x="10121" y="37110"/>
                  <a:pt x="11808" y="37110"/>
                </a:cubicBezTo>
                <a:cubicBezTo>
                  <a:pt x="11808" y="37110"/>
                  <a:pt x="13495" y="37110"/>
                  <a:pt x="15181" y="35423"/>
                </a:cubicBezTo>
                <a:cubicBezTo>
                  <a:pt x="15181" y="35423"/>
                  <a:pt x="16868" y="33737"/>
                  <a:pt x="18555" y="32050"/>
                </a:cubicBezTo>
                <a:lnTo>
                  <a:pt x="20242" y="354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FC6D0-B423-45C6-BDBA-515B66E7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116" y="1392003"/>
            <a:ext cx="42171" cy="5060"/>
          </a:xfrm>
          <a:custGeom xmlns:a="http://schemas.openxmlformats.org/drawingml/2006/main">
            <a:pathLst>
              <a:path w="42171" h="5060">
                <a:moveTo>
                  <a:pt x="42171" y="0"/>
                </a:moveTo>
                <a:lnTo>
                  <a:pt x="42171" y="5060"/>
                </a:lnTo>
                <a:lnTo>
                  <a:pt x="0" y="5060"/>
                </a:lnTo>
                <a:lnTo>
                  <a:pt x="0" y="0"/>
                </a:lnTo>
                <a:lnTo>
                  <a:pt x="421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87FC8-5CE3-478D-8754-E94A0399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035" y="1366700"/>
            <a:ext cx="28676" cy="45544"/>
          </a:xfrm>
          <a:custGeom xmlns:a="http://schemas.openxmlformats.org/drawingml/2006/main">
            <a:pathLst>
              <a:path w="28676" h="45544">
                <a:moveTo>
                  <a:pt x="6747" y="40484"/>
                </a:moveTo>
                <a:cubicBezTo>
                  <a:pt x="8434" y="37110"/>
                  <a:pt x="11808" y="33737"/>
                  <a:pt x="16868" y="30363"/>
                </a:cubicBezTo>
                <a:cubicBezTo>
                  <a:pt x="18555" y="26989"/>
                  <a:pt x="20242" y="25302"/>
                  <a:pt x="21929" y="23616"/>
                </a:cubicBezTo>
                <a:cubicBezTo>
                  <a:pt x="23616" y="21929"/>
                  <a:pt x="23616" y="21929"/>
                  <a:pt x="25302" y="20242"/>
                </a:cubicBezTo>
                <a:cubicBezTo>
                  <a:pt x="25302" y="20242"/>
                  <a:pt x="26989" y="18555"/>
                  <a:pt x="26989" y="16868"/>
                </a:cubicBezTo>
                <a:cubicBezTo>
                  <a:pt x="26989" y="16868"/>
                  <a:pt x="26989" y="15181"/>
                  <a:pt x="28676" y="15181"/>
                </a:cubicBezTo>
                <a:cubicBezTo>
                  <a:pt x="28676" y="13495"/>
                  <a:pt x="28676" y="11808"/>
                  <a:pt x="28676" y="11808"/>
                </a:cubicBezTo>
                <a:cubicBezTo>
                  <a:pt x="28676" y="8434"/>
                  <a:pt x="26989" y="5060"/>
                  <a:pt x="25302" y="3374"/>
                </a:cubicBezTo>
                <a:cubicBezTo>
                  <a:pt x="23616" y="1687"/>
                  <a:pt x="20242" y="0"/>
                  <a:pt x="15181" y="0"/>
                </a:cubicBezTo>
                <a:cubicBezTo>
                  <a:pt x="13495" y="0"/>
                  <a:pt x="11808" y="1687"/>
                  <a:pt x="8434" y="1687"/>
                </a:cubicBezTo>
                <a:cubicBezTo>
                  <a:pt x="6747" y="1687"/>
                  <a:pt x="3374" y="3374"/>
                  <a:pt x="1687" y="5060"/>
                </a:cubicBezTo>
                <a:lnTo>
                  <a:pt x="1687" y="10121"/>
                </a:lnTo>
                <a:lnTo>
                  <a:pt x="5060" y="10121"/>
                </a:lnTo>
                <a:cubicBezTo>
                  <a:pt x="6747" y="6747"/>
                  <a:pt x="10121" y="3374"/>
                  <a:pt x="13495" y="3374"/>
                </a:cubicBezTo>
                <a:cubicBezTo>
                  <a:pt x="15181" y="3374"/>
                  <a:pt x="16868" y="5060"/>
                  <a:pt x="18555" y="5060"/>
                </a:cubicBezTo>
                <a:cubicBezTo>
                  <a:pt x="18555" y="5060"/>
                  <a:pt x="20242" y="6747"/>
                  <a:pt x="20242" y="8434"/>
                </a:cubicBezTo>
                <a:cubicBezTo>
                  <a:pt x="21929" y="10121"/>
                  <a:pt x="21929" y="10121"/>
                  <a:pt x="21929" y="11808"/>
                </a:cubicBezTo>
                <a:cubicBezTo>
                  <a:pt x="21929" y="13495"/>
                  <a:pt x="21929" y="15181"/>
                  <a:pt x="21929" y="15181"/>
                </a:cubicBezTo>
                <a:cubicBezTo>
                  <a:pt x="20242" y="16868"/>
                  <a:pt x="20242" y="16868"/>
                  <a:pt x="20242" y="18555"/>
                </a:cubicBezTo>
                <a:cubicBezTo>
                  <a:pt x="18555" y="20242"/>
                  <a:pt x="18555" y="21929"/>
                  <a:pt x="16868" y="23616"/>
                </a:cubicBezTo>
                <a:cubicBezTo>
                  <a:pt x="15181" y="23616"/>
                  <a:pt x="13495" y="26989"/>
                  <a:pt x="11808" y="28676"/>
                </a:cubicBezTo>
                <a:cubicBezTo>
                  <a:pt x="8434" y="32050"/>
                  <a:pt x="5060" y="35423"/>
                  <a:pt x="3374" y="37110"/>
                </a:cubicBezTo>
                <a:cubicBezTo>
                  <a:pt x="1687" y="40484"/>
                  <a:pt x="0" y="42171"/>
                  <a:pt x="0" y="45544"/>
                </a:cubicBezTo>
                <a:lnTo>
                  <a:pt x="28676" y="45544"/>
                </a:lnTo>
                <a:lnTo>
                  <a:pt x="28676" y="35423"/>
                </a:lnTo>
                <a:lnTo>
                  <a:pt x="25302" y="35423"/>
                </a:lnTo>
                <a:cubicBezTo>
                  <a:pt x="25302" y="37110"/>
                  <a:pt x="23616" y="38797"/>
                  <a:pt x="23616" y="38797"/>
                </a:cubicBezTo>
                <a:lnTo>
                  <a:pt x="23616" y="40484"/>
                </a:lnTo>
                <a:lnTo>
                  <a:pt x="21929" y="40484"/>
                </a:lnTo>
                <a:cubicBezTo>
                  <a:pt x="20242" y="40484"/>
                  <a:pt x="20242" y="40484"/>
                  <a:pt x="18555" y="40484"/>
                </a:cubicBezTo>
                <a:lnTo>
                  <a:pt x="6747" y="40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7D6D3-4869-4CAA-B833-A9D597E3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284" y="1606230"/>
            <a:ext cx="118078" cy="168683"/>
          </a:xfrm>
          <a:custGeom xmlns:a="http://schemas.openxmlformats.org/drawingml/2006/main">
            <a:pathLst>
              <a:path w="118078" h="168683">
                <a:moveTo>
                  <a:pt x="79281" y="10121"/>
                </a:moveTo>
                <a:cubicBezTo>
                  <a:pt x="82655" y="10121"/>
                  <a:pt x="86028" y="10121"/>
                  <a:pt x="87715" y="10121"/>
                </a:cubicBezTo>
                <a:cubicBezTo>
                  <a:pt x="89402" y="11808"/>
                  <a:pt x="91089" y="11808"/>
                  <a:pt x="92776" y="13495"/>
                </a:cubicBezTo>
                <a:cubicBezTo>
                  <a:pt x="94462" y="15181"/>
                  <a:pt x="96149" y="15181"/>
                  <a:pt x="97836" y="18555"/>
                </a:cubicBezTo>
                <a:cubicBezTo>
                  <a:pt x="97836" y="20242"/>
                  <a:pt x="99523" y="23616"/>
                  <a:pt x="101210" y="26989"/>
                </a:cubicBezTo>
                <a:cubicBezTo>
                  <a:pt x="102897" y="30363"/>
                  <a:pt x="104583" y="35423"/>
                  <a:pt x="106270" y="40484"/>
                </a:cubicBezTo>
                <a:lnTo>
                  <a:pt x="116391" y="40484"/>
                </a:lnTo>
                <a:lnTo>
                  <a:pt x="116391" y="0"/>
                </a:lnTo>
                <a:lnTo>
                  <a:pt x="3374" y="0"/>
                </a:lnTo>
                <a:lnTo>
                  <a:pt x="3374" y="5060"/>
                </a:lnTo>
                <a:lnTo>
                  <a:pt x="55665" y="86028"/>
                </a:lnTo>
                <a:lnTo>
                  <a:pt x="0" y="163622"/>
                </a:lnTo>
                <a:lnTo>
                  <a:pt x="0" y="168683"/>
                </a:lnTo>
                <a:lnTo>
                  <a:pt x="114704" y="168683"/>
                </a:lnTo>
                <a:lnTo>
                  <a:pt x="118078" y="124825"/>
                </a:lnTo>
                <a:lnTo>
                  <a:pt x="107957" y="124825"/>
                </a:lnTo>
                <a:cubicBezTo>
                  <a:pt x="106270" y="129886"/>
                  <a:pt x="106270" y="133259"/>
                  <a:pt x="104583" y="136633"/>
                </a:cubicBezTo>
                <a:cubicBezTo>
                  <a:pt x="102897" y="140007"/>
                  <a:pt x="102897" y="143380"/>
                  <a:pt x="101210" y="145067"/>
                </a:cubicBezTo>
                <a:cubicBezTo>
                  <a:pt x="99523" y="146754"/>
                  <a:pt x="99523" y="148441"/>
                  <a:pt x="97836" y="148441"/>
                </a:cubicBezTo>
                <a:cubicBezTo>
                  <a:pt x="96149" y="150128"/>
                  <a:pt x="94462" y="150128"/>
                  <a:pt x="92776" y="150128"/>
                </a:cubicBezTo>
                <a:cubicBezTo>
                  <a:pt x="91089" y="151815"/>
                  <a:pt x="87715" y="151815"/>
                  <a:pt x="84341" y="151815"/>
                </a:cubicBezTo>
                <a:lnTo>
                  <a:pt x="23616" y="151815"/>
                </a:lnTo>
                <a:lnTo>
                  <a:pt x="74220" y="82655"/>
                </a:lnTo>
                <a:lnTo>
                  <a:pt x="74220" y="75907"/>
                </a:lnTo>
                <a:lnTo>
                  <a:pt x="28676" y="10121"/>
                </a:lnTo>
                <a:lnTo>
                  <a:pt x="79281" y="101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506F9-EA77-43D4-8130-9EDC9B42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027" y="1650087"/>
            <a:ext cx="52292" cy="62413"/>
          </a:xfrm>
          <a:custGeom xmlns:a="http://schemas.openxmlformats.org/drawingml/2006/main">
            <a:pathLst>
              <a:path w="52292" h="62413">
                <a:moveTo>
                  <a:pt x="25302" y="30363"/>
                </a:moveTo>
                <a:cubicBezTo>
                  <a:pt x="28676" y="30363"/>
                  <a:pt x="32050" y="30363"/>
                  <a:pt x="35423" y="28676"/>
                </a:cubicBezTo>
                <a:cubicBezTo>
                  <a:pt x="37110" y="28676"/>
                  <a:pt x="40484" y="26989"/>
                  <a:pt x="42171" y="23616"/>
                </a:cubicBezTo>
                <a:cubicBezTo>
                  <a:pt x="42171" y="20242"/>
                  <a:pt x="43858" y="18555"/>
                  <a:pt x="43858" y="15181"/>
                </a:cubicBezTo>
                <a:cubicBezTo>
                  <a:pt x="43858" y="13495"/>
                  <a:pt x="43858" y="11808"/>
                  <a:pt x="43858" y="11808"/>
                </a:cubicBezTo>
                <a:cubicBezTo>
                  <a:pt x="42171" y="10121"/>
                  <a:pt x="42171" y="10121"/>
                  <a:pt x="42171" y="8434"/>
                </a:cubicBezTo>
                <a:cubicBezTo>
                  <a:pt x="42171" y="8434"/>
                  <a:pt x="42171" y="6747"/>
                  <a:pt x="40484" y="6747"/>
                </a:cubicBezTo>
                <a:cubicBezTo>
                  <a:pt x="40484" y="6747"/>
                  <a:pt x="38797" y="6747"/>
                  <a:pt x="38797" y="5060"/>
                </a:cubicBezTo>
                <a:cubicBezTo>
                  <a:pt x="37110" y="5060"/>
                  <a:pt x="37110" y="5060"/>
                  <a:pt x="35423" y="5060"/>
                </a:cubicBezTo>
                <a:cubicBezTo>
                  <a:pt x="33737" y="5060"/>
                  <a:pt x="32050" y="5060"/>
                  <a:pt x="30363" y="5060"/>
                </a:cubicBezTo>
                <a:cubicBezTo>
                  <a:pt x="28676" y="5060"/>
                  <a:pt x="26989" y="5060"/>
                  <a:pt x="25302" y="5060"/>
                </a:cubicBezTo>
                <a:lnTo>
                  <a:pt x="20242" y="30363"/>
                </a:lnTo>
                <a:lnTo>
                  <a:pt x="25302" y="30363"/>
                </a:lnTo>
                <a:close/>
                <a:moveTo>
                  <a:pt x="35423" y="33737"/>
                </a:moveTo>
                <a:cubicBezTo>
                  <a:pt x="37110" y="35423"/>
                  <a:pt x="37110" y="37110"/>
                  <a:pt x="38797" y="38797"/>
                </a:cubicBezTo>
                <a:cubicBezTo>
                  <a:pt x="38797" y="40484"/>
                  <a:pt x="40484" y="42171"/>
                  <a:pt x="40484" y="45544"/>
                </a:cubicBezTo>
                <a:lnTo>
                  <a:pt x="42171" y="50605"/>
                </a:lnTo>
                <a:cubicBezTo>
                  <a:pt x="42171" y="52292"/>
                  <a:pt x="42171" y="53978"/>
                  <a:pt x="43858" y="53978"/>
                </a:cubicBezTo>
                <a:cubicBezTo>
                  <a:pt x="43858" y="55665"/>
                  <a:pt x="43858" y="57352"/>
                  <a:pt x="43858" y="57352"/>
                </a:cubicBezTo>
                <a:cubicBezTo>
                  <a:pt x="45544" y="59039"/>
                  <a:pt x="45544" y="59039"/>
                  <a:pt x="47231" y="59039"/>
                </a:cubicBezTo>
                <a:cubicBezTo>
                  <a:pt x="47231" y="59039"/>
                  <a:pt x="48918" y="60726"/>
                  <a:pt x="50605" y="60726"/>
                </a:cubicBezTo>
                <a:lnTo>
                  <a:pt x="48918" y="62413"/>
                </a:lnTo>
                <a:lnTo>
                  <a:pt x="37110" y="62413"/>
                </a:lnTo>
                <a:cubicBezTo>
                  <a:pt x="35423" y="60726"/>
                  <a:pt x="35423" y="57352"/>
                  <a:pt x="33737" y="52292"/>
                </a:cubicBezTo>
                <a:lnTo>
                  <a:pt x="32050" y="43858"/>
                </a:lnTo>
                <a:cubicBezTo>
                  <a:pt x="32050" y="42171"/>
                  <a:pt x="32050" y="40484"/>
                  <a:pt x="30363" y="38797"/>
                </a:cubicBezTo>
                <a:cubicBezTo>
                  <a:pt x="30363" y="38797"/>
                  <a:pt x="30363" y="37110"/>
                  <a:pt x="28676" y="37110"/>
                </a:cubicBezTo>
                <a:cubicBezTo>
                  <a:pt x="28676" y="35423"/>
                  <a:pt x="28676" y="35423"/>
                  <a:pt x="26989" y="35423"/>
                </a:cubicBezTo>
                <a:cubicBezTo>
                  <a:pt x="26989" y="35423"/>
                  <a:pt x="25302" y="35423"/>
                  <a:pt x="23616" y="35423"/>
                </a:cubicBezTo>
                <a:lnTo>
                  <a:pt x="18555" y="35423"/>
                </a:lnTo>
                <a:lnTo>
                  <a:pt x="15181" y="48918"/>
                </a:lnTo>
                <a:cubicBezTo>
                  <a:pt x="15181" y="50605"/>
                  <a:pt x="15181" y="52292"/>
                  <a:pt x="15181" y="52292"/>
                </a:cubicBezTo>
                <a:lnTo>
                  <a:pt x="15181" y="53978"/>
                </a:lnTo>
                <a:lnTo>
                  <a:pt x="15181" y="55665"/>
                </a:lnTo>
                <a:cubicBezTo>
                  <a:pt x="15181" y="57352"/>
                  <a:pt x="15181" y="57352"/>
                  <a:pt x="15181" y="59039"/>
                </a:cubicBezTo>
                <a:lnTo>
                  <a:pt x="16868" y="59039"/>
                </a:lnTo>
                <a:cubicBezTo>
                  <a:pt x="16868" y="60726"/>
                  <a:pt x="18555" y="60726"/>
                  <a:pt x="20242" y="60726"/>
                </a:cubicBezTo>
                <a:lnTo>
                  <a:pt x="18555" y="62413"/>
                </a:lnTo>
                <a:lnTo>
                  <a:pt x="0" y="62413"/>
                </a:lnTo>
                <a:lnTo>
                  <a:pt x="0" y="60726"/>
                </a:lnTo>
                <a:cubicBezTo>
                  <a:pt x="1687" y="60726"/>
                  <a:pt x="3374" y="60726"/>
                  <a:pt x="3374" y="59039"/>
                </a:cubicBezTo>
                <a:cubicBezTo>
                  <a:pt x="3374" y="59039"/>
                  <a:pt x="5060" y="59039"/>
                  <a:pt x="5060" y="57352"/>
                </a:cubicBezTo>
                <a:cubicBezTo>
                  <a:pt x="5060" y="57352"/>
                  <a:pt x="5060" y="55665"/>
                  <a:pt x="6747" y="55665"/>
                </a:cubicBezTo>
                <a:cubicBezTo>
                  <a:pt x="6747" y="53978"/>
                  <a:pt x="6747" y="52292"/>
                  <a:pt x="6747" y="48918"/>
                </a:cubicBezTo>
                <a:lnTo>
                  <a:pt x="15181" y="13495"/>
                </a:lnTo>
                <a:cubicBezTo>
                  <a:pt x="15181" y="11808"/>
                  <a:pt x="16868" y="8434"/>
                  <a:pt x="16868" y="6747"/>
                </a:cubicBezTo>
                <a:cubicBezTo>
                  <a:pt x="16868" y="5060"/>
                  <a:pt x="15181" y="5060"/>
                  <a:pt x="15181" y="3374"/>
                </a:cubicBezTo>
                <a:cubicBezTo>
                  <a:pt x="15181" y="3374"/>
                  <a:pt x="13495" y="3374"/>
                  <a:pt x="11808" y="3374"/>
                </a:cubicBezTo>
                <a:lnTo>
                  <a:pt x="11808" y="0"/>
                </a:lnTo>
                <a:lnTo>
                  <a:pt x="32050" y="0"/>
                </a:lnTo>
                <a:cubicBezTo>
                  <a:pt x="35423" y="0"/>
                  <a:pt x="38797" y="0"/>
                  <a:pt x="40484" y="1687"/>
                </a:cubicBezTo>
                <a:cubicBezTo>
                  <a:pt x="42171" y="1687"/>
                  <a:pt x="43858" y="1687"/>
                  <a:pt x="45544" y="3374"/>
                </a:cubicBezTo>
                <a:cubicBezTo>
                  <a:pt x="47231" y="3374"/>
                  <a:pt x="48918" y="5060"/>
                  <a:pt x="48918" y="5060"/>
                </a:cubicBezTo>
                <a:cubicBezTo>
                  <a:pt x="50605" y="6747"/>
                  <a:pt x="50605" y="8434"/>
                  <a:pt x="50605" y="10121"/>
                </a:cubicBezTo>
                <a:cubicBezTo>
                  <a:pt x="52292" y="11808"/>
                  <a:pt x="52292" y="13495"/>
                  <a:pt x="52292" y="15181"/>
                </a:cubicBezTo>
                <a:cubicBezTo>
                  <a:pt x="52292" y="18555"/>
                  <a:pt x="50605" y="23616"/>
                  <a:pt x="47231" y="26989"/>
                </a:cubicBezTo>
                <a:cubicBezTo>
                  <a:pt x="45544" y="30363"/>
                  <a:pt x="40484" y="32050"/>
                  <a:pt x="35423" y="337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4689B-867F-4685-B8ED-556AF9A5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7814" y="1636593"/>
            <a:ext cx="23616" cy="42171"/>
          </a:xfrm>
          <a:custGeom xmlns:a="http://schemas.openxmlformats.org/drawingml/2006/main">
            <a:pathLst>
              <a:path w="23616" h="42171">
                <a:moveTo>
                  <a:pt x="20242" y="35423"/>
                </a:moveTo>
                <a:cubicBezTo>
                  <a:pt x="18555" y="35423"/>
                  <a:pt x="18555" y="37110"/>
                  <a:pt x="16868" y="38797"/>
                </a:cubicBezTo>
                <a:cubicBezTo>
                  <a:pt x="15181" y="38797"/>
                  <a:pt x="15181" y="40484"/>
                  <a:pt x="13495" y="40484"/>
                </a:cubicBezTo>
                <a:lnTo>
                  <a:pt x="11808" y="42171"/>
                </a:lnTo>
                <a:cubicBezTo>
                  <a:pt x="10121" y="42171"/>
                  <a:pt x="8434" y="42171"/>
                  <a:pt x="8434" y="42171"/>
                </a:cubicBezTo>
                <a:cubicBezTo>
                  <a:pt x="5060" y="42171"/>
                  <a:pt x="3374" y="42171"/>
                  <a:pt x="1687" y="40484"/>
                </a:cubicBezTo>
                <a:cubicBezTo>
                  <a:pt x="1687" y="38797"/>
                  <a:pt x="0" y="37110"/>
                  <a:pt x="0" y="35423"/>
                </a:cubicBezTo>
                <a:cubicBezTo>
                  <a:pt x="0" y="33737"/>
                  <a:pt x="0" y="33737"/>
                  <a:pt x="0" y="32050"/>
                </a:cubicBezTo>
                <a:cubicBezTo>
                  <a:pt x="0" y="30363"/>
                  <a:pt x="0" y="30363"/>
                  <a:pt x="1687" y="28676"/>
                </a:cubicBezTo>
                <a:lnTo>
                  <a:pt x="5060" y="11808"/>
                </a:lnTo>
                <a:lnTo>
                  <a:pt x="0" y="11808"/>
                </a:lnTo>
                <a:lnTo>
                  <a:pt x="0" y="8434"/>
                </a:lnTo>
                <a:cubicBezTo>
                  <a:pt x="1687" y="8434"/>
                  <a:pt x="1687" y="8434"/>
                  <a:pt x="3374" y="8434"/>
                </a:cubicBezTo>
                <a:lnTo>
                  <a:pt x="5060" y="8434"/>
                </a:lnTo>
                <a:lnTo>
                  <a:pt x="5060" y="6747"/>
                </a:lnTo>
                <a:cubicBezTo>
                  <a:pt x="6747" y="6747"/>
                  <a:pt x="6747" y="5060"/>
                  <a:pt x="6747" y="5060"/>
                </a:cubicBezTo>
                <a:cubicBezTo>
                  <a:pt x="6747" y="5060"/>
                  <a:pt x="6747" y="3374"/>
                  <a:pt x="8434" y="3374"/>
                </a:cubicBezTo>
                <a:cubicBezTo>
                  <a:pt x="8434" y="1687"/>
                  <a:pt x="8434" y="1687"/>
                  <a:pt x="8434" y="0"/>
                </a:cubicBezTo>
                <a:lnTo>
                  <a:pt x="13495" y="0"/>
                </a:lnTo>
                <a:lnTo>
                  <a:pt x="11808" y="8434"/>
                </a:lnTo>
                <a:lnTo>
                  <a:pt x="23616" y="8434"/>
                </a:lnTo>
                <a:lnTo>
                  <a:pt x="21929" y="11808"/>
                </a:lnTo>
                <a:lnTo>
                  <a:pt x="11808" y="11808"/>
                </a:lnTo>
                <a:lnTo>
                  <a:pt x="8434" y="25302"/>
                </a:lnTo>
                <a:cubicBezTo>
                  <a:pt x="8434" y="26989"/>
                  <a:pt x="6747" y="26989"/>
                  <a:pt x="6747" y="28676"/>
                </a:cubicBezTo>
                <a:lnTo>
                  <a:pt x="6747" y="30363"/>
                </a:lnTo>
                <a:lnTo>
                  <a:pt x="6747" y="32050"/>
                </a:lnTo>
                <a:lnTo>
                  <a:pt x="6747" y="33737"/>
                </a:lnTo>
                <a:cubicBezTo>
                  <a:pt x="6747" y="35423"/>
                  <a:pt x="6747" y="35423"/>
                  <a:pt x="8434" y="37110"/>
                </a:cubicBezTo>
                <a:lnTo>
                  <a:pt x="10121" y="37110"/>
                </a:lnTo>
                <a:cubicBezTo>
                  <a:pt x="11808" y="37110"/>
                  <a:pt x="11808" y="37110"/>
                  <a:pt x="13495" y="37110"/>
                </a:cubicBezTo>
                <a:cubicBezTo>
                  <a:pt x="15181" y="35423"/>
                  <a:pt x="16868" y="33737"/>
                  <a:pt x="18555" y="32050"/>
                </a:cubicBezTo>
                <a:lnTo>
                  <a:pt x="20242" y="354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EAA20-44B7-402C-8FEC-3AFD04D9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8177" y="1656835"/>
            <a:ext cx="42171" cy="5060"/>
          </a:xfrm>
          <a:custGeom xmlns:a="http://schemas.openxmlformats.org/drawingml/2006/main">
            <a:pathLst>
              <a:path w="42171" h="5060">
                <a:moveTo>
                  <a:pt x="42171" y="0"/>
                </a:moveTo>
                <a:lnTo>
                  <a:pt x="42171" y="5060"/>
                </a:lnTo>
                <a:lnTo>
                  <a:pt x="0" y="5060"/>
                </a:lnTo>
                <a:lnTo>
                  <a:pt x="0" y="0"/>
                </a:lnTo>
                <a:lnTo>
                  <a:pt x="421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372E06-061B-4E08-A146-76EB441D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0469" y="1633219"/>
            <a:ext cx="25302" cy="45544"/>
          </a:xfrm>
          <a:custGeom xmlns:a="http://schemas.openxmlformats.org/drawingml/2006/main">
            <a:pathLst>
              <a:path w="25302" h="45544">
                <a:moveTo>
                  <a:pt x="16868" y="8434"/>
                </a:moveTo>
                <a:cubicBezTo>
                  <a:pt x="16868" y="3374"/>
                  <a:pt x="16868" y="1687"/>
                  <a:pt x="16868" y="0"/>
                </a:cubicBezTo>
                <a:lnTo>
                  <a:pt x="15181" y="0"/>
                </a:lnTo>
                <a:lnTo>
                  <a:pt x="0" y="8434"/>
                </a:lnTo>
                <a:lnTo>
                  <a:pt x="1687" y="11808"/>
                </a:lnTo>
                <a:cubicBezTo>
                  <a:pt x="3374" y="10121"/>
                  <a:pt x="5060" y="8434"/>
                  <a:pt x="6747" y="8434"/>
                </a:cubicBezTo>
                <a:cubicBezTo>
                  <a:pt x="6747" y="6747"/>
                  <a:pt x="8434" y="6747"/>
                  <a:pt x="8434" y="6747"/>
                </a:cubicBezTo>
                <a:lnTo>
                  <a:pt x="10121" y="6747"/>
                </a:lnTo>
                <a:cubicBezTo>
                  <a:pt x="10121" y="8434"/>
                  <a:pt x="10121" y="8434"/>
                  <a:pt x="10121" y="10121"/>
                </a:cubicBezTo>
                <a:lnTo>
                  <a:pt x="10121" y="35423"/>
                </a:lnTo>
                <a:cubicBezTo>
                  <a:pt x="10121" y="37110"/>
                  <a:pt x="10121" y="37110"/>
                  <a:pt x="10121" y="38797"/>
                </a:cubicBezTo>
                <a:cubicBezTo>
                  <a:pt x="10121" y="38797"/>
                  <a:pt x="10121" y="40484"/>
                  <a:pt x="8434" y="40484"/>
                </a:cubicBezTo>
                <a:lnTo>
                  <a:pt x="6747" y="40484"/>
                </a:lnTo>
                <a:cubicBezTo>
                  <a:pt x="6747" y="40484"/>
                  <a:pt x="5060" y="40484"/>
                  <a:pt x="1687" y="42171"/>
                </a:cubicBezTo>
                <a:lnTo>
                  <a:pt x="1687" y="45544"/>
                </a:lnTo>
                <a:lnTo>
                  <a:pt x="25302" y="45544"/>
                </a:lnTo>
                <a:lnTo>
                  <a:pt x="25302" y="42171"/>
                </a:lnTo>
                <a:cubicBezTo>
                  <a:pt x="23616" y="42171"/>
                  <a:pt x="23616" y="40484"/>
                  <a:pt x="21929" y="40484"/>
                </a:cubicBezTo>
                <a:lnTo>
                  <a:pt x="20242" y="40484"/>
                </a:lnTo>
                <a:lnTo>
                  <a:pt x="18555" y="40484"/>
                </a:lnTo>
                <a:cubicBezTo>
                  <a:pt x="18555" y="38797"/>
                  <a:pt x="18555" y="38797"/>
                  <a:pt x="16868" y="38797"/>
                </a:cubicBezTo>
                <a:cubicBezTo>
                  <a:pt x="16868" y="37110"/>
                  <a:pt x="16868" y="37110"/>
                  <a:pt x="16868" y="35423"/>
                </a:cubicBezTo>
                <a:lnTo>
                  <a:pt x="16868" y="84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04EC86-A34B-4E23-B8DC-D125FF61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658" y="1849133"/>
            <a:ext cx="118078" cy="168683"/>
          </a:xfrm>
          <a:custGeom xmlns:a="http://schemas.openxmlformats.org/drawingml/2006/main">
            <a:pathLst>
              <a:path w="118078" h="168683">
                <a:moveTo>
                  <a:pt x="80968" y="10121"/>
                </a:moveTo>
                <a:cubicBezTo>
                  <a:pt x="84341" y="10121"/>
                  <a:pt x="86028" y="11808"/>
                  <a:pt x="89402" y="11808"/>
                </a:cubicBezTo>
                <a:cubicBezTo>
                  <a:pt x="91089" y="11808"/>
                  <a:pt x="92776" y="13495"/>
                  <a:pt x="94462" y="13495"/>
                </a:cubicBezTo>
                <a:cubicBezTo>
                  <a:pt x="94462" y="15181"/>
                  <a:pt x="96149" y="16868"/>
                  <a:pt x="97836" y="18555"/>
                </a:cubicBezTo>
                <a:cubicBezTo>
                  <a:pt x="99523" y="20242"/>
                  <a:pt x="101210" y="23616"/>
                  <a:pt x="102897" y="26989"/>
                </a:cubicBezTo>
                <a:cubicBezTo>
                  <a:pt x="102897" y="30363"/>
                  <a:pt x="104583" y="35423"/>
                  <a:pt x="106270" y="40484"/>
                </a:cubicBezTo>
                <a:lnTo>
                  <a:pt x="116391" y="40484"/>
                </a:lnTo>
                <a:lnTo>
                  <a:pt x="116391" y="0"/>
                </a:lnTo>
                <a:lnTo>
                  <a:pt x="3374" y="0"/>
                </a:lnTo>
                <a:lnTo>
                  <a:pt x="3374" y="6747"/>
                </a:lnTo>
                <a:lnTo>
                  <a:pt x="57352" y="87715"/>
                </a:lnTo>
                <a:lnTo>
                  <a:pt x="0" y="165309"/>
                </a:lnTo>
                <a:lnTo>
                  <a:pt x="0" y="168683"/>
                </a:lnTo>
                <a:lnTo>
                  <a:pt x="116391" y="168683"/>
                </a:lnTo>
                <a:lnTo>
                  <a:pt x="118078" y="124825"/>
                </a:lnTo>
                <a:lnTo>
                  <a:pt x="107957" y="124825"/>
                </a:lnTo>
                <a:cubicBezTo>
                  <a:pt x="107957" y="129886"/>
                  <a:pt x="106270" y="134946"/>
                  <a:pt x="106270" y="138320"/>
                </a:cubicBezTo>
                <a:cubicBezTo>
                  <a:pt x="104583" y="141694"/>
                  <a:pt x="102897" y="143380"/>
                  <a:pt x="102897" y="145067"/>
                </a:cubicBezTo>
                <a:cubicBezTo>
                  <a:pt x="101210" y="146754"/>
                  <a:pt x="99523" y="148441"/>
                  <a:pt x="97836" y="150128"/>
                </a:cubicBezTo>
                <a:cubicBezTo>
                  <a:pt x="97836" y="150128"/>
                  <a:pt x="96149" y="151815"/>
                  <a:pt x="92776" y="151815"/>
                </a:cubicBezTo>
                <a:cubicBezTo>
                  <a:pt x="91089" y="151815"/>
                  <a:pt x="89402" y="151815"/>
                  <a:pt x="84341" y="151815"/>
                </a:cubicBezTo>
                <a:lnTo>
                  <a:pt x="25302" y="151815"/>
                </a:lnTo>
                <a:lnTo>
                  <a:pt x="74220" y="84341"/>
                </a:lnTo>
                <a:lnTo>
                  <a:pt x="74220" y="77594"/>
                </a:lnTo>
                <a:lnTo>
                  <a:pt x="30363" y="10121"/>
                </a:lnTo>
                <a:lnTo>
                  <a:pt x="80968" y="101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17435-80DC-41CE-BB6E-11A240A0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088" y="1882870"/>
            <a:ext cx="50605" cy="62413"/>
          </a:xfrm>
          <a:custGeom xmlns:a="http://schemas.openxmlformats.org/drawingml/2006/main">
            <a:pathLst>
              <a:path w="50605" h="62413">
                <a:moveTo>
                  <a:pt x="23616" y="30363"/>
                </a:moveTo>
                <a:cubicBezTo>
                  <a:pt x="28676" y="30363"/>
                  <a:pt x="32050" y="30363"/>
                  <a:pt x="35423" y="28676"/>
                </a:cubicBezTo>
                <a:cubicBezTo>
                  <a:pt x="37110" y="26989"/>
                  <a:pt x="38797" y="25302"/>
                  <a:pt x="40484" y="23616"/>
                </a:cubicBezTo>
                <a:cubicBezTo>
                  <a:pt x="42171" y="20242"/>
                  <a:pt x="42171" y="16868"/>
                  <a:pt x="42171" y="13495"/>
                </a:cubicBezTo>
                <a:cubicBezTo>
                  <a:pt x="42171" y="13495"/>
                  <a:pt x="42171" y="11808"/>
                  <a:pt x="42171" y="10121"/>
                </a:cubicBezTo>
                <a:lnTo>
                  <a:pt x="42171" y="8434"/>
                </a:lnTo>
                <a:lnTo>
                  <a:pt x="40484" y="6747"/>
                </a:lnTo>
                <a:cubicBezTo>
                  <a:pt x="38797" y="5060"/>
                  <a:pt x="38797" y="5060"/>
                  <a:pt x="37110" y="5060"/>
                </a:cubicBezTo>
                <a:cubicBezTo>
                  <a:pt x="37110" y="5060"/>
                  <a:pt x="35423" y="5060"/>
                  <a:pt x="35423" y="3374"/>
                </a:cubicBezTo>
                <a:cubicBezTo>
                  <a:pt x="33737" y="3374"/>
                  <a:pt x="32050" y="3374"/>
                  <a:pt x="30363" y="3374"/>
                </a:cubicBezTo>
                <a:cubicBezTo>
                  <a:pt x="28676" y="3374"/>
                  <a:pt x="26989" y="3374"/>
                  <a:pt x="25302" y="3374"/>
                </a:cubicBezTo>
                <a:lnTo>
                  <a:pt x="18555" y="30363"/>
                </a:lnTo>
                <a:lnTo>
                  <a:pt x="23616" y="30363"/>
                </a:lnTo>
                <a:close/>
                <a:moveTo>
                  <a:pt x="33737" y="33737"/>
                </a:moveTo>
                <a:cubicBezTo>
                  <a:pt x="35423" y="35423"/>
                  <a:pt x="37110" y="35423"/>
                  <a:pt x="38797" y="37110"/>
                </a:cubicBezTo>
                <a:cubicBezTo>
                  <a:pt x="38797" y="38797"/>
                  <a:pt x="40484" y="42171"/>
                  <a:pt x="40484" y="43858"/>
                </a:cubicBezTo>
                <a:lnTo>
                  <a:pt x="40484" y="48918"/>
                </a:lnTo>
                <a:cubicBezTo>
                  <a:pt x="42171" y="50605"/>
                  <a:pt x="42171" y="52292"/>
                  <a:pt x="42171" y="53978"/>
                </a:cubicBezTo>
                <a:cubicBezTo>
                  <a:pt x="42171" y="55665"/>
                  <a:pt x="43858" y="55665"/>
                  <a:pt x="43858" y="57352"/>
                </a:cubicBezTo>
                <a:lnTo>
                  <a:pt x="45544" y="59039"/>
                </a:lnTo>
                <a:cubicBezTo>
                  <a:pt x="47231" y="59039"/>
                  <a:pt x="47231" y="59039"/>
                  <a:pt x="48918" y="59039"/>
                </a:cubicBezTo>
                <a:lnTo>
                  <a:pt x="48918" y="62413"/>
                </a:lnTo>
                <a:lnTo>
                  <a:pt x="35423" y="62413"/>
                </a:lnTo>
                <a:cubicBezTo>
                  <a:pt x="35423" y="59039"/>
                  <a:pt x="33737" y="55665"/>
                  <a:pt x="33737" y="52292"/>
                </a:cubicBezTo>
                <a:lnTo>
                  <a:pt x="32050" y="42171"/>
                </a:lnTo>
                <a:cubicBezTo>
                  <a:pt x="30363" y="40484"/>
                  <a:pt x="30363" y="38797"/>
                  <a:pt x="30363" y="38797"/>
                </a:cubicBezTo>
                <a:cubicBezTo>
                  <a:pt x="30363" y="37110"/>
                  <a:pt x="28676" y="37110"/>
                  <a:pt x="28676" y="35423"/>
                </a:cubicBezTo>
                <a:lnTo>
                  <a:pt x="26989" y="35423"/>
                </a:lnTo>
                <a:cubicBezTo>
                  <a:pt x="25302" y="33737"/>
                  <a:pt x="23616" y="33737"/>
                  <a:pt x="23616" y="33737"/>
                </a:cubicBezTo>
                <a:lnTo>
                  <a:pt x="18555" y="33737"/>
                </a:lnTo>
                <a:lnTo>
                  <a:pt x="15181" y="48918"/>
                </a:lnTo>
                <a:cubicBezTo>
                  <a:pt x="15181" y="50605"/>
                  <a:pt x="15181" y="50605"/>
                  <a:pt x="13495" y="52292"/>
                </a:cubicBezTo>
                <a:lnTo>
                  <a:pt x="13495" y="53978"/>
                </a:lnTo>
                <a:lnTo>
                  <a:pt x="13495" y="55665"/>
                </a:lnTo>
                <a:lnTo>
                  <a:pt x="13495" y="57352"/>
                </a:lnTo>
                <a:lnTo>
                  <a:pt x="15181" y="59039"/>
                </a:lnTo>
                <a:cubicBezTo>
                  <a:pt x="16868" y="59039"/>
                  <a:pt x="16868" y="59039"/>
                  <a:pt x="18555" y="59039"/>
                </a:cubicBezTo>
                <a:lnTo>
                  <a:pt x="18555" y="62413"/>
                </a:lnTo>
                <a:lnTo>
                  <a:pt x="0" y="62413"/>
                </a:lnTo>
                <a:lnTo>
                  <a:pt x="0" y="59039"/>
                </a:lnTo>
                <a:cubicBezTo>
                  <a:pt x="1687" y="59039"/>
                  <a:pt x="1687" y="59039"/>
                  <a:pt x="3374" y="59039"/>
                </a:cubicBezTo>
                <a:lnTo>
                  <a:pt x="3374" y="57352"/>
                </a:lnTo>
                <a:cubicBezTo>
                  <a:pt x="5060" y="55665"/>
                  <a:pt x="5060" y="55665"/>
                  <a:pt x="5060" y="53978"/>
                </a:cubicBezTo>
                <a:cubicBezTo>
                  <a:pt x="5060" y="53978"/>
                  <a:pt x="6747" y="50605"/>
                  <a:pt x="6747" y="48918"/>
                </a:cubicBezTo>
                <a:lnTo>
                  <a:pt x="15181" y="13495"/>
                </a:lnTo>
                <a:cubicBezTo>
                  <a:pt x="15181" y="10121"/>
                  <a:pt x="15181" y="8434"/>
                  <a:pt x="15181" y="6747"/>
                </a:cubicBezTo>
                <a:cubicBezTo>
                  <a:pt x="15181" y="5060"/>
                  <a:pt x="15181" y="3374"/>
                  <a:pt x="15181" y="3374"/>
                </a:cubicBezTo>
                <a:cubicBezTo>
                  <a:pt x="13495" y="3374"/>
                  <a:pt x="11808" y="1687"/>
                  <a:pt x="11808" y="1687"/>
                </a:cubicBezTo>
                <a:lnTo>
                  <a:pt x="11808" y="0"/>
                </a:lnTo>
                <a:lnTo>
                  <a:pt x="32050" y="0"/>
                </a:lnTo>
                <a:cubicBezTo>
                  <a:pt x="35423" y="0"/>
                  <a:pt x="37110" y="0"/>
                  <a:pt x="40484" y="0"/>
                </a:cubicBezTo>
                <a:cubicBezTo>
                  <a:pt x="42171" y="1687"/>
                  <a:pt x="43858" y="1687"/>
                  <a:pt x="45544" y="1687"/>
                </a:cubicBezTo>
                <a:cubicBezTo>
                  <a:pt x="45544" y="3374"/>
                  <a:pt x="47231" y="3374"/>
                  <a:pt x="48918" y="5060"/>
                </a:cubicBezTo>
                <a:cubicBezTo>
                  <a:pt x="48918" y="6747"/>
                  <a:pt x="50605" y="8434"/>
                  <a:pt x="50605" y="8434"/>
                </a:cubicBezTo>
                <a:cubicBezTo>
                  <a:pt x="50605" y="10121"/>
                  <a:pt x="50605" y="11808"/>
                  <a:pt x="50605" y="13495"/>
                </a:cubicBezTo>
                <a:cubicBezTo>
                  <a:pt x="50605" y="18555"/>
                  <a:pt x="50605" y="21929"/>
                  <a:pt x="47231" y="25302"/>
                </a:cubicBezTo>
                <a:cubicBezTo>
                  <a:pt x="43858" y="28676"/>
                  <a:pt x="40484" y="32050"/>
                  <a:pt x="33737" y="337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D3FF9-4746-4E80-B1E4-567F639D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1188" y="1867688"/>
            <a:ext cx="23616" cy="43858"/>
          </a:xfrm>
          <a:custGeom xmlns:a="http://schemas.openxmlformats.org/drawingml/2006/main">
            <a:pathLst>
              <a:path w="23616" h="43858">
                <a:moveTo>
                  <a:pt x="21929" y="35423"/>
                </a:moveTo>
                <a:cubicBezTo>
                  <a:pt x="20242" y="37110"/>
                  <a:pt x="18555" y="38797"/>
                  <a:pt x="18555" y="38797"/>
                </a:cubicBezTo>
                <a:cubicBezTo>
                  <a:pt x="16868" y="40484"/>
                  <a:pt x="15181" y="40484"/>
                  <a:pt x="15181" y="42171"/>
                </a:cubicBezTo>
                <a:cubicBezTo>
                  <a:pt x="13495" y="42171"/>
                  <a:pt x="13495" y="42171"/>
                  <a:pt x="11808" y="42171"/>
                </a:cubicBezTo>
                <a:cubicBezTo>
                  <a:pt x="11808" y="42171"/>
                  <a:pt x="10121" y="43858"/>
                  <a:pt x="8434" y="43858"/>
                </a:cubicBezTo>
                <a:cubicBezTo>
                  <a:pt x="6747" y="43858"/>
                  <a:pt x="5060" y="42171"/>
                  <a:pt x="3374" y="40484"/>
                </a:cubicBezTo>
                <a:cubicBezTo>
                  <a:pt x="1687" y="40484"/>
                  <a:pt x="1687" y="38797"/>
                  <a:pt x="1687" y="35423"/>
                </a:cubicBezTo>
                <a:lnTo>
                  <a:pt x="1687" y="33737"/>
                </a:lnTo>
                <a:cubicBezTo>
                  <a:pt x="1687" y="32050"/>
                  <a:pt x="1687" y="30363"/>
                  <a:pt x="1687" y="30363"/>
                </a:cubicBezTo>
                <a:lnTo>
                  <a:pt x="6747" y="13495"/>
                </a:lnTo>
                <a:lnTo>
                  <a:pt x="0" y="13495"/>
                </a:lnTo>
                <a:lnTo>
                  <a:pt x="1687" y="10121"/>
                </a:lnTo>
                <a:lnTo>
                  <a:pt x="3374" y="10121"/>
                </a:lnTo>
                <a:cubicBezTo>
                  <a:pt x="5060" y="10121"/>
                  <a:pt x="5060" y="10121"/>
                  <a:pt x="5060" y="8434"/>
                </a:cubicBezTo>
                <a:lnTo>
                  <a:pt x="6747" y="8434"/>
                </a:lnTo>
                <a:cubicBezTo>
                  <a:pt x="6747" y="6747"/>
                  <a:pt x="6747" y="6747"/>
                  <a:pt x="8434" y="6747"/>
                </a:cubicBezTo>
                <a:cubicBezTo>
                  <a:pt x="8434" y="5060"/>
                  <a:pt x="8434" y="5060"/>
                  <a:pt x="8434" y="3374"/>
                </a:cubicBezTo>
                <a:cubicBezTo>
                  <a:pt x="8434" y="3374"/>
                  <a:pt x="10121" y="1687"/>
                  <a:pt x="10121" y="0"/>
                </a:cubicBezTo>
                <a:lnTo>
                  <a:pt x="15181" y="0"/>
                </a:lnTo>
                <a:lnTo>
                  <a:pt x="13495" y="8434"/>
                </a:lnTo>
                <a:lnTo>
                  <a:pt x="23616" y="8434"/>
                </a:lnTo>
                <a:lnTo>
                  <a:pt x="23616" y="13495"/>
                </a:lnTo>
                <a:lnTo>
                  <a:pt x="11808" y="13495"/>
                </a:lnTo>
                <a:lnTo>
                  <a:pt x="8434" y="26989"/>
                </a:lnTo>
                <a:lnTo>
                  <a:pt x="8434" y="28676"/>
                </a:lnTo>
                <a:cubicBezTo>
                  <a:pt x="8434" y="30363"/>
                  <a:pt x="8434" y="30363"/>
                  <a:pt x="8434" y="32050"/>
                </a:cubicBezTo>
                <a:lnTo>
                  <a:pt x="8434" y="33737"/>
                </a:lnTo>
                <a:cubicBezTo>
                  <a:pt x="8434" y="35423"/>
                  <a:pt x="8434" y="37110"/>
                  <a:pt x="8434" y="37110"/>
                </a:cubicBezTo>
                <a:cubicBezTo>
                  <a:pt x="8434" y="38797"/>
                  <a:pt x="10121" y="38797"/>
                  <a:pt x="11808" y="38797"/>
                </a:cubicBezTo>
                <a:cubicBezTo>
                  <a:pt x="11808" y="38797"/>
                  <a:pt x="13495" y="38797"/>
                  <a:pt x="15181" y="37110"/>
                </a:cubicBezTo>
                <a:cubicBezTo>
                  <a:pt x="15181" y="37110"/>
                  <a:pt x="16868" y="35423"/>
                  <a:pt x="18555" y="33737"/>
                </a:cubicBezTo>
                <a:lnTo>
                  <a:pt x="21929" y="354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565A2-3007-46C7-B8DF-0DE44405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827" y="1066445"/>
            <a:ext cx="106270" cy="141694"/>
          </a:xfrm>
          <a:custGeom xmlns:a="http://schemas.openxmlformats.org/drawingml/2006/main">
            <a:pathLst>
              <a:path w="106270" h="141694">
                <a:moveTo>
                  <a:pt x="106270" y="5060"/>
                </a:moveTo>
                <a:lnTo>
                  <a:pt x="101210" y="32050"/>
                </a:lnTo>
                <a:lnTo>
                  <a:pt x="91089" y="32050"/>
                </a:lnTo>
                <a:cubicBezTo>
                  <a:pt x="91089" y="23616"/>
                  <a:pt x="89402" y="18555"/>
                  <a:pt x="86028" y="15181"/>
                </a:cubicBezTo>
                <a:cubicBezTo>
                  <a:pt x="82655" y="10121"/>
                  <a:pt x="77594" y="8434"/>
                  <a:pt x="70847" y="8434"/>
                </a:cubicBezTo>
                <a:cubicBezTo>
                  <a:pt x="60726" y="8434"/>
                  <a:pt x="52292" y="13495"/>
                  <a:pt x="43858" y="23616"/>
                </a:cubicBezTo>
                <a:cubicBezTo>
                  <a:pt x="37110" y="32050"/>
                  <a:pt x="30363" y="43858"/>
                  <a:pt x="25302" y="60726"/>
                </a:cubicBezTo>
                <a:cubicBezTo>
                  <a:pt x="20242" y="75907"/>
                  <a:pt x="18555" y="89402"/>
                  <a:pt x="18555" y="102897"/>
                </a:cubicBezTo>
                <a:cubicBezTo>
                  <a:pt x="18555" y="113017"/>
                  <a:pt x="20242" y="121452"/>
                  <a:pt x="23616" y="124825"/>
                </a:cubicBezTo>
                <a:cubicBezTo>
                  <a:pt x="26989" y="129886"/>
                  <a:pt x="33737" y="133259"/>
                  <a:pt x="40484" y="133259"/>
                </a:cubicBezTo>
                <a:cubicBezTo>
                  <a:pt x="45544" y="133259"/>
                  <a:pt x="50605" y="131573"/>
                  <a:pt x="53978" y="129886"/>
                </a:cubicBezTo>
                <a:cubicBezTo>
                  <a:pt x="57352" y="129886"/>
                  <a:pt x="62413" y="126512"/>
                  <a:pt x="64099" y="123138"/>
                </a:cubicBezTo>
                <a:cubicBezTo>
                  <a:pt x="67473" y="119765"/>
                  <a:pt x="70847" y="114704"/>
                  <a:pt x="74220" y="107957"/>
                </a:cubicBezTo>
                <a:lnTo>
                  <a:pt x="84341" y="107957"/>
                </a:lnTo>
                <a:lnTo>
                  <a:pt x="77594" y="136633"/>
                </a:lnTo>
                <a:cubicBezTo>
                  <a:pt x="65786" y="140007"/>
                  <a:pt x="52292" y="141694"/>
                  <a:pt x="38797" y="141694"/>
                </a:cubicBezTo>
                <a:cubicBezTo>
                  <a:pt x="25302" y="141694"/>
                  <a:pt x="15181" y="138320"/>
                  <a:pt x="10121" y="131573"/>
                </a:cubicBezTo>
                <a:cubicBezTo>
                  <a:pt x="3374" y="123138"/>
                  <a:pt x="0" y="113017"/>
                  <a:pt x="0" y="99523"/>
                </a:cubicBezTo>
                <a:cubicBezTo>
                  <a:pt x="0" y="89402"/>
                  <a:pt x="1687" y="77594"/>
                  <a:pt x="5060" y="64099"/>
                </a:cubicBezTo>
                <a:cubicBezTo>
                  <a:pt x="8434" y="50605"/>
                  <a:pt x="13495" y="40484"/>
                  <a:pt x="20242" y="30363"/>
                </a:cubicBezTo>
                <a:cubicBezTo>
                  <a:pt x="26989" y="20242"/>
                  <a:pt x="33737" y="11808"/>
                  <a:pt x="42171" y="6747"/>
                </a:cubicBezTo>
                <a:cubicBezTo>
                  <a:pt x="52292" y="1687"/>
                  <a:pt x="62413" y="0"/>
                  <a:pt x="72534" y="0"/>
                </a:cubicBezTo>
                <a:cubicBezTo>
                  <a:pt x="79281" y="0"/>
                  <a:pt x="84341" y="0"/>
                  <a:pt x="89402" y="0"/>
                </a:cubicBezTo>
                <a:cubicBezTo>
                  <a:pt x="94462" y="1687"/>
                  <a:pt x="101210" y="3374"/>
                  <a:pt x="106270" y="50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09156B-D6CA-437A-94EE-23EAAFD4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471" y="1155847"/>
            <a:ext cx="53978" cy="96149"/>
          </a:xfrm>
          <a:custGeom xmlns:a="http://schemas.openxmlformats.org/drawingml/2006/main">
            <a:pathLst>
              <a:path w="53978" h="96149">
                <a:moveTo>
                  <a:pt x="45544" y="79281"/>
                </a:moveTo>
                <a:cubicBezTo>
                  <a:pt x="43858" y="82655"/>
                  <a:pt x="40484" y="84341"/>
                  <a:pt x="38797" y="86028"/>
                </a:cubicBezTo>
                <a:cubicBezTo>
                  <a:pt x="37110" y="89402"/>
                  <a:pt x="33737" y="91089"/>
                  <a:pt x="32050" y="91089"/>
                </a:cubicBezTo>
                <a:cubicBezTo>
                  <a:pt x="30363" y="92776"/>
                  <a:pt x="28676" y="94462"/>
                  <a:pt x="25302" y="94462"/>
                </a:cubicBezTo>
                <a:cubicBezTo>
                  <a:pt x="23616" y="94462"/>
                  <a:pt x="21929" y="96149"/>
                  <a:pt x="18555" y="96149"/>
                </a:cubicBezTo>
                <a:cubicBezTo>
                  <a:pt x="13495" y="96149"/>
                  <a:pt x="8434" y="94462"/>
                  <a:pt x="6747" y="91089"/>
                </a:cubicBezTo>
                <a:cubicBezTo>
                  <a:pt x="3374" y="87715"/>
                  <a:pt x="1687" y="84341"/>
                  <a:pt x="1687" y="79281"/>
                </a:cubicBezTo>
                <a:cubicBezTo>
                  <a:pt x="1687" y="77594"/>
                  <a:pt x="1687" y="74220"/>
                  <a:pt x="1687" y="72534"/>
                </a:cubicBezTo>
                <a:cubicBezTo>
                  <a:pt x="1687" y="70847"/>
                  <a:pt x="3374" y="69160"/>
                  <a:pt x="3374" y="65786"/>
                </a:cubicBezTo>
                <a:lnTo>
                  <a:pt x="11808" y="26989"/>
                </a:lnTo>
                <a:lnTo>
                  <a:pt x="0" y="26989"/>
                </a:lnTo>
                <a:lnTo>
                  <a:pt x="0" y="21929"/>
                </a:lnTo>
                <a:cubicBezTo>
                  <a:pt x="3374" y="21929"/>
                  <a:pt x="6747" y="21929"/>
                  <a:pt x="8434" y="20242"/>
                </a:cubicBezTo>
                <a:cubicBezTo>
                  <a:pt x="10121" y="20242"/>
                  <a:pt x="10121" y="20242"/>
                  <a:pt x="11808" y="18555"/>
                </a:cubicBezTo>
                <a:lnTo>
                  <a:pt x="13495" y="16868"/>
                </a:lnTo>
                <a:cubicBezTo>
                  <a:pt x="15181" y="15181"/>
                  <a:pt x="15181" y="13495"/>
                  <a:pt x="16868" y="11808"/>
                </a:cubicBezTo>
                <a:cubicBezTo>
                  <a:pt x="16868" y="11808"/>
                  <a:pt x="16868" y="8434"/>
                  <a:pt x="18555" y="6747"/>
                </a:cubicBezTo>
                <a:cubicBezTo>
                  <a:pt x="18555" y="5060"/>
                  <a:pt x="20242" y="3374"/>
                  <a:pt x="20242" y="0"/>
                </a:cubicBezTo>
                <a:lnTo>
                  <a:pt x="32050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18555" y="59039"/>
                </a:lnTo>
                <a:cubicBezTo>
                  <a:pt x="18555" y="60726"/>
                  <a:pt x="18555" y="62413"/>
                  <a:pt x="16868" y="64099"/>
                </a:cubicBezTo>
                <a:cubicBezTo>
                  <a:pt x="16868" y="65786"/>
                  <a:pt x="16868" y="67473"/>
                  <a:pt x="16868" y="69160"/>
                </a:cubicBezTo>
                <a:cubicBezTo>
                  <a:pt x="16868" y="70847"/>
                  <a:pt x="16868" y="70847"/>
                  <a:pt x="16868" y="72534"/>
                </a:cubicBezTo>
                <a:cubicBezTo>
                  <a:pt x="16868" y="74220"/>
                  <a:pt x="16868" y="74220"/>
                  <a:pt x="16868" y="75907"/>
                </a:cubicBezTo>
                <a:cubicBezTo>
                  <a:pt x="16868" y="79281"/>
                  <a:pt x="16868" y="80968"/>
                  <a:pt x="18555" y="82655"/>
                </a:cubicBezTo>
                <a:cubicBezTo>
                  <a:pt x="18555" y="84341"/>
                  <a:pt x="21929" y="86028"/>
                  <a:pt x="23616" y="86028"/>
                </a:cubicBezTo>
                <a:cubicBezTo>
                  <a:pt x="26989" y="86028"/>
                  <a:pt x="28676" y="84341"/>
                  <a:pt x="32050" y="82655"/>
                </a:cubicBezTo>
                <a:cubicBezTo>
                  <a:pt x="33737" y="80968"/>
                  <a:pt x="37110" y="77594"/>
                  <a:pt x="40484" y="74220"/>
                </a:cubicBezTo>
                <a:lnTo>
                  <a:pt x="45544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843C7D-6035-4507-A233-CEBDD93F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631" y="1199704"/>
            <a:ext cx="94462" cy="11808"/>
          </a:xfrm>
          <a:custGeom xmlns:a="http://schemas.openxmlformats.org/drawingml/2006/main">
            <a:pathLst>
              <a:path w="94462" h="11808">
                <a:moveTo>
                  <a:pt x="94462" y="0"/>
                </a:moveTo>
                <a:lnTo>
                  <a:pt x="94462" y="11808"/>
                </a:lnTo>
                <a:lnTo>
                  <a:pt x="0" y="11808"/>
                </a:lnTo>
                <a:lnTo>
                  <a:pt x="0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Text 2">
            <a:extLst xmlns:a="http://schemas.openxmlformats.org/drawingml/2006/main">
              <a:ext uri="{FF2B5EF4-FFF2-40B4-BE49-F238E27FC236}">
                <a16:creationId xmlns:a16="http://schemas.microsoft.com/office/drawing/2014/main" id="{5D32D43F-A63D-41D6-AD00-E1EC69E2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436" y="1146793"/>
            <a:ext cx="62960" cy="103509"/>
          </a:xfrm>
          <a:custGeom xmlns:a="http://schemas.openxmlformats.org/drawingml/2006/main">
            <a:pathLst>
              <a:path w="62960" h="103509">
                <a:moveTo>
                  <a:pt x="42948" y="91517"/>
                </a:moveTo>
                <a:cubicBezTo>
                  <a:pt x="45396" y="91517"/>
                  <a:pt x="47370" y="91367"/>
                  <a:pt x="48869" y="91067"/>
                </a:cubicBezTo>
                <a:cubicBezTo>
                  <a:pt x="50368" y="90767"/>
                  <a:pt x="51567" y="90268"/>
                  <a:pt x="52467" y="89568"/>
                </a:cubicBezTo>
                <a:cubicBezTo>
                  <a:pt x="53366" y="88869"/>
                  <a:pt x="54078" y="87957"/>
                  <a:pt x="54603" y="86832"/>
                </a:cubicBezTo>
                <a:cubicBezTo>
                  <a:pt x="55128" y="85708"/>
                  <a:pt x="55790" y="83972"/>
                  <a:pt x="56589" y="81623"/>
                </a:cubicBezTo>
                <a:lnTo>
                  <a:pt x="62960" y="81623"/>
                </a:lnTo>
                <a:lnTo>
                  <a:pt x="61686" y="103509"/>
                </a:lnTo>
                <a:lnTo>
                  <a:pt x="0" y="103509"/>
                </a:lnTo>
                <a:lnTo>
                  <a:pt x="0" y="99912"/>
                </a:lnTo>
                <a:cubicBezTo>
                  <a:pt x="2149" y="94665"/>
                  <a:pt x="5047" y="89293"/>
                  <a:pt x="8694" y="83797"/>
                </a:cubicBezTo>
                <a:cubicBezTo>
                  <a:pt x="12342" y="78300"/>
                  <a:pt x="17514" y="71829"/>
                  <a:pt x="24210" y="64384"/>
                </a:cubicBezTo>
                <a:cubicBezTo>
                  <a:pt x="30006" y="57988"/>
                  <a:pt x="34178" y="53141"/>
                  <a:pt x="36727" y="49843"/>
                </a:cubicBezTo>
                <a:cubicBezTo>
                  <a:pt x="39525" y="46246"/>
                  <a:pt x="41611" y="43135"/>
                  <a:pt x="42985" y="40512"/>
                </a:cubicBezTo>
                <a:cubicBezTo>
                  <a:pt x="44359" y="37888"/>
                  <a:pt x="45346" y="35415"/>
                  <a:pt x="45946" y="33092"/>
                </a:cubicBezTo>
                <a:cubicBezTo>
                  <a:pt x="46546" y="30768"/>
                  <a:pt x="46845" y="28432"/>
                  <a:pt x="46845" y="26083"/>
                </a:cubicBezTo>
                <a:cubicBezTo>
                  <a:pt x="46845" y="22336"/>
                  <a:pt x="46246" y="19025"/>
                  <a:pt x="45046" y="16152"/>
                </a:cubicBezTo>
                <a:cubicBezTo>
                  <a:pt x="43847" y="13279"/>
                  <a:pt x="42011" y="11018"/>
                  <a:pt x="39537" y="9369"/>
                </a:cubicBezTo>
                <a:cubicBezTo>
                  <a:pt x="37064" y="7720"/>
                  <a:pt x="33953" y="6896"/>
                  <a:pt x="30206" y="6896"/>
                </a:cubicBezTo>
                <a:cubicBezTo>
                  <a:pt x="20862" y="6896"/>
                  <a:pt x="14566" y="12092"/>
                  <a:pt x="11318" y="22486"/>
                </a:cubicBezTo>
                <a:lnTo>
                  <a:pt x="2249" y="22486"/>
                </a:lnTo>
                <a:lnTo>
                  <a:pt x="2249" y="8095"/>
                </a:lnTo>
                <a:cubicBezTo>
                  <a:pt x="8295" y="5247"/>
                  <a:pt x="13954" y="3185"/>
                  <a:pt x="19225" y="1911"/>
                </a:cubicBezTo>
                <a:cubicBezTo>
                  <a:pt x="24497" y="637"/>
                  <a:pt x="29231" y="0"/>
                  <a:pt x="33429" y="0"/>
                </a:cubicBezTo>
                <a:cubicBezTo>
                  <a:pt x="42723" y="0"/>
                  <a:pt x="49743" y="2036"/>
                  <a:pt x="54490" y="6109"/>
                </a:cubicBezTo>
                <a:cubicBezTo>
                  <a:pt x="59237" y="10181"/>
                  <a:pt x="61611" y="16090"/>
                  <a:pt x="61611" y="23835"/>
                </a:cubicBezTo>
                <a:cubicBezTo>
                  <a:pt x="61611" y="26483"/>
                  <a:pt x="61349" y="28919"/>
                  <a:pt x="60824" y="31143"/>
                </a:cubicBezTo>
                <a:cubicBezTo>
                  <a:pt x="60299" y="33366"/>
                  <a:pt x="59475" y="35565"/>
                  <a:pt x="58351" y="37739"/>
                </a:cubicBezTo>
                <a:cubicBezTo>
                  <a:pt x="57226" y="39912"/>
                  <a:pt x="55715" y="42248"/>
                  <a:pt x="53816" y="44747"/>
                </a:cubicBezTo>
                <a:cubicBezTo>
                  <a:pt x="51917" y="47245"/>
                  <a:pt x="49818" y="49781"/>
                  <a:pt x="47520" y="52354"/>
                </a:cubicBezTo>
                <a:cubicBezTo>
                  <a:pt x="45221" y="54928"/>
                  <a:pt x="41249" y="59212"/>
                  <a:pt x="35602" y="65209"/>
                </a:cubicBezTo>
                <a:cubicBezTo>
                  <a:pt x="26108" y="75252"/>
                  <a:pt x="19138" y="84022"/>
                  <a:pt x="14691" y="91517"/>
                </a:cubicBezTo>
                <a:lnTo>
                  <a:pt x="42948" y="915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FD1AE6-4CC5-491F-8BA2-AC2D5FEF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199" y="1064758"/>
            <a:ext cx="107957" cy="143380"/>
          </a:xfrm>
          <a:custGeom xmlns:a="http://schemas.openxmlformats.org/drawingml/2006/main">
            <a:pathLst>
              <a:path w="107957" h="143380">
                <a:moveTo>
                  <a:pt x="107957" y="5060"/>
                </a:moveTo>
                <a:lnTo>
                  <a:pt x="102897" y="33737"/>
                </a:lnTo>
                <a:lnTo>
                  <a:pt x="92776" y="33737"/>
                </a:lnTo>
                <a:cubicBezTo>
                  <a:pt x="91089" y="25302"/>
                  <a:pt x="89402" y="18555"/>
                  <a:pt x="87715" y="15181"/>
                </a:cubicBezTo>
                <a:cubicBezTo>
                  <a:pt x="84341" y="11808"/>
                  <a:pt x="79281" y="10121"/>
                  <a:pt x="72534" y="10121"/>
                </a:cubicBezTo>
                <a:cubicBezTo>
                  <a:pt x="62413" y="10121"/>
                  <a:pt x="53978" y="13495"/>
                  <a:pt x="45544" y="23616"/>
                </a:cubicBezTo>
                <a:cubicBezTo>
                  <a:pt x="37110" y="33737"/>
                  <a:pt x="32050" y="45544"/>
                  <a:pt x="26989" y="60726"/>
                </a:cubicBezTo>
                <a:cubicBezTo>
                  <a:pt x="21929" y="75907"/>
                  <a:pt x="20242" y="91089"/>
                  <a:pt x="20242" y="102897"/>
                </a:cubicBezTo>
                <a:cubicBezTo>
                  <a:pt x="20242" y="113017"/>
                  <a:pt x="21929" y="121452"/>
                  <a:pt x="25302" y="126512"/>
                </a:cubicBezTo>
                <a:cubicBezTo>
                  <a:pt x="28676" y="131573"/>
                  <a:pt x="35423" y="133259"/>
                  <a:pt x="42171" y="133259"/>
                </a:cubicBezTo>
                <a:cubicBezTo>
                  <a:pt x="47231" y="133259"/>
                  <a:pt x="52292" y="133259"/>
                  <a:pt x="55665" y="131573"/>
                </a:cubicBezTo>
                <a:cubicBezTo>
                  <a:pt x="59039" y="129886"/>
                  <a:pt x="62413" y="126512"/>
                  <a:pt x="65786" y="123138"/>
                </a:cubicBezTo>
                <a:cubicBezTo>
                  <a:pt x="69160" y="119765"/>
                  <a:pt x="72534" y="114704"/>
                  <a:pt x="75907" y="107957"/>
                </a:cubicBezTo>
                <a:lnTo>
                  <a:pt x="86028" y="107957"/>
                </a:lnTo>
                <a:lnTo>
                  <a:pt x="79281" y="136633"/>
                </a:lnTo>
                <a:cubicBezTo>
                  <a:pt x="67473" y="140007"/>
                  <a:pt x="53978" y="143380"/>
                  <a:pt x="40484" y="143380"/>
                </a:cubicBezTo>
                <a:cubicBezTo>
                  <a:pt x="26989" y="143380"/>
                  <a:pt x="16868" y="138320"/>
                  <a:pt x="10121" y="131573"/>
                </a:cubicBezTo>
                <a:cubicBezTo>
                  <a:pt x="3374" y="124825"/>
                  <a:pt x="0" y="113017"/>
                  <a:pt x="0" y="99523"/>
                </a:cubicBezTo>
                <a:cubicBezTo>
                  <a:pt x="0" y="89402"/>
                  <a:pt x="1687" y="77594"/>
                  <a:pt x="6747" y="64099"/>
                </a:cubicBezTo>
                <a:cubicBezTo>
                  <a:pt x="10121" y="52292"/>
                  <a:pt x="15181" y="40484"/>
                  <a:pt x="21929" y="30363"/>
                </a:cubicBezTo>
                <a:cubicBezTo>
                  <a:pt x="26989" y="20242"/>
                  <a:pt x="35423" y="13495"/>
                  <a:pt x="43858" y="8434"/>
                </a:cubicBezTo>
                <a:cubicBezTo>
                  <a:pt x="53978" y="3374"/>
                  <a:pt x="62413" y="0"/>
                  <a:pt x="74220" y="0"/>
                </a:cubicBezTo>
                <a:cubicBezTo>
                  <a:pt x="79281" y="0"/>
                  <a:pt x="86028" y="0"/>
                  <a:pt x="91089" y="1687"/>
                </a:cubicBezTo>
                <a:cubicBezTo>
                  <a:pt x="96149" y="1687"/>
                  <a:pt x="101210" y="3374"/>
                  <a:pt x="107957" y="50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68F70-5247-430D-A9D3-78A17FA1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843" y="1155847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5544" y="80968"/>
                  <a:pt x="42171" y="84341"/>
                  <a:pt x="40484" y="86028"/>
                </a:cubicBezTo>
                <a:cubicBezTo>
                  <a:pt x="38797" y="87715"/>
                  <a:pt x="35423" y="89402"/>
                  <a:pt x="33737" y="91089"/>
                </a:cubicBezTo>
                <a:cubicBezTo>
                  <a:pt x="32050" y="92776"/>
                  <a:pt x="28676" y="92776"/>
                  <a:pt x="26989" y="92776"/>
                </a:cubicBezTo>
                <a:cubicBezTo>
                  <a:pt x="25302" y="94462"/>
                  <a:pt x="23616" y="94462"/>
                  <a:pt x="20242" y="94462"/>
                </a:cubicBezTo>
                <a:cubicBezTo>
                  <a:pt x="15181" y="94462"/>
                  <a:pt x="10121" y="92776"/>
                  <a:pt x="6747" y="89402"/>
                </a:cubicBezTo>
                <a:cubicBezTo>
                  <a:pt x="5060" y="87715"/>
                  <a:pt x="3374" y="82655"/>
                  <a:pt x="3374" y="77594"/>
                </a:cubicBezTo>
                <a:cubicBezTo>
                  <a:pt x="3374" y="75907"/>
                  <a:pt x="3374" y="74220"/>
                  <a:pt x="3374" y="72534"/>
                </a:cubicBezTo>
                <a:cubicBezTo>
                  <a:pt x="3374" y="69160"/>
                  <a:pt x="3374" y="67473"/>
                  <a:pt x="5060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0242"/>
                </a:lnTo>
                <a:cubicBezTo>
                  <a:pt x="5060" y="20242"/>
                  <a:pt x="6747" y="20242"/>
                  <a:pt x="8434" y="20242"/>
                </a:cubicBezTo>
                <a:cubicBezTo>
                  <a:pt x="10121" y="20242"/>
                  <a:pt x="11808" y="18555"/>
                  <a:pt x="13495" y="16868"/>
                </a:cubicBezTo>
                <a:cubicBezTo>
                  <a:pt x="13495" y="16868"/>
                  <a:pt x="15181" y="16868"/>
                  <a:pt x="15181" y="15181"/>
                </a:cubicBezTo>
                <a:cubicBezTo>
                  <a:pt x="16868" y="13495"/>
                  <a:pt x="16868" y="13495"/>
                  <a:pt x="16868" y="11808"/>
                </a:cubicBezTo>
                <a:cubicBezTo>
                  <a:pt x="18555" y="10121"/>
                  <a:pt x="18555" y="8434"/>
                  <a:pt x="20242" y="6747"/>
                </a:cubicBezTo>
                <a:cubicBezTo>
                  <a:pt x="20242" y="5060"/>
                  <a:pt x="21929" y="1687"/>
                  <a:pt x="21929" y="0"/>
                </a:cubicBezTo>
                <a:lnTo>
                  <a:pt x="33737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20242" y="57352"/>
                </a:lnTo>
                <a:cubicBezTo>
                  <a:pt x="20242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8555" y="67473"/>
                </a:cubicBezTo>
                <a:cubicBezTo>
                  <a:pt x="18555" y="69160"/>
                  <a:pt x="18555" y="70847"/>
                  <a:pt x="18555" y="70847"/>
                </a:cubicBezTo>
                <a:cubicBezTo>
                  <a:pt x="16868" y="72534"/>
                  <a:pt x="16868" y="74220"/>
                  <a:pt x="16868" y="74220"/>
                </a:cubicBezTo>
                <a:cubicBezTo>
                  <a:pt x="16868" y="77594"/>
                  <a:pt x="18555" y="79281"/>
                  <a:pt x="20242" y="80968"/>
                </a:cubicBezTo>
                <a:cubicBezTo>
                  <a:pt x="20242" y="82655"/>
                  <a:pt x="23616" y="84341"/>
                  <a:pt x="25302" y="84341"/>
                </a:cubicBezTo>
                <a:cubicBezTo>
                  <a:pt x="28676" y="84341"/>
                  <a:pt x="30363" y="82655"/>
                  <a:pt x="33737" y="80968"/>
                </a:cubicBezTo>
                <a:cubicBezTo>
                  <a:pt x="35423" y="79281"/>
                  <a:pt x="38797" y="77594"/>
                  <a:pt x="42171" y="72534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73751-CDA2-48E1-B68E-88818A54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690" y="1199704"/>
            <a:ext cx="94462" cy="11808"/>
          </a:xfrm>
          <a:custGeom xmlns:a="http://schemas.openxmlformats.org/drawingml/2006/main">
            <a:pathLst>
              <a:path w="94462" h="11808">
                <a:moveTo>
                  <a:pt x="94462" y="0"/>
                </a:moveTo>
                <a:lnTo>
                  <a:pt x="94462" y="11808"/>
                </a:lnTo>
                <a:lnTo>
                  <a:pt x="0" y="11808"/>
                </a:lnTo>
                <a:lnTo>
                  <a:pt x="0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Text 1">
            <a:extLst xmlns:a="http://schemas.openxmlformats.org/drawingml/2006/main">
              <a:ext uri="{FF2B5EF4-FFF2-40B4-BE49-F238E27FC236}">
                <a16:creationId xmlns:a16="http://schemas.microsoft.com/office/drawing/2014/main" id="{C6948FEB-C57A-4C6A-A234-9B8F2704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243" y="1145144"/>
            <a:ext cx="59662" cy="103509"/>
          </a:xfrm>
          <a:custGeom xmlns:a="http://schemas.openxmlformats.org/drawingml/2006/main">
            <a:pathLst>
              <a:path w="59662" h="103509">
                <a:moveTo>
                  <a:pt x="38750" y="83947"/>
                </a:moveTo>
                <a:cubicBezTo>
                  <a:pt x="38750" y="86845"/>
                  <a:pt x="38913" y="89031"/>
                  <a:pt x="39238" y="90505"/>
                </a:cubicBezTo>
                <a:cubicBezTo>
                  <a:pt x="39562" y="91979"/>
                  <a:pt x="40137" y="93178"/>
                  <a:pt x="40962" y="94103"/>
                </a:cubicBezTo>
                <a:cubicBezTo>
                  <a:pt x="41786" y="95027"/>
                  <a:pt x="42973" y="95752"/>
                  <a:pt x="44522" y="96277"/>
                </a:cubicBezTo>
                <a:cubicBezTo>
                  <a:pt x="46071" y="96801"/>
                  <a:pt x="48020" y="97201"/>
                  <a:pt x="50368" y="97476"/>
                </a:cubicBezTo>
                <a:cubicBezTo>
                  <a:pt x="52717" y="97751"/>
                  <a:pt x="55815" y="97938"/>
                  <a:pt x="59662" y="98038"/>
                </a:cubicBezTo>
                <a:lnTo>
                  <a:pt x="59662" y="103509"/>
                </a:lnTo>
                <a:lnTo>
                  <a:pt x="4272" y="103509"/>
                </a:lnTo>
                <a:lnTo>
                  <a:pt x="4272" y="98038"/>
                </a:lnTo>
                <a:cubicBezTo>
                  <a:pt x="9819" y="97788"/>
                  <a:pt x="13779" y="97451"/>
                  <a:pt x="16152" y="97026"/>
                </a:cubicBezTo>
                <a:cubicBezTo>
                  <a:pt x="18526" y="96601"/>
                  <a:pt x="20337" y="95964"/>
                  <a:pt x="21586" y="95115"/>
                </a:cubicBezTo>
                <a:cubicBezTo>
                  <a:pt x="22836" y="94265"/>
                  <a:pt x="23747" y="93066"/>
                  <a:pt x="24322" y="91517"/>
                </a:cubicBezTo>
                <a:cubicBezTo>
                  <a:pt x="24897" y="89968"/>
                  <a:pt x="25184" y="87445"/>
                  <a:pt x="25184" y="83947"/>
                </a:cubicBezTo>
                <a:lnTo>
                  <a:pt x="25184" y="23160"/>
                </a:lnTo>
                <a:cubicBezTo>
                  <a:pt x="25184" y="21162"/>
                  <a:pt x="24834" y="19700"/>
                  <a:pt x="24135" y="18776"/>
                </a:cubicBezTo>
                <a:cubicBezTo>
                  <a:pt x="23435" y="17851"/>
                  <a:pt x="22411" y="17389"/>
                  <a:pt x="21062" y="17389"/>
                </a:cubicBezTo>
                <a:cubicBezTo>
                  <a:pt x="19463" y="17389"/>
                  <a:pt x="17189" y="18213"/>
                  <a:pt x="14241" y="19862"/>
                </a:cubicBezTo>
                <a:cubicBezTo>
                  <a:pt x="11293" y="21511"/>
                  <a:pt x="7645" y="23785"/>
                  <a:pt x="3298" y="26683"/>
                </a:cubicBezTo>
                <a:lnTo>
                  <a:pt x="0" y="20912"/>
                </a:lnTo>
                <a:lnTo>
                  <a:pt x="35078" y="0"/>
                </a:lnTo>
                <a:lnTo>
                  <a:pt x="39200" y="0"/>
                </a:lnTo>
                <a:cubicBezTo>
                  <a:pt x="38900" y="4797"/>
                  <a:pt x="38750" y="11443"/>
                  <a:pt x="38750" y="19937"/>
                </a:cubicBezTo>
                <a:lnTo>
                  <a:pt x="38750" y="839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A2A2F-3534-4EB9-933F-64D318F8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561" y="1064758"/>
            <a:ext cx="107957" cy="143380"/>
          </a:xfrm>
          <a:custGeom xmlns:a="http://schemas.openxmlformats.org/drawingml/2006/main">
            <a:pathLst>
              <a:path w="107957" h="143380">
                <a:moveTo>
                  <a:pt x="107957" y="5060"/>
                </a:moveTo>
                <a:lnTo>
                  <a:pt x="101210" y="33737"/>
                </a:lnTo>
                <a:lnTo>
                  <a:pt x="91089" y="33737"/>
                </a:lnTo>
                <a:cubicBezTo>
                  <a:pt x="91089" y="25302"/>
                  <a:pt x="89402" y="18555"/>
                  <a:pt x="86028" y="15181"/>
                </a:cubicBezTo>
                <a:cubicBezTo>
                  <a:pt x="82655" y="11808"/>
                  <a:pt x="77594" y="10121"/>
                  <a:pt x="70847" y="10121"/>
                </a:cubicBezTo>
                <a:cubicBezTo>
                  <a:pt x="62413" y="10121"/>
                  <a:pt x="53978" y="13495"/>
                  <a:pt x="45544" y="23616"/>
                </a:cubicBezTo>
                <a:cubicBezTo>
                  <a:pt x="37110" y="33737"/>
                  <a:pt x="30363" y="45544"/>
                  <a:pt x="26989" y="60726"/>
                </a:cubicBezTo>
                <a:cubicBezTo>
                  <a:pt x="21929" y="75907"/>
                  <a:pt x="18555" y="91089"/>
                  <a:pt x="18555" y="102897"/>
                </a:cubicBezTo>
                <a:cubicBezTo>
                  <a:pt x="18555" y="113017"/>
                  <a:pt x="21929" y="121452"/>
                  <a:pt x="25302" y="126512"/>
                </a:cubicBezTo>
                <a:cubicBezTo>
                  <a:pt x="28676" y="131573"/>
                  <a:pt x="33737" y="133259"/>
                  <a:pt x="42171" y="133259"/>
                </a:cubicBezTo>
                <a:cubicBezTo>
                  <a:pt x="47231" y="133259"/>
                  <a:pt x="50605" y="133259"/>
                  <a:pt x="55665" y="131573"/>
                </a:cubicBezTo>
                <a:cubicBezTo>
                  <a:pt x="59039" y="129886"/>
                  <a:pt x="62413" y="126512"/>
                  <a:pt x="65786" y="123138"/>
                </a:cubicBezTo>
                <a:cubicBezTo>
                  <a:pt x="69160" y="119765"/>
                  <a:pt x="72534" y="114704"/>
                  <a:pt x="75907" y="107957"/>
                </a:cubicBezTo>
                <a:lnTo>
                  <a:pt x="86028" y="107957"/>
                </a:lnTo>
                <a:lnTo>
                  <a:pt x="79281" y="136633"/>
                </a:lnTo>
                <a:cubicBezTo>
                  <a:pt x="65786" y="140007"/>
                  <a:pt x="53978" y="143380"/>
                  <a:pt x="38797" y="143380"/>
                </a:cubicBezTo>
                <a:cubicBezTo>
                  <a:pt x="26989" y="143380"/>
                  <a:pt x="16868" y="138320"/>
                  <a:pt x="10121" y="131573"/>
                </a:cubicBezTo>
                <a:cubicBezTo>
                  <a:pt x="3374" y="124825"/>
                  <a:pt x="0" y="113017"/>
                  <a:pt x="0" y="99523"/>
                </a:cubicBezTo>
                <a:cubicBezTo>
                  <a:pt x="0" y="89402"/>
                  <a:pt x="1687" y="77594"/>
                  <a:pt x="5060" y="64099"/>
                </a:cubicBezTo>
                <a:cubicBezTo>
                  <a:pt x="8434" y="52292"/>
                  <a:pt x="13495" y="40484"/>
                  <a:pt x="20242" y="30363"/>
                </a:cubicBezTo>
                <a:cubicBezTo>
                  <a:pt x="26989" y="20242"/>
                  <a:pt x="35423" y="13495"/>
                  <a:pt x="43858" y="8434"/>
                </a:cubicBezTo>
                <a:cubicBezTo>
                  <a:pt x="52292" y="3374"/>
                  <a:pt x="62413" y="0"/>
                  <a:pt x="72534" y="0"/>
                </a:cubicBezTo>
                <a:cubicBezTo>
                  <a:pt x="79281" y="0"/>
                  <a:pt x="84341" y="0"/>
                  <a:pt x="89402" y="1687"/>
                </a:cubicBezTo>
                <a:cubicBezTo>
                  <a:pt x="96149" y="1687"/>
                  <a:pt x="101210" y="3374"/>
                  <a:pt x="107957" y="50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26C7D-CE6B-489F-848A-3251FF69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205" y="1155847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3858" y="80968"/>
                  <a:pt x="42171" y="84341"/>
                  <a:pt x="40484" y="86028"/>
                </a:cubicBezTo>
                <a:cubicBezTo>
                  <a:pt x="37110" y="87715"/>
                  <a:pt x="35423" y="89402"/>
                  <a:pt x="33737" y="91089"/>
                </a:cubicBezTo>
                <a:cubicBezTo>
                  <a:pt x="30363" y="92776"/>
                  <a:pt x="28676" y="92776"/>
                  <a:pt x="26989" y="92776"/>
                </a:cubicBezTo>
                <a:cubicBezTo>
                  <a:pt x="23616" y="94462"/>
                  <a:pt x="21929" y="94462"/>
                  <a:pt x="20242" y="94462"/>
                </a:cubicBezTo>
                <a:cubicBezTo>
                  <a:pt x="13495" y="94462"/>
                  <a:pt x="10121" y="92776"/>
                  <a:pt x="6747" y="89402"/>
                </a:cubicBezTo>
                <a:cubicBezTo>
                  <a:pt x="3374" y="87715"/>
                  <a:pt x="1687" y="82655"/>
                  <a:pt x="1687" y="77594"/>
                </a:cubicBezTo>
                <a:cubicBezTo>
                  <a:pt x="1687" y="75907"/>
                  <a:pt x="1687" y="74220"/>
                  <a:pt x="3374" y="72534"/>
                </a:cubicBezTo>
                <a:cubicBezTo>
                  <a:pt x="3374" y="69160"/>
                  <a:pt x="3374" y="67473"/>
                  <a:pt x="3374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0242"/>
                </a:lnTo>
                <a:cubicBezTo>
                  <a:pt x="5060" y="20242"/>
                  <a:pt x="6747" y="20242"/>
                  <a:pt x="8434" y="20242"/>
                </a:cubicBezTo>
                <a:cubicBezTo>
                  <a:pt x="10121" y="20242"/>
                  <a:pt x="11808" y="18555"/>
                  <a:pt x="11808" y="16868"/>
                </a:cubicBezTo>
                <a:cubicBezTo>
                  <a:pt x="13495" y="16868"/>
                  <a:pt x="13495" y="16868"/>
                  <a:pt x="15181" y="15181"/>
                </a:cubicBezTo>
                <a:cubicBezTo>
                  <a:pt x="15181" y="13495"/>
                  <a:pt x="16868" y="13495"/>
                  <a:pt x="16868" y="11808"/>
                </a:cubicBezTo>
                <a:cubicBezTo>
                  <a:pt x="16868" y="10121"/>
                  <a:pt x="18555" y="8434"/>
                  <a:pt x="18555" y="6747"/>
                </a:cubicBezTo>
                <a:cubicBezTo>
                  <a:pt x="20242" y="5060"/>
                  <a:pt x="20242" y="1687"/>
                  <a:pt x="21929" y="0"/>
                </a:cubicBezTo>
                <a:lnTo>
                  <a:pt x="33737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20242" y="57352"/>
                </a:lnTo>
                <a:cubicBezTo>
                  <a:pt x="18555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6868" y="67473"/>
                </a:cubicBezTo>
                <a:cubicBezTo>
                  <a:pt x="16868" y="69160"/>
                  <a:pt x="16868" y="70847"/>
                  <a:pt x="16868" y="70847"/>
                </a:cubicBezTo>
                <a:cubicBezTo>
                  <a:pt x="16868" y="72534"/>
                  <a:pt x="16868" y="74220"/>
                  <a:pt x="16868" y="74220"/>
                </a:cubicBezTo>
                <a:cubicBezTo>
                  <a:pt x="16868" y="77594"/>
                  <a:pt x="16868" y="79281"/>
                  <a:pt x="18555" y="80968"/>
                </a:cubicBezTo>
                <a:cubicBezTo>
                  <a:pt x="20242" y="82655"/>
                  <a:pt x="21929" y="84341"/>
                  <a:pt x="25302" y="84341"/>
                </a:cubicBezTo>
                <a:cubicBezTo>
                  <a:pt x="26989" y="84341"/>
                  <a:pt x="30363" y="82655"/>
                  <a:pt x="32050" y="80968"/>
                </a:cubicBezTo>
                <a:cubicBezTo>
                  <a:pt x="35423" y="79281"/>
                  <a:pt x="38797" y="77594"/>
                  <a:pt x="42171" y="72534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1246EB-4D93-4117-9E81-BEE05A1E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549" y="1073192"/>
            <a:ext cx="107957" cy="143380"/>
          </a:xfrm>
          <a:custGeom xmlns:a="http://schemas.openxmlformats.org/drawingml/2006/main">
            <a:pathLst>
              <a:path w="107957" h="143380">
                <a:moveTo>
                  <a:pt x="107957" y="5060"/>
                </a:moveTo>
                <a:lnTo>
                  <a:pt x="101210" y="33737"/>
                </a:lnTo>
                <a:lnTo>
                  <a:pt x="91089" y="33737"/>
                </a:lnTo>
                <a:cubicBezTo>
                  <a:pt x="91089" y="25302"/>
                  <a:pt x="89402" y="18555"/>
                  <a:pt x="86028" y="15181"/>
                </a:cubicBezTo>
                <a:cubicBezTo>
                  <a:pt x="82655" y="11808"/>
                  <a:pt x="77594" y="10121"/>
                  <a:pt x="70847" y="10121"/>
                </a:cubicBezTo>
                <a:cubicBezTo>
                  <a:pt x="62413" y="10121"/>
                  <a:pt x="53978" y="15181"/>
                  <a:pt x="45544" y="23616"/>
                </a:cubicBezTo>
                <a:cubicBezTo>
                  <a:pt x="37110" y="33737"/>
                  <a:pt x="30363" y="45544"/>
                  <a:pt x="25302" y="60726"/>
                </a:cubicBezTo>
                <a:cubicBezTo>
                  <a:pt x="21929" y="75907"/>
                  <a:pt x="18555" y="91089"/>
                  <a:pt x="18555" y="104583"/>
                </a:cubicBezTo>
                <a:cubicBezTo>
                  <a:pt x="18555" y="114704"/>
                  <a:pt x="20242" y="121452"/>
                  <a:pt x="25302" y="126512"/>
                </a:cubicBezTo>
                <a:cubicBezTo>
                  <a:pt x="28676" y="131573"/>
                  <a:pt x="33737" y="133259"/>
                  <a:pt x="42171" y="133259"/>
                </a:cubicBezTo>
                <a:cubicBezTo>
                  <a:pt x="47231" y="133259"/>
                  <a:pt x="50605" y="133259"/>
                  <a:pt x="53978" y="131573"/>
                </a:cubicBezTo>
                <a:cubicBezTo>
                  <a:pt x="59039" y="129886"/>
                  <a:pt x="62413" y="128199"/>
                  <a:pt x="65786" y="123138"/>
                </a:cubicBezTo>
                <a:cubicBezTo>
                  <a:pt x="69160" y="119765"/>
                  <a:pt x="72534" y="114704"/>
                  <a:pt x="75907" y="107957"/>
                </a:cubicBezTo>
                <a:lnTo>
                  <a:pt x="84341" y="107957"/>
                </a:lnTo>
                <a:lnTo>
                  <a:pt x="79281" y="138320"/>
                </a:lnTo>
                <a:cubicBezTo>
                  <a:pt x="65786" y="141694"/>
                  <a:pt x="52292" y="143380"/>
                  <a:pt x="38797" y="143380"/>
                </a:cubicBezTo>
                <a:cubicBezTo>
                  <a:pt x="26989" y="143380"/>
                  <a:pt x="16868" y="140007"/>
                  <a:pt x="10121" y="131573"/>
                </a:cubicBezTo>
                <a:cubicBezTo>
                  <a:pt x="3374" y="124825"/>
                  <a:pt x="0" y="114704"/>
                  <a:pt x="0" y="99523"/>
                </a:cubicBezTo>
                <a:cubicBezTo>
                  <a:pt x="0" y="89402"/>
                  <a:pt x="1687" y="77594"/>
                  <a:pt x="5060" y="65786"/>
                </a:cubicBezTo>
                <a:cubicBezTo>
                  <a:pt x="8434" y="52292"/>
                  <a:pt x="13495" y="40484"/>
                  <a:pt x="20242" y="30363"/>
                </a:cubicBezTo>
                <a:cubicBezTo>
                  <a:pt x="26989" y="20242"/>
                  <a:pt x="33737" y="13495"/>
                  <a:pt x="43858" y="8434"/>
                </a:cubicBezTo>
                <a:cubicBezTo>
                  <a:pt x="52292" y="3374"/>
                  <a:pt x="62413" y="0"/>
                  <a:pt x="72534" y="0"/>
                </a:cubicBezTo>
                <a:cubicBezTo>
                  <a:pt x="79281" y="0"/>
                  <a:pt x="84341" y="1687"/>
                  <a:pt x="89402" y="1687"/>
                </a:cubicBezTo>
                <a:cubicBezTo>
                  <a:pt x="94462" y="1687"/>
                  <a:pt x="101210" y="3374"/>
                  <a:pt x="107957" y="50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A49EA6-1713-4D2B-B440-49BC6D81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193" y="1164281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3858" y="80968"/>
                  <a:pt x="42171" y="84341"/>
                  <a:pt x="38797" y="86028"/>
                </a:cubicBezTo>
                <a:cubicBezTo>
                  <a:pt x="37110" y="87715"/>
                  <a:pt x="35423" y="89402"/>
                  <a:pt x="32050" y="91089"/>
                </a:cubicBezTo>
                <a:cubicBezTo>
                  <a:pt x="30363" y="92776"/>
                  <a:pt x="28676" y="92776"/>
                  <a:pt x="26989" y="94462"/>
                </a:cubicBezTo>
                <a:cubicBezTo>
                  <a:pt x="23616" y="94462"/>
                  <a:pt x="21929" y="94462"/>
                  <a:pt x="20242" y="94462"/>
                </a:cubicBezTo>
                <a:cubicBezTo>
                  <a:pt x="13495" y="94462"/>
                  <a:pt x="10121" y="92776"/>
                  <a:pt x="6747" y="91089"/>
                </a:cubicBezTo>
                <a:cubicBezTo>
                  <a:pt x="3374" y="87715"/>
                  <a:pt x="1687" y="84341"/>
                  <a:pt x="1687" y="77594"/>
                </a:cubicBezTo>
                <a:cubicBezTo>
                  <a:pt x="1687" y="75907"/>
                  <a:pt x="1687" y="74220"/>
                  <a:pt x="1687" y="72534"/>
                </a:cubicBezTo>
                <a:cubicBezTo>
                  <a:pt x="3374" y="69160"/>
                  <a:pt x="3374" y="67473"/>
                  <a:pt x="3374" y="65786"/>
                </a:cubicBezTo>
                <a:lnTo>
                  <a:pt x="11808" y="26989"/>
                </a:lnTo>
                <a:lnTo>
                  <a:pt x="0" y="26989"/>
                </a:lnTo>
                <a:lnTo>
                  <a:pt x="1687" y="20242"/>
                </a:lnTo>
                <a:cubicBezTo>
                  <a:pt x="3374" y="20242"/>
                  <a:pt x="6747" y="20242"/>
                  <a:pt x="8434" y="20242"/>
                </a:cubicBezTo>
                <a:cubicBezTo>
                  <a:pt x="10121" y="20242"/>
                  <a:pt x="11808" y="18555"/>
                  <a:pt x="11808" y="18555"/>
                </a:cubicBezTo>
                <a:cubicBezTo>
                  <a:pt x="13495" y="16868"/>
                  <a:pt x="13495" y="16868"/>
                  <a:pt x="15181" y="15181"/>
                </a:cubicBezTo>
                <a:cubicBezTo>
                  <a:pt x="15181" y="13495"/>
                  <a:pt x="15181" y="13495"/>
                  <a:pt x="16868" y="11808"/>
                </a:cubicBezTo>
                <a:cubicBezTo>
                  <a:pt x="16868" y="10121"/>
                  <a:pt x="18555" y="8434"/>
                  <a:pt x="18555" y="6747"/>
                </a:cubicBezTo>
                <a:cubicBezTo>
                  <a:pt x="20242" y="5060"/>
                  <a:pt x="20242" y="1687"/>
                  <a:pt x="21929" y="0"/>
                </a:cubicBezTo>
                <a:lnTo>
                  <a:pt x="32050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18555" y="57352"/>
                </a:lnTo>
                <a:cubicBezTo>
                  <a:pt x="18555" y="60726"/>
                  <a:pt x="18555" y="62413"/>
                  <a:pt x="18555" y="64099"/>
                </a:cubicBezTo>
                <a:cubicBezTo>
                  <a:pt x="18555" y="65786"/>
                  <a:pt x="16868" y="67473"/>
                  <a:pt x="16868" y="69160"/>
                </a:cubicBezTo>
                <a:cubicBezTo>
                  <a:pt x="16868" y="69160"/>
                  <a:pt x="16868" y="70847"/>
                  <a:pt x="16868" y="72534"/>
                </a:cubicBezTo>
                <a:cubicBezTo>
                  <a:pt x="16868" y="72534"/>
                  <a:pt x="16868" y="74220"/>
                  <a:pt x="16868" y="75907"/>
                </a:cubicBezTo>
                <a:cubicBezTo>
                  <a:pt x="16868" y="77594"/>
                  <a:pt x="16868" y="80968"/>
                  <a:pt x="18555" y="82655"/>
                </a:cubicBezTo>
                <a:cubicBezTo>
                  <a:pt x="20242" y="84341"/>
                  <a:pt x="21929" y="84341"/>
                  <a:pt x="25302" y="84341"/>
                </a:cubicBezTo>
                <a:cubicBezTo>
                  <a:pt x="26989" y="84341"/>
                  <a:pt x="30363" y="84341"/>
                  <a:pt x="32050" y="82655"/>
                </a:cubicBezTo>
                <a:cubicBezTo>
                  <a:pt x="35423" y="80968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0162C-5309-481A-8074-BF6C68B4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040" y="1208138"/>
            <a:ext cx="92776" cy="11808"/>
          </a:xfrm>
          <a:custGeom xmlns:a="http://schemas.openxmlformats.org/drawingml/2006/main">
            <a:pathLst>
              <a:path w="92776" h="11808">
                <a:moveTo>
                  <a:pt x="92776" y="0"/>
                </a:moveTo>
                <a:lnTo>
                  <a:pt x="92776" y="11808"/>
                </a:lnTo>
                <a:lnTo>
                  <a:pt x="0" y="11808"/>
                </a:lnTo>
                <a:lnTo>
                  <a:pt x="0" y="0"/>
                </a:lnTo>
                <a:lnTo>
                  <a:pt x="9277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C000B-52CF-471B-AB49-7DF45E81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370" y="1154160"/>
            <a:ext cx="62413" cy="104583"/>
          </a:xfrm>
          <a:custGeom xmlns:a="http://schemas.openxmlformats.org/drawingml/2006/main">
            <a:pathLst>
              <a:path w="62413" h="104583">
                <a:moveTo>
                  <a:pt x="10121" y="21929"/>
                </a:moveTo>
                <a:cubicBezTo>
                  <a:pt x="11808" y="16868"/>
                  <a:pt x="13495" y="13495"/>
                  <a:pt x="16868" y="10121"/>
                </a:cubicBezTo>
                <a:cubicBezTo>
                  <a:pt x="18555" y="8434"/>
                  <a:pt x="23616" y="6747"/>
                  <a:pt x="26989" y="6747"/>
                </a:cubicBezTo>
                <a:cubicBezTo>
                  <a:pt x="33737" y="6747"/>
                  <a:pt x="37110" y="8434"/>
                  <a:pt x="40484" y="11808"/>
                </a:cubicBezTo>
                <a:cubicBezTo>
                  <a:pt x="43858" y="13495"/>
                  <a:pt x="45544" y="18555"/>
                  <a:pt x="45544" y="23616"/>
                </a:cubicBezTo>
                <a:cubicBezTo>
                  <a:pt x="45544" y="28676"/>
                  <a:pt x="43858" y="32050"/>
                  <a:pt x="42171" y="35423"/>
                </a:cubicBezTo>
                <a:cubicBezTo>
                  <a:pt x="38797" y="38797"/>
                  <a:pt x="35423" y="42171"/>
                  <a:pt x="32050" y="43858"/>
                </a:cubicBezTo>
                <a:cubicBezTo>
                  <a:pt x="26989" y="47231"/>
                  <a:pt x="21929" y="47231"/>
                  <a:pt x="15181" y="48918"/>
                </a:cubicBezTo>
                <a:lnTo>
                  <a:pt x="15181" y="53978"/>
                </a:lnTo>
                <a:lnTo>
                  <a:pt x="21929" y="53978"/>
                </a:lnTo>
                <a:cubicBezTo>
                  <a:pt x="30363" y="53978"/>
                  <a:pt x="35423" y="57352"/>
                  <a:pt x="40484" y="60726"/>
                </a:cubicBezTo>
                <a:cubicBezTo>
                  <a:pt x="45544" y="64099"/>
                  <a:pt x="47231" y="69160"/>
                  <a:pt x="47231" y="77594"/>
                </a:cubicBezTo>
                <a:cubicBezTo>
                  <a:pt x="47231" y="84341"/>
                  <a:pt x="45544" y="89402"/>
                  <a:pt x="42171" y="92776"/>
                </a:cubicBezTo>
                <a:cubicBezTo>
                  <a:pt x="38797" y="96149"/>
                  <a:pt x="33737" y="97836"/>
                  <a:pt x="26989" y="97836"/>
                </a:cubicBezTo>
                <a:cubicBezTo>
                  <a:pt x="21929" y="97836"/>
                  <a:pt x="18555" y="97836"/>
                  <a:pt x="15181" y="94462"/>
                </a:cubicBezTo>
                <a:cubicBezTo>
                  <a:pt x="13495" y="92776"/>
                  <a:pt x="10121" y="89402"/>
                  <a:pt x="8434" y="82655"/>
                </a:cubicBezTo>
                <a:lnTo>
                  <a:pt x="0" y="82655"/>
                </a:lnTo>
                <a:lnTo>
                  <a:pt x="0" y="99523"/>
                </a:lnTo>
                <a:cubicBezTo>
                  <a:pt x="3374" y="101210"/>
                  <a:pt x="8434" y="102897"/>
                  <a:pt x="13495" y="102897"/>
                </a:cubicBezTo>
                <a:cubicBezTo>
                  <a:pt x="18555" y="104583"/>
                  <a:pt x="23616" y="104583"/>
                  <a:pt x="26989" y="104583"/>
                </a:cubicBezTo>
                <a:cubicBezTo>
                  <a:pt x="35423" y="104583"/>
                  <a:pt x="40484" y="102897"/>
                  <a:pt x="45544" y="101210"/>
                </a:cubicBezTo>
                <a:cubicBezTo>
                  <a:pt x="50605" y="97836"/>
                  <a:pt x="55665" y="94462"/>
                  <a:pt x="57352" y="89402"/>
                </a:cubicBezTo>
                <a:cubicBezTo>
                  <a:pt x="60726" y="86028"/>
                  <a:pt x="62413" y="80968"/>
                  <a:pt x="62413" y="74220"/>
                </a:cubicBezTo>
                <a:cubicBezTo>
                  <a:pt x="62413" y="70847"/>
                  <a:pt x="60726" y="67473"/>
                  <a:pt x="59039" y="64099"/>
                </a:cubicBezTo>
                <a:cubicBezTo>
                  <a:pt x="59039" y="62413"/>
                  <a:pt x="57352" y="59039"/>
                  <a:pt x="53978" y="57352"/>
                </a:cubicBezTo>
                <a:cubicBezTo>
                  <a:pt x="52292" y="55665"/>
                  <a:pt x="48918" y="53978"/>
                  <a:pt x="47231" y="52292"/>
                </a:cubicBezTo>
                <a:cubicBezTo>
                  <a:pt x="43858" y="50605"/>
                  <a:pt x="40484" y="48918"/>
                  <a:pt x="38797" y="48918"/>
                </a:cubicBezTo>
                <a:cubicBezTo>
                  <a:pt x="42171" y="45544"/>
                  <a:pt x="47231" y="43858"/>
                  <a:pt x="50605" y="42171"/>
                </a:cubicBezTo>
                <a:cubicBezTo>
                  <a:pt x="52292" y="38797"/>
                  <a:pt x="55665" y="35423"/>
                  <a:pt x="57352" y="33737"/>
                </a:cubicBezTo>
                <a:cubicBezTo>
                  <a:pt x="59039" y="30363"/>
                  <a:pt x="59039" y="25302"/>
                  <a:pt x="59039" y="21929"/>
                </a:cubicBezTo>
                <a:cubicBezTo>
                  <a:pt x="59039" y="16868"/>
                  <a:pt x="59039" y="13495"/>
                  <a:pt x="55665" y="10121"/>
                </a:cubicBezTo>
                <a:cubicBezTo>
                  <a:pt x="53978" y="6747"/>
                  <a:pt x="50605" y="5060"/>
                  <a:pt x="47231" y="3374"/>
                </a:cubicBezTo>
                <a:cubicBezTo>
                  <a:pt x="42171" y="0"/>
                  <a:pt x="37110" y="0"/>
                  <a:pt x="32050" y="0"/>
                </a:cubicBezTo>
                <a:cubicBezTo>
                  <a:pt x="26989" y="0"/>
                  <a:pt x="21929" y="0"/>
                  <a:pt x="16868" y="1687"/>
                </a:cubicBezTo>
                <a:cubicBezTo>
                  <a:pt x="11808" y="3374"/>
                  <a:pt x="6747" y="5060"/>
                  <a:pt x="0" y="8434"/>
                </a:cubicBezTo>
                <a:lnTo>
                  <a:pt x="0" y="21929"/>
                </a:lnTo>
                <a:lnTo>
                  <a:pt x="10121" y="219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Text 3">
            <a:extLst xmlns:a="http://schemas.openxmlformats.org/drawingml/2006/main">
              <a:ext uri="{FF2B5EF4-FFF2-40B4-BE49-F238E27FC236}">
                <a16:creationId xmlns:a16="http://schemas.microsoft.com/office/drawing/2014/main" id="{4A30034F-DB4D-443D-8F7F-AA38EFF4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560" y="2184211"/>
            <a:ext cx="61911" cy="104709"/>
          </a:xfrm>
          <a:custGeom xmlns:a="http://schemas.openxmlformats.org/drawingml/2006/main">
            <a:pathLst>
              <a:path w="61911" h="104709">
                <a:moveTo>
                  <a:pt x="1124" y="22411"/>
                </a:moveTo>
                <a:lnTo>
                  <a:pt x="1124" y="8170"/>
                </a:lnTo>
                <a:cubicBezTo>
                  <a:pt x="6921" y="5422"/>
                  <a:pt x="12342" y="3373"/>
                  <a:pt x="17389" y="2024"/>
                </a:cubicBezTo>
                <a:cubicBezTo>
                  <a:pt x="22436" y="675"/>
                  <a:pt x="27308" y="0"/>
                  <a:pt x="32005" y="0"/>
                </a:cubicBezTo>
                <a:cubicBezTo>
                  <a:pt x="37651" y="0"/>
                  <a:pt x="42598" y="874"/>
                  <a:pt x="46845" y="2623"/>
                </a:cubicBezTo>
                <a:cubicBezTo>
                  <a:pt x="51093" y="4372"/>
                  <a:pt x="54341" y="6883"/>
                  <a:pt x="56589" y="10156"/>
                </a:cubicBezTo>
                <a:cubicBezTo>
                  <a:pt x="58838" y="13429"/>
                  <a:pt x="59962" y="17339"/>
                  <a:pt x="59962" y="21886"/>
                </a:cubicBezTo>
                <a:cubicBezTo>
                  <a:pt x="59962" y="26133"/>
                  <a:pt x="59113" y="29869"/>
                  <a:pt x="57414" y="33092"/>
                </a:cubicBezTo>
                <a:cubicBezTo>
                  <a:pt x="55715" y="36314"/>
                  <a:pt x="53329" y="39125"/>
                  <a:pt x="50256" y="41524"/>
                </a:cubicBezTo>
                <a:cubicBezTo>
                  <a:pt x="47183" y="43922"/>
                  <a:pt x="43198" y="46271"/>
                  <a:pt x="38301" y="48569"/>
                </a:cubicBezTo>
                <a:lnTo>
                  <a:pt x="38301" y="49244"/>
                </a:lnTo>
                <a:cubicBezTo>
                  <a:pt x="41349" y="49793"/>
                  <a:pt x="44284" y="50730"/>
                  <a:pt x="47108" y="52055"/>
                </a:cubicBezTo>
                <a:cubicBezTo>
                  <a:pt x="49931" y="53379"/>
                  <a:pt x="52442" y="55090"/>
                  <a:pt x="54640" y="57189"/>
                </a:cubicBezTo>
                <a:cubicBezTo>
                  <a:pt x="56839" y="59287"/>
                  <a:pt x="58600" y="61798"/>
                  <a:pt x="59925" y="64721"/>
                </a:cubicBezTo>
                <a:cubicBezTo>
                  <a:pt x="61249" y="67645"/>
                  <a:pt x="61911" y="70980"/>
                  <a:pt x="61911" y="74728"/>
                </a:cubicBezTo>
                <a:cubicBezTo>
                  <a:pt x="61911" y="80524"/>
                  <a:pt x="60649" y="85671"/>
                  <a:pt x="58126" y="90168"/>
                </a:cubicBezTo>
                <a:cubicBezTo>
                  <a:pt x="55602" y="94665"/>
                  <a:pt x="51742" y="98213"/>
                  <a:pt x="46546" y="100811"/>
                </a:cubicBezTo>
                <a:cubicBezTo>
                  <a:pt x="41349" y="103409"/>
                  <a:pt x="35028" y="104709"/>
                  <a:pt x="27583" y="104709"/>
                </a:cubicBezTo>
                <a:cubicBezTo>
                  <a:pt x="23285" y="104709"/>
                  <a:pt x="18651" y="104221"/>
                  <a:pt x="13679" y="103247"/>
                </a:cubicBezTo>
                <a:cubicBezTo>
                  <a:pt x="8707" y="102273"/>
                  <a:pt x="4147" y="100986"/>
                  <a:pt x="0" y="99387"/>
                </a:cubicBezTo>
                <a:lnTo>
                  <a:pt x="0" y="83497"/>
                </a:lnTo>
                <a:lnTo>
                  <a:pt x="8994" y="83497"/>
                </a:lnTo>
                <a:cubicBezTo>
                  <a:pt x="10743" y="88694"/>
                  <a:pt x="13054" y="92466"/>
                  <a:pt x="15927" y="94815"/>
                </a:cubicBezTo>
                <a:cubicBezTo>
                  <a:pt x="18801" y="97163"/>
                  <a:pt x="22711" y="98338"/>
                  <a:pt x="27657" y="98338"/>
                </a:cubicBezTo>
                <a:cubicBezTo>
                  <a:pt x="34153" y="98338"/>
                  <a:pt x="39063" y="96564"/>
                  <a:pt x="42386" y="93016"/>
                </a:cubicBezTo>
                <a:cubicBezTo>
                  <a:pt x="45709" y="89468"/>
                  <a:pt x="47370" y="84222"/>
                  <a:pt x="47370" y="77276"/>
                </a:cubicBezTo>
                <a:cubicBezTo>
                  <a:pt x="47370" y="69981"/>
                  <a:pt x="45171" y="64409"/>
                  <a:pt x="40774" y="60562"/>
                </a:cubicBezTo>
                <a:cubicBezTo>
                  <a:pt x="36377" y="56714"/>
                  <a:pt x="29931" y="54790"/>
                  <a:pt x="21436" y="54790"/>
                </a:cubicBezTo>
                <a:lnTo>
                  <a:pt x="14691" y="54790"/>
                </a:lnTo>
                <a:lnTo>
                  <a:pt x="14691" y="48194"/>
                </a:lnTo>
                <a:cubicBezTo>
                  <a:pt x="21436" y="47795"/>
                  <a:pt x="27120" y="46496"/>
                  <a:pt x="31742" y="44297"/>
                </a:cubicBezTo>
                <a:cubicBezTo>
                  <a:pt x="36364" y="42098"/>
                  <a:pt x="39800" y="39275"/>
                  <a:pt x="42048" y="35827"/>
                </a:cubicBezTo>
                <a:cubicBezTo>
                  <a:pt x="44297" y="32379"/>
                  <a:pt x="45421" y="28507"/>
                  <a:pt x="45421" y="24210"/>
                </a:cubicBezTo>
                <a:cubicBezTo>
                  <a:pt x="45421" y="18663"/>
                  <a:pt x="43947" y="14391"/>
                  <a:pt x="40999" y="11393"/>
                </a:cubicBezTo>
                <a:cubicBezTo>
                  <a:pt x="38051" y="8395"/>
                  <a:pt x="33754" y="6896"/>
                  <a:pt x="28107" y="6896"/>
                </a:cubicBezTo>
                <a:cubicBezTo>
                  <a:pt x="23410" y="6896"/>
                  <a:pt x="19588" y="8170"/>
                  <a:pt x="16639" y="10718"/>
                </a:cubicBezTo>
                <a:cubicBezTo>
                  <a:pt x="13691" y="13267"/>
                  <a:pt x="11518" y="17164"/>
                  <a:pt x="10119" y="22411"/>
                </a:cubicBezTo>
                <a:lnTo>
                  <a:pt x="1124" y="224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Text 2">
            <a:extLst xmlns:a="http://schemas.openxmlformats.org/drawingml/2006/main">
              <a:ext uri="{FF2B5EF4-FFF2-40B4-BE49-F238E27FC236}">
                <a16:creationId xmlns:a16="http://schemas.microsoft.com/office/drawing/2014/main" id="{9A1B3E03-7540-41A2-AD93-6F8CC408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855" y="2184211"/>
            <a:ext cx="62960" cy="103509"/>
          </a:xfrm>
          <a:custGeom xmlns:a="http://schemas.openxmlformats.org/drawingml/2006/main">
            <a:pathLst>
              <a:path w="62960" h="103509">
                <a:moveTo>
                  <a:pt x="42948" y="91517"/>
                </a:moveTo>
                <a:cubicBezTo>
                  <a:pt x="45396" y="91517"/>
                  <a:pt x="47370" y="91367"/>
                  <a:pt x="48869" y="91067"/>
                </a:cubicBezTo>
                <a:cubicBezTo>
                  <a:pt x="50368" y="90767"/>
                  <a:pt x="51567" y="90268"/>
                  <a:pt x="52467" y="89568"/>
                </a:cubicBezTo>
                <a:cubicBezTo>
                  <a:pt x="53366" y="88869"/>
                  <a:pt x="54078" y="87957"/>
                  <a:pt x="54603" y="86832"/>
                </a:cubicBezTo>
                <a:cubicBezTo>
                  <a:pt x="55128" y="85708"/>
                  <a:pt x="55790" y="83972"/>
                  <a:pt x="56589" y="81623"/>
                </a:cubicBezTo>
                <a:lnTo>
                  <a:pt x="62960" y="81623"/>
                </a:lnTo>
                <a:lnTo>
                  <a:pt x="61686" y="103509"/>
                </a:lnTo>
                <a:lnTo>
                  <a:pt x="0" y="103509"/>
                </a:lnTo>
                <a:lnTo>
                  <a:pt x="0" y="99912"/>
                </a:lnTo>
                <a:cubicBezTo>
                  <a:pt x="2149" y="94665"/>
                  <a:pt x="5047" y="89293"/>
                  <a:pt x="8694" y="83797"/>
                </a:cubicBezTo>
                <a:cubicBezTo>
                  <a:pt x="12342" y="78300"/>
                  <a:pt x="17514" y="71829"/>
                  <a:pt x="24210" y="64384"/>
                </a:cubicBezTo>
                <a:cubicBezTo>
                  <a:pt x="30006" y="57988"/>
                  <a:pt x="34178" y="53141"/>
                  <a:pt x="36727" y="49843"/>
                </a:cubicBezTo>
                <a:cubicBezTo>
                  <a:pt x="39525" y="46246"/>
                  <a:pt x="41611" y="43135"/>
                  <a:pt x="42985" y="40512"/>
                </a:cubicBezTo>
                <a:cubicBezTo>
                  <a:pt x="44359" y="37888"/>
                  <a:pt x="45346" y="35415"/>
                  <a:pt x="45946" y="33092"/>
                </a:cubicBezTo>
                <a:cubicBezTo>
                  <a:pt x="46546" y="30768"/>
                  <a:pt x="46845" y="28432"/>
                  <a:pt x="46845" y="26083"/>
                </a:cubicBezTo>
                <a:cubicBezTo>
                  <a:pt x="46845" y="22336"/>
                  <a:pt x="46246" y="19025"/>
                  <a:pt x="45046" y="16152"/>
                </a:cubicBezTo>
                <a:cubicBezTo>
                  <a:pt x="43847" y="13279"/>
                  <a:pt x="42011" y="11018"/>
                  <a:pt x="39537" y="9369"/>
                </a:cubicBezTo>
                <a:cubicBezTo>
                  <a:pt x="37064" y="7720"/>
                  <a:pt x="33953" y="6896"/>
                  <a:pt x="30206" y="6896"/>
                </a:cubicBezTo>
                <a:cubicBezTo>
                  <a:pt x="20862" y="6896"/>
                  <a:pt x="14566" y="12092"/>
                  <a:pt x="11318" y="22486"/>
                </a:cubicBezTo>
                <a:lnTo>
                  <a:pt x="2249" y="22486"/>
                </a:lnTo>
                <a:lnTo>
                  <a:pt x="2249" y="8095"/>
                </a:lnTo>
                <a:cubicBezTo>
                  <a:pt x="8295" y="5247"/>
                  <a:pt x="13954" y="3185"/>
                  <a:pt x="19225" y="1911"/>
                </a:cubicBezTo>
                <a:cubicBezTo>
                  <a:pt x="24497" y="637"/>
                  <a:pt x="29231" y="0"/>
                  <a:pt x="33429" y="0"/>
                </a:cubicBezTo>
                <a:cubicBezTo>
                  <a:pt x="42723" y="0"/>
                  <a:pt x="49743" y="2036"/>
                  <a:pt x="54490" y="6109"/>
                </a:cubicBezTo>
                <a:cubicBezTo>
                  <a:pt x="59237" y="10181"/>
                  <a:pt x="61611" y="16090"/>
                  <a:pt x="61611" y="23835"/>
                </a:cubicBezTo>
                <a:cubicBezTo>
                  <a:pt x="61611" y="26483"/>
                  <a:pt x="61349" y="28919"/>
                  <a:pt x="60824" y="31143"/>
                </a:cubicBezTo>
                <a:cubicBezTo>
                  <a:pt x="60299" y="33366"/>
                  <a:pt x="59475" y="35565"/>
                  <a:pt x="58351" y="37739"/>
                </a:cubicBezTo>
                <a:cubicBezTo>
                  <a:pt x="57226" y="39912"/>
                  <a:pt x="55715" y="42248"/>
                  <a:pt x="53816" y="44747"/>
                </a:cubicBezTo>
                <a:cubicBezTo>
                  <a:pt x="51917" y="47245"/>
                  <a:pt x="49818" y="49781"/>
                  <a:pt x="47520" y="52354"/>
                </a:cubicBezTo>
                <a:cubicBezTo>
                  <a:pt x="45221" y="54928"/>
                  <a:pt x="41249" y="59212"/>
                  <a:pt x="35602" y="65209"/>
                </a:cubicBezTo>
                <a:cubicBezTo>
                  <a:pt x="26108" y="75252"/>
                  <a:pt x="19138" y="84022"/>
                  <a:pt x="14691" y="91517"/>
                </a:cubicBezTo>
                <a:lnTo>
                  <a:pt x="42948" y="915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Text 1">
            <a:extLst xmlns:a="http://schemas.openxmlformats.org/drawingml/2006/main">
              <a:ext uri="{FF2B5EF4-FFF2-40B4-BE49-F238E27FC236}">
                <a16:creationId xmlns:a16="http://schemas.microsoft.com/office/drawing/2014/main" id="{17948595-0811-47DC-8CD9-0F20EC41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482" y="2184211"/>
            <a:ext cx="59662" cy="103509"/>
          </a:xfrm>
          <a:custGeom xmlns:a="http://schemas.openxmlformats.org/drawingml/2006/main">
            <a:pathLst>
              <a:path w="59662" h="103509">
                <a:moveTo>
                  <a:pt x="38750" y="83947"/>
                </a:moveTo>
                <a:cubicBezTo>
                  <a:pt x="38750" y="86845"/>
                  <a:pt x="38913" y="89031"/>
                  <a:pt x="39238" y="90505"/>
                </a:cubicBezTo>
                <a:cubicBezTo>
                  <a:pt x="39562" y="91979"/>
                  <a:pt x="40137" y="93178"/>
                  <a:pt x="40962" y="94103"/>
                </a:cubicBezTo>
                <a:cubicBezTo>
                  <a:pt x="41786" y="95027"/>
                  <a:pt x="42973" y="95752"/>
                  <a:pt x="44522" y="96277"/>
                </a:cubicBezTo>
                <a:cubicBezTo>
                  <a:pt x="46071" y="96801"/>
                  <a:pt x="48020" y="97201"/>
                  <a:pt x="50368" y="97476"/>
                </a:cubicBezTo>
                <a:cubicBezTo>
                  <a:pt x="52717" y="97751"/>
                  <a:pt x="55815" y="97938"/>
                  <a:pt x="59662" y="98038"/>
                </a:cubicBezTo>
                <a:lnTo>
                  <a:pt x="59662" y="103509"/>
                </a:lnTo>
                <a:lnTo>
                  <a:pt x="4272" y="103509"/>
                </a:lnTo>
                <a:lnTo>
                  <a:pt x="4272" y="98038"/>
                </a:lnTo>
                <a:cubicBezTo>
                  <a:pt x="9819" y="97788"/>
                  <a:pt x="13779" y="97451"/>
                  <a:pt x="16152" y="97026"/>
                </a:cubicBezTo>
                <a:cubicBezTo>
                  <a:pt x="18526" y="96601"/>
                  <a:pt x="20337" y="95964"/>
                  <a:pt x="21586" y="95115"/>
                </a:cubicBezTo>
                <a:cubicBezTo>
                  <a:pt x="22836" y="94265"/>
                  <a:pt x="23747" y="93066"/>
                  <a:pt x="24322" y="91517"/>
                </a:cubicBezTo>
                <a:cubicBezTo>
                  <a:pt x="24897" y="89968"/>
                  <a:pt x="25184" y="87445"/>
                  <a:pt x="25184" y="83947"/>
                </a:cubicBezTo>
                <a:lnTo>
                  <a:pt x="25184" y="23160"/>
                </a:lnTo>
                <a:cubicBezTo>
                  <a:pt x="25184" y="21162"/>
                  <a:pt x="24834" y="19700"/>
                  <a:pt x="24135" y="18776"/>
                </a:cubicBezTo>
                <a:cubicBezTo>
                  <a:pt x="23435" y="17851"/>
                  <a:pt x="22411" y="17389"/>
                  <a:pt x="21062" y="17389"/>
                </a:cubicBezTo>
                <a:cubicBezTo>
                  <a:pt x="19463" y="17389"/>
                  <a:pt x="17189" y="18213"/>
                  <a:pt x="14241" y="19862"/>
                </a:cubicBezTo>
                <a:cubicBezTo>
                  <a:pt x="11293" y="21511"/>
                  <a:pt x="7645" y="23785"/>
                  <a:pt x="3298" y="26683"/>
                </a:cubicBezTo>
                <a:lnTo>
                  <a:pt x="0" y="20912"/>
                </a:lnTo>
                <a:lnTo>
                  <a:pt x="35078" y="0"/>
                </a:lnTo>
                <a:lnTo>
                  <a:pt x="39200" y="0"/>
                </a:lnTo>
                <a:cubicBezTo>
                  <a:pt x="38900" y="4797"/>
                  <a:pt x="38750" y="11443"/>
                  <a:pt x="38750" y="19937"/>
                </a:cubicBezTo>
                <a:lnTo>
                  <a:pt x="38750" y="839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B9F22C-C1FA-4D1E-8D3A-9BC163A3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631" y="2237103"/>
            <a:ext cx="1096438" cy="11808"/>
          </a:xfrm>
          <a:custGeom xmlns:a="http://schemas.openxmlformats.org/drawingml/2006/main">
            <a:pathLst>
              <a:path w="1096438" h="11808">
                <a:moveTo>
                  <a:pt x="94462" y="0"/>
                </a:moveTo>
                <a:lnTo>
                  <a:pt x="94462" y="11808"/>
                </a:lnTo>
                <a:lnTo>
                  <a:pt x="0" y="11808"/>
                </a:lnTo>
                <a:lnTo>
                  <a:pt x="0" y="0"/>
                </a:lnTo>
                <a:lnTo>
                  <a:pt x="94462" y="0"/>
                </a:lnTo>
                <a:close/>
                <a:moveTo>
                  <a:pt x="595450" y="0"/>
                </a:moveTo>
                <a:lnTo>
                  <a:pt x="595450" y="11808"/>
                </a:lnTo>
                <a:lnTo>
                  <a:pt x="500988" y="11808"/>
                </a:lnTo>
                <a:lnTo>
                  <a:pt x="500988" y="0"/>
                </a:lnTo>
                <a:lnTo>
                  <a:pt x="595450" y="0"/>
                </a:lnTo>
                <a:close/>
                <a:moveTo>
                  <a:pt x="1096438" y="0"/>
                </a:moveTo>
                <a:lnTo>
                  <a:pt x="1096438" y="11808"/>
                </a:lnTo>
                <a:lnTo>
                  <a:pt x="1001976" y="11808"/>
                </a:lnTo>
                <a:lnTo>
                  <a:pt x="1001976" y="0"/>
                </a:lnTo>
                <a:lnTo>
                  <a:pt x="10964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DEC0CD-9A00-480F-B0B1-85EF3D42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134" y="2500249"/>
            <a:ext cx="114704" cy="138320"/>
          </a:xfrm>
          <a:custGeom xmlns:a="http://schemas.openxmlformats.org/drawingml/2006/main">
            <a:pathLst>
              <a:path w="114704" h="138320">
                <a:moveTo>
                  <a:pt x="53978" y="67473"/>
                </a:moveTo>
                <a:cubicBezTo>
                  <a:pt x="64099" y="67473"/>
                  <a:pt x="72534" y="67473"/>
                  <a:pt x="77594" y="64099"/>
                </a:cubicBezTo>
                <a:cubicBezTo>
                  <a:pt x="82655" y="60726"/>
                  <a:pt x="87715" y="57352"/>
                  <a:pt x="91089" y="50605"/>
                </a:cubicBezTo>
                <a:cubicBezTo>
                  <a:pt x="94462" y="45544"/>
                  <a:pt x="96149" y="38797"/>
                  <a:pt x="96149" y="32050"/>
                </a:cubicBezTo>
                <a:cubicBezTo>
                  <a:pt x="96149" y="28676"/>
                  <a:pt x="96149" y="25302"/>
                  <a:pt x="94462" y="23616"/>
                </a:cubicBezTo>
                <a:cubicBezTo>
                  <a:pt x="94462" y="21929"/>
                  <a:pt x="94462" y="20242"/>
                  <a:pt x="92776" y="18555"/>
                </a:cubicBezTo>
                <a:cubicBezTo>
                  <a:pt x="92776" y="16868"/>
                  <a:pt x="91089" y="15181"/>
                  <a:pt x="89402" y="13495"/>
                </a:cubicBezTo>
                <a:cubicBezTo>
                  <a:pt x="87715" y="13495"/>
                  <a:pt x="86028" y="11808"/>
                  <a:pt x="84341" y="11808"/>
                </a:cubicBezTo>
                <a:cubicBezTo>
                  <a:pt x="82655" y="10121"/>
                  <a:pt x="80968" y="10121"/>
                  <a:pt x="77594" y="10121"/>
                </a:cubicBezTo>
                <a:cubicBezTo>
                  <a:pt x="74220" y="8434"/>
                  <a:pt x="70847" y="8434"/>
                  <a:pt x="67473" y="8434"/>
                </a:cubicBezTo>
                <a:cubicBezTo>
                  <a:pt x="62413" y="8434"/>
                  <a:pt x="59039" y="8434"/>
                  <a:pt x="55665" y="8434"/>
                </a:cubicBezTo>
                <a:lnTo>
                  <a:pt x="42171" y="67473"/>
                </a:lnTo>
                <a:lnTo>
                  <a:pt x="53978" y="67473"/>
                </a:lnTo>
                <a:close/>
                <a:moveTo>
                  <a:pt x="77594" y="75907"/>
                </a:moveTo>
                <a:cubicBezTo>
                  <a:pt x="80968" y="77594"/>
                  <a:pt x="82655" y="80968"/>
                  <a:pt x="84341" y="84341"/>
                </a:cubicBezTo>
                <a:cubicBezTo>
                  <a:pt x="87715" y="87715"/>
                  <a:pt x="89402" y="92776"/>
                  <a:pt x="89402" y="99523"/>
                </a:cubicBezTo>
                <a:lnTo>
                  <a:pt x="92776" y="111331"/>
                </a:lnTo>
                <a:cubicBezTo>
                  <a:pt x="92776" y="114704"/>
                  <a:pt x="94462" y="118078"/>
                  <a:pt x="94462" y="119765"/>
                </a:cubicBezTo>
                <a:cubicBezTo>
                  <a:pt x="96149" y="123138"/>
                  <a:pt x="96149" y="126512"/>
                  <a:pt x="97836" y="128199"/>
                </a:cubicBezTo>
                <a:cubicBezTo>
                  <a:pt x="99523" y="129886"/>
                  <a:pt x="101210" y="131573"/>
                  <a:pt x="102897" y="131573"/>
                </a:cubicBezTo>
                <a:cubicBezTo>
                  <a:pt x="104583" y="133259"/>
                  <a:pt x="106270" y="133259"/>
                  <a:pt x="109644" y="133259"/>
                </a:cubicBezTo>
                <a:lnTo>
                  <a:pt x="109644" y="138320"/>
                </a:lnTo>
                <a:lnTo>
                  <a:pt x="80968" y="138320"/>
                </a:lnTo>
                <a:cubicBezTo>
                  <a:pt x="79281" y="133259"/>
                  <a:pt x="75907" y="124825"/>
                  <a:pt x="74220" y="116391"/>
                </a:cubicBezTo>
                <a:lnTo>
                  <a:pt x="70847" y="96149"/>
                </a:lnTo>
                <a:cubicBezTo>
                  <a:pt x="69160" y="91089"/>
                  <a:pt x="69160" y="89402"/>
                  <a:pt x="67473" y="86028"/>
                </a:cubicBezTo>
                <a:cubicBezTo>
                  <a:pt x="67473" y="84341"/>
                  <a:pt x="65786" y="80968"/>
                  <a:pt x="64099" y="80968"/>
                </a:cubicBezTo>
                <a:cubicBezTo>
                  <a:pt x="62413" y="79281"/>
                  <a:pt x="60726" y="77594"/>
                  <a:pt x="59039" y="77594"/>
                </a:cubicBezTo>
                <a:cubicBezTo>
                  <a:pt x="57352" y="77594"/>
                  <a:pt x="53978" y="77594"/>
                  <a:pt x="52292" y="77594"/>
                </a:cubicBezTo>
                <a:lnTo>
                  <a:pt x="40484" y="77594"/>
                </a:lnTo>
                <a:lnTo>
                  <a:pt x="33737" y="109644"/>
                </a:lnTo>
                <a:cubicBezTo>
                  <a:pt x="32050" y="111331"/>
                  <a:pt x="32050" y="114704"/>
                  <a:pt x="32050" y="114704"/>
                </a:cubicBezTo>
                <a:cubicBezTo>
                  <a:pt x="32050" y="116391"/>
                  <a:pt x="32050" y="118078"/>
                  <a:pt x="32050" y="119765"/>
                </a:cubicBezTo>
                <a:cubicBezTo>
                  <a:pt x="30363" y="121452"/>
                  <a:pt x="30363" y="123138"/>
                  <a:pt x="30363" y="124825"/>
                </a:cubicBezTo>
                <a:cubicBezTo>
                  <a:pt x="30363" y="126512"/>
                  <a:pt x="32050" y="128199"/>
                  <a:pt x="32050" y="129886"/>
                </a:cubicBezTo>
                <a:cubicBezTo>
                  <a:pt x="32050" y="131573"/>
                  <a:pt x="33737" y="131573"/>
                  <a:pt x="35423" y="133259"/>
                </a:cubicBezTo>
                <a:cubicBezTo>
                  <a:pt x="37110" y="133259"/>
                  <a:pt x="38797" y="133259"/>
                  <a:pt x="42171" y="133259"/>
                </a:cubicBezTo>
                <a:lnTo>
                  <a:pt x="40484" y="138320"/>
                </a:lnTo>
                <a:lnTo>
                  <a:pt x="0" y="138320"/>
                </a:lnTo>
                <a:lnTo>
                  <a:pt x="0" y="133259"/>
                </a:lnTo>
                <a:cubicBezTo>
                  <a:pt x="3374" y="133259"/>
                  <a:pt x="5060" y="133259"/>
                  <a:pt x="6747" y="131573"/>
                </a:cubicBezTo>
                <a:cubicBezTo>
                  <a:pt x="6747" y="131573"/>
                  <a:pt x="8434" y="129886"/>
                  <a:pt x="10121" y="128199"/>
                </a:cubicBezTo>
                <a:cubicBezTo>
                  <a:pt x="10121" y="126512"/>
                  <a:pt x="11808" y="124825"/>
                  <a:pt x="11808" y="121452"/>
                </a:cubicBezTo>
                <a:cubicBezTo>
                  <a:pt x="11808" y="119765"/>
                  <a:pt x="13495" y="114704"/>
                  <a:pt x="15181" y="107957"/>
                </a:cubicBezTo>
                <a:lnTo>
                  <a:pt x="32050" y="30363"/>
                </a:lnTo>
                <a:cubicBezTo>
                  <a:pt x="33737" y="23616"/>
                  <a:pt x="35423" y="18555"/>
                  <a:pt x="35423" y="13495"/>
                </a:cubicBezTo>
                <a:cubicBezTo>
                  <a:pt x="35423" y="10121"/>
                  <a:pt x="33737" y="8434"/>
                  <a:pt x="32050" y="6747"/>
                </a:cubicBezTo>
                <a:cubicBezTo>
                  <a:pt x="30363" y="5060"/>
                  <a:pt x="28676" y="5060"/>
                  <a:pt x="25302" y="5060"/>
                </a:cubicBezTo>
                <a:lnTo>
                  <a:pt x="25302" y="0"/>
                </a:lnTo>
                <a:lnTo>
                  <a:pt x="70847" y="0"/>
                </a:lnTo>
                <a:cubicBezTo>
                  <a:pt x="77594" y="0"/>
                  <a:pt x="84341" y="0"/>
                  <a:pt x="89402" y="1687"/>
                </a:cubicBezTo>
                <a:cubicBezTo>
                  <a:pt x="92776" y="1687"/>
                  <a:pt x="97836" y="3374"/>
                  <a:pt x="101210" y="5060"/>
                </a:cubicBezTo>
                <a:cubicBezTo>
                  <a:pt x="102897" y="6747"/>
                  <a:pt x="106270" y="8434"/>
                  <a:pt x="107957" y="11808"/>
                </a:cubicBezTo>
                <a:cubicBezTo>
                  <a:pt x="111331" y="13495"/>
                  <a:pt x="113017" y="16868"/>
                  <a:pt x="113017" y="20242"/>
                </a:cubicBezTo>
                <a:cubicBezTo>
                  <a:pt x="114704" y="23616"/>
                  <a:pt x="114704" y="26989"/>
                  <a:pt x="114704" y="32050"/>
                </a:cubicBezTo>
                <a:cubicBezTo>
                  <a:pt x="114704" y="42171"/>
                  <a:pt x="111331" y="50605"/>
                  <a:pt x="106270" y="57352"/>
                </a:cubicBezTo>
                <a:cubicBezTo>
                  <a:pt x="99523" y="65786"/>
                  <a:pt x="89402" y="70847"/>
                  <a:pt x="77594" y="74220"/>
                </a:cubicBezTo>
                <a:lnTo>
                  <a:pt x="77594" y="759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3906A6-8177-4B4B-9160-A84B4915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514" y="2468199"/>
            <a:ext cx="53978" cy="96149"/>
          </a:xfrm>
          <a:custGeom xmlns:a="http://schemas.openxmlformats.org/drawingml/2006/main">
            <a:pathLst>
              <a:path w="53978" h="96149">
                <a:moveTo>
                  <a:pt x="47231" y="79281"/>
                </a:moveTo>
                <a:cubicBezTo>
                  <a:pt x="43858" y="82655"/>
                  <a:pt x="42171" y="86028"/>
                  <a:pt x="38797" y="87715"/>
                </a:cubicBezTo>
                <a:cubicBezTo>
                  <a:pt x="37110" y="89402"/>
                  <a:pt x="35423" y="91089"/>
                  <a:pt x="32050" y="92776"/>
                </a:cubicBezTo>
                <a:cubicBezTo>
                  <a:pt x="30363" y="92776"/>
                  <a:pt x="28676" y="94462"/>
                  <a:pt x="26989" y="94462"/>
                </a:cubicBezTo>
                <a:cubicBezTo>
                  <a:pt x="23616" y="96149"/>
                  <a:pt x="21929" y="96149"/>
                  <a:pt x="20242" y="96149"/>
                </a:cubicBezTo>
                <a:cubicBezTo>
                  <a:pt x="13495" y="96149"/>
                  <a:pt x="8434" y="94462"/>
                  <a:pt x="6747" y="91089"/>
                </a:cubicBezTo>
                <a:cubicBezTo>
                  <a:pt x="3374" y="89402"/>
                  <a:pt x="1687" y="84341"/>
                  <a:pt x="1687" y="79281"/>
                </a:cubicBezTo>
                <a:cubicBezTo>
                  <a:pt x="1687" y="77594"/>
                  <a:pt x="1687" y="75907"/>
                  <a:pt x="1687" y="72534"/>
                </a:cubicBezTo>
                <a:cubicBezTo>
                  <a:pt x="3374" y="70847"/>
                  <a:pt x="3374" y="69160"/>
                  <a:pt x="3374" y="67473"/>
                </a:cubicBezTo>
                <a:lnTo>
                  <a:pt x="11808" y="28676"/>
                </a:lnTo>
                <a:lnTo>
                  <a:pt x="0" y="28676"/>
                </a:lnTo>
                <a:lnTo>
                  <a:pt x="1687" y="21929"/>
                </a:lnTo>
                <a:cubicBezTo>
                  <a:pt x="3374" y="21929"/>
                  <a:pt x="6747" y="21929"/>
                  <a:pt x="8434" y="21929"/>
                </a:cubicBezTo>
                <a:cubicBezTo>
                  <a:pt x="10121" y="20242"/>
                  <a:pt x="11808" y="20242"/>
                  <a:pt x="11808" y="18555"/>
                </a:cubicBezTo>
                <a:cubicBezTo>
                  <a:pt x="13495" y="18555"/>
                  <a:pt x="13495" y="16868"/>
                  <a:pt x="15181" y="16868"/>
                </a:cubicBezTo>
                <a:cubicBezTo>
                  <a:pt x="15181" y="15181"/>
                  <a:pt x="15181" y="13495"/>
                  <a:pt x="16868" y="13495"/>
                </a:cubicBezTo>
                <a:cubicBezTo>
                  <a:pt x="16868" y="11808"/>
                  <a:pt x="18555" y="10121"/>
                  <a:pt x="18555" y="8434"/>
                </a:cubicBezTo>
                <a:cubicBezTo>
                  <a:pt x="18555" y="5060"/>
                  <a:pt x="20242" y="3374"/>
                  <a:pt x="21929" y="0"/>
                </a:cubicBezTo>
                <a:lnTo>
                  <a:pt x="32050" y="0"/>
                </a:lnTo>
                <a:lnTo>
                  <a:pt x="28676" y="20242"/>
                </a:lnTo>
                <a:lnTo>
                  <a:pt x="53978" y="20242"/>
                </a:lnTo>
                <a:lnTo>
                  <a:pt x="52292" y="28676"/>
                </a:lnTo>
                <a:lnTo>
                  <a:pt x="26989" y="28676"/>
                </a:lnTo>
                <a:lnTo>
                  <a:pt x="18555" y="59039"/>
                </a:lnTo>
                <a:cubicBezTo>
                  <a:pt x="18555" y="60726"/>
                  <a:pt x="18555" y="64099"/>
                  <a:pt x="18555" y="65786"/>
                </a:cubicBezTo>
                <a:cubicBezTo>
                  <a:pt x="16868" y="65786"/>
                  <a:pt x="16868" y="67473"/>
                  <a:pt x="16868" y="69160"/>
                </a:cubicBezTo>
                <a:cubicBezTo>
                  <a:pt x="16868" y="70847"/>
                  <a:pt x="16868" y="72534"/>
                  <a:pt x="16868" y="72534"/>
                </a:cubicBezTo>
                <a:cubicBezTo>
                  <a:pt x="16868" y="74220"/>
                  <a:pt x="16868" y="75907"/>
                  <a:pt x="16868" y="75907"/>
                </a:cubicBezTo>
                <a:cubicBezTo>
                  <a:pt x="16868" y="79281"/>
                  <a:pt x="16868" y="80968"/>
                  <a:pt x="18555" y="82655"/>
                </a:cubicBezTo>
                <a:cubicBezTo>
                  <a:pt x="20242" y="84341"/>
                  <a:pt x="21929" y="86028"/>
                  <a:pt x="25302" y="86028"/>
                </a:cubicBezTo>
                <a:cubicBezTo>
                  <a:pt x="26989" y="86028"/>
                  <a:pt x="30363" y="84341"/>
                  <a:pt x="32050" y="82655"/>
                </a:cubicBezTo>
                <a:cubicBezTo>
                  <a:pt x="35423" y="80968"/>
                  <a:pt x="38797" y="79281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DE608-7A73-4A07-A511-916DF807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361" y="2614953"/>
            <a:ext cx="30363" cy="52292"/>
          </a:xfrm>
          <a:custGeom xmlns:a="http://schemas.openxmlformats.org/drawingml/2006/main">
            <a:pathLst>
              <a:path w="30363" h="52292">
                <a:moveTo>
                  <a:pt x="11808" y="0"/>
                </a:moveTo>
                <a:cubicBezTo>
                  <a:pt x="11808" y="5060"/>
                  <a:pt x="11808" y="10121"/>
                  <a:pt x="11808" y="15181"/>
                </a:cubicBezTo>
                <a:cubicBezTo>
                  <a:pt x="11808" y="20242"/>
                  <a:pt x="11808" y="25302"/>
                  <a:pt x="10121" y="28676"/>
                </a:cubicBezTo>
                <a:cubicBezTo>
                  <a:pt x="10121" y="32050"/>
                  <a:pt x="8434" y="35423"/>
                  <a:pt x="6747" y="37110"/>
                </a:cubicBezTo>
                <a:cubicBezTo>
                  <a:pt x="5060" y="40484"/>
                  <a:pt x="3374" y="42171"/>
                  <a:pt x="0" y="45544"/>
                </a:cubicBezTo>
                <a:lnTo>
                  <a:pt x="5060" y="52292"/>
                </a:lnTo>
                <a:cubicBezTo>
                  <a:pt x="11808" y="47231"/>
                  <a:pt x="16868" y="43858"/>
                  <a:pt x="20242" y="38797"/>
                </a:cubicBezTo>
                <a:cubicBezTo>
                  <a:pt x="23616" y="35423"/>
                  <a:pt x="26989" y="32050"/>
                  <a:pt x="28676" y="26989"/>
                </a:cubicBezTo>
                <a:cubicBezTo>
                  <a:pt x="30363" y="23616"/>
                  <a:pt x="30363" y="18555"/>
                  <a:pt x="30363" y="15181"/>
                </a:cubicBezTo>
                <a:cubicBezTo>
                  <a:pt x="30363" y="10121"/>
                  <a:pt x="30363" y="5060"/>
                  <a:pt x="28676" y="0"/>
                </a:cubicBezTo>
                <a:lnTo>
                  <a:pt x="118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8B079-28EB-42A5-BA51-AF6FAFD7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570" y="2614953"/>
            <a:ext cx="119765" cy="23616"/>
          </a:xfrm>
          <a:custGeom xmlns:a="http://schemas.openxmlformats.org/drawingml/2006/main">
            <a:pathLst>
              <a:path w="119765" h="23616">
                <a:moveTo>
                  <a:pt x="0" y="0"/>
                </a:moveTo>
                <a:lnTo>
                  <a:pt x="0" y="23616"/>
                </a:lnTo>
                <a:lnTo>
                  <a:pt x="20242" y="23616"/>
                </a:lnTo>
                <a:lnTo>
                  <a:pt x="20242" y="0"/>
                </a:lnTo>
                <a:lnTo>
                  <a:pt x="0" y="0"/>
                </a:lnTo>
                <a:close/>
                <a:moveTo>
                  <a:pt x="48918" y="0"/>
                </a:moveTo>
                <a:lnTo>
                  <a:pt x="48918" y="23616"/>
                </a:lnTo>
                <a:lnTo>
                  <a:pt x="70847" y="23616"/>
                </a:lnTo>
                <a:lnTo>
                  <a:pt x="70847" y="0"/>
                </a:lnTo>
                <a:lnTo>
                  <a:pt x="48918" y="0"/>
                </a:lnTo>
                <a:close/>
                <a:moveTo>
                  <a:pt x="99523" y="0"/>
                </a:moveTo>
                <a:lnTo>
                  <a:pt x="99523" y="23616"/>
                </a:lnTo>
                <a:lnTo>
                  <a:pt x="119765" y="23616"/>
                </a:lnTo>
                <a:lnTo>
                  <a:pt x="119765" y="0"/>
                </a:lnTo>
                <a:lnTo>
                  <a:pt x="995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30F16-4752-425F-96CF-91139495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253" y="2614953"/>
            <a:ext cx="30363" cy="52292"/>
          </a:xfrm>
          <a:custGeom xmlns:a="http://schemas.openxmlformats.org/drawingml/2006/main">
            <a:pathLst>
              <a:path w="30363" h="52292">
                <a:moveTo>
                  <a:pt x="10121" y="0"/>
                </a:moveTo>
                <a:cubicBezTo>
                  <a:pt x="11808" y="5060"/>
                  <a:pt x="11808" y="10121"/>
                  <a:pt x="11808" y="15181"/>
                </a:cubicBezTo>
                <a:cubicBezTo>
                  <a:pt x="11808" y="20242"/>
                  <a:pt x="11808" y="25302"/>
                  <a:pt x="10121" y="28676"/>
                </a:cubicBezTo>
                <a:cubicBezTo>
                  <a:pt x="10121" y="32050"/>
                  <a:pt x="8434" y="35423"/>
                  <a:pt x="6747" y="37110"/>
                </a:cubicBezTo>
                <a:cubicBezTo>
                  <a:pt x="5060" y="40484"/>
                  <a:pt x="3374" y="42171"/>
                  <a:pt x="0" y="45544"/>
                </a:cubicBezTo>
                <a:lnTo>
                  <a:pt x="5060" y="52292"/>
                </a:lnTo>
                <a:cubicBezTo>
                  <a:pt x="11808" y="47231"/>
                  <a:pt x="16868" y="43858"/>
                  <a:pt x="20242" y="38797"/>
                </a:cubicBezTo>
                <a:cubicBezTo>
                  <a:pt x="23616" y="35423"/>
                  <a:pt x="25302" y="32050"/>
                  <a:pt x="26989" y="26989"/>
                </a:cubicBezTo>
                <a:cubicBezTo>
                  <a:pt x="28676" y="23616"/>
                  <a:pt x="30363" y="18555"/>
                  <a:pt x="30363" y="15181"/>
                </a:cubicBezTo>
                <a:cubicBezTo>
                  <a:pt x="30363" y="10121"/>
                  <a:pt x="30363" y="5060"/>
                  <a:pt x="28676" y="0"/>
                </a:cubicBezTo>
                <a:lnTo>
                  <a:pt x="101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983FC-253B-4D5D-82B8-49A90E31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221" y="2500249"/>
            <a:ext cx="116391" cy="138320"/>
          </a:xfrm>
          <a:custGeom xmlns:a="http://schemas.openxmlformats.org/drawingml/2006/main">
            <a:pathLst>
              <a:path w="116391" h="138320">
                <a:moveTo>
                  <a:pt x="55665" y="67473"/>
                </a:moveTo>
                <a:cubicBezTo>
                  <a:pt x="64099" y="67473"/>
                  <a:pt x="72534" y="67473"/>
                  <a:pt x="77594" y="64099"/>
                </a:cubicBezTo>
                <a:cubicBezTo>
                  <a:pt x="84341" y="60726"/>
                  <a:pt x="87715" y="57352"/>
                  <a:pt x="91089" y="50605"/>
                </a:cubicBezTo>
                <a:cubicBezTo>
                  <a:pt x="94462" y="45544"/>
                  <a:pt x="96149" y="38797"/>
                  <a:pt x="96149" y="32050"/>
                </a:cubicBezTo>
                <a:cubicBezTo>
                  <a:pt x="96149" y="28676"/>
                  <a:pt x="96149" y="25302"/>
                  <a:pt x="96149" y="23616"/>
                </a:cubicBezTo>
                <a:cubicBezTo>
                  <a:pt x="96149" y="21929"/>
                  <a:pt x="94462" y="20242"/>
                  <a:pt x="94462" y="18555"/>
                </a:cubicBezTo>
                <a:cubicBezTo>
                  <a:pt x="92776" y="16868"/>
                  <a:pt x="91089" y="15181"/>
                  <a:pt x="91089" y="13495"/>
                </a:cubicBezTo>
                <a:cubicBezTo>
                  <a:pt x="89402" y="13495"/>
                  <a:pt x="87715" y="11808"/>
                  <a:pt x="86028" y="11808"/>
                </a:cubicBezTo>
                <a:cubicBezTo>
                  <a:pt x="82655" y="10121"/>
                  <a:pt x="80968" y="10121"/>
                  <a:pt x="77594" y="10121"/>
                </a:cubicBezTo>
                <a:cubicBezTo>
                  <a:pt x="75907" y="8434"/>
                  <a:pt x="72534" y="8434"/>
                  <a:pt x="67473" y="8434"/>
                </a:cubicBezTo>
                <a:cubicBezTo>
                  <a:pt x="64099" y="8434"/>
                  <a:pt x="60726" y="8434"/>
                  <a:pt x="55665" y="8434"/>
                </a:cubicBezTo>
                <a:lnTo>
                  <a:pt x="42171" y="67473"/>
                </a:lnTo>
                <a:lnTo>
                  <a:pt x="55665" y="67473"/>
                </a:lnTo>
                <a:close/>
                <a:moveTo>
                  <a:pt x="77594" y="75907"/>
                </a:moveTo>
                <a:cubicBezTo>
                  <a:pt x="80968" y="77594"/>
                  <a:pt x="84341" y="80968"/>
                  <a:pt x="86028" y="84341"/>
                </a:cubicBezTo>
                <a:cubicBezTo>
                  <a:pt x="87715" y="87715"/>
                  <a:pt x="89402" y="92776"/>
                  <a:pt x="91089" y="99523"/>
                </a:cubicBezTo>
                <a:lnTo>
                  <a:pt x="92776" y="111331"/>
                </a:lnTo>
                <a:cubicBezTo>
                  <a:pt x="94462" y="114704"/>
                  <a:pt x="94462" y="118078"/>
                  <a:pt x="96149" y="119765"/>
                </a:cubicBezTo>
                <a:cubicBezTo>
                  <a:pt x="96149" y="123138"/>
                  <a:pt x="97836" y="126512"/>
                  <a:pt x="99523" y="128199"/>
                </a:cubicBezTo>
                <a:cubicBezTo>
                  <a:pt x="99523" y="129886"/>
                  <a:pt x="101210" y="131573"/>
                  <a:pt x="102897" y="131573"/>
                </a:cubicBezTo>
                <a:cubicBezTo>
                  <a:pt x="104583" y="133259"/>
                  <a:pt x="107957" y="133259"/>
                  <a:pt x="111331" y="133259"/>
                </a:cubicBezTo>
                <a:lnTo>
                  <a:pt x="109644" y="138320"/>
                </a:lnTo>
                <a:lnTo>
                  <a:pt x="80968" y="138320"/>
                </a:lnTo>
                <a:cubicBezTo>
                  <a:pt x="79281" y="133259"/>
                  <a:pt x="77594" y="124825"/>
                  <a:pt x="75907" y="116391"/>
                </a:cubicBezTo>
                <a:lnTo>
                  <a:pt x="70847" y="96149"/>
                </a:lnTo>
                <a:cubicBezTo>
                  <a:pt x="70847" y="91089"/>
                  <a:pt x="69160" y="89402"/>
                  <a:pt x="69160" y="86028"/>
                </a:cubicBezTo>
                <a:cubicBezTo>
                  <a:pt x="67473" y="84341"/>
                  <a:pt x="65786" y="80968"/>
                  <a:pt x="64099" y="80968"/>
                </a:cubicBezTo>
                <a:cubicBezTo>
                  <a:pt x="62413" y="79281"/>
                  <a:pt x="60726" y="77594"/>
                  <a:pt x="59039" y="77594"/>
                </a:cubicBezTo>
                <a:cubicBezTo>
                  <a:pt x="57352" y="77594"/>
                  <a:pt x="55665" y="77594"/>
                  <a:pt x="52292" y="77594"/>
                </a:cubicBezTo>
                <a:lnTo>
                  <a:pt x="40484" y="77594"/>
                </a:lnTo>
                <a:lnTo>
                  <a:pt x="33737" y="109644"/>
                </a:lnTo>
                <a:cubicBezTo>
                  <a:pt x="33737" y="111331"/>
                  <a:pt x="32050" y="114704"/>
                  <a:pt x="32050" y="114704"/>
                </a:cubicBezTo>
                <a:cubicBezTo>
                  <a:pt x="32050" y="116391"/>
                  <a:pt x="32050" y="118078"/>
                  <a:pt x="32050" y="119765"/>
                </a:cubicBezTo>
                <a:cubicBezTo>
                  <a:pt x="32050" y="121452"/>
                  <a:pt x="32050" y="123138"/>
                  <a:pt x="32050" y="124825"/>
                </a:cubicBezTo>
                <a:cubicBezTo>
                  <a:pt x="32050" y="126512"/>
                  <a:pt x="32050" y="128199"/>
                  <a:pt x="32050" y="129886"/>
                </a:cubicBezTo>
                <a:cubicBezTo>
                  <a:pt x="33737" y="131573"/>
                  <a:pt x="33737" y="131573"/>
                  <a:pt x="35423" y="133259"/>
                </a:cubicBezTo>
                <a:cubicBezTo>
                  <a:pt x="37110" y="133259"/>
                  <a:pt x="38797" y="133259"/>
                  <a:pt x="42171" y="133259"/>
                </a:cubicBezTo>
                <a:lnTo>
                  <a:pt x="42171" y="138320"/>
                </a:lnTo>
                <a:lnTo>
                  <a:pt x="0" y="138320"/>
                </a:lnTo>
                <a:lnTo>
                  <a:pt x="1687" y="133259"/>
                </a:lnTo>
                <a:cubicBezTo>
                  <a:pt x="3374" y="133259"/>
                  <a:pt x="5060" y="133259"/>
                  <a:pt x="6747" y="131573"/>
                </a:cubicBezTo>
                <a:cubicBezTo>
                  <a:pt x="8434" y="131573"/>
                  <a:pt x="8434" y="129886"/>
                  <a:pt x="10121" y="128199"/>
                </a:cubicBezTo>
                <a:cubicBezTo>
                  <a:pt x="10121" y="126512"/>
                  <a:pt x="11808" y="124825"/>
                  <a:pt x="11808" y="121452"/>
                </a:cubicBezTo>
                <a:cubicBezTo>
                  <a:pt x="13495" y="119765"/>
                  <a:pt x="13495" y="114704"/>
                  <a:pt x="15181" y="107957"/>
                </a:cubicBezTo>
                <a:lnTo>
                  <a:pt x="33737" y="30363"/>
                </a:lnTo>
                <a:cubicBezTo>
                  <a:pt x="35423" y="23616"/>
                  <a:pt x="35423" y="18555"/>
                  <a:pt x="35423" y="13495"/>
                </a:cubicBezTo>
                <a:cubicBezTo>
                  <a:pt x="35423" y="10121"/>
                  <a:pt x="33737" y="8434"/>
                  <a:pt x="33737" y="6747"/>
                </a:cubicBezTo>
                <a:cubicBezTo>
                  <a:pt x="32050" y="5060"/>
                  <a:pt x="28676" y="5060"/>
                  <a:pt x="25302" y="5060"/>
                </a:cubicBezTo>
                <a:lnTo>
                  <a:pt x="26989" y="0"/>
                </a:lnTo>
                <a:lnTo>
                  <a:pt x="72534" y="0"/>
                </a:lnTo>
                <a:cubicBezTo>
                  <a:pt x="79281" y="0"/>
                  <a:pt x="84341" y="0"/>
                  <a:pt x="89402" y="1687"/>
                </a:cubicBezTo>
                <a:cubicBezTo>
                  <a:pt x="94462" y="1687"/>
                  <a:pt x="97836" y="3374"/>
                  <a:pt x="101210" y="5060"/>
                </a:cubicBezTo>
                <a:cubicBezTo>
                  <a:pt x="104583" y="6747"/>
                  <a:pt x="106270" y="8434"/>
                  <a:pt x="109644" y="11808"/>
                </a:cubicBezTo>
                <a:cubicBezTo>
                  <a:pt x="111331" y="13495"/>
                  <a:pt x="113017" y="16868"/>
                  <a:pt x="114704" y="20242"/>
                </a:cubicBezTo>
                <a:cubicBezTo>
                  <a:pt x="114704" y="23616"/>
                  <a:pt x="116391" y="26989"/>
                  <a:pt x="116391" y="32050"/>
                </a:cubicBezTo>
                <a:cubicBezTo>
                  <a:pt x="116391" y="42171"/>
                  <a:pt x="113017" y="50605"/>
                  <a:pt x="106270" y="57352"/>
                </a:cubicBezTo>
                <a:cubicBezTo>
                  <a:pt x="99523" y="65786"/>
                  <a:pt x="91089" y="70847"/>
                  <a:pt x="77594" y="74220"/>
                </a:cubicBezTo>
                <a:lnTo>
                  <a:pt x="77594" y="759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E1EAA-8ADB-424B-AF45-E4EDA365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9601" y="2468199"/>
            <a:ext cx="53978" cy="96149"/>
          </a:xfrm>
          <a:custGeom xmlns:a="http://schemas.openxmlformats.org/drawingml/2006/main">
            <a:pathLst>
              <a:path w="53978" h="96149">
                <a:moveTo>
                  <a:pt x="47231" y="79281"/>
                </a:moveTo>
                <a:cubicBezTo>
                  <a:pt x="45544" y="82655"/>
                  <a:pt x="42171" y="86028"/>
                  <a:pt x="40484" y="87715"/>
                </a:cubicBezTo>
                <a:cubicBezTo>
                  <a:pt x="37110" y="89402"/>
                  <a:pt x="35423" y="91089"/>
                  <a:pt x="33737" y="92776"/>
                </a:cubicBezTo>
                <a:cubicBezTo>
                  <a:pt x="30363" y="92776"/>
                  <a:pt x="28676" y="94462"/>
                  <a:pt x="26989" y="94462"/>
                </a:cubicBezTo>
                <a:cubicBezTo>
                  <a:pt x="25302" y="96149"/>
                  <a:pt x="21929" y="96149"/>
                  <a:pt x="20242" y="96149"/>
                </a:cubicBezTo>
                <a:cubicBezTo>
                  <a:pt x="13495" y="96149"/>
                  <a:pt x="10121" y="94462"/>
                  <a:pt x="6747" y="91089"/>
                </a:cubicBezTo>
                <a:cubicBezTo>
                  <a:pt x="3374" y="89402"/>
                  <a:pt x="3374" y="84341"/>
                  <a:pt x="3374" y="79281"/>
                </a:cubicBezTo>
                <a:cubicBezTo>
                  <a:pt x="3374" y="77594"/>
                  <a:pt x="3374" y="75907"/>
                  <a:pt x="3374" y="72534"/>
                </a:cubicBezTo>
                <a:cubicBezTo>
                  <a:pt x="3374" y="70847"/>
                  <a:pt x="3374" y="69160"/>
                  <a:pt x="3374" y="67473"/>
                </a:cubicBezTo>
                <a:lnTo>
                  <a:pt x="13495" y="28676"/>
                </a:lnTo>
                <a:lnTo>
                  <a:pt x="0" y="28676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1929"/>
                </a:cubicBezTo>
                <a:cubicBezTo>
                  <a:pt x="10121" y="20242"/>
                  <a:pt x="11808" y="20242"/>
                  <a:pt x="13495" y="18555"/>
                </a:cubicBezTo>
                <a:lnTo>
                  <a:pt x="15181" y="16868"/>
                </a:lnTo>
                <a:cubicBezTo>
                  <a:pt x="15181" y="15181"/>
                  <a:pt x="16868" y="13495"/>
                  <a:pt x="16868" y="13495"/>
                </a:cubicBezTo>
                <a:cubicBezTo>
                  <a:pt x="18555" y="11808"/>
                  <a:pt x="18555" y="10121"/>
                  <a:pt x="18555" y="8434"/>
                </a:cubicBezTo>
                <a:cubicBezTo>
                  <a:pt x="20242" y="5060"/>
                  <a:pt x="20242" y="3374"/>
                  <a:pt x="21929" y="0"/>
                </a:cubicBezTo>
                <a:lnTo>
                  <a:pt x="33737" y="0"/>
                </a:lnTo>
                <a:lnTo>
                  <a:pt x="28676" y="20242"/>
                </a:lnTo>
                <a:lnTo>
                  <a:pt x="53978" y="20242"/>
                </a:lnTo>
                <a:lnTo>
                  <a:pt x="52292" y="28676"/>
                </a:lnTo>
                <a:lnTo>
                  <a:pt x="26989" y="28676"/>
                </a:lnTo>
                <a:lnTo>
                  <a:pt x="20242" y="59039"/>
                </a:lnTo>
                <a:cubicBezTo>
                  <a:pt x="18555" y="60726"/>
                  <a:pt x="18555" y="64099"/>
                  <a:pt x="18555" y="65786"/>
                </a:cubicBezTo>
                <a:cubicBezTo>
                  <a:pt x="18555" y="65786"/>
                  <a:pt x="18555" y="67473"/>
                  <a:pt x="18555" y="69160"/>
                </a:cubicBezTo>
                <a:cubicBezTo>
                  <a:pt x="16868" y="70847"/>
                  <a:pt x="16868" y="72534"/>
                  <a:pt x="16868" y="72534"/>
                </a:cubicBezTo>
                <a:cubicBezTo>
                  <a:pt x="16868" y="74220"/>
                  <a:pt x="16868" y="75907"/>
                  <a:pt x="16868" y="75907"/>
                </a:cubicBezTo>
                <a:cubicBezTo>
                  <a:pt x="16868" y="79281"/>
                  <a:pt x="18555" y="80968"/>
                  <a:pt x="18555" y="82655"/>
                </a:cubicBezTo>
                <a:cubicBezTo>
                  <a:pt x="20242" y="84341"/>
                  <a:pt x="21929" y="86028"/>
                  <a:pt x="25302" y="86028"/>
                </a:cubicBezTo>
                <a:cubicBezTo>
                  <a:pt x="26989" y="86028"/>
                  <a:pt x="30363" y="84341"/>
                  <a:pt x="33737" y="82655"/>
                </a:cubicBezTo>
                <a:cubicBezTo>
                  <a:pt x="35423" y="80968"/>
                  <a:pt x="38797" y="79281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9F41AD-67C8-4471-BFA4-DE43AA80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48" y="2512056"/>
            <a:ext cx="94462" cy="11808"/>
          </a:xfrm>
          <a:custGeom xmlns:a="http://schemas.openxmlformats.org/drawingml/2006/main">
            <a:pathLst>
              <a:path w="94462" h="11808">
                <a:moveTo>
                  <a:pt x="94462" y="0"/>
                </a:moveTo>
                <a:lnTo>
                  <a:pt x="94462" y="11808"/>
                </a:lnTo>
                <a:lnTo>
                  <a:pt x="0" y="11808"/>
                </a:lnTo>
                <a:lnTo>
                  <a:pt x="0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Text 3">
            <a:extLst xmlns:a="http://schemas.openxmlformats.org/drawingml/2006/main">
              <a:ext uri="{FF2B5EF4-FFF2-40B4-BE49-F238E27FC236}">
                <a16:creationId xmlns:a16="http://schemas.microsoft.com/office/drawing/2014/main" id="{B024C69E-717F-4AC5-A948-0D7C383D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443" y="2459212"/>
            <a:ext cx="61911" cy="104709"/>
          </a:xfrm>
          <a:custGeom xmlns:a="http://schemas.openxmlformats.org/drawingml/2006/main">
            <a:pathLst>
              <a:path w="61911" h="104709">
                <a:moveTo>
                  <a:pt x="1124" y="22411"/>
                </a:moveTo>
                <a:lnTo>
                  <a:pt x="1124" y="8170"/>
                </a:lnTo>
                <a:cubicBezTo>
                  <a:pt x="6921" y="5422"/>
                  <a:pt x="12342" y="3373"/>
                  <a:pt x="17389" y="2024"/>
                </a:cubicBezTo>
                <a:cubicBezTo>
                  <a:pt x="22436" y="675"/>
                  <a:pt x="27308" y="0"/>
                  <a:pt x="32005" y="0"/>
                </a:cubicBezTo>
                <a:cubicBezTo>
                  <a:pt x="37651" y="0"/>
                  <a:pt x="42598" y="874"/>
                  <a:pt x="46845" y="2623"/>
                </a:cubicBezTo>
                <a:cubicBezTo>
                  <a:pt x="51093" y="4372"/>
                  <a:pt x="54341" y="6883"/>
                  <a:pt x="56589" y="10156"/>
                </a:cubicBezTo>
                <a:cubicBezTo>
                  <a:pt x="58838" y="13429"/>
                  <a:pt x="59962" y="17339"/>
                  <a:pt x="59962" y="21886"/>
                </a:cubicBezTo>
                <a:cubicBezTo>
                  <a:pt x="59962" y="26133"/>
                  <a:pt x="59113" y="29869"/>
                  <a:pt x="57414" y="33092"/>
                </a:cubicBezTo>
                <a:cubicBezTo>
                  <a:pt x="55715" y="36314"/>
                  <a:pt x="53329" y="39125"/>
                  <a:pt x="50256" y="41524"/>
                </a:cubicBezTo>
                <a:cubicBezTo>
                  <a:pt x="47183" y="43922"/>
                  <a:pt x="43198" y="46271"/>
                  <a:pt x="38301" y="48569"/>
                </a:cubicBezTo>
                <a:lnTo>
                  <a:pt x="38301" y="49244"/>
                </a:lnTo>
                <a:cubicBezTo>
                  <a:pt x="41349" y="49793"/>
                  <a:pt x="44284" y="50730"/>
                  <a:pt x="47108" y="52055"/>
                </a:cubicBezTo>
                <a:cubicBezTo>
                  <a:pt x="49931" y="53379"/>
                  <a:pt x="52442" y="55090"/>
                  <a:pt x="54640" y="57189"/>
                </a:cubicBezTo>
                <a:cubicBezTo>
                  <a:pt x="56839" y="59287"/>
                  <a:pt x="58600" y="61798"/>
                  <a:pt x="59925" y="64721"/>
                </a:cubicBezTo>
                <a:cubicBezTo>
                  <a:pt x="61249" y="67645"/>
                  <a:pt x="61911" y="70980"/>
                  <a:pt x="61911" y="74728"/>
                </a:cubicBezTo>
                <a:cubicBezTo>
                  <a:pt x="61911" y="80524"/>
                  <a:pt x="60649" y="85671"/>
                  <a:pt x="58126" y="90168"/>
                </a:cubicBezTo>
                <a:cubicBezTo>
                  <a:pt x="55602" y="94665"/>
                  <a:pt x="51742" y="98213"/>
                  <a:pt x="46546" y="100811"/>
                </a:cubicBezTo>
                <a:cubicBezTo>
                  <a:pt x="41349" y="103409"/>
                  <a:pt x="35028" y="104709"/>
                  <a:pt x="27583" y="104709"/>
                </a:cubicBezTo>
                <a:cubicBezTo>
                  <a:pt x="23285" y="104709"/>
                  <a:pt x="18651" y="104221"/>
                  <a:pt x="13679" y="103247"/>
                </a:cubicBezTo>
                <a:cubicBezTo>
                  <a:pt x="8707" y="102273"/>
                  <a:pt x="4147" y="100986"/>
                  <a:pt x="0" y="99387"/>
                </a:cubicBezTo>
                <a:lnTo>
                  <a:pt x="0" y="83497"/>
                </a:lnTo>
                <a:lnTo>
                  <a:pt x="8994" y="83497"/>
                </a:lnTo>
                <a:cubicBezTo>
                  <a:pt x="10743" y="88694"/>
                  <a:pt x="13054" y="92466"/>
                  <a:pt x="15927" y="94815"/>
                </a:cubicBezTo>
                <a:cubicBezTo>
                  <a:pt x="18801" y="97163"/>
                  <a:pt x="22711" y="98338"/>
                  <a:pt x="27657" y="98338"/>
                </a:cubicBezTo>
                <a:cubicBezTo>
                  <a:pt x="34153" y="98338"/>
                  <a:pt x="39063" y="96564"/>
                  <a:pt x="42386" y="93016"/>
                </a:cubicBezTo>
                <a:cubicBezTo>
                  <a:pt x="45709" y="89468"/>
                  <a:pt x="47370" y="84222"/>
                  <a:pt x="47370" y="77276"/>
                </a:cubicBezTo>
                <a:cubicBezTo>
                  <a:pt x="47370" y="69981"/>
                  <a:pt x="45171" y="64409"/>
                  <a:pt x="40774" y="60562"/>
                </a:cubicBezTo>
                <a:cubicBezTo>
                  <a:pt x="36377" y="56714"/>
                  <a:pt x="29931" y="54790"/>
                  <a:pt x="21436" y="54790"/>
                </a:cubicBezTo>
                <a:lnTo>
                  <a:pt x="14691" y="54790"/>
                </a:lnTo>
                <a:lnTo>
                  <a:pt x="14691" y="48194"/>
                </a:lnTo>
                <a:cubicBezTo>
                  <a:pt x="21436" y="47795"/>
                  <a:pt x="27120" y="46496"/>
                  <a:pt x="31742" y="44297"/>
                </a:cubicBezTo>
                <a:cubicBezTo>
                  <a:pt x="36364" y="42098"/>
                  <a:pt x="39800" y="39275"/>
                  <a:pt x="42048" y="35827"/>
                </a:cubicBezTo>
                <a:cubicBezTo>
                  <a:pt x="44297" y="32379"/>
                  <a:pt x="45421" y="28507"/>
                  <a:pt x="45421" y="24210"/>
                </a:cubicBezTo>
                <a:cubicBezTo>
                  <a:pt x="45421" y="18663"/>
                  <a:pt x="43947" y="14391"/>
                  <a:pt x="40999" y="11393"/>
                </a:cubicBezTo>
                <a:cubicBezTo>
                  <a:pt x="38051" y="8395"/>
                  <a:pt x="33754" y="6896"/>
                  <a:pt x="28107" y="6896"/>
                </a:cubicBezTo>
                <a:cubicBezTo>
                  <a:pt x="23410" y="6896"/>
                  <a:pt x="19588" y="8170"/>
                  <a:pt x="16639" y="10718"/>
                </a:cubicBezTo>
                <a:cubicBezTo>
                  <a:pt x="13691" y="13267"/>
                  <a:pt x="11518" y="17164"/>
                  <a:pt x="10119" y="22411"/>
                </a:cubicBezTo>
                <a:lnTo>
                  <a:pt x="1124" y="224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3A67B-D1E4-4C8A-8F95-70758799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563" y="2431089"/>
            <a:ext cx="263145" cy="261458"/>
          </a:xfrm>
          <a:custGeom xmlns:a="http://schemas.openxmlformats.org/drawingml/2006/main">
            <a:pathLst>
              <a:path w="263145" h="261458">
                <a:moveTo>
                  <a:pt x="0" y="131573"/>
                </a:moveTo>
                <a:cubicBezTo>
                  <a:pt x="0" y="59039"/>
                  <a:pt x="59039" y="0"/>
                  <a:pt x="131573" y="0"/>
                </a:cubicBezTo>
                <a:cubicBezTo>
                  <a:pt x="204106" y="0"/>
                  <a:pt x="263145" y="59039"/>
                  <a:pt x="263145" y="131573"/>
                </a:cubicBezTo>
                <a:cubicBezTo>
                  <a:pt x="263145" y="204106"/>
                  <a:pt x="204106" y="261458"/>
                  <a:pt x="131573" y="261458"/>
                </a:cubicBezTo>
                <a:cubicBezTo>
                  <a:pt x="59039" y="261458"/>
                  <a:pt x="0" y="204106"/>
                  <a:pt x="0" y="13157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A8EC1-0E40-4552-A7EE-DAF347C3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129" y="2422654"/>
            <a:ext cx="280013" cy="280013"/>
          </a:xfrm>
          <a:custGeom xmlns:a="http://schemas.openxmlformats.org/drawingml/2006/main">
            <a:pathLst>
              <a:path w="280013" h="280013">
                <a:moveTo>
                  <a:pt x="8434" y="140007"/>
                </a:moveTo>
                <a:lnTo>
                  <a:pt x="0" y="140007"/>
                </a:lnTo>
                <a:cubicBezTo>
                  <a:pt x="0" y="62413"/>
                  <a:pt x="62413" y="0"/>
                  <a:pt x="140007" y="0"/>
                </a:cubicBezTo>
                <a:cubicBezTo>
                  <a:pt x="217601" y="0"/>
                  <a:pt x="280013" y="62413"/>
                  <a:pt x="280013" y="140007"/>
                </a:cubicBezTo>
                <a:cubicBezTo>
                  <a:pt x="280013" y="215914"/>
                  <a:pt x="217601" y="280013"/>
                  <a:pt x="140007" y="280013"/>
                </a:cubicBezTo>
                <a:cubicBezTo>
                  <a:pt x="62413" y="280013"/>
                  <a:pt x="0" y="215914"/>
                  <a:pt x="0" y="140007"/>
                </a:cubicBezTo>
                <a:lnTo>
                  <a:pt x="8434" y="140007"/>
                </a:lnTo>
                <a:lnTo>
                  <a:pt x="16868" y="140007"/>
                </a:lnTo>
                <a:cubicBezTo>
                  <a:pt x="16868" y="207480"/>
                  <a:pt x="72534" y="261458"/>
                  <a:pt x="140007" y="261458"/>
                </a:cubicBezTo>
                <a:cubicBezTo>
                  <a:pt x="207480" y="261458"/>
                  <a:pt x="261458" y="207480"/>
                  <a:pt x="261458" y="140007"/>
                </a:cubicBezTo>
                <a:cubicBezTo>
                  <a:pt x="261458" y="70847"/>
                  <a:pt x="207480" y="16868"/>
                  <a:pt x="140007" y="16868"/>
                </a:cubicBezTo>
                <a:cubicBezTo>
                  <a:pt x="72534" y="16868"/>
                  <a:pt x="16868" y="70847"/>
                  <a:pt x="16868" y="140007"/>
                </a:cubicBezTo>
                <a:lnTo>
                  <a:pt x="8434" y="140007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7E147-1980-4055-B153-98D5B2B1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530" y="2506996"/>
            <a:ext cx="84341" cy="118078"/>
          </a:xfrm>
          <a:custGeom xmlns:a="http://schemas.openxmlformats.org/drawingml/2006/main">
            <a:pathLst>
              <a:path w="84341" h="118078">
                <a:moveTo>
                  <a:pt x="50605" y="13495"/>
                </a:moveTo>
                <a:lnTo>
                  <a:pt x="50605" y="13495"/>
                </a:lnTo>
                <a:lnTo>
                  <a:pt x="13495" y="77594"/>
                </a:lnTo>
                <a:lnTo>
                  <a:pt x="50605" y="77594"/>
                </a:lnTo>
                <a:lnTo>
                  <a:pt x="50605" y="13495"/>
                </a:lnTo>
                <a:close/>
                <a:moveTo>
                  <a:pt x="84341" y="82655"/>
                </a:moveTo>
                <a:cubicBezTo>
                  <a:pt x="84341" y="86028"/>
                  <a:pt x="82655" y="87715"/>
                  <a:pt x="82655" y="87715"/>
                </a:cubicBezTo>
                <a:cubicBezTo>
                  <a:pt x="82655" y="89402"/>
                  <a:pt x="80968" y="89402"/>
                  <a:pt x="79281" y="89402"/>
                </a:cubicBezTo>
                <a:lnTo>
                  <a:pt x="67473" y="89402"/>
                </a:lnTo>
                <a:lnTo>
                  <a:pt x="67473" y="114704"/>
                </a:lnTo>
                <a:lnTo>
                  <a:pt x="65786" y="116391"/>
                </a:lnTo>
                <a:cubicBezTo>
                  <a:pt x="64099" y="116391"/>
                  <a:pt x="64099" y="116391"/>
                  <a:pt x="62413" y="116391"/>
                </a:cubicBezTo>
                <a:cubicBezTo>
                  <a:pt x="62413" y="118078"/>
                  <a:pt x="60726" y="118078"/>
                  <a:pt x="59039" y="118078"/>
                </a:cubicBezTo>
                <a:cubicBezTo>
                  <a:pt x="57352" y="118078"/>
                  <a:pt x="55665" y="118078"/>
                  <a:pt x="55665" y="116391"/>
                </a:cubicBezTo>
                <a:cubicBezTo>
                  <a:pt x="53978" y="116391"/>
                  <a:pt x="53978" y="116391"/>
                  <a:pt x="52292" y="116391"/>
                </a:cubicBezTo>
                <a:cubicBezTo>
                  <a:pt x="52292" y="114704"/>
                  <a:pt x="50605" y="114704"/>
                  <a:pt x="50605" y="114704"/>
                </a:cubicBezTo>
                <a:lnTo>
                  <a:pt x="50605" y="89402"/>
                </a:lnTo>
                <a:lnTo>
                  <a:pt x="3374" y="89402"/>
                </a:lnTo>
                <a:lnTo>
                  <a:pt x="1687" y="89402"/>
                </a:lnTo>
                <a:lnTo>
                  <a:pt x="0" y="89402"/>
                </a:lnTo>
                <a:cubicBezTo>
                  <a:pt x="0" y="87715"/>
                  <a:pt x="0" y="87715"/>
                  <a:pt x="0" y="86028"/>
                </a:cubicBezTo>
                <a:cubicBezTo>
                  <a:pt x="0" y="86028"/>
                  <a:pt x="0" y="84341"/>
                  <a:pt x="0" y="82655"/>
                </a:cubicBezTo>
                <a:cubicBezTo>
                  <a:pt x="0" y="82655"/>
                  <a:pt x="0" y="80968"/>
                  <a:pt x="0" y="79281"/>
                </a:cubicBezTo>
                <a:lnTo>
                  <a:pt x="0" y="77594"/>
                </a:lnTo>
                <a:lnTo>
                  <a:pt x="0" y="75907"/>
                </a:lnTo>
                <a:cubicBezTo>
                  <a:pt x="0" y="74220"/>
                  <a:pt x="1687" y="74220"/>
                  <a:pt x="1687" y="72534"/>
                </a:cubicBezTo>
                <a:lnTo>
                  <a:pt x="43858" y="1687"/>
                </a:lnTo>
                <a:lnTo>
                  <a:pt x="43858" y="0"/>
                </a:lnTo>
                <a:cubicBezTo>
                  <a:pt x="45544" y="0"/>
                  <a:pt x="45544" y="0"/>
                  <a:pt x="47231" y="0"/>
                </a:cubicBezTo>
                <a:cubicBezTo>
                  <a:pt x="47231" y="0"/>
                  <a:pt x="48918" y="0"/>
                  <a:pt x="50605" y="0"/>
                </a:cubicBezTo>
                <a:cubicBezTo>
                  <a:pt x="52292" y="0"/>
                  <a:pt x="53978" y="0"/>
                  <a:pt x="55665" y="0"/>
                </a:cubicBezTo>
                <a:cubicBezTo>
                  <a:pt x="57352" y="0"/>
                  <a:pt x="59039" y="0"/>
                  <a:pt x="60726" y="0"/>
                </a:cubicBezTo>
                <a:cubicBezTo>
                  <a:pt x="62413" y="0"/>
                  <a:pt x="62413" y="0"/>
                  <a:pt x="64099" y="0"/>
                </a:cubicBezTo>
                <a:cubicBezTo>
                  <a:pt x="65786" y="0"/>
                  <a:pt x="65786" y="0"/>
                  <a:pt x="65786" y="1687"/>
                </a:cubicBezTo>
                <a:lnTo>
                  <a:pt x="67473" y="1687"/>
                </a:lnTo>
                <a:lnTo>
                  <a:pt x="67473" y="77594"/>
                </a:lnTo>
                <a:lnTo>
                  <a:pt x="79281" y="77594"/>
                </a:lnTo>
                <a:cubicBezTo>
                  <a:pt x="80968" y="77594"/>
                  <a:pt x="82655" y="77594"/>
                  <a:pt x="82655" y="79281"/>
                </a:cubicBezTo>
                <a:cubicBezTo>
                  <a:pt x="82655" y="79281"/>
                  <a:pt x="84341" y="80968"/>
                  <a:pt x="84341" y="826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1CE11-C015-4D9B-9C70-745BE5CE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148" y="2911835"/>
            <a:ext cx="224348" cy="129886"/>
          </a:xfrm>
          <a:custGeom xmlns:a="http://schemas.openxmlformats.org/drawingml/2006/main">
            <a:pathLst>
              <a:path w="224348" h="129886">
                <a:moveTo>
                  <a:pt x="170370" y="67473"/>
                </a:moveTo>
                <a:cubicBezTo>
                  <a:pt x="170370" y="70847"/>
                  <a:pt x="170370" y="72534"/>
                  <a:pt x="170370" y="74220"/>
                </a:cubicBezTo>
                <a:cubicBezTo>
                  <a:pt x="170370" y="75907"/>
                  <a:pt x="170370" y="75907"/>
                  <a:pt x="170370" y="77594"/>
                </a:cubicBezTo>
                <a:cubicBezTo>
                  <a:pt x="170370" y="82655"/>
                  <a:pt x="170370" y="86028"/>
                  <a:pt x="172056" y="87715"/>
                </a:cubicBezTo>
                <a:cubicBezTo>
                  <a:pt x="173743" y="89402"/>
                  <a:pt x="177117" y="89402"/>
                  <a:pt x="182177" y="89402"/>
                </a:cubicBezTo>
                <a:cubicBezTo>
                  <a:pt x="183864" y="89402"/>
                  <a:pt x="187238" y="89402"/>
                  <a:pt x="188925" y="87715"/>
                </a:cubicBezTo>
                <a:cubicBezTo>
                  <a:pt x="190612" y="87715"/>
                  <a:pt x="193985" y="86028"/>
                  <a:pt x="195672" y="84341"/>
                </a:cubicBezTo>
                <a:cubicBezTo>
                  <a:pt x="197359" y="80968"/>
                  <a:pt x="199046" y="79281"/>
                  <a:pt x="200733" y="75907"/>
                </a:cubicBezTo>
                <a:cubicBezTo>
                  <a:pt x="202419" y="74220"/>
                  <a:pt x="204106" y="70847"/>
                  <a:pt x="205793" y="65786"/>
                </a:cubicBezTo>
                <a:cubicBezTo>
                  <a:pt x="207480" y="62413"/>
                  <a:pt x="207480" y="59039"/>
                  <a:pt x="209167" y="55665"/>
                </a:cubicBezTo>
                <a:cubicBezTo>
                  <a:pt x="209167" y="50605"/>
                  <a:pt x="209167" y="47231"/>
                  <a:pt x="209167" y="43858"/>
                </a:cubicBezTo>
                <a:cubicBezTo>
                  <a:pt x="209167" y="38797"/>
                  <a:pt x="209167" y="33737"/>
                  <a:pt x="207480" y="30363"/>
                </a:cubicBezTo>
                <a:cubicBezTo>
                  <a:pt x="205793" y="28676"/>
                  <a:pt x="202419" y="26989"/>
                  <a:pt x="199046" y="26989"/>
                </a:cubicBezTo>
                <a:cubicBezTo>
                  <a:pt x="197359" y="26989"/>
                  <a:pt x="193985" y="28676"/>
                  <a:pt x="192298" y="30363"/>
                </a:cubicBezTo>
                <a:cubicBezTo>
                  <a:pt x="188925" y="32050"/>
                  <a:pt x="185551" y="33737"/>
                  <a:pt x="183864" y="38797"/>
                </a:cubicBezTo>
                <a:cubicBezTo>
                  <a:pt x="180491" y="42171"/>
                  <a:pt x="177117" y="47231"/>
                  <a:pt x="175430" y="50605"/>
                </a:cubicBezTo>
                <a:cubicBezTo>
                  <a:pt x="173743" y="53978"/>
                  <a:pt x="172056" y="59039"/>
                  <a:pt x="172056" y="64099"/>
                </a:cubicBezTo>
                <a:lnTo>
                  <a:pt x="170370" y="67473"/>
                </a:lnTo>
                <a:close/>
                <a:moveTo>
                  <a:pt x="163622" y="45544"/>
                </a:moveTo>
                <a:cubicBezTo>
                  <a:pt x="163622" y="40484"/>
                  <a:pt x="165309" y="35423"/>
                  <a:pt x="165309" y="32050"/>
                </a:cubicBezTo>
                <a:cubicBezTo>
                  <a:pt x="165309" y="30363"/>
                  <a:pt x="163622" y="28676"/>
                  <a:pt x="163622" y="28676"/>
                </a:cubicBezTo>
                <a:cubicBezTo>
                  <a:pt x="163622" y="26989"/>
                  <a:pt x="161935" y="26989"/>
                  <a:pt x="160249" y="26989"/>
                </a:cubicBezTo>
                <a:cubicBezTo>
                  <a:pt x="158562" y="26989"/>
                  <a:pt x="156875" y="26989"/>
                  <a:pt x="155188" y="28676"/>
                </a:cubicBezTo>
                <a:cubicBezTo>
                  <a:pt x="153501" y="30363"/>
                  <a:pt x="150128" y="32050"/>
                  <a:pt x="148441" y="35423"/>
                </a:cubicBezTo>
                <a:lnTo>
                  <a:pt x="143380" y="32050"/>
                </a:lnTo>
                <a:cubicBezTo>
                  <a:pt x="148441" y="26989"/>
                  <a:pt x="151815" y="23616"/>
                  <a:pt x="155188" y="20242"/>
                </a:cubicBezTo>
                <a:cubicBezTo>
                  <a:pt x="158562" y="18555"/>
                  <a:pt x="161935" y="16868"/>
                  <a:pt x="166996" y="16868"/>
                </a:cubicBezTo>
                <a:cubicBezTo>
                  <a:pt x="168683" y="16868"/>
                  <a:pt x="172056" y="18555"/>
                  <a:pt x="173743" y="20242"/>
                </a:cubicBezTo>
                <a:cubicBezTo>
                  <a:pt x="175430" y="23616"/>
                  <a:pt x="177117" y="25302"/>
                  <a:pt x="177117" y="30363"/>
                </a:cubicBezTo>
                <a:cubicBezTo>
                  <a:pt x="177117" y="32050"/>
                  <a:pt x="177117" y="35423"/>
                  <a:pt x="175430" y="38797"/>
                </a:cubicBezTo>
                <a:cubicBezTo>
                  <a:pt x="185551" y="25302"/>
                  <a:pt x="195672" y="18555"/>
                  <a:pt x="205793" y="18555"/>
                </a:cubicBezTo>
                <a:cubicBezTo>
                  <a:pt x="210853" y="18555"/>
                  <a:pt x="215914" y="20242"/>
                  <a:pt x="219288" y="23616"/>
                </a:cubicBezTo>
                <a:cubicBezTo>
                  <a:pt x="222661" y="28676"/>
                  <a:pt x="224348" y="35423"/>
                  <a:pt x="224348" y="42171"/>
                </a:cubicBezTo>
                <a:cubicBezTo>
                  <a:pt x="224348" y="52292"/>
                  <a:pt x="220974" y="60726"/>
                  <a:pt x="217601" y="69160"/>
                </a:cubicBezTo>
                <a:cubicBezTo>
                  <a:pt x="214227" y="77594"/>
                  <a:pt x="209167" y="84341"/>
                  <a:pt x="204106" y="89402"/>
                </a:cubicBezTo>
                <a:cubicBezTo>
                  <a:pt x="197359" y="94462"/>
                  <a:pt x="190612" y="96149"/>
                  <a:pt x="182177" y="96149"/>
                </a:cubicBezTo>
                <a:cubicBezTo>
                  <a:pt x="175430" y="96149"/>
                  <a:pt x="170370" y="94462"/>
                  <a:pt x="165309" y="91089"/>
                </a:cubicBezTo>
                <a:lnTo>
                  <a:pt x="161935" y="109644"/>
                </a:lnTo>
                <a:cubicBezTo>
                  <a:pt x="160249" y="113017"/>
                  <a:pt x="160249" y="116391"/>
                  <a:pt x="160249" y="118078"/>
                </a:cubicBezTo>
                <a:cubicBezTo>
                  <a:pt x="160249" y="121452"/>
                  <a:pt x="160249" y="123138"/>
                  <a:pt x="161935" y="123138"/>
                </a:cubicBezTo>
                <a:cubicBezTo>
                  <a:pt x="163622" y="124825"/>
                  <a:pt x="165309" y="124825"/>
                  <a:pt x="168683" y="124825"/>
                </a:cubicBezTo>
                <a:lnTo>
                  <a:pt x="168683" y="129886"/>
                </a:lnTo>
                <a:lnTo>
                  <a:pt x="143380" y="129886"/>
                </a:lnTo>
                <a:lnTo>
                  <a:pt x="163622" y="45544"/>
                </a:lnTo>
                <a:close/>
                <a:moveTo>
                  <a:pt x="77594" y="72534"/>
                </a:moveTo>
                <a:cubicBezTo>
                  <a:pt x="77594" y="79281"/>
                  <a:pt x="79281" y="82655"/>
                  <a:pt x="80968" y="86028"/>
                </a:cubicBezTo>
                <a:cubicBezTo>
                  <a:pt x="84341" y="89402"/>
                  <a:pt x="87715" y="89402"/>
                  <a:pt x="92776" y="89402"/>
                </a:cubicBezTo>
                <a:cubicBezTo>
                  <a:pt x="97836" y="89402"/>
                  <a:pt x="102897" y="87715"/>
                  <a:pt x="106270" y="82655"/>
                </a:cubicBezTo>
                <a:cubicBezTo>
                  <a:pt x="109644" y="77594"/>
                  <a:pt x="113017" y="72534"/>
                  <a:pt x="116391" y="64099"/>
                </a:cubicBezTo>
                <a:cubicBezTo>
                  <a:pt x="118078" y="55665"/>
                  <a:pt x="119765" y="47231"/>
                  <a:pt x="119765" y="42171"/>
                </a:cubicBezTo>
                <a:cubicBezTo>
                  <a:pt x="119765" y="35423"/>
                  <a:pt x="118078" y="32050"/>
                  <a:pt x="116391" y="28676"/>
                </a:cubicBezTo>
                <a:cubicBezTo>
                  <a:pt x="113017" y="25302"/>
                  <a:pt x="109644" y="23616"/>
                  <a:pt x="106270" y="23616"/>
                </a:cubicBezTo>
                <a:cubicBezTo>
                  <a:pt x="99523" y="23616"/>
                  <a:pt x="94462" y="26989"/>
                  <a:pt x="91089" y="30363"/>
                </a:cubicBezTo>
                <a:cubicBezTo>
                  <a:pt x="87715" y="35423"/>
                  <a:pt x="84341" y="42171"/>
                  <a:pt x="80968" y="50605"/>
                </a:cubicBezTo>
                <a:cubicBezTo>
                  <a:pt x="79281" y="59039"/>
                  <a:pt x="77594" y="67473"/>
                  <a:pt x="77594" y="72534"/>
                </a:cubicBezTo>
                <a:close/>
                <a:moveTo>
                  <a:pt x="89402" y="96149"/>
                </a:moveTo>
                <a:cubicBezTo>
                  <a:pt x="80968" y="96149"/>
                  <a:pt x="75907" y="94462"/>
                  <a:pt x="70847" y="89402"/>
                </a:cubicBezTo>
                <a:cubicBezTo>
                  <a:pt x="65786" y="84341"/>
                  <a:pt x="64099" y="77594"/>
                  <a:pt x="64099" y="69160"/>
                </a:cubicBezTo>
                <a:cubicBezTo>
                  <a:pt x="64099" y="65786"/>
                  <a:pt x="64099" y="60726"/>
                  <a:pt x="65786" y="55665"/>
                </a:cubicBezTo>
                <a:cubicBezTo>
                  <a:pt x="67473" y="47231"/>
                  <a:pt x="70847" y="40484"/>
                  <a:pt x="74220" y="35423"/>
                </a:cubicBezTo>
                <a:cubicBezTo>
                  <a:pt x="77594" y="30363"/>
                  <a:pt x="82655" y="25302"/>
                  <a:pt x="87715" y="21929"/>
                </a:cubicBezTo>
                <a:cubicBezTo>
                  <a:pt x="94462" y="18555"/>
                  <a:pt x="101210" y="18555"/>
                  <a:pt x="107957" y="18555"/>
                </a:cubicBezTo>
                <a:cubicBezTo>
                  <a:pt x="116391" y="18555"/>
                  <a:pt x="121452" y="20242"/>
                  <a:pt x="126512" y="25302"/>
                </a:cubicBezTo>
                <a:cubicBezTo>
                  <a:pt x="131573" y="28676"/>
                  <a:pt x="133259" y="35423"/>
                  <a:pt x="133259" y="43858"/>
                </a:cubicBezTo>
                <a:cubicBezTo>
                  <a:pt x="133259" y="50605"/>
                  <a:pt x="131573" y="57352"/>
                  <a:pt x="129886" y="64099"/>
                </a:cubicBezTo>
                <a:cubicBezTo>
                  <a:pt x="128199" y="70847"/>
                  <a:pt x="124825" y="77594"/>
                  <a:pt x="121452" y="82655"/>
                </a:cubicBezTo>
                <a:cubicBezTo>
                  <a:pt x="118078" y="86028"/>
                  <a:pt x="113017" y="91089"/>
                  <a:pt x="107957" y="92776"/>
                </a:cubicBezTo>
                <a:cubicBezTo>
                  <a:pt x="102897" y="94462"/>
                  <a:pt x="96149" y="96149"/>
                  <a:pt x="89402" y="96149"/>
                </a:cubicBezTo>
                <a:close/>
                <a:moveTo>
                  <a:pt x="45544" y="79281"/>
                </a:moveTo>
                <a:cubicBezTo>
                  <a:pt x="42171" y="86028"/>
                  <a:pt x="37110" y="89402"/>
                  <a:pt x="33737" y="92776"/>
                </a:cubicBezTo>
                <a:cubicBezTo>
                  <a:pt x="28676" y="94462"/>
                  <a:pt x="23616" y="96149"/>
                  <a:pt x="20242" y="96149"/>
                </a:cubicBezTo>
                <a:cubicBezTo>
                  <a:pt x="8434" y="96149"/>
                  <a:pt x="3374" y="91089"/>
                  <a:pt x="3374" y="79281"/>
                </a:cubicBezTo>
                <a:cubicBezTo>
                  <a:pt x="3374" y="75907"/>
                  <a:pt x="3374" y="72534"/>
                  <a:pt x="5060" y="67473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0242"/>
                </a:cubicBezTo>
                <a:cubicBezTo>
                  <a:pt x="10121" y="20242"/>
                  <a:pt x="11808" y="20242"/>
                  <a:pt x="13495" y="18555"/>
                </a:cubicBezTo>
                <a:cubicBezTo>
                  <a:pt x="13495" y="18555"/>
                  <a:pt x="15181" y="16868"/>
                  <a:pt x="15181" y="15181"/>
                </a:cubicBezTo>
                <a:cubicBezTo>
                  <a:pt x="16868" y="15181"/>
                  <a:pt x="16868" y="13495"/>
                  <a:pt x="18555" y="10121"/>
                </a:cubicBezTo>
                <a:cubicBezTo>
                  <a:pt x="18555" y="8434"/>
                  <a:pt x="20242" y="5060"/>
                  <a:pt x="21929" y="0"/>
                </a:cubicBezTo>
                <a:lnTo>
                  <a:pt x="33737" y="0"/>
                </a:lnTo>
                <a:lnTo>
                  <a:pt x="28676" y="18555"/>
                </a:lnTo>
                <a:lnTo>
                  <a:pt x="52292" y="18555"/>
                </a:lnTo>
                <a:lnTo>
                  <a:pt x="50605" y="26989"/>
                </a:lnTo>
                <a:lnTo>
                  <a:pt x="26989" y="26989"/>
                </a:lnTo>
                <a:lnTo>
                  <a:pt x="20242" y="57352"/>
                </a:lnTo>
                <a:cubicBezTo>
                  <a:pt x="18555" y="64099"/>
                  <a:pt x="16868" y="67473"/>
                  <a:pt x="16868" y="70847"/>
                </a:cubicBezTo>
                <a:cubicBezTo>
                  <a:pt x="16868" y="74220"/>
                  <a:pt x="16868" y="75907"/>
                  <a:pt x="16868" y="77594"/>
                </a:cubicBezTo>
                <a:cubicBezTo>
                  <a:pt x="16868" y="84341"/>
                  <a:pt x="20242" y="87715"/>
                  <a:pt x="25302" y="87715"/>
                </a:cubicBezTo>
                <a:cubicBezTo>
                  <a:pt x="26989" y="87715"/>
                  <a:pt x="30363" y="86028"/>
                  <a:pt x="32050" y="84341"/>
                </a:cubicBezTo>
                <a:cubicBezTo>
                  <a:pt x="35423" y="82655"/>
                  <a:pt x="38797" y="79281"/>
                  <a:pt x="42171" y="75907"/>
                </a:cubicBezTo>
                <a:lnTo>
                  <a:pt x="45544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Text min">
            <a:extLst xmlns:a="http://schemas.openxmlformats.org/drawingml/2006/main">
              <a:ext uri="{FF2B5EF4-FFF2-40B4-BE49-F238E27FC236}">
                <a16:creationId xmlns:a16="http://schemas.microsoft.com/office/drawing/2014/main" id="{97B47700-8C94-4C61-85AD-22A544AC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968" y="2997800"/>
            <a:ext cx="188032" cy="77720"/>
          </a:xfrm>
          <a:custGeom xmlns:a="http://schemas.openxmlformats.org/drawingml/2006/main">
            <a:pathLst>
              <a:path w="188032" h="77720">
                <a:moveTo>
                  <a:pt x="16374" y="31480"/>
                </a:moveTo>
                <a:lnTo>
                  <a:pt x="17181" y="31711"/>
                </a:lnTo>
                <a:cubicBezTo>
                  <a:pt x="19488" y="29404"/>
                  <a:pt x="21381" y="27665"/>
                  <a:pt x="22861" y="26493"/>
                </a:cubicBezTo>
                <a:cubicBezTo>
                  <a:pt x="24340" y="25320"/>
                  <a:pt x="25772" y="24379"/>
                  <a:pt x="27156" y="23668"/>
                </a:cubicBezTo>
                <a:cubicBezTo>
                  <a:pt x="28540" y="22957"/>
                  <a:pt x="29837" y="22447"/>
                  <a:pt x="31048" y="22140"/>
                </a:cubicBezTo>
                <a:cubicBezTo>
                  <a:pt x="32258" y="21832"/>
                  <a:pt x="33498" y="21679"/>
                  <a:pt x="34766" y="21679"/>
                </a:cubicBezTo>
                <a:cubicBezTo>
                  <a:pt x="38610" y="21679"/>
                  <a:pt x="41743" y="22563"/>
                  <a:pt x="44164" y="24331"/>
                </a:cubicBezTo>
                <a:cubicBezTo>
                  <a:pt x="46586" y="26099"/>
                  <a:pt x="48258" y="28809"/>
                  <a:pt x="49180" y="32460"/>
                </a:cubicBezTo>
                <a:cubicBezTo>
                  <a:pt x="52063" y="29539"/>
                  <a:pt x="54398" y="27386"/>
                  <a:pt x="56186" y="26003"/>
                </a:cubicBezTo>
                <a:cubicBezTo>
                  <a:pt x="57973" y="24619"/>
                  <a:pt x="59799" y="23552"/>
                  <a:pt x="61663" y="22803"/>
                </a:cubicBezTo>
                <a:cubicBezTo>
                  <a:pt x="63527" y="22053"/>
                  <a:pt x="65535" y="21679"/>
                  <a:pt x="67688" y="21679"/>
                </a:cubicBezTo>
                <a:cubicBezTo>
                  <a:pt x="70263" y="21679"/>
                  <a:pt x="72483" y="22053"/>
                  <a:pt x="74347" y="22803"/>
                </a:cubicBezTo>
                <a:cubicBezTo>
                  <a:pt x="76211" y="23552"/>
                  <a:pt x="77787" y="24706"/>
                  <a:pt x="79075" y="26262"/>
                </a:cubicBezTo>
                <a:cubicBezTo>
                  <a:pt x="80363" y="27819"/>
                  <a:pt x="81304" y="29770"/>
                  <a:pt x="81900" y="32114"/>
                </a:cubicBezTo>
                <a:cubicBezTo>
                  <a:pt x="82496" y="34459"/>
                  <a:pt x="82794" y="37611"/>
                  <a:pt x="82794" y="41570"/>
                </a:cubicBezTo>
                <a:lnTo>
                  <a:pt x="82794" y="63306"/>
                </a:lnTo>
                <a:cubicBezTo>
                  <a:pt x="82794" y="66227"/>
                  <a:pt x="82890" y="68245"/>
                  <a:pt x="83082" y="69360"/>
                </a:cubicBezTo>
                <a:cubicBezTo>
                  <a:pt x="83274" y="70475"/>
                  <a:pt x="83553" y="71339"/>
                  <a:pt x="83918" y="71954"/>
                </a:cubicBezTo>
                <a:cubicBezTo>
                  <a:pt x="84283" y="72569"/>
                  <a:pt x="84831" y="73098"/>
                  <a:pt x="85561" y="73540"/>
                </a:cubicBezTo>
                <a:cubicBezTo>
                  <a:pt x="86291" y="73982"/>
                  <a:pt x="87521" y="74434"/>
                  <a:pt x="89251" y="74895"/>
                </a:cubicBezTo>
                <a:lnTo>
                  <a:pt x="89251" y="77720"/>
                </a:lnTo>
                <a:lnTo>
                  <a:pt x="66592" y="77720"/>
                </a:lnTo>
                <a:lnTo>
                  <a:pt x="66592" y="74895"/>
                </a:lnTo>
                <a:cubicBezTo>
                  <a:pt x="68091" y="74434"/>
                  <a:pt x="69168" y="74030"/>
                  <a:pt x="69821" y="73684"/>
                </a:cubicBezTo>
                <a:cubicBezTo>
                  <a:pt x="70475" y="73338"/>
                  <a:pt x="71022" y="72858"/>
                  <a:pt x="71464" y="72243"/>
                </a:cubicBezTo>
                <a:cubicBezTo>
                  <a:pt x="71906" y="71628"/>
                  <a:pt x="72252" y="70676"/>
                  <a:pt x="72502" y="69389"/>
                </a:cubicBezTo>
                <a:cubicBezTo>
                  <a:pt x="72752" y="68101"/>
                  <a:pt x="72877" y="66150"/>
                  <a:pt x="72877" y="63537"/>
                </a:cubicBezTo>
                <a:lnTo>
                  <a:pt x="72877" y="48431"/>
                </a:lnTo>
                <a:cubicBezTo>
                  <a:pt x="72877" y="45164"/>
                  <a:pt x="72790" y="42463"/>
                  <a:pt x="72617" y="40330"/>
                </a:cubicBezTo>
                <a:cubicBezTo>
                  <a:pt x="72444" y="38197"/>
                  <a:pt x="72175" y="36496"/>
                  <a:pt x="71810" y="35228"/>
                </a:cubicBezTo>
                <a:cubicBezTo>
                  <a:pt x="71445" y="33959"/>
                  <a:pt x="71003" y="32960"/>
                  <a:pt x="70484" y="32230"/>
                </a:cubicBezTo>
                <a:cubicBezTo>
                  <a:pt x="69965" y="31499"/>
                  <a:pt x="69379" y="30865"/>
                  <a:pt x="68726" y="30327"/>
                </a:cubicBezTo>
                <a:cubicBezTo>
                  <a:pt x="68072" y="29789"/>
                  <a:pt x="67304" y="29366"/>
                  <a:pt x="66419" y="29059"/>
                </a:cubicBezTo>
                <a:cubicBezTo>
                  <a:pt x="65535" y="28751"/>
                  <a:pt x="64363" y="28597"/>
                  <a:pt x="62902" y="28597"/>
                </a:cubicBezTo>
                <a:cubicBezTo>
                  <a:pt x="61365" y="28597"/>
                  <a:pt x="59933" y="28905"/>
                  <a:pt x="58607" y="29520"/>
                </a:cubicBezTo>
                <a:cubicBezTo>
                  <a:pt x="57281" y="30135"/>
                  <a:pt x="55840" y="31173"/>
                  <a:pt x="54283" y="32633"/>
                </a:cubicBezTo>
                <a:cubicBezTo>
                  <a:pt x="52726" y="34094"/>
                  <a:pt x="51602" y="35564"/>
                  <a:pt x="50910" y="37044"/>
                </a:cubicBezTo>
                <a:cubicBezTo>
                  <a:pt x="50218" y="38524"/>
                  <a:pt x="49872" y="40263"/>
                  <a:pt x="49872" y="42262"/>
                </a:cubicBezTo>
                <a:lnTo>
                  <a:pt x="49872" y="63306"/>
                </a:lnTo>
                <a:cubicBezTo>
                  <a:pt x="49872" y="66227"/>
                  <a:pt x="49968" y="68245"/>
                  <a:pt x="50161" y="69360"/>
                </a:cubicBezTo>
                <a:cubicBezTo>
                  <a:pt x="50353" y="70475"/>
                  <a:pt x="50631" y="71339"/>
                  <a:pt x="50997" y="71954"/>
                </a:cubicBezTo>
                <a:cubicBezTo>
                  <a:pt x="51362" y="72569"/>
                  <a:pt x="51909" y="73098"/>
                  <a:pt x="52640" y="73540"/>
                </a:cubicBezTo>
                <a:cubicBezTo>
                  <a:pt x="53370" y="73982"/>
                  <a:pt x="54600" y="74434"/>
                  <a:pt x="56330" y="74895"/>
                </a:cubicBezTo>
                <a:lnTo>
                  <a:pt x="56330" y="77720"/>
                </a:lnTo>
                <a:lnTo>
                  <a:pt x="33671" y="77720"/>
                </a:lnTo>
                <a:lnTo>
                  <a:pt x="33671" y="74895"/>
                </a:lnTo>
                <a:cubicBezTo>
                  <a:pt x="35170" y="74434"/>
                  <a:pt x="36246" y="74030"/>
                  <a:pt x="36900" y="73684"/>
                </a:cubicBezTo>
                <a:cubicBezTo>
                  <a:pt x="37553" y="73338"/>
                  <a:pt x="38101" y="72858"/>
                  <a:pt x="38543" y="72243"/>
                </a:cubicBezTo>
                <a:cubicBezTo>
                  <a:pt x="38985" y="71628"/>
                  <a:pt x="39331" y="70676"/>
                  <a:pt x="39581" y="69389"/>
                </a:cubicBezTo>
                <a:cubicBezTo>
                  <a:pt x="39831" y="68101"/>
                  <a:pt x="39955" y="66150"/>
                  <a:pt x="39955" y="63537"/>
                </a:cubicBezTo>
                <a:lnTo>
                  <a:pt x="39955" y="48431"/>
                </a:lnTo>
                <a:cubicBezTo>
                  <a:pt x="39955" y="45010"/>
                  <a:pt x="39859" y="42223"/>
                  <a:pt x="39667" y="40071"/>
                </a:cubicBezTo>
                <a:cubicBezTo>
                  <a:pt x="39475" y="37918"/>
                  <a:pt x="39177" y="36189"/>
                  <a:pt x="38774" y="34882"/>
                </a:cubicBezTo>
                <a:cubicBezTo>
                  <a:pt x="38370" y="33575"/>
                  <a:pt x="37851" y="32518"/>
                  <a:pt x="37217" y="31711"/>
                </a:cubicBezTo>
                <a:cubicBezTo>
                  <a:pt x="36583" y="30903"/>
                  <a:pt x="35939" y="30288"/>
                  <a:pt x="35285" y="29866"/>
                </a:cubicBezTo>
                <a:cubicBezTo>
                  <a:pt x="34632" y="29443"/>
                  <a:pt x="33863" y="29126"/>
                  <a:pt x="32979" y="28914"/>
                </a:cubicBezTo>
                <a:cubicBezTo>
                  <a:pt x="32095" y="28703"/>
                  <a:pt x="31096" y="28597"/>
                  <a:pt x="29981" y="28597"/>
                </a:cubicBezTo>
                <a:cubicBezTo>
                  <a:pt x="28405" y="28597"/>
                  <a:pt x="26925" y="28953"/>
                  <a:pt x="25542" y="29664"/>
                </a:cubicBezTo>
                <a:cubicBezTo>
                  <a:pt x="24158" y="30375"/>
                  <a:pt x="22745" y="31403"/>
                  <a:pt x="21304" y="32748"/>
                </a:cubicBezTo>
                <a:cubicBezTo>
                  <a:pt x="19862" y="34094"/>
                  <a:pt x="18777" y="35497"/>
                  <a:pt x="18046" y="36957"/>
                </a:cubicBezTo>
                <a:cubicBezTo>
                  <a:pt x="17316" y="38418"/>
                  <a:pt x="16951" y="39994"/>
                  <a:pt x="16951" y="41685"/>
                </a:cubicBezTo>
                <a:lnTo>
                  <a:pt x="16951" y="63306"/>
                </a:lnTo>
                <a:cubicBezTo>
                  <a:pt x="16951" y="65497"/>
                  <a:pt x="17008" y="67169"/>
                  <a:pt x="17124" y="68322"/>
                </a:cubicBezTo>
                <a:cubicBezTo>
                  <a:pt x="17239" y="69475"/>
                  <a:pt x="17422" y="70378"/>
                  <a:pt x="17671" y="71032"/>
                </a:cubicBezTo>
                <a:cubicBezTo>
                  <a:pt x="17921" y="71685"/>
                  <a:pt x="18238" y="72214"/>
                  <a:pt x="18623" y="72617"/>
                </a:cubicBezTo>
                <a:cubicBezTo>
                  <a:pt x="19007" y="73021"/>
                  <a:pt x="19555" y="73405"/>
                  <a:pt x="20266" y="73771"/>
                </a:cubicBezTo>
                <a:cubicBezTo>
                  <a:pt x="20977" y="74136"/>
                  <a:pt x="22044" y="74510"/>
                  <a:pt x="23466" y="74895"/>
                </a:cubicBezTo>
                <a:lnTo>
                  <a:pt x="23466" y="77720"/>
                </a:lnTo>
                <a:lnTo>
                  <a:pt x="865" y="77720"/>
                </a:lnTo>
                <a:lnTo>
                  <a:pt x="865" y="74895"/>
                </a:lnTo>
                <a:cubicBezTo>
                  <a:pt x="2325" y="74434"/>
                  <a:pt x="3373" y="74030"/>
                  <a:pt x="4007" y="73684"/>
                </a:cubicBezTo>
                <a:cubicBezTo>
                  <a:pt x="4641" y="73338"/>
                  <a:pt x="5189" y="72858"/>
                  <a:pt x="5650" y="72243"/>
                </a:cubicBezTo>
                <a:cubicBezTo>
                  <a:pt x="6112" y="71628"/>
                  <a:pt x="6457" y="70686"/>
                  <a:pt x="6688" y="69418"/>
                </a:cubicBezTo>
                <a:cubicBezTo>
                  <a:pt x="6919" y="68149"/>
                  <a:pt x="7034" y="66170"/>
                  <a:pt x="7034" y="63479"/>
                </a:cubicBezTo>
                <a:lnTo>
                  <a:pt x="7034" y="38341"/>
                </a:lnTo>
                <a:cubicBezTo>
                  <a:pt x="7034" y="35881"/>
                  <a:pt x="6996" y="33902"/>
                  <a:pt x="6919" y="32403"/>
                </a:cubicBezTo>
                <a:cubicBezTo>
                  <a:pt x="6842" y="30903"/>
                  <a:pt x="6573" y="29702"/>
                  <a:pt x="6112" y="28799"/>
                </a:cubicBezTo>
                <a:cubicBezTo>
                  <a:pt x="5650" y="27896"/>
                  <a:pt x="4949" y="27223"/>
                  <a:pt x="4007" y="26781"/>
                </a:cubicBezTo>
                <a:cubicBezTo>
                  <a:pt x="3065" y="26339"/>
                  <a:pt x="1730" y="25964"/>
                  <a:pt x="0" y="25657"/>
                </a:cubicBezTo>
                <a:lnTo>
                  <a:pt x="0" y="22601"/>
                </a:lnTo>
                <a:lnTo>
                  <a:pt x="13491" y="22082"/>
                </a:lnTo>
                <a:lnTo>
                  <a:pt x="17008" y="22082"/>
                </a:lnTo>
                <a:lnTo>
                  <a:pt x="16374" y="31480"/>
                </a:lnTo>
                <a:close/>
                <a:moveTo>
                  <a:pt x="116483" y="0"/>
                </a:moveTo>
                <a:lnTo>
                  <a:pt x="116483" y="11185"/>
                </a:lnTo>
                <a:lnTo>
                  <a:pt x="105874" y="11185"/>
                </a:lnTo>
                <a:lnTo>
                  <a:pt x="105874" y="0"/>
                </a:lnTo>
                <a:lnTo>
                  <a:pt x="116483" y="0"/>
                </a:lnTo>
                <a:moveTo>
                  <a:pt x="99993" y="74895"/>
                </a:moveTo>
                <a:cubicBezTo>
                  <a:pt x="101492" y="74434"/>
                  <a:pt x="102559" y="74030"/>
                  <a:pt x="103193" y="73684"/>
                </a:cubicBezTo>
                <a:cubicBezTo>
                  <a:pt x="103827" y="73338"/>
                  <a:pt x="104366" y="72858"/>
                  <a:pt x="104808" y="72243"/>
                </a:cubicBezTo>
                <a:cubicBezTo>
                  <a:pt x="105250" y="71628"/>
                  <a:pt x="105596" y="70686"/>
                  <a:pt x="105845" y="69418"/>
                </a:cubicBezTo>
                <a:cubicBezTo>
                  <a:pt x="106095" y="68149"/>
                  <a:pt x="106220" y="66170"/>
                  <a:pt x="106220" y="63479"/>
                </a:cubicBezTo>
                <a:lnTo>
                  <a:pt x="106220" y="38341"/>
                </a:lnTo>
                <a:cubicBezTo>
                  <a:pt x="106220" y="35881"/>
                  <a:pt x="106182" y="33902"/>
                  <a:pt x="106105" y="32403"/>
                </a:cubicBezTo>
                <a:cubicBezTo>
                  <a:pt x="106028" y="30903"/>
                  <a:pt x="105759" y="29702"/>
                  <a:pt x="105298" y="28799"/>
                </a:cubicBezTo>
                <a:cubicBezTo>
                  <a:pt x="104836" y="27896"/>
                  <a:pt x="104135" y="27223"/>
                  <a:pt x="103193" y="26781"/>
                </a:cubicBezTo>
                <a:cubicBezTo>
                  <a:pt x="102251" y="26339"/>
                  <a:pt x="100916" y="25964"/>
                  <a:pt x="99186" y="25657"/>
                </a:cubicBezTo>
                <a:lnTo>
                  <a:pt x="99186" y="22601"/>
                </a:lnTo>
                <a:lnTo>
                  <a:pt x="112620" y="22082"/>
                </a:lnTo>
                <a:lnTo>
                  <a:pt x="116137" y="22082"/>
                </a:lnTo>
                <a:lnTo>
                  <a:pt x="116137" y="63306"/>
                </a:lnTo>
                <a:cubicBezTo>
                  <a:pt x="116137" y="66612"/>
                  <a:pt x="116291" y="68908"/>
                  <a:pt x="116598" y="70196"/>
                </a:cubicBezTo>
                <a:cubicBezTo>
                  <a:pt x="116906" y="71484"/>
                  <a:pt x="117492" y="72464"/>
                  <a:pt x="118357" y="73136"/>
                </a:cubicBezTo>
                <a:cubicBezTo>
                  <a:pt x="119221" y="73809"/>
                  <a:pt x="120634" y="74395"/>
                  <a:pt x="122594" y="74895"/>
                </a:cubicBezTo>
                <a:lnTo>
                  <a:pt x="122594" y="77720"/>
                </a:lnTo>
                <a:lnTo>
                  <a:pt x="99993" y="77720"/>
                </a:lnTo>
                <a:lnTo>
                  <a:pt x="99993" y="74895"/>
                </a:lnTo>
                <a:close/>
                <a:moveTo>
                  <a:pt x="188032" y="77720"/>
                </a:moveTo>
                <a:lnTo>
                  <a:pt x="165315" y="77720"/>
                </a:lnTo>
                <a:lnTo>
                  <a:pt x="165315" y="74895"/>
                </a:lnTo>
                <a:cubicBezTo>
                  <a:pt x="166814" y="74434"/>
                  <a:pt x="167891" y="74030"/>
                  <a:pt x="168544" y="73684"/>
                </a:cubicBezTo>
                <a:cubicBezTo>
                  <a:pt x="169197" y="73338"/>
                  <a:pt x="169745" y="72858"/>
                  <a:pt x="170187" y="72243"/>
                </a:cubicBezTo>
                <a:cubicBezTo>
                  <a:pt x="170629" y="71628"/>
                  <a:pt x="170975" y="70676"/>
                  <a:pt x="171225" y="69389"/>
                </a:cubicBezTo>
                <a:cubicBezTo>
                  <a:pt x="171475" y="68101"/>
                  <a:pt x="171600" y="66150"/>
                  <a:pt x="171600" y="63537"/>
                </a:cubicBezTo>
                <a:lnTo>
                  <a:pt x="171600" y="48431"/>
                </a:lnTo>
                <a:cubicBezTo>
                  <a:pt x="171600" y="45740"/>
                  <a:pt x="171523" y="43299"/>
                  <a:pt x="171369" y="41109"/>
                </a:cubicBezTo>
                <a:cubicBezTo>
                  <a:pt x="171215" y="38918"/>
                  <a:pt x="170956" y="37121"/>
                  <a:pt x="170591" y="35718"/>
                </a:cubicBezTo>
                <a:cubicBezTo>
                  <a:pt x="170226" y="34315"/>
                  <a:pt x="169784" y="33219"/>
                  <a:pt x="169265" y="32431"/>
                </a:cubicBezTo>
                <a:cubicBezTo>
                  <a:pt x="168746" y="31643"/>
                  <a:pt x="168131" y="30971"/>
                  <a:pt x="167420" y="30413"/>
                </a:cubicBezTo>
                <a:cubicBezTo>
                  <a:pt x="166709" y="29856"/>
                  <a:pt x="165892" y="29414"/>
                  <a:pt x="164969" y="29087"/>
                </a:cubicBezTo>
                <a:cubicBezTo>
                  <a:pt x="164047" y="28761"/>
                  <a:pt x="162836" y="28597"/>
                  <a:pt x="161337" y="28597"/>
                </a:cubicBezTo>
                <a:cubicBezTo>
                  <a:pt x="159838" y="28597"/>
                  <a:pt x="158416" y="28895"/>
                  <a:pt x="157071" y="29491"/>
                </a:cubicBezTo>
                <a:cubicBezTo>
                  <a:pt x="155725" y="30087"/>
                  <a:pt x="154245" y="31115"/>
                  <a:pt x="152631" y="32576"/>
                </a:cubicBezTo>
                <a:cubicBezTo>
                  <a:pt x="151017" y="34036"/>
                  <a:pt x="149844" y="35478"/>
                  <a:pt x="149114" y="36900"/>
                </a:cubicBezTo>
                <a:cubicBezTo>
                  <a:pt x="148384" y="38322"/>
                  <a:pt x="148019" y="39955"/>
                  <a:pt x="148019" y="41800"/>
                </a:cubicBezTo>
                <a:lnTo>
                  <a:pt x="148019" y="63306"/>
                </a:lnTo>
                <a:cubicBezTo>
                  <a:pt x="148019" y="66612"/>
                  <a:pt x="148172" y="68908"/>
                  <a:pt x="148480" y="70196"/>
                </a:cubicBezTo>
                <a:cubicBezTo>
                  <a:pt x="148787" y="71484"/>
                  <a:pt x="149374" y="72464"/>
                  <a:pt x="150238" y="73136"/>
                </a:cubicBezTo>
                <a:cubicBezTo>
                  <a:pt x="151103" y="73809"/>
                  <a:pt x="152516" y="74395"/>
                  <a:pt x="154476" y="74895"/>
                </a:cubicBezTo>
                <a:lnTo>
                  <a:pt x="154476" y="77720"/>
                </a:lnTo>
                <a:lnTo>
                  <a:pt x="131875" y="77720"/>
                </a:lnTo>
                <a:lnTo>
                  <a:pt x="131875" y="74895"/>
                </a:lnTo>
                <a:cubicBezTo>
                  <a:pt x="133374" y="74434"/>
                  <a:pt x="134441" y="74030"/>
                  <a:pt x="135075" y="73684"/>
                </a:cubicBezTo>
                <a:cubicBezTo>
                  <a:pt x="135709" y="73338"/>
                  <a:pt x="136247" y="72858"/>
                  <a:pt x="136689" y="72243"/>
                </a:cubicBezTo>
                <a:cubicBezTo>
                  <a:pt x="137131" y="71628"/>
                  <a:pt x="137477" y="70686"/>
                  <a:pt x="137727" y="69418"/>
                </a:cubicBezTo>
                <a:cubicBezTo>
                  <a:pt x="137977" y="68149"/>
                  <a:pt x="138102" y="66170"/>
                  <a:pt x="138102" y="63479"/>
                </a:cubicBezTo>
                <a:lnTo>
                  <a:pt x="138102" y="38341"/>
                </a:lnTo>
                <a:cubicBezTo>
                  <a:pt x="138102" y="35881"/>
                  <a:pt x="138063" y="33902"/>
                  <a:pt x="137987" y="32403"/>
                </a:cubicBezTo>
                <a:cubicBezTo>
                  <a:pt x="137910" y="30903"/>
                  <a:pt x="137641" y="29702"/>
                  <a:pt x="137179" y="28799"/>
                </a:cubicBezTo>
                <a:cubicBezTo>
                  <a:pt x="136718" y="27896"/>
                  <a:pt x="136017" y="27223"/>
                  <a:pt x="135075" y="26781"/>
                </a:cubicBezTo>
                <a:cubicBezTo>
                  <a:pt x="134133" y="26339"/>
                  <a:pt x="132797" y="25964"/>
                  <a:pt x="131068" y="25657"/>
                </a:cubicBezTo>
                <a:lnTo>
                  <a:pt x="131068" y="22601"/>
                </a:lnTo>
                <a:lnTo>
                  <a:pt x="144559" y="22082"/>
                </a:lnTo>
                <a:lnTo>
                  <a:pt x="148076" y="22082"/>
                </a:lnTo>
                <a:lnTo>
                  <a:pt x="147442" y="31480"/>
                </a:lnTo>
                <a:lnTo>
                  <a:pt x="148249" y="31711"/>
                </a:lnTo>
                <a:cubicBezTo>
                  <a:pt x="151094" y="28828"/>
                  <a:pt x="153390" y="26771"/>
                  <a:pt x="155139" y="25542"/>
                </a:cubicBezTo>
                <a:cubicBezTo>
                  <a:pt x="156888" y="24312"/>
                  <a:pt x="158656" y="23360"/>
                  <a:pt x="160443" y="22688"/>
                </a:cubicBezTo>
                <a:cubicBezTo>
                  <a:pt x="162231" y="22015"/>
                  <a:pt x="164124" y="21679"/>
                  <a:pt x="166123" y="21679"/>
                </a:cubicBezTo>
                <a:cubicBezTo>
                  <a:pt x="168198" y="21679"/>
                  <a:pt x="170053" y="21919"/>
                  <a:pt x="171686" y="22399"/>
                </a:cubicBezTo>
                <a:cubicBezTo>
                  <a:pt x="173320" y="22880"/>
                  <a:pt x="174761" y="23620"/>
                  <a:pt x="176010" y="24619"/>
                </a:cubicBezTo>
                <a:cubicBezTo>
                  <a:pt x="177260" y="25618"/>
                  <a:pt x="178288" y="26858"/>
                  <a:pt x="179095" y="28338"/>
                </a:cubicBezTo>
                <a:cubicBezTo>
                  <a:pt x="179902" y="29818"/>
                  <a:pt x="180508" y="31595"/>
                  <a:pt x="180911" y="33671"/>
                </a:cubicBezTo>
                <a:cubicBezTo>
                  <a:pt x="181315" y="35747"/>
                  <a:pt x="181517" y="38380"/>
                  <a:pt x="181517" y="41570"/>
                </a:cubicBezTo>
                <a:lnTo>
                  <a:pt x="181517" y="63306"/>
                </a:lnTo>
                <a:cubicBezTo>
                  <a:pt x="181517" y="65958"/>
                  <a:pt x="181593" y="67880"/>
                  <a:pt x="181747" y="69072"/>
                </a:cubicBezTo>
                <a:cubicBezTo>
                  <a:pt x="181901" y="70263"/>
                  <a:pt x="182170" y="71186"/>
                  <a:pt x="182554" y="71839"/>
                </a:cubicBezTo>
                <a:cubicBezTo>
                  <a:pt x="182939" y="72493"/>
                  <a:pt x="183496" y="73040"/>
                  <a:pt x="184226" y="73482"/>
                </a:cubicBezTo>
                <a:cubicBezTo>
                  <a:pt x="184957" y="73924"/>
                  <a:pt x="186225" y="74395"/>
                  <a:pt x="188032" y="74895"/>
                </a:cubicBezTo>
                <a:lnTo>
                  <a:pt x="188032" y="77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74561-DAF6-46D5-B9F4-A1E8E08C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510" y="3034973"/>
            <a:ext cx="80968" cy="10121"/>
          </a:xfrm>
          <a:custGeom xmlns:a="http://schemas.openxmlformats.org/drawingml/2006/main">
            <a:pathLst>
              <a:path w="80968" h="10121">
                <a:moveTo>
                  <a:pt x="80968" y="0"/>
                </a:moveTo>
                <a:lnTo>
                  <a:pt x="80968" y="10121"/>
                </a:lnTo>
                <a:lnTo>
                  <a:pt x="0" y="10121"/>
                </a:lnTo>
                <a:lnTo>
                  <a:pt x="0" y="0"/>
                </a:lnTo>
                <a:lnTo>
                  <a:pt x="809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EEC62-B197-4369-9585-328AAD84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571" y="2947258"/>
            <a:ext cx="72534" cy="59039"/>
          </a:xfrm>
          <a:custGeom xmlns:a="http://schemas.openxmlformats.org/drawingml/2006/main">
            <a:pathLst>
              <a:path w="72534" h="59039">
                <a:moveTo>
                  <a:pt x="26989" y="15181"/>
                </a:moveTo>
                <a:cubicBezTo>
                  <a:pt x="30363" y="10121"/>
                  <a:pt x="35423" y="5060"/>
                  <a:pt x="38797" y="3374"/>
                </a:cubicBezTo>
                <a:cubicBezTo>
                  <a:pt x="42171" y="0"/>
                  <a:pt x="45544" y="0"/>
                  <a:pt x="48918" y="0"/>
                </a:cubicBezTo>
                <a:cubicBezTo>
                  <a:pt x="53978" y="0"/>
                  <a:pt x="57352" y="0"/>
                  <a:pt x="59039" y="3374"/>
                </a:cubicBezTo>
                <a:cubicBezTo>
                  <a:pt x="60726" y="5060"/>
                  <a:pt x="62413" y="8434"/>
                  <a:pt x="62413" y="11808"/>
                </a:cubicBezTo>
                <a:cubicBezTo>
                  <a:pt x="62413" y="13495"/>
                  <a:pt x="60726" y="15181"/>
                  <a:pt x="60726" y="16868"/>
                </a:cubicBezTo>
                <a:cubicBezTo>
                  <a:pt x="60726" y="18555"/>
                  <a:pt x="60726" y="21929"/>
                  <a:pt x="59039" y="23616"/>
                </a:cubicBezTo>
                <a:cubicBezTo>
                  <a:pt x="59039" y="26989"/>
                  <a:pt x="59039" y="28676"/>
                  <a:pt x="57352" y="32050"/>
                </a:cubicBezTo>
                <a:cubicBezTo>
                  <a:pt x="57352" y="33737"/>
                  <a:pt x="57352" y="37110"/>
                  <a:pt x="55665" y="38797"/>
                </a:cubicBezTo>
                <a:cubicBezTo>
                  <a:pt x="55665" y="40484"/>
                  <a:pt x="55665" y="42171"/>
                  <a:pt x="55665" y="43858"/>
                </a:cubicBezTo>
                <a:cubicBezTo>
                  <a:pt x="53978" y="45544"/>
                  <a:pt x="53978" y="47231"/>
                  <a:pt x="53978" y="47231"/>
                </a:cubicBezTo>
                <a:cubicBezTo>
                  <a:pt x="53978" y="48918"/>
                  <a:pt x="55665" y="50605"/>
                  <a:pt x="55665" y="50605"/>
                </a:cubicBezTo>
                <a:lnTo>
                  <a:pt x="57352" y="52292"/>
                </a:lnTo>
                <a:cubicBezTo>
                  <a:pt x="59039" y="52292"/>
                  <a:pt x="59039" y="50605"/>
                  <a:pt x="60726" y="50605"/>
                </a:cubicBezTo>
                <a:lnTo>
                  <a:pt x="62413" y="50605"/>
                </a:lnTo>
                <a:cubicBezTo>
                  <a:pt x="62413" y="48918"/>
                  <a:pt x="64099" y="48918"/>
                  <a:pt x="64099" y="47231"/>
                </a:cubicBezTo>
                <a:cubicBezTo>
                  <a:pt x="65786" y="47231"/>
                  <a:pt x="67473" y="45544"/>
                  <a:pt x="67473" y="43858"/>
                </a:cubicBezTo>
                <a:lnTo>
                  <a:pt x="72534" y="48918"/>
                </a:lnTo>
                <a:cubicBezTo>
                  <a:pt x="70847" y="50605"/>
                  <a:pt x="69160" y="52292"/>
                  <a:pt x="67473" y="52292"/>
                </a:cubicBezTo>
                <a:cubicBezTo>
                  <a:pt x="65786" y="53978"/>
                  <a:pt x="64099" y="55665"/>
                  <a:pt x="62413" y="57352"/>
                </a:cubicBezTo>
                <a:cubicBezTo>
                  <a:pt x="60726" y="57352"/>
                  <a:pt x="59039" y="57352"/>
                  <a:pt x="57352" y="59039"/>
                </a:cubicBezTo>
                <a:cubicBezTo>
                  <a:pt x="55665" y="59039"/>
                  <a:pt x="53978" y="59039"/>
                  <a:pt x="52292" y="59039"/>
                </a:cubicBezTo>
                <a:cubicBezTo>
                  <a:pt x="52292" y="59039"/>
                  <a:pt x="50605" y="59039"/>
                  <a:pt x="48918" y="59039"/>
                </a:cubicBezTo>
                <a:cubicBezTo>
                  <a:pt x="48918" y="57352"/>
                  <a:pt x="47231" y="57352"/>
                  <a:pt x="45544" y="55665"/>
                </a:cubicBezTo>
                <a:cubicBezTo>
                  <a:pt x="45544" y="55665"/>
                  <a:pt x="45544" y="53978"/>
                  <a:pt x="43858" y="52292"/>
                </a:cubicBezTo>
                <a:cubicBezTo>
                  <a:pt x="43858" y="52292"/>
                  <a:pt x="43858" y="50605"/>
                  <a:pt x="43858" y="48918"/>
                </a:cubicBezTo>
                <a:cubicBezTo>
                  <a:pt x="43858" y="47231"/>
                  <a:pt x="43858" y="45544"/>
                  <a:pt x="43858" y="43858"/>
                </a:cubicBezTo>
                <a:cubicBezTo>
                  <a:pt x="43858" y="40484"/>
                  <a:pt x="45544" y="38797"/>
                  <a:pt x="45544" y="37110"/>
                </a:cubicBezTo>
                <a:cubicBezTo>
                  <a:pt x="45544" y="33737"/>
                  <a:pt x="47231" y="32050"/>
                  <a:pt x="47231" y="28676"/>
                </a:cubicBezTo>
                <a:cubicBezTo>
                  <a:pt x="48918" y="26989"/>
                  <a:pt x="48918" y="25302"/>
                  <a:pt x="48918" y="23616"/>
                </a:cubicBezTo>
                <a:cubicBezTo>
                  <a:pt x="48918" y="20242"/>
                  <a:pt x="50605" y="18555"/>
                  <a:pt x="50605" y="16868"/>
                </a:cubicBezTo>
                <a:cubicBezTo>
                  <a:pt x="50605" y="16868"/>
                  <a:pt x="50605" y="15181"/>
                  <a:pt x="50605" y="13495"/>
                </a:cubicBezTo>
                <a:cubicBezTo>
                  <a:pt x="50605" y="11808"/>
                  <a:pt x="50605" y="10121"/>
                  <a:pt x="48918" y="8434"/>
                </a:cubicBezTo>
                <a:cubicBezTo>
                  <a:pt x="48918" y="6747"/>
                  <a:pt x="47231" y="6747"/>
                  <a:pt x="45544" y="6747"/>
                </a:cubicBezTo>
                <a:cubicBezTo>
                  <a:pt x="43858" y="6747"/>
                  <a:pt x="42171" y="6747"/>
                  <a:pt x="40484" y="8434"/>
                </a:cubicBezTo>
                <a:cubicBezTo>
                  <a:pt x="40484" y="8434"/>
                  <a:pt x="38797" y="10121"/>
                  <a:pt x="37110" y="10121"/>
                </a:cubicBezTo>
                <a:cubicBezTo>
                  <a:pt x="35423" y="11808"/>
                  <a:pt x="33737" y="13495"/>
                  <a:pt x="33737" y="13495"/>
                </a:cubicBezTo>
                <a:cubicBezTo>
                  <a:pt x="32050" y="15181"/>
                  <a:pt x="30363" y="16868"/>
                  <a:pt x="28676" y="18555"/>
                </a:cubicBezTo>
                <a:cubicBezTo>
                  <a:pt x="28676" y="20242"/>
                  <a:pt x="26989" y="21929"/>
                  <a:pt x="26989" y="23616"/>
                </a:cubicBezTo>
                <a:cubicBezTo>
                  <a:pt x="25302" y="25302"/>
                  <a:pt x="25302" y="26989"/>
                  <a:pt x="25302" y="28676"/>
                </a:cubicBezTo>
                <a:lnTo>
                  <a:pt x="18555" y="57352"/>
                </a:lnTo>
                <a:lnTo>
                  <a:pt x="6747" y="57352"/>
                </a:lnTo>
                <a:lnTo>
                  <a:pt x="15181" y="20242"/>
                </a:lnTo>
                <a:cubicBezTo>
                  <a:pt x="16868" y="18555"/>
                  <a:pt x="16868" y="16868"/>
                  <a:pt x="16868" y="15181"/>
                </a:cubicBezTo>
                <a:cubicBezTo>
                  <a:pt x="16868" y="13495"/>
                  <a:pt x="16868" y="11808"/>
                  <a:pt x="16868" y="11808"/>
                </a:cubicBezTo>
                <a:cubicBezTo>
                  <a:pt x="16868" y="8434"/>
                  <a:pt x="16868" y="6747"/>
                  <a:pt x="13495" y="6747"/>
                </a:cubicBezTo>
                <a:lnTo>
                  <a:pt x="11808" y="6747"/>
                </a:lnTo>
                <a:lnTo>
                  <a:pt x="10121" y="8434"/>
                </a:lnTo>
                <a:cubicBezTo>
                  <a:pt x="8434" y="10121"/>
                  <a:pt x="8434" y="10121"/>
                  <a:pt x="6747" y="11808"/>
                </a:cubicBezTo>
                <a:cubicBezTo>
                  <a:pt x="6747" y="11808"/>
                  <a:pt x="5060" y="13495"/>
                  <a:pt x="3374" y="13495"/>
                </a:cubicBezTo>
                <a:lnTo>
                  <a:pt x="0" y="10121"/>
                </a:lnTo>
                <a:cubicBezTo>
                  <a:pt x="1687" y="8434"/>
                  <a:pt x="3374" y="6747"/>
                  <a:pt x="5060" y="5060"/>
                </a:cubicBezTo>
                <a:cubicBezTo>
                  <a:pt x="6747" y="3374"/>
                  <a:pt x="8434" y="3374"/>
                  <a:pt x="10121" y="1687"/>
                </a:cubicBezTo>
                <a:cubicBezTo>
                  <a:pt x="11808" y="1687"/>
                  <a:pt x="11808" y="0"/>
                  <a:pt x="13495" y="0"/>
                </a:cubicBezTo>
                <a:cubicBezTo>
                  <a:pt x="15181" y="0"/>
                  <a:pt x="16868" y="0"/>
                  <a:pt x="18555" y="0"/>
                </a:cubicBezTo>
                <a:cubicBezTo>
                  <a:pt x="21929" y="0"/>
                  <a:pt x="23616" y="0"/>
                  <a:pt x="25302" y="1687"/>
                </a:cubicBezTo>
                <a:cubicBezTo>
                  <a:pt x="26989" y="3374"/>
                  <a:pt x="26989" y="6747"/>
                  <a:pt x="26989" y="10121"/>
                </a:cubicBezTo>
                <a:lnTo>
                  <a:pt x="26989" y="11808"/>
                </a:lnTo>
                <a:lnTo>
                  <a:pt x="26989" y="13495"/>
                </a:lnTo>
                <a:lnTo>
                  <a:pt x="26989" y="151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Text 2">
            <a:extLst xmlns:a="http://schemas.openxmlformats.org/drawingml/2006/main">
              <a:ext uri="{FF2B5EF4-FFF2-40B4-BE49-F238E27FC236}">
                <a16:creationId xmlns:a16="http://schemas.microsoft.com/office/drawing/2014/main" id="{1980E803-F02B-4C43-BCEB-1EB55D02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304" y="3054922"/>
            <a:ext cx="48431" cy="79623"/>
          </a:xfrm>
          <a:custGeom xmlns:a="http://schemas.openxmlformats.org/drawingml/2006/main">
            <a:pathLst>
              <a:path w="48431" h="79623">
                <a:moveTo>
                  <a:pt x="33037" y="70398"/>
                </a:moveTo>
                <a:cubicBezTo>
                  <a:pt x="34920" y="70398"/>
                  <a:pt x="36438" y="70282"/>
                  <a:pt x="37592" y="70052"/>
                </a:cubicBezTo>
                <a:cubicBezTo>
                  <a:pt x="38745" y="69821"/>
                  <a:pt x="39667" y="69437"/>
                  <a:pt x="40359" y="68899"/>
                </a:cubicBezTo>
                <a:cubicBezTo>
                  <a:pt x="41051" y="68361"/>
                  <a:pt x="41599" y="67659"/>
                  <a:pt x="42002" y="66794"/>
                </a:cubicBezTo>
                <a:cubicBezTo>
                  <a:pt x="42406" y="65929"/>
                  <a:pt x="42915" y="64594"/>
                  <a:pt x="43530" y="62787"/>
                </a:cubicBezTo>
                <a:lnTo>
                  <a:pt x="48431" y="62787"/>
                </a:lnTo>
                <a:lnTo>
                  <a:pt x="47451" y="79623"/>
                </a:lnTo>
                <a:lnTo>
                  <a:pt x="0" y="79623"/>
                </a:lnTo>
                <a:lnTo>
                  <a:pt x="0" y="76855"/>
                </a:lnTo>
                <a:cubicBezTo>
                  <a:pt x="1653" y="72819"/>
                  <a:pt x="3882" y="68687"/>
                  <a:pt x="6688" y="64459"/>
                </a:cubicBezTo>
                <a:cubicBezTo>
                  <a:pt x="9494" y="60231"/>
                  <a:pt x="13472" y="55253"/>
                  <a:pt x="18623" y="49526"/>
                </a:cubicBezTo>
                <a:cubicBezTo>
                  <a:pt x="23082" y="44606"/>
                  <a:pt x="26291" y="40878"/>
                  <a:pt x="28251" y="38341"/>
                </a:cubicBezTo>
                <a:cubicBezTo>
                  <a:pt x="30404" y="35574"/>
                  <a:pt x="32009" y="33181"/>
                  <a:pt x="33066" y="31163"/>
                </a:cubicBezTo>
                <a:cubicBezTo>
                  <a:pt x="34123" y="29145"/>
                  <a:pt x="34882" y="27242"/>
                  <a:pt x="35343" y="25455"/>
                </a:cubicBezTo>
                <a:cubicBezTo>
                  <a:pt x="35804" y="23668"/>
                  <a:pt x="36035" y="21871"/>
                  <a:pt x="36035" y="20064"/>
                </a:cubicBezTo>
                <a:cubicBezTo>
                  <a:pt x="36035" y="17181"/>
                  <a:pt x="35574" y="14635"/>
                  <a:pt x="34651" y="12425"/>
                </a:cubicBezTo>
                <a:cubicBezTo>
                  <a:pt x="33729" y="10215"/>
                  <a:pt x="32316" y="8475"/>
                  <a:pt x="30413" y="7207"/>
                </a:cubicBezTo>
                <a:cubicBezTo>
                  <a:pt x="28511" y="5939"/>
                  <a:pt x="26118" y="5304"/>
                  <a:pt x="23235" y="5304"/>
                </a:cubicBezTo>
                <a:cubicBezTo>
                  <a:pt x="16048" y="5304"/>
                  <a:pt x="11204" y="9302"/>
                  <a:pt x="8706" y="17297"/>
                </a:cubicBezTo>
                <a:lnTo>
                  <a:pt x="1730" y="17297"/>
                </a:lnTo>
                <a:lnTo>
                  <a:pt x="1730" y="6227"/>
                </a:lnTo>
                <a:cubicBezTo>
                  <a:pt x="6381" y="4036"/>
                  <a:pt x="10734" y="2450"/>
                  <a:pt x="14789" y="1470"/>
                </a:cubicBezTo>
                <a:cubicBezTo>
                  <a:pt x="18844" y="490"/>
                  <a:pt x="22486" y="0"/>
                  <a:pt x="25714" y="0"/>
                </a:cubicBezTo>
                <a:cubicBezTo>
                  <a:pt x="32864" y="0"/>
                  <a:pt x="38264" y="1566"/>
                  <a:pt x="41916" y="4699"/>
                </a:cubicBezTo>
                <a:cubicBezTo>
                  <a:pt x="45567" y="7832"/>
                  <a:pt x="47393" y="12377"/>
                  <a:pt x="47393" y="18335"/>
                </a:cubicBezTo>
                <a:cubicBezTo>
                  <a:pt x="47393" y="20372"/>
                  <a:pt x="47191" y="22246"/>
                  <a:pt x="46788" y="23956"/>
                </a:cubicBezTo>
                <a:cubicBezTo>
                  <a:pt x="46384" y="25666"/>
                  <a:pt x="45750" y="27358"/>
                  <a:pt x="44885" y="29030"/>
                </a:cubicBezTo>
                <a:cubicBezTo>
                  <a:pt x="44020" y="30702"/>
                  <a:pt x="42857" y="32499"/>
                  <a:pt x="41397" y="34421"/>
                </a:cubicBezTo>
                <a:cubicBezTo>
                  <a:pt x="39936" y="36342"/>
                  <a:pt x="38322" y="38293"/>
                  <a:pt x="36554" y="40273"/>
                </a:cubicBezTo>
                <a:cubicBezTo>
                  <a:pt x="34786" y="42252"/>
                  <a:pt x="31730" y="45548"/>
                  <a:pt x="27386" y="50161"/>
                </a:cubicBezTo>
                <a:cubicBezTo>
                  <a:pt x="20083" y="57886"/>
                  <a:pt x="14721" y="64632"/>
                  <a:pt x="11301" y="70398"/>
                </a:cubicBezTo>
                <a:lnTo>
                  <a:pt x="33037" y="70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Text +1">
            <a:extLst xmlns:a="http://schemas.openxmlformats.org/drawingml/2006/main">
              <a:ext uri="{FF2B5EF4-FFF2-40B4-BE49-F238E27FC236}">
                <a16:creationId xmlns:a16="http://schemas.microsoft.com/office/drawing/2014/main" id="{228BCAEA-B49C-4F27-9D1F-E2524C0B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995" y="2995897"/>
            <a:ext cx="133764" cy="82909"/>
          </a:xfrm>
          <a:custGeom xmlns:a="http://schemas.openxmlformats.org/drawingml/2006/main">
            <a:pathLst>
              <a:path w="133764" h="82909">
                <a:moveTo>
                  <a:pt x="39610" y="49699"/>
                </a:moveTo>
                <a:lnTo>
                  <a:pt x="39610" y="82909"/>
                </a:lnTo>
                <a:lnTo>
                  <a:pt x="31422" y="82909"/>
                </a:lnTo>
                <a:lnTo>
                  <a:pt x="31422" y="49699"/>
                </a:lnTo>
                <a:lnTo>
                  <a:pt x="0" y="49699"/>
                </a:lnTo>
                <a:lnTo>
                  <a:pt x="0" y="42031"/>
                </a:lnTo>
                <a:lnTo>
                  <a:pt x="31422" y="42031"/>
                </a:lnTo>
                <a:lnTo>
                  <a:pt x="31422" y="8821"/>
                </a:lnTo>
                <a:lnTo>
                  <a:pt x="39610" y="8821"/>
                </a:lnTo>
                <a:lnTo>
                  <a:pt x="39610" y="42031"/>
                </a:lnTo>
                <a:lnTo>
                  <a:pt x="71032" y="42031"/>
                </a:lnTo>
                <a:lnTo>
                  <a:pt x="71032" y="49699"/>
                </a:lnTo>
                <a:lnTo>
                  <a:pt x="39610" y="49699"/>
                </a:lnTo>
                <a:close/>
                <a:moveTo>
                  <a:pt x="117678" y="64574"/>
                </a:moveTo>
                <a:cubicBezTo>
                  <a:pt x="117678" y="66804"/>
                  <a:pt x="117803" y="68485"/>
                  <a:pt x="118053" y="69619"/>
                </a:cubicBezTo>
                <a:cubicBezTo>
                  <a:pt x="118303" y="70753"/>
                  <a:pt x="118745" y="71676"/>
                  <a:pt x="119379" y="72387"/>
                </a:cubicBezTo>
                <a:cubicBezTo>
                  <a:pt x="120013" y="73098"/>
                  <a:pt x="120926" y="73655"/>
                  <a:pt x="122118" y="74059"/>
                </a:cubicBezTo>
                <a:cubicBezTo>
                  <a:pt x="123309" y="74462"/>
                  <a:pt x="124808" y="74770"/>
                  <a:pt x="126615" y="74981"/>
                </a:cubicBezTo>
                <a:cubicBezTo>
                  <a:pt x="128421" y="75193"/>
                  <a:pt x="130805" y="75337"/>
                  <a:pt x="133764" y="75414"/>
                </a:cubicBezTo>
                <a:lnTo>
                  <a:pt x="133764" y="79623"/>
                </a:lnTo>
                <a:lnTo>
                  <a:pt x="91157" y="79623"/>
                </a:lnTo>
                <a:lnTo>
                  <a:pt x="91157" y="75414"/>
                </a:lnTo>
                <a:cubicBezTo>
                  <a:pt x="95423" y="75222"/>
                  <a:pt x="98469" y="74962"/>
                  <a:pt x="100295" y="74635"/>
                </a:cubicBezTo>
                <a:cubicBezTo>
                  <a:pt x="102121" y="74309"/>
                  <a:pt x="103514" y="73819"/>
                  <a:pt x="104475" y="73165"/>
                </a:cubicBezTo>
                <a:cubicBezTo>
                  <a:pt x="105436" y="72512"/>
                  <a:pt x="106137" y="71589"/>
                  <a:pt x="106580" y="70398"/>
                </a:cubicBezTo>
                <a:cubicBezTo>
                  <a:pt x="107022" y="69206"/>
                  <a:pt x="107243" y="67265"/>
                  <a:pt x="107243" y="64574"/>
                </a:cubicBezTo>
                <a:lnTo>
                  <a:pt x="107243" y="17816"/>
                </a:lnTo>
                <a:cubicBezTo>
                  <a:pt x="107243" y="16278"/>
                  <a:pt x="106974" y="15154"/>
                  <a:pt x="106435" y="14443"/>
                </a:cubicBezTo>
                <a:cubicBezTo>
                  <a:pt x="105897" y="13732"/>
                  <a:pt x="105109" y="13376"/>
                  <a:pt x="104071" y="13376"/>
                </a:cubicBezTo>
                <a:cubicBezTo>
                  <a:pt x="102842" y="13376"/>
                  <a:pt x="101093" y="14010"/>
                  <a:pt x="98825" y="15279"/>
                </a:cubicBezTo>
                <a:cubicBezTo>
                  <a:pt x="96557" y="16547"/>
                  <a:pt x="93751" y="18296"/>
                  <a:pt x="90407" y="20525"/>
                </a:cubicBezTo>
                <a:lnTo>
                  <a:pt x="87870" y="16086"/>
                </a:lnTo>
                <a:lnTo>
                  <a:pt x="114853" y="0"/>
                </a:lnTo>
                <a:lnTo>
                  <a:pt x="118024" y="0"/>
                </a:lnTo>
                <a:cubicBezTo>
                  <a:pt x="117794" y="3690"/>
                  <a:pt x="117678" y="8802"/>
                  <a:pt x="117678" y="15336"/>
                </a:cubicBezTo>
                <a:lnTo>
                  <a:pt x="117678" y="645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Text (">
            <a:extLst xmlns:a="http://schemas.openxmlformats.org/drawingml/2006/main">
              <a:ext uri="{FF2B5EF4-FFF2-40B4-BE49-F238E27FC236}">
                <a16:creationId xmlns:a16="http://schemas.microsoft.com/office/drawing/2014/main" id="{3908C351-B9F7-40B9-9504-1A61D3F2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375" y="3189388"/>
            <a:ext cx="50493" cy="151557"/>
          </a:xfrm>
          <a:custGeom xmlns:a="http://schemas.openxmlformats.org/drawingml/2006/main">
            <a:pathLst>
              <a:path w="50493" h="151557">
                <a:moveTo>
                  <a:pt x="13822" y="75020"/>
                </a:moveTo>
                <a:cubicBezTo>
                  <a:pt x="13822" y="93662"/>
                  <a:pt x="16818" y="109028"/>
                  <a:pt x="22810" y="121118"/>
                </a:cubicBezTo>
                <a:cubicBezTo>
                  <a:pt x="28802" y="133209"/>
                  <a:pt x="37949" y="141305"/>
                  <a:pt x="50253" y="145406"/>
                </a:cubicBezTo>
                <a:lnTo>
                  <a:pt x="48335" y="151557"/>
                </a:lnTo>
                <a:cubicBezTo>
                  <a:pt x="32730" y="147456"/>
                  <a:pt x="20772" y="138628"/>
                  <a:pt x="12463" y="125073"/>
                </a:cubicBezTo>
                <a:cubicBezTo>
                  <a:pt x="4154" y="111518"/>
                  <a:pt x="0" y="95100"/>
                  <a:pt x="0" y="75819"/>
                </a:cubicBezTo>
                <a:cubicBezTo>
                  <a:pt x="0" y="56591"/>
                  <a:pt x="4168" y="40173"/>
                  <a:pt x="12503" y="26564"/>
                </a:cubicBezTo>
                <a:cubicBezTo>
                  <a:pt x="20839" y="12956"/>
                  <a:pt x="32783" y="4101"/>
                  <a:pt x="48335" y="0"/>
                </a:cubicBezTo>
                <a:lnTo>
                  <a:pt x="50493" y="6152"/>
                </a:lnTo>
                <a:cubicBezTo>
                  <a:pt x="38029" y="10253"/>
                  <a:pt x="28802" y="18256"/>
                  <a:pt x="22810" y="30160"/>
                </a:cubicBezTo>
                <a:cubicBezTo>
                  <a:pt x="16818" y="42064"/>
                  <a:pt x="13822" y="57017"/>
                  <a:pt x="13822" y="750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8012F-59D1-4C37-9A3C-28437399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996" y="3196909"/>
            <a:ext cx="89402" cy="107957"/>
          </a:xfrm>
          <a:custGeom xmlns:a="http://schemas.openxmlformats.org/drawingml/2006/main">
            <a:pathLst>
              <a:path w="89402" h="107957">
                <a:moveTo>
                  <a:pt x="42171" y="53978"/>
                </a:moveTo>
                <a:cubicBezTo>
                  <a:pt x="50605" y="53978"/>
                  <a:pt x="55665" y="52292"/>
                  <a:pt x="60726" y="50605"/>
                </a:cubicBezTo>
                <a:cubicBezTo>
                  <a:pt x="64099" y="48918"/>
                  <a:pt x="69160" y="45544"/>
                  <a:pt x="70847" y="40484"/>
                </a:cubicBezTo>
                <a:cubicBezTo>
                  <a:pt x="74220" y="35423"/>
                  <a:pt x="74220" y="30363"/>
                  <a:pt x="74220" y="25302"/>
                </a:cubicBezTo>
                <a:cubicBezTo>
                  <a:pt x="74220" y="21929"/>
                  <a:pt x="74220" y="20242"/>
                  <a:pt x="74220" y="18555"/>
                </a:cubicBezTo>
                <a:cubicBezTo>
                  <a:pt x="74220" y="16868"/>
                  <a:pt x="72534" y="15181"/>
                  <a:pt x="72534" y="15181"/>
                </a:cubicBezTo>
                <a:cubicBezTo>
                  <a:pt x="72534" y="13495"/>
                  <a:pt x="70847" y="11808"/>
                  <a:pt x="69160" y="11808"/>
                </a:cubicBezTo>
                <a:cubicBezTo>
                  <a:pt x="69160" y="10121"/>
                  <a:pt x="67473" y="10121"/>
                  <a:pt x="65786" y="8434"/>
                </a:cubicBezTo>
                <a:cubicBezTo>
                  <a:pt x="64099" y="8434"/>
                  <a:pt x="62413" y="8434"/>
                  <a:pt x="60726" y="8434"/>
                </a:cubicBezTo>
                <a:cubicBezTo>
                  <a:pt x="59039" y="6747"/>
                  <a:pt x="55665" y="6747"/>
                  <a:pt x="52292" y="6747"/>
                </a:cubicBezTo>
                <a:cubicBezTo>
                  <a:pt x="48918" y="6747"/>
                  <a:pt x="45544" y="6747"/>
                  <a:pt x="43858" y="6747"/>
                </a:cubicBezTo>
                <a:lnTo>
                  <a:pt x="32050" y="53978"/>
                </a:lnTo>
                <a:lnTo>
                  <a:pt x="42171" y="53978"/>
                </a:lnTo>
                <a:close/>
                <a:moveTo>
                  <a:pt x="60726" y="59039"/>
                </a:moveTo>
                <a:cubicBezTo>
                  <a:pt x="62413" y="60726"/>
                  <a:pt x="64099" y="64099"/>
                  <a:pt x="65786" y="65786"/>
                </a:cubicBezTo>
                <a:cubicBezTo>
                  <a:pt x="67473" y="69160"/>
                  <a:pt x="69160" y="72534"/>
                  <a:pt x="70847" y="77594"/>
                </a:cubicBezTo>
                <a:lnTo>
                  <a:pt x="72534" y="86028"/>
                </a:lnTo>
                <a:cubicBezTo>
                  <a:pt x="72534" y="89402"/>
                  <a:pt x="72534" y="92776"/>
                  <a:pt x="74220" y="94462"/>
                </a:cubicBezTo>
                <a:cubicBezTo>
                  <a:pt x="74220" y="96149"/>
                  <a:pt x="75907" y="99523"/>
                  <a:pt x="75907" y="99523"/>
                </a:cubicBezTo>
                <a:cubicBezTo>
                  <a:pt x="77594" y="101210"/>
                  <a:pt x="79281" y="102897"/>
                  <a:pt x="79281" y="102897"/>
                </a:cubicBezTo>
                <a:cubicBezTo>
                  <a:pt x="80968" y="104583"/>
                  <a:pt x="82655" y="104583"/>
                  <a:pt x="86028" y="104583"/>
                </a:cubicBezTo>
                <a:lnTo>
                  <a:pt x="84341" y="107957"/>
                </a:lnTo>
                <a:lnTo>
                  <a:pt x="62413" y="107957"/>
                </a:lnTo>
                <a:cubicBezTo>
                  <a:pt x="60726" y="104583"/>
                  <a:pt x="59039" y="97836"/>
                  <a:pt x="59039" y="91089"/>
                </a:cubicBezTo>
                <a:lnTo>
                  <a:pt x="55665" y="74220"/>
                </a:lnTo>
                <a:cubicBezTo>
                  <a:pt x="53978" y="72534"/>
                  <a:pt x="53978" y="69160"/>
                  <a:pt x="52292" y="67473"/>
                </a:cubicBezTo>
                <a:cubicBezTo>
                  <a:pt x="52292" y="65786"/>
                  <a:pt x="50605" y="64099"/>
                  <a:pt x="50605" y="62413"/>
                </a:cubicBezTo>
                <a:cubicBezTo>
                  <a:pt x="48918" y="62413"/>
                  <a:pt x="47231" y="60726"/>
                  <a:pt x="45544" y="60726"/>
                </a:cubicBezTo>
                <a:cubicBezTo>
                  <a:pt x="43858" y="60726"/>
                  <a:pt x="42171" y="60726"/>
                  <a:pt x="40484" y="60726"/>
                </a:cubicBezTo>
                <a:lnTo>
                  <a:pt x="32050" y="60726"/>
                </a:lnTo>
                <a:lnTo>
                  <a:pt x="25302" y="86028"/>
                </a:lnTo>
                <a:cubicBezTo>
                  <a:pt x="25302" y="87715"/>
                  <a:pt x="25302" y="89402"/>
                  <a:pt x="25302" y="91089"/>
                </a:cubicBezTo>
                <a:cubicBezTo>
                  <a:pt x="25302" y="91089"/>
                  <a:pt x="23616" y="92776"/>
                  <a:pt x="23616" y="94462"/>
                </a:cubicBezTo>
                <a:cubicBezTo>
                  <a:pt x="23616" y="96149"/>
                  <a:pt x="23616" y="96149"/>
                  <a:pt x="23616" y="97836"/>
                </a:cubicBezTo>
                <a:cubicBezTo>
                  <a:pt x="23616" y="99523"/>
                  <a:pt x="23616" y="101210"/>
                  <a:pt x="25302" y="101210"/>
                </a:cubicBezTo>
                <a:cubicBezTo>
                  <a:pt x="25302" y="102897"/>
                  <a:pt x="26989" y="102897"/>
                  <a:pt x="26989" y="104583"/>
                </a:cubicBezTo>
                <a:cubicBezTo>
                  <a:pt x="28676" y="104583"/>
                  <a:pt x="30363" y="104583"/>
                  <a:pt x="32050" y="104583"/>
                </a:cubicBezTo>
                <a:lnTo>
                  <a:pt x="32050" y="107957"/>
                </a:lnTo>
                <a:lnTo>
                  <a:pt x="0" y="107957"/>
                </a:lnTo>
                <a:lnTo>
                  <a:pt x="0" y="104583"/>
                </a:lnTo>
                <a:cubicBezTo>
                  <a:pt x="1687" y="104583"/>
                  <a:pt x="3374" y="104583"/>
                  <a:pt x="5060" y="102897"/>
                </a:cubicBezTo>
                <a:cubicBezTo>
                  <a:pt x="5060" y="102897"/>
                  <a:pt x="6747" y="101210"/>
                  <a:pt x="6747" y="99523"/>
                </a:cubicBezTo>
                <a:cubicBezTo>
                  <a:pt x="8434" y="99523"/>
                  <a:pt x="8434" y="97836"/>
                  <a:pt x="8434" y="96149"/>
                </a:cubicBezTo>
                <a:cubicBezTo>
                  <a:pt x="10121" y="94462"/>
                  <a:pt x="10121" y="91089"/>
                  <a:pt x="11808" y="84341"/>
                </a:cubicBezTo>
                <a:lnTo>
                  <a:pt x="25302" y="23616"/>
                </a:lnTo>
                <a:cubicBezTo>
                  <a:pt x="26989" y="18555"/>
                  <a:pt x="26989" y="13495"/>
                  <a:pt x="26989" y="11808"/>
                </a:cubicBezTo>
                <a:cubicBezTo>
                  <a:pt x="26989" y="8434"/>
                  <a:pt x="26989" y="6747"/>
                  <a:pt x="25302" y="5060"/>
                </a:cubicBezTo>
                <a:cubicBezTo>
                  <a:pt x="23616" y="5060"/>
                  <a:pt x="21929" y="5060"/>
                  <a:pt x="18555" y="3374"/>
                </a:cubicBezTo>
                <a:lnTo>
                  <a:pt x="20242" y="0"/>
                </a:lnTo>
                <a:lnTo>
                  <a:pt x="55665" y="0"/>
                </a:lnTo>
                <a:cubicBezTo>
                  <a:pt x="60726" y="0"/>
                  <a:pt x="65786" y="0"/>
                  <a:pt x="69160" y="1687"/>
                </a:cubicBezTo>
                <a:cubicBezTo>
                  <a:pt x="72534" y="1687"/>
                  <a:pt x="75907" y="3374"/>
                  <a:pt x="77594" y="3374"/>
                </a:cubicBezTo>
                <a:cubicBezTo>
                  <a:pt x="80968" y="5060"/>
                  <a:pt x="82655" y="6747"/>
                  <a:pt x="84341" y="10121"/>
                </a:cubicBezTo>
                <a:cubicBezTo>
                  <a:pt x="86028" y="11808"/>
                  <a:pt x="87715" y="13495"/>
                  <a:pt x="87715" y="16868"/>
                </a:cubicBezTo>
                <a:cubicBezTo>
                  <a:pt x="89402" y="18555"/>
                  <a:pt x="89402" y="21929"/>
                  <a:pt x="89402" y="25302"/>
                </a:cubicBezTo>
                <a:cubicBezTo>
                  <a:pt x="89402" y="33737"/>
                  <a:pt x="87715" y="40484"/>
                  <a:pt x="82655" y="45544"/>
                </a:cubicBezTo>
                <a:cubicBezTo>
                  <a:pt x="77594" y="50605"/>
                  <a:pt x="69160" y="55665"/>
                  <a:pt x="60726" y="590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C6557D-E9E3-4495-9222-F0340B1D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327" y="3173293"/>
            <a:ext cx="42171" cy="74220"/>
          </a:xfrm>
          <a:custGeom xmlns:a="http://schemas.openxmlformats.org/drawingml/2006/main">
            <a:pathLst>
              <a:path w="42171" h="74220">
                <a:moveTo>
                  <a:pt x="37110" y="60726"/>
                </a:moveTo>
                <a:cubicBezTo>
                  <a:pt x="33737" y="64099"/>
                  <a:pt x="32050" y="65786"/>
                  <a:pt x="30363" y="67473"/>
                </a:cubicBezTo>
                <a:cubicBezTo>
                  <a:pt x="28676" y="69160"/>
                  <a:pt x="26989" y="69160"/>
                  <a:pt x="25302" y="70847"/>
                </a:cubicBezTo>
                <a:cubicBezTo>
                  <a:pt x="23616" y="72534"/>
                  <a:pt x="21929" y="72534"/>
                  <a:pt x="20242" y="72534"/>
                </a:cubicBezTo>
                <a:cubicBezTo>
                  <a:pt x="18555" y="74220"/>
                  <a:pt x="16868" y="74220"/>
                  <a:pt x="15181" y="74220"/>
                </a:cubicBezTo>
                <a:cubicBezTo>
                  <a:pt x="10121" y="74220"/>
                  <a:pt x="6747" y="72534"/>
                  <a:pt x="5060" y="70847"/>
                </a:cubicBezTo>
                <a:cubicBezTo>
                  <a:pt x="3374" y="67473"/>
                  <a:pt x="1687" y="65786"/>
                  <a:pt x="1687" y="60726"/>
                </a:cubicBezTo>
                <a:cubicBezTo>
                  <a:pt x="1687" y="59039"/>
                  <a:pt x="1687" y="57352"/>
                  <a:pt x="1687" y="55665"/>
                </a:cubicBezTo>
                <a:cubicBezTo>
                  <a:pt x="1687" y="53978"/>
                  <a:pt x="3374" y="52292"/>
                  <a:pt x="3374" y="50605"/>
                </a:cubicBezTo>
                <a:lnTo>
                  <a:pt x="10121" y="21929"/>
                </a:lnTo>
                <a:lnTo>
                  <a:pt x="0" y="21929"/>
                </a:lnTo>
                <a:lnTo>
                  <a:pt x="1687" y="16868"/>
                </a:lnTo>
                <a:cubicBezTo>
                  <a:pt x="3374" y="16868"/>
                  <a:pt x="5060" y="16868"/>
                  <a:pt x="6747" y="16868"/>
                </a:cubicBezTo>
                <a:cubicBezTo>
                  <a:pt x="8434" y="15181"/>
                  <a:pt x="8434" y="15181"/>
                  <a:pt x="10121" y="15181"/>
                </a:cubicBezTo>
                <a:cubicBezTo>
                  <a:pt x="10121" y="13495"/>
                  <a:pt x="10121" y="13495"/>
                  <a:pt x="11808" y="11808"/>
                </a:cubicBezTo>
                <a:cubicBezTo>
                  <a:pt x="11808" y="11808"/>
                  <a:pt x="11808" y="10121"/>
                  <a:pt x="13495" y="10121"/>
                </a:cubicBezTo>
                <a:cubicBezTo>
                  <a:pt x="13495" y="8434"/>
                  <a:pt x="13495" y="6747"/>
                  <a:pt x="15181" y="5060"/>
                </a:cubicBezTo>
                <a:cubicBezTo>
                  <a:pt x="15181" y="3374"/>
                  <a:pt x="15181" y="1687"/>
                  <a:pt x="16868" y="0"/>
                </a:cubicBezTo>
                <a:lnTo>
                  <a:pt x="25302" y="0"/>
                </a:lnTo>
                <a:lnTo>
                  <a:pt x="21929" y="15181"/>
                </a:lnTo>
                <a:lnTo>
                  <a:pt x="42171" y="15181"/>
                </a:lnTo>
                <a:lnTo>
                  <a:pt x="40484" y="21929"/>
                </a:lnTo>
                <a:lnTo>
                  <a:pt x="20242" y="21929"/>
                </a:lnTo>
                <a:lnTo>
                  <a:pt x="15181" y="45544"/>
                </a:lnTo>
                <a:cubicBezTo>
                  <a:pt x="15181" y="47231"/>
                  <a:pt x="15181" y="48918"/>
                  <a:pt x="13495" y="50605"/>
                </a:cubicBezTo>
                <a:cubicBezTo>
                  <a:pt x="13495" y="50605"/>
                  <a:pt x="13495" y="52292"/>
                  <a:pt x="13495" y="53978"/>
                </a:cubicBezTo>
                <a:lnTo>
                  <a:pt x="13495" y="55665"/>
                </a:lnTo>
                <a:cubicBezTo>
                  <a:pt x="13495" y="57352"/>
                  <a:pt x="13495" y="57352"/>
                  <a:pt x="13495" y="59039"/>
                </a:cubicBezTo>
                <a:cubicBezTo>
                  <a:pt x="13495" y="60726"/>
                  <a:pt x="13495" y="62413"/>
                  <a:pt x="15181" y="64099"/>
                </a:cubicBezTo>
                <a:cubicBezTo>
                  <a:pt x="15181" y="65786"/>
                  <a:pt x="16868" y="65786"/>
                  <a:pt x="18555" y="65786"/>
                </a:cubicBezTo>
                <a:cubicBezTo>
                  <a:pt x="21929" y="65786"/>
                  <a:pt x="23616" y="65786"/>
                  <a:pt x="25302" y="64099"/>
                </a:cubicBezTo>
                <a:cubicBezTo>
                  <a:pt x="26989" y="62413"/>
                  <a:pt x="30363" y="60726"/>
                  <a:pt x="32050" y="57352"/>
                </a:cubicBezTo>
                <a:lnTo>
                  <a:pt x="37110" y="60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AF0A3-8CD6-436D-81BC-0AB9A8CD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306" y="3207029"/>
            <a:ext cx="72534" cy="10121"/>
          </a:xfrm>
          <a:custGeom xmlns:a="http://schemas.openxmlformats.org/drawingml/2006/main">
            <a:pathLst>
              <a:path w="72534" h="10121">
                <a:moveTo>
                  <a:pt x="72534" y="0"/>
                </a:moveTo>
                <a:lnTo>
                  <a:pt x="72534" y="10121"/>
                </a:lnTo>
                <a:lnTo>
                  <a:pt x="0" y="10121"/>
                </a:lnTo>
                <a:lnTo>
                  <a:pt x="0" y="0"/>
                </a:lnTo>
                <a:lnTo>
                  <a:pt x="725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Text 2">
            <a:extLst xmlns:a="http://schemas.openxmlformats.org/drawingml/2006/main">
              <a:ext uri="{FF2B5EF4-FFF2-40B4-BE49-F238E27FC236}">
                <a16:creationId xmlns:a16="http://schemas.microsoft.com/office/drawing/2014/main" id="{AD428B8D-EF88-4519-B7D1-83469789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317" y="3166270"/>
            <a:ext cx="48431" cy="79623"/>
          </a:xfrm>
          <a:custGeom xmlns:a="http://schemas.openxmlformats.org/drawingml/2006/main">
            <a:pathLst>
              <a:path w="48431" h="79623">
                <a:moveTo>
                  <a:pt x="33037" y="70398"/>
                </a:moveTo>
                <a:cubicBezTo>
                  <a:pt x="34920" y="70398"/>
                  <a:pt x="36438" y="70282"/>
                  <a:pt x="37592" y="70052"/>
                </a:cubicBezTo>
                <a:cubicBezTo>
                  <a:pt x="38745" y="69821"/>
                  <a:pt x="39667" y="69437"/>
                  <a:pt x="40359" y="68899"/>
                </a:cubicBezTo>
                <a:cubicBezTo>
                  <a:pt x="41051" y="68361"/>
                  <a:pt x="41599" y="67659"/>
                  <a:pt x="42002" y="66794"/>
                </a:cubicBezTo>
                <a:cubicBezTo>
                  <a:pt x="42406" y="65929"/>
                  <a:pt x="42915" y="64594"/>
                  <a:pt x="43530" y="62787"/>
                </a:cubicBezTo>
                <a:lnTo>
                  <a:pt x="48431" y="62787"/>
                </a:lnTo>
                <a:lnTo>
                  <a:pt x="47451" y="79623"/>
                </a:lnTo>
                <a:lnTo>
                  <a:pt x="0" y="79623"/>
                </a:lnTo>
                <a:lnTo>
                  <a:pt x="0" y="76855"/>
                </a:lnTo>
                <a:cubicBezTo>
                  <a:pt x="1653" y="72819"/>
                  <a:pt x="3882" y="68687"/>
                  <a:pt x="6688" y="64459"/>
                </a:cubicBezTo>
                <a:cubicBezTo>
                  <a:pt x="9494" y="60231"/>
                  <a:pt x="13472" y="55253"/>
                  <a:pt x="18623" y="49526"/>
                </a:cubicBezTo>
                <a:cubicBezTo>
                  <a:pt x="23082" y="44606"/>
                  <a:pt x="26291" y="40878"/>
                  <a:pt x="28251" y="38341"/>
                </a:cubicBezTo>
                <a:cubicBezTo>
                  <a:pt x="30404" y="35574"/>
                  <a:pt x="32009" y="33181"/>
                  <a:pt x="33066" y="31163"/>
                </a:cubicBezTo>
                <a:cubicBezTo>
                  <a:pt x="34123" y="29145"/>
                  <a:pt x="34882" y="27242"/>
                  <a:pt x="35343" y="25455"/>
                </a:cubicBezTo>
                <a:cubicBezTo>
                  <a:pt x="35804" y="23668"/>
                  <a:pt x="36035" y="21871"/>
                  <a:pt x="36035" y="20064"/>
                </a:cubicBezTo>
                <a:cubicBezTo>
                  <a:pt x="36035" y="17181"/>
                  <a:pt x="35574" y="14635"/>
                  <a:pt x="34651" y="12425"/>
                </a:cubicBezTo>
                <a:cubicBezTo>
                  <a:pt x="33729" y="10215"/>
                  <a:pt x="32316" y="8475"/>
                  <a:pt x="30413" y="7207"/>
                </a:cubicBezTo>
                <a:cubicBezTo>
                  <a:pt x="28511" y="5939"/>
                  <a:pt x="26118" y="5304"/>
                  <a:pt x="23235" y="5304"/>
                </a:cubicBezTo>
                <a:cubicBezTo>
                  <a:pt x="16048" y="5304"/>
                  <a:pt x="11204" y="9302"/>
                  <a:pt x="8706" y="17297"/>
                </a:cubicBezTo>
                <a:lnTo>
                  <a:pt x="1730" y="17297"/>
                </a:lnTo>
                <a:lnTo>
                  <a:pt x="1730" y="6227"/>
                </a:lnTo>
                <a:cubicBezTo>
                  <a:pt x="6381" y="4036"/>
                  <a:pt x="10734" y="2450"/>
                  <a:pt x="14789" y="1470"/>
                </a:cubicBezTo>
                <a:cubicBezTo>
                  <a:pt x="18844" y="490"/>
                  <a:pt x="22486" y="0"/>
                  <a:pt x="25714" y="0"/>
                </a:cubicBezTo>
                <a:cubicBezTo>
                  <a:pt x="32864" y="0"/>
                  <a:pt x="38264" y="1566"/>
                  <a:pt x="41916" y="4699"/>
                </a:cubicBezTo>
                <a:cubicBezTo>
                  <a:pt x="45567" y="7832"/>
                  <a:pt x="47393" y="12377"/>
                  <a:pt x="47393" y="18335"/>
                </a:cubicBezTo>
                <a:cubicBezTo>
                  <a:pt x="47393" y="20372"/>
                  <a:pt x="47191" y="22246"/>
                  <a:pt x="46788" y="23956"/>
                </a:cubicBezTo>
                <a:cubicBezTo>
                  <a:pt x="46384" y="25666"/>
                  <a:pt x="45750" y="27358"/>
                  <a:pt x="44885" y="29030"/>
                </a:cubicBezTo>
                <a:cubicBezTo>
                  <a:pt x="44020" y="30702"/>
                  <a:pt x="42857" y="32499"/>
                  <a:pt x="41397" y="34421"/>
                </a:cubicBezTo>
                <a:cubicBezTo>
                  <a:pt x="39936" y="36342"/>
                  <a:pt x="38322" y="38293"/>
                  <a:pt x="36554" y="40273"/>
                </a:cubicBezTo>
                <a:cubicBezTo>
                  <a:pt x="34786" y="42252"/>
                  <a:pt x="31730" y="45548"/>
                  <a:pt x="27386" y="50161"/>
                </a:cubicBezTo>
                <a:cubicBezTo>
                  <a:pt x="20083" y="57886"/>
                  <a:pt x="14721" y="64632"/>
                  <a:pt x="11301" y="70398"/>
                </a:cubicBezTo>
                <a:lnTo>
                  <a:pt x="33037" y="70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Text ,">
            <a:extLst xmlns:a="http://schemas.openxmlformats.org/drawingml/2006/main">
              <a:ext uri="{FF2B5EF4-FFF2-40B4-BE49-F238E27FC236}">
                <a16:creationId xmlns:a16="http://schemas.microsoft.com/office/drawing/2014/main" id="{6F61E36C-A0E4-420A-9FE7-AEFDA69D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332" y="3286299"/>
            <a:ext cx="23888" cy="40586"/>
          </a:xfrm>
          <a:custGeom xmlns:a="http://schemas.openxmlformats.org/drawingml/2006/main">
            <a:pathLst>
              <a:path w="23888" h="40586">
                <a:moveTo>
                  <a:pt x="22770" y="0"/>
                </a:moveTo>
                <a:cubicBezTo>
                  <a:pt x="23515" y="3728"/>
                  <a:pt x="23888" y="7403"/>
                  <a:pt x="23888" y="11025"/>
                </a:cubicBezTo>
                <a:cubicBezTo>
                  <a:pt x="23888" y="14754"/>
                  <a:pt x="23249" y="18162"/>
                  <a:pt x="21971" y="21252"/>
                </a:cubicBezTo>
                <a:cubicBezTo>
                  <a:pt x="20692" y="24341"/>
                  <a:pt x="18655" y="27417"/>
                  <a:pt x="15859" y="30479"/>
                </a:cubicBezTo>
                <a:cubicBezTo>
                  <a:pt x="13063" y="33542"/>
                  <a:pt x="9214" y="36911"/>
                  <a:pt x="4314" y="40586"/>
                </a:cubicBezTo>
                <a:lnTo>
                  <a:pt x="0" y="35712"/>
                </a:lnTo>
                <a:cubicBezTo>
                  <a:pt x="2716" y="33156"/>
                  <a:pt x="4687" y="30852"/>
                  <a:pt x="5912" y="28802"/>
                </a:cubicBezTo>
                <a:cubicBezTo>
                  <a:pt x="7137" y="26751"/>
                  <a:pt x="8016" y="24421"/>
                  <a:pt x="8549" y="21811"/>
                </a:cubicBezTo>
                <a:cubicBezTo>
                  <a:pt x="9081" y="19201"/>
                  <a:pt x="9348" y="15925"/>
                  <a:pt x="9348" y="11984"/>
                </a:cubicBezTo>
                <a:cubicBezTo>
                  <a:pt x="9348" y="7936"/>
                  <a:pt x="9161" y="3941"/>
                  <a:pt x="8788" y="0"/>
                </a:cubicBezTo>
                <a:lnTo>
                  <a:pt x="2277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8A3A2-2C10-4F55-B8BB-7D385F65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653" y="3196909"/>
            <a:ext cx="89402" cy="107957"/>
          </a:xfrm>
          <a:custGeom xmlns:a="http://schemas.openxmlformats.org/drawingml/2006/main">
            <a:pathLst>
              <a:path w="89402" h="107957">
                <a:moveTo>
                  <a:pt x="42171" y="53978"/>
                </a:moveTo>
                <a:cubicBezTo>
                  <a:pt x="50605" y="53978"/>
                  <a:pt x="55665" y="52292"/>
                  <a:pt x="60726" y="50605"/>
                </a:cubicBezTo>
                <a:cubicBezTo>
                  <a:pt x="65786" y="48918"/>
                  <a:pt x="69160" y="45544"/>
                  <a:pt x="70847" y="40484"/>
                </a:cubicBezTo>
                <a:cubicBezTo>
                  <a:pt x="74220" y="35423"/>
                  <a:pt x="75907" y="30363"/>
                  <a:pt x="75907" y="25302"/>
                </a:cubicBezTo>
                <a:cubicBezTo>
                  <a:pt x="75907" y="21929"/>
                  <a:pt x="74220" y="20242"/>
                  <a:pt x="74220" y="18555"/>
                </a:cubicBezTo>
                <a:cubicBezTo>
                  <a:pt x="74220" y="16868"/>
                  <a:pt x="74220" y="15181"/>
                  <a:pt x="72534" y="15181"/>
                </a:cubicBezTo>
                <a:cubicBezTo>
                  <a:pt x="72534" y="13495"/>
                  <a:pt x="70847" y="11808"/>
                  <a:pt x="70847" y="11808"/>
                </a:cubicBezTo>
                <a:cubicBezTo>
                  <a:pt x="69160" y="10121"/>
                  <a:pt x="67473" y="10121"/>
                  <a:pt x="65786" y="8434"/>
                </a:cubicBezTo>
                <a:cubicBezTo>
                  <a:pt x="64099" y="8434"/>
                  <a:pt x="62413" y="8434"/>
                  <a:pt x="60726" y="8434"/>
                </a:cubicBezTo>
                <a:cubicBezTo>
                  <a:pt x="59039" y="6747"/>
                  <a:pt x="55665" y="6747"/>
                  <a:pt x="52292" y="6747"/>
                </a:cubicBezTo>
                <a:cubicBezTo>
                  <a:pt x="48918" y="6747"/>
                  <a:pt x="45544" y="6747"/>
                  <a:pt x="43858" y="6747"/>
                </a:cubicBezTo>
                <a:lnTo>
                  <a:pt x="33737" y="53978"/>
                </a:lnTo>
                <a:lnTo>
                  <a:pt x="42171" y="53978"/>
                </a:lnTo>
                <a:close/>
                <a:moveTo>
                  <a:pt x="60726" y="59039"/>
                </a:moveTo>
                <a:cubicBezTo>
                  <a:pt x="62413" y="60726"/>
                  <a:pt x="65786" y="64099"/>
                  <a:pt x="65786" y="65786"/>
                </a:cubicBezTo>
                <a:cubicBezTo>
                  <a:pt x="67473" y="69160"/>
                  <a:pt x="69160" y="72534"/>
                  <a:pt x="70847" y="77594"/>
                </a:cubicBezTo>
                <a:lnTo>
                  <a:pt x="72534" y="86028"/>
                </a:lnTo>
                <a:cubicBezTo>
                  <a:pt x="72534" y="89402"/>
                  <a:pt x="74220" y="92776"/>
                  <a:pt x="74220" y="94462"/>
                </a:cubicBezTo>
                <a:cubicBezTo>
                  <a:pt x="74220" y="96149"/>
                  <a:pt x="75907" y="99523"/>
                  <a:pt x="77594" y="99523"/>
                </a:cubicBezTo>
                <a:cubicBezTo>
                  <a:pt x="77594" y="101210"/>
                  <a:pt x="79281" y="102897"/>
                  <a:pt x="80968" y="102897"/>
                </a:cubicBezTo>
                <a:cubicBezTo>
                  <a:pt x="80968" y="104583"/>
                  <a:pt x="84341" y="104583"/>
                  <a:pt x="86028" y="104583"/>
                </a:cubicBezTo>
                <a:lnTo>
                  <a:pt x="86028" y="107957"/>
                </a:lnTo>
                <a:lnTo>
                  <a:pt x="62413" y="107957"/>
                </a:lnTo>
                <a:cubicBezTo>
                  <a:pt x="60726" y="104583"/>
                  <a:pt x="60726" y="97836"/>
                  <a:pt x="59039" y="91089"/>
                </a:cubicBezTo>
                <a:lnTo>
                  <a:pt x="55665" y="74220"/>
                </a:lnTo>
                <a:cubicBezTo>
                  <a:pt x="53978" y="72534"/>
                  <a:pt x="53978" y="69160"/>
                  <a:pt x="52292" y="67473"/>
                </a:cubicBezTo>
                <a:cubicBezTo>
                  <a:pt x="52292" y="65786"/>
                  <a:pt x="50605" y="64099"/>
                  <a:pt x="50605" y="62413"/>
                </a:cubicBezTo>
                <a:cubicBezTo>
                  <a:pt x="48918" y="62413"/>
                  <a:pt x="47231" y="60726"/>
                  <a:pt x="45544" y="60726"/>
                </a:cubicBezTo>
                <a:cubicBezTo>
                  <a:pt x="43858" y="60726"/>
                  <a:pt x="42171" y="60726"/>
                  <a:pt x="40484" y="60726"/>
                </a:cubicBezTo>
                <a:lnTo>
                  <a:pt x="32050" y="60726"/>
                </a:lnTo>
                <a:lnTo>
                  <a:pt x="25302" y="86028"/>
                </a:lnTo>
                <a:cubicBezTo>
                  <a:pt x="25302" y="87715"/>
                  <a:pt x="25302" y="89402"/>
                  <a:pt x="25302" y="91089"/>
                </a:cubicBezTo>
                <a:cubicBezTo>
                  <a:pt x="25302" y="91089"/>
                  <a:pt x="25302" y="92776"/>
                  <a:pt x="25302" y="94462"/>
                </a:cubicBezTo>
                <a:cubicBezTo>
                  <a:pt x="23616" y="96149"/>
                  <a:pt x="23616" y="96149"/>
                  <a:pt x="23616" y="97836"/>
                </a:cubicBezTo>
                <a:cubicBezTo>
                  <a:pt x="23616" y="99523"/>
                  <a:pt x="25302" y="101210"/>
                  <a:pt x="25302" y="101210"/>
                </a:cubicBezTo>
                <a:cubicBezTo>
                  <a:pt x="25302" y="102897"/>
                  <a:pt x="26989" y="102897"/>
                  <a:pt x="26989" y="104583"/>
                </a:cubicBezTo>
                <a:cubicBezTo>
                  <a:pt x="28676" y="104583"/>
                  <a:pt x="30363" y="104583"/>
                  <a:pt x="33737" y="104583"/>
                </a:cubicBezTo>
                <a:lnTo>
                  <a:pt x="32050" y="107957"/>
                </a:lnTo>
                <a:lnTo>
                  <a:pt x="0" y="107957"/>
                </a:lnTo>
                <a:lnTo>
                  <a:pt x="0" y="104583"/>
                </a:lnTo>
                <a:cubicBezTo>
                  <a:pt x="1687" y="104583"/>
                  <a:pt x="3374" y="104583"/>
                  <a:pt x="5060" y="102897"/>
                </a:cubicBezTo>
                <a:cubicBezTo>
                  <a:pt x="5060" y="102897"/>
                  <a:pt x="6747" y="101210"/>
                  <a:pt x="6747" y="99523"/>
                </a:cubicBezTo>
                <a:cubicBezTo>
                  <a:pt x="8434" y="99523"/>
                  <a:pt x="8434" y="97836"/>
                  <a:pt x="8434" y="96149"/>
                </a:cubicBezTo>
                <a:cubicBezTo>
                  <a:pt x="10121" y="94462"/>
                  <a:pt x="10121" y="91089"/>
                  <a:pt x="11808" y="84341"/>
                </a:cubicBezTo>
                <a:lnTo>
                  <a:pt x="25302" y="23616"/>
                </a:lnTo>
                <a:cubicBezTo>
                  <a:pt x="26989" y="18555"/>
                  <a:pt x="26989" y="13495"/>
                  <a:pt x="26989" y="11808"/>
                </a:cubicBezTo>
                <a:cubicBezTo>
                  <a:pt x="26989" y="8434"/>
                  <a:pt x="26989" y="6747"/>
                  <a:pt x="25302" y="5060"/>
                </a:cubicBezTo>
                <a:cubicBezTo>
                  <a:pt x="23616" y="5060"/>
                  <a:pt x="21929" y="5060"/>
                  <a:pt x="18555" y="3374"/>
                </a:cubicBezTo>
                <a:lnTo>
                  <a:pt x="20242" y="0"/>
                </a:lnTo>
                <a:lnTo>
                  <a:pt x="55665" y="0"/>
                </a:lnTo>
                <a:cubicBezTo>
                  <a:pt x="60726" y="0"/>
                  <a:pt x="65786" y="0"/>
                  <a:pt x="69160" y="1687"/>
                </a:cubicBezTo>
                <a:cubicBezTo>
                  <a:pt x="72534" y="1687"/>
                  <a:pt x="75907" y="3374"/>
                  <a:pt x="79281" y="3374"/>
                </a:cubicBezTo>
                <a:cubicBezTo>
                  <a:pt x="80968" y="5060"/>
                  <a:pt x="82655" y="6747"/>
                  <a:pt x="84341" y="10121"/>
                </a:cubicBezTo>
                <a:cubicBezTo>
                  <a:pt x="86028" y="11808"/>
                  <a:pt x="87715" y="13495"/>
                  <a:pt x="89402" y="16868"/>
                </a:cubicBezTo>
                <a:cubicBezTo>
                  <a:pt x="89402" y="18555"/>
                  <a:pt x="89402" y="21929"/>
                  <a:pt x="89402" y="25302"/>
                </a:cubicBezTo>
                <a:cubicBezTo>
                  <a:pt x="89402" y="33737"/>
                  <a:pt x="87715" y="40484"/>
                  <a:pt x="82655" y="45544"/>
                </a:cubicBezTo>
                <a:cubicBezTo>
                  <a:pt x="77594" y="50605"/>
                  <a:pt x="70847" y="55665"/>
                  <a:pt x="60726" y="590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923FFC-F2FE-40F3-A641-C65AB2DD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984" y="3173293"/>
            <a:ext cx="42171" cy="74220"/>
          </a:xfrm>
          <a:custGeom xmlns:a="http://schemas.openxmlformats.org/drawingml/2006/main">
            <a:pathLst>
              <a:path w="42171" h="74220">
                <a:moveTo>
                  <a:pt x="37110" y="60726"/>
                </a:moveTo>
                <a:cubicBezTo>
                  <a:pt x="33737" y="64099"/>
                  <a:pt x="32050" y="65786"/>
                  <a:pt x="30363" y="67473"/>
                </a:cubicBezTo>
                <a:cubicBezTo>
                  <a:pt x="28676" y="69160"/>
                  <a:pt x="26989" y="69160"/>
                  <a:pt x="25302" y="70847"/>
                </a:cubicBezTo>
                <a:cubicBezTo>
                  <a:pt x="23616" y="72534"/>
                  <a:pt x="21929" y="72534"/>
                  <a:pt x="20242" y="72534"/>
                </a:cubicBezTo>
                <a:cubicBezTo>
                  <a:pt x="18555" y="74220"/>
                  <a:pt x="16868" y="74220"/>
                  <a:pt x="15181" y="74220"/>
                </a:cubicBezTo>
                <a:cubicBezTo>
                  <a:pt x="11808" y="74220"/>
                  <a:pt x="8434" y="72534"/>
                  <a:pt x="5060" y="70847"/>
                </a:cubicBezTo>
                <a:cubicBezTo>
                  <a:pt x="3374" y="67473"/>
                  <a:pt x="1687" y="65786"/>
                  <a:pt x="1687" y="60726"/>
                </a:cubicBezTo>
                <a:cubicBezTo>
                  <a:pt x="1687" y="59039"/>
                  <a:pt x="1687" y="57352"/>
                  <a:pt x="1687" y="55665"/>
                </a:cubicBezTo>
                <a:cubicBezTo>
                  <a:pt x="3374" y="53978"/>
                  <a:pt x="3374" y="52292"/>
                  <a:pt x="3374" y="50605"/>
                </a:cubicBezTo>
                <a:lnTo>
                  <a:pt x="10121" y="21929"/>
                </a:lnTo>
                <a:lnTo>
                  <a:pt x="0" y="21929"/>
                </a:lnTo>
                <a:lnTo>
                  <a:pt x="1687" y="16868"/>
                </a:lnTo>
                <a:cubicBezTo>
                  <a:pt x="3374" y="16868"/>
                  <a:pt x="5060" y="16868"/>
                  <a:pt x="6747" y="16868"/>
                </a:cubicBezTo>
                <a:cubicBezTo>
                  <a:pt x="8434" y="15181"/>
                  <a:pt x="8434" y="15181"/>
                  <a:pt x="10121" y="15181"/>
                </a:cubicBezTo>
                <a:cubicBezTo>
                  <a:pt x="10121" y="13495"/>
                  <a:pt x="11808" y="13495"/>
                  <a:pt x="11808" y="11808"/>
                </a:cubicBezTo>
                <a:lnTo>
                  <a:pt x="13495" y="10121"/>
                </a:lnTo>
                <a:cubicBezTo>
                  <a:pt x="13495" y="8434"/>
                  <a:pt x="15181" y="6747"/>
                  <a:pt x="15181" y="5060"/>
                </a:cubicBezTo>
                <a:cubicBezTo>
                  <a:pt x="15181" y="3374"/>
                  <a:pt x="16868" y="1687"/>
                  <a:pt x="16868" y="0"/>
                </a:cubicBezTo>
                <a:lnTo>
                  <a:pt x="25302" y="0"/>
                </a:lnTo>
                <a:lnTo>
                  <a:pt x="21929" y="15181"/>
                </a:lnTo>
                <a:lnTo>
                  <a:pt x="42171" y="15181"/>
                </a:lnTo>
                <a:lnTo>
                  <a:pt x="40484" y="21929"/>
                </a:lnTo>
                <a:lnTo>
                  <a:pt x="21929" y="21929"/>
                </a:lnTo>
                <a:lnTo>
                  <a:pt x="15181" y="45544"/>
                </a:lnTo>
                <a:cubicBezTo>
                  <a:pt x="15181" y="47231"/>
                  <a:pt x="15181" y="48918"/>
                  <a:pt x="15181" y="50605"/>
                </a:cubicBezTo>
                <a:cubicBezTo>
                  <a:pt x="13495" y="50605"/>
                  <a:pt x="13495" y="52292"/>
                  <a:pt x="13495" y="53978"/>
                </a:cubicBezTo>
                <a:lnTo>
                  <a:pt x="13495" y="55665"/>
                </a:lnTo>
                <a:cubicBezTo>
                  <a:pt x="13495" y="57352"/>
                  <a:pt x="13495" y="57352"/>
                  <a:pt x="13495" y="59039"/>
                </a:cubicBezTo>
                <a:cubicBezTo>
                  <a:pt x="13495" y="60726"/>
                  <a:pt x="13495" y="62413"/>
                  <a:pt x="15181" y="64099"/>
                </a:cubicBezTo>
                <a:cubicBezTo>
                  <a:pt x="15181" y="65786"/>
                  <a:pt x="16868" y="65786"/>
                  <a:pt x="20242" y="65786"/>
                </a:cubicBezTo>
                <a:cubicBezTo>
                  <a:pt x="21929" y="65786"/>
                  <a:pt x="23616" y="65786"/>
                  <a:pt x="25302" y="64099"/>
                </a:cubicBezTo>
                <a:cubicBezTo>
                  <a:pt x="26989" y="62413"/>
                  <a:pt x="30363" y="60726"/>
                  <a:pt x="32050" y="57352"/>
                </a:cubicBezTo>
                <a:lnTo>
                  <a:pt x="37110" y="60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97A46-2E66-46B7-B745-0EDD9D4A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650" y="3207029"/>
            <a:ext cx="72534" cy="10121"/>
          </a:xfrm>
          <a:custGeom xmlns:a="http://schemas.openxmlformats.org/drawingml/2006/main">
            <a:pathLst>
              <a:path w="72534" h="10121">
                <a:moveTo>
                  <a:pt x="72534" y="0"/>
                </a:moveTo>
                <a:lnTo>
                  <a:pt x="72534" y="10121"/>
                </a:lnTo>
                <a:lnTo>
                  <a:pt x="0" y="10121"/>
                </a:lnTo>
                <a:lnTo>
                  <a:pt x="0" y="0"/>
                </a:lnTo>
                <a:lnTo>
                  <a:pt x="725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Text 1">
            <a:extLst xmlns:a="http://schemas.openxmlformats.org/drawingml/2006/main">
              <a:ext uri="{FF2B5EF4-FFF2-40B4-BE49-F238E27FC236}">
                <a16:creationId xmlns:a16="http://schemas.microsoft.com/office/drawing/2014/main" id="{A9E26F41-A128-49F5-8B74-68678FEE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445" y="3166270"/>
            <a:ext cx="45894" cy="79623"/>
          </a:xfrm>
          <a:custGeom xmlns:a="http://schemas.openxmlformats.org/drawingml/2006/main">
            <a:pathLst>
              <a:path w="45894" h="79623">
                <a:moveTo>
                  <a:pt x="29808" y="64574"/>
                </a:moveTo>
                <a:cubicBezTo>
                  <a:pt x="29808" y="66804"/>
                  <a:pt x="29933" y="68485"/>
                  <a:pt x="30183" y="69619"/>
                </a:cubicBezTo>
                <a:cubicBezTo>
                  <a:pt x="30433" y="70753"/>
                  <a:pt x="30875" y="71676"/>
                  <a:pt x="31509" y="72387"/>
                </a:cubicBezTo>
                <a:cubicBezTo>
                  <a:pt x="32143" y="73098"/>
                  <a:pt x="33056" y="73655"/>
                  <a:pt x="34248" y="74059"/>
                </a:cubicBezTo>
                <a:cubicBezTo>
                  <a:pt x="35439" y="74462"/>
                  <a:pt x="36938" y="74770"/>
                  <a:pt x="38745" y="74981"/>
                </a:cubicBezTo>
                <a:cubicBezTo>
                  <a:pt x="40551" y="75193"/>
                  <a:pt x="42934" y="75337"/>
                  <a:pt x="45894" y="75414"/>
                </a:cubicBezTo>
                <a:lnTo>
                  <a:pt x="45894" y="79623"/>
                </a:lnTo>
                <a:lnTo>
                  <a:pt x="3286" y="79623"/>
                </a:lnTo>
                <a:lnTo>
                  <a:pt x="3286" y="75414"/>
                </a:lnTo>
                <a:cubicBezTo>
                  <a:pt x="7553" y="75222"/>
                  <a:pt x="10599" y="74962"/>
                  <a:pt x="12425" y="74635"/>
                </a:cubicBezTo>
                <a:cubicBezTo>
                  <a:pt x="14251" y="74309"/>
                  <a:pt x="15644" y="73819"/>
                  <a:pt x="16605" y="73165"/>
                </a:cubicBezTo>
                <a:cubicBezTo>
                  <a:pt x="17566" y="72512"/>
                  <a:pt x="18267" y="71589"/>
                  <a:pt x="18709" y="70398"/>
                </a:cubicBezTo>
                <a:cubicBezTo>
                  <a:pt x="19151" y="69206"/>
                  <a:pt x="19372" y="67265"/>
                  <a:pt x="19372" y="64574"/>
                </a:cubicBezTo>
                <a:lnTo>
                  <a:pt x="19372" y="17816"/>
                </a:lnTo>
                <a:cubicBezTo>
                  <a:pt x="19372" y="16278"/>
                  <a:pt x="19103" y="15154"/>
                  <a:pt x="18565" y="14443"/>
                </a:cubicBezTo>
                <a:cubicBezTo>
                  <a:pt x="18027" y="13732"/>
                  <a:pt x="17239" y="13376"/>
                  <a:pt x="16201" y="13376"/>
                </a:cubicBezTo>
                <a:cubicBezTo>
                  <a:pt x="14971" y="13376"/>
                  <a:pt x="13222" y="14010"/>
                  <a:pt x="10955" y="15279"/>
                </a:cubicBezTo>
                <a:cubicBezTo>
                  <a:pt x="8687" y="16547"/>
                  <a:pt x="5881" y="18296"/>
                  <a:pt x="2537" y="20525"/>
                </a:cubicBezTo>
                <a:lnTo>
                  <a:pt x="0" y="16086"/>
                </a:lnTo>
                <a:lnTo>
                  <a:pt x="26983" y="0"/>
                </a:lnTo>
                <a:lnTo>
                  <a:pt x="30154" y="0"/>
                </a:lnTo>
                <a:cubicBezTo>
                  <a:pt x="29923" y="3690"/>
                  <a:pt x="29808" y="8802"/>
                  <a:pt x="29808" y="15336"/>
                </a:cubicBezTo>
                <a:lnTo>
                  <a:pt x="29808" y="645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Text ,">
            <a:extLst xmlns:a="http://schemas.openxmlformats.org/drawingml/2006/main">
              <a:ext uri="{FF2B5EF4-FFF2-40B4-BE49-F238E27FC236}">
                <a16:creationId xmlns:a16="http://schemas.microsoft.com/office/drawing/2014/main" id="{9289408F-20CF-456F-A1C2-5B0CE0FA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816" y="3286299"/>
            <a:ext cx="23888" cy="40586"/>
          </a:xfrm>
          <a:custGeom xmlns:a="http://schemas.openxmlformats.org/drawingml/2006/main">
            <a:pathLst>
              <a:path w="23888" h="40586">
                <a:moveTo>
                  <a:pt x="22770" y="0"/>
                </a:moveTo>
                <a:cubicBezTo>
                  <a:pt x="23515" y="3728"/>
                  <a:pt x="23888" y="7403"/>
                  <a:pt x="23888" y="11025"/>
                </a:cubicBezTo>
                <a:cubicBezTo>
                  <a:pt x="23888" y="14754"/>
                  <a:pt x="23249" y="18162"/>
                  <a:pt x="21971" y="21252"/>
                </a:cubicBezTo>
                <a:cubicBezTo>
                  <a:pt x="20692" y="24341"/>
                  <a:pt x="18655" y="27417"/>
                  <a:pt x="15859" y="30479"/>
                </a:cubicBezTo>
                <a:cubicBezTo>
                  <a:pt x="13063" y="33542"/>
                  <a:pt x="9214" y="36911"/>
                  <a:pt x="4314" y="40586"/>
                </a:cubicBezTo>
                <a:lnTo>
                  <a:pt x="0" y="35712"/>
                </a:lnTo>
                <a:cubicBezTo>
                  <a:pt x="2716" y="33156"/>
                  <a:pt x="4687" y="30852"/>
                  <a:pt x="5912" y="28802"/>
                </a:cubicBezTo>
                <a:cubicBezTo>
                  <a:pt x="7137" y="26751"/>
                  <a:pt x="8016" y="24421"/>
                  <a:pt x="8549" y="21811"/>
                </a:cubicBezTo>
                <a:cubicBezTo>
                  <a:pt x="9081" y="19201"/>
                  <a:pt x="9348" y="15925"/>
                  <a:pt x="9348" y="11984"/>
                </a:cubicBezTo>
                <a:cubicBezTo>
                  <a:pt x="9348" y="7936"/>
                  <a:pt x="9161" y="3941"/>
                  <a:pt x="8788" y="0"/>
                </a:cubicBezTo>
                <a:lnTo>
                  <a:pt x="2277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6E3E9-0FF0-4A09-A915-5CF03955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542" y="3196909"/>
            <a:ext cx="91089" cy="107957"/>
          </a:xfrm>
          <a:custGeom xmlns:a="http://schemas.openxmlformats.org/drawingml/2006/main">
            <a:pathLst>
              <a:path w="91089" h="107957">
                <a:moveTo>
                  <a:pt x="42171" y="53978"/>
                </a:moveTo>
                <a:cubicBezTo>
                  <a:pt x="50605" y="53978"/>
                  <a:pt x="57352" y="52292"/>
                  <a:pt x="60726" y="50605"/>
                </a:cubicBezTo>
                <a:cubicBezTo>
                  <a:pt x="65786" y="48918"/>
                  <a:pt x="69160" y="45544"/>
                  <a:pt x="72534" y="40484"/>
                </a:cubicBezTo>
                <a:cubicBezTo>
                  <a:pt x="74220" y="35423"/>
                  <a:pt x="75907" y="30363"/>
                  <a:pt x="75907" y="25302"/>
                </a:cubicBezTo>
                <a:cubicBezTo>
                  <a:pt x="75907" y="21929"/>
                  <a:pt x="75907" y="20242"/>
                  <a:pt x="74220" y="18555"/>
                </a:cubicBezTo>
                <a:cubicBezTo>
                  <a:pt x="74220" y="16868"/>
                  <a:pt x="74220" y="15181"/>
                  <a:pt x="72534" y="15181"/>
                </a:cubicBezTo>
                <a:cubicBezTo>
                  <a:pt x="72534" y="13495"/>
                  <a:pt x="72534" y="11808"/>
                  <a:pt x="70847" y="11808"/>
                </a:cubicBezTo>
                <a:cubicBezTo>
                  <a:pt x="69160" y="10121"/>
                  <a:pt x="69160" y="10121"/>
                  <a:pt x="67473" y="8434"/>
                </a:cubicBezTo>
                <a:cubicBezTo>
                  <a:pt x="65786" y="8434"/>
                  <a:pt x="64099" y="8434"/>
                  <a:pt x="60726" y="8434"/>
                </a:cubicBezTo>
                <a:cubicBezTo>
                  <a:pt x="59039" y="6747"/>
                  <a:pt x="55665" y="6747"/>
                  <a:pt x="52292" y="6747"/>
                </a:cubicBezTo>
                <a:cubicBezTo>
                  <a:pt x="50605" y="6747"/>
                  <a:pt x="47231" y="6747"/>
                  <a:pt x="43858" y="6747"/>
                </a:cubicBezTo>
                <a:lnTo>
                  <a:pt x="33737" y="53978"/>
                </a:lnTo>
                <a:lnTo>
                  <a:pt x="42171" y="53978"/>
                </a:lnTo>
                <a:close/>
                <a:moveTo>
                  <a:pt x="60726" y="59039"/>
                </a:moveTo>
                <a:cubicBezTo>
                  <a:pt x="64099" y="60726"/>
                  <a:pt x="65786" y="64099"/>
                  <a:pt x="67473" y="65786"/>
                </a:cubicBezTo>
                <a:cubicBezTo>
                  <a:pt x="69160" y="69160"/>
                  <a:pt x="69160" y="72534"/>
                  <a:pt x="70847" y="77594"/>
                </a:cubicBezTo>
                <a:lnTo>
                  <a:pt x="72534" y="86028"/>
                </a:lnTo>
                <a:cubicBezTo>
                  <a:pt x="72534" y="89402"/>
                  <a:pt x="74220" y="92776"/>
                  <a:pt x="74220" y="94462"/>
                </a:cubicBezTo>
                <a:cubicBezTo>
                  <a:pt x="75907" y="96149"/>
                  <a:pt x="75907" y="99523"/>
                  <a:pt x="77594" y="99523"/>
                </a:cubicBezTo>
                <a:cubicBezTo>
                  <a:pt x="77594" y="101210"/>
                  <a:pt x="79281" y="102897"/>
                  <a:pt x="80968" y="102897"/>
                </a:cubicBezTo>
                <a:cubicBezTo>
                  <a:pt x="82655" y="104583"/>
                  <a:pt x="84341" y="104583"/>
                  <a:pt x="86028" y="104583"/>
                </a:cubicBezTo>
                <a:lnTo>
                  <a:pt x="86028" y="107957"/>
                </a:lnTo>
                <a:lnTo>
                  <a:pt x="64099" y="107957"/>
                </a:lnTo>
                <a:cubicBezTo>
                  <a:pt x="62413" y="104583"/>
                  <a:pt x="60726" y="97836"/>
                  <a:pt x="59039" y="91089"/>
                </a:cubicBezTo>
                <a:lnTo>
                  <a:pt x="55665" y="74220"/>
                </a:lnTo>
                <a:cubicBezTo>
                  <a:pt x="55665" y="72534"/>
                  <a:pt x="53978" y="69160"/>
                  <a:pt x="53978" y="67473"/>
                </a:cubicBezTo>
                <a:cubicBezTo>
                  <a:pt x="52292" y="65786"/>
                  <a:pt x="52292" y="64099"/>
                  <a:pt x="50605" y="62413"/>
                </a:cubicBezTo>
                <a:cubicBezTo>
                  <a:pt x="48918" y="62413"/>
                  <a:pt x="48918" y="60726"/>
                  <a:pt x="47231" y="60726"/>
                </a:cubicBezTo>
                <a:cubicBezTo>
                  <a:pt x="45544" y="60726"/>
                  <a:pt x="43858" y="60726"/>
                  <a:pt x="40484" y="60726"/>
                </a:cubicBezTo>
                <a:lnTo>
                  <a:pt x="32050" y="60726"/>
                </a:lnTo>
                <a:lnTo>
                  <a:pt x="26989" y="86028"/>
                </a:lnTo>
                <a:cubicBezTo>
                  <a:pt x="25302" y="87715"/>
                  <a:pt x="25302" y="89402"/>
                  <a:pt x="25302" y="91089"/>
                </a:cubicBezTo>
                <a:cubicBezTo>
                  <a:pt x="25302" y="91089"/>
                  <a:pt x="25302" y="92776"/>
                  <a:pt x="25302" y="94462"/>
                </a:cubicBezTo>
                <a:cubicBezTo>
                  <a:pt x="25302" y="96149"/>
                  <a:pt x="25302" y="96149"/>
                  <a:pt x="25302" y="97836"/>
                </a:cubicBezTo>
                <a:cubicBezTo>
                  <a:pt x="25302" y="99523"/>
                  <a:pt x="25302" y="101210"/>
                  <a:pt x="25302" y="101210"/>
                </a:cubicBezTo>
                <a:cubicBezTo>
                  <a:pt x="25302" y="102897"/>
                  <a:pt x="26989" y="102897"/>
                  <a:pt x="28676" y="104583"/>
                </a:cubicBezTo>
                <a:cubicBezTo>
                  <a:pt x="28676" y="104583"/>
                  <a:pt x="30363" y="104583"/>
                  <a:pt x="33737" y="104583"/>
                </a:cubicBezTo>
                <a:lnTo>
                  <a:pt x="32050" y="107957"/>
                </a:lnTo>
                <a:lnTo>
                  <a:pt x="0" y="107957"/>
                </a:lnTo>
                <a:lnTo>
                  <a:pt x="0" y="104583"/>
                </a:lnTo>
                <a:cubicBezTo>
                  <a:pt x="3374" y="104583"/>
                  <a:pt x="5060" y="104583"/>
                  <a:pt x="5060" y="102897"/>
                </a:cubicBezTo>
                <a:cubicBezTo>
                  <a:pt x="6747" y="102897"/>
                  <a:pt x="6747" y="101210"/>
                  <a:pt x="8434" y="99523"/>
                </a:cubicBezTo>
                <a:cubicBezTo>
                  <a:pt x="8434" y="99523"/>
                  <a:pt x="8434" y="97836"/>
                  <a:pt x="10121" y="96149"/>
                </a:cubicBezTo>
                <a:cubicBezTo>
                  <a:pt x="10121" y="94462"/>
                  <a:pt x="11808" y="91089"/>
                  <a:pt x="11808" y="84341"/>
                </a:cubicBezTo>
                <a:lnTo>
                  <a:pt x="25302" y="23616"/>
                </a:lnTo>
                <a:cubicBezTo>
                  <a:pt x="26989" y="18555"/>
                  <a:pt x="26989" y="13495"/>
                  <a:pt x="26989" y="11808"/>
                </a:cubicBezTo>
                <a:cubicBezTo>
                  <a:pt x="26989" y="8434"/>
                  <a:pt x="26989" y="6747"/>
                  <a:pt x="25302" y="5060"/>
                </a:cubicBezTo>
                <a:cubicBezTo>
                  <a:pt x="25302" y="5060"/>
                  <a:pt x="21929" y="5060"/>
                  <a:pt x="20242" y="3374"/>
                </a:cubicBezTo>
                <a:lnTo>
                  <a:pt x="20242" y="0"/>
                </a:lnTo>
                <a:lnTo>
                  <a:pt x="55665" y="0"/>
                </a:lnTo>
                <a:cubicBezTo>
                  <a:pt x="62413" y="0"/>
                  <a:pt x="65786" y="0"/>
                  <a:pt x="69160" y="1687"/>
                </a:cubicBezTo>
                <a:cubicBezTo>
                  <a:pt x="74220" y="1687"/>
                  <a:pt x="75907" y="3374"/>
                  <a:pt x="79281" y="3374"/>
                </a:cubicBezTo>
                <a:cubicBezTo>
                  <a:pt x="80968" y="5060"/>
                  <a:pt x="84341" y="6747"/>
                  <a:pt x="86028" y="10121"/>
                </a:cubicBezTo>
                <a:cubicBezTo>
                  <a:pt x="87715" y="11808"/>
                  <a:pt x="87715" y="13495"/>
                  <a:pt x="89402" y="16868"/>
                </a:cubicBezTo>
                <a:cubicBezTo>
                  <a:pt x="89402" y="18555"/>
                  <a:pt x="91089" y="21929"/>
                  <a:pt x="91089" y="25302"/>
                </a:cubicBezTo>
                <a:cubicBezTo>
                  <a:pt x="91089" y="33737"/>
                  <a:pt x="87715" y="40484"/>
                  <a:pt x="82655" y="45544"/>
                </a:cubicBezTo>
                <a:cubicBezTo>
                  <a:pt x="77594" y="50605"/>
                  <a:pt x="70847" y="55665"/>
                  <a:pt x="60726" y="590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278FA-804C-4650-9B6E-38AA2B73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873" y="3173293"/>
            <a:ext cx="42171" cy="74220"/>
          </a:xfrm>
          <a:custGeom xmlns:a="http://schemas.openxmlformats.org/drawingml/2006/main">
            <a:pathLst>
              <a:path w="42171" h="74220">
                <a:moveTo>
                  <a:pt x="37110" y="60726"/>
                </a:moveTo>
                <a:cubicBezTo>
                  <a:pt x="35423" y="64099"/>
                  <a:pt x="33737" y="65786"/>
                  <a:pt x="32050" y="67473"/>
                </a:cubicBezTo>
                <a:cubicBezTo>
                  <a:pt x="30363" y="69160"/>
                  <a:pt x="28676" y="69160"/>
                  <a:pt x="26989" y="70847"/>
                </a:cubicBezTo>
                <a:cubicBezTo>
                  <a:pt x="25302" y="72534"/>
                  <a:pt x="23616" y="72534"/>
                  <a:pt x="21929" y="72534"/>
                </a:cubicBezTo>
                <a:cubicBezTo>
                  <a:pt x="20242" y="74220"/>
                  <a:pt x="18555" y="74220"/>
                  <a:pt x="16868" y="74220"/>
                </a:cubicBezTo>
                <a:cubicBezTo>
                  <a:pt x="11808" y="74220"/>
                  <a:pt x="8434" y="72534"/>
                  <a:pt x="5060" y="70847"/>
                </a:cubicBezTo>
                <a:cubicBezTo>
                  <a:pt x="3374" y="67473"/>
                  <a:pt x="1687" y="65786"/>
                  <a:pt x="1687" y="60726"/>
                </a:cubicBezTo>
                <a:cubicBezTo>
                  <a:pt x="1687" y="59039"/>
                  <a:pt x="3374" y="57352"/>
                  <a:pt x="3374" y="55665"/>
                </a:cubicBezTo>
                <a:cubicBezTo>
                  <a:pt x="3374" y="53978"/>
                  <a:pt x="3374" y="52292"/>
                  <a:pt x="3374" y="50605"/>
                </a:cubicBezTo>
                <a:lnTo>
                  <a:pt x="10121" y="21929"/>
                </a:lnTo>
                <a:lnTo>
                  <a:pt x="0" y="21929"/>
                </a:lnTo>
                <a:lnTo>
                  <a:pt x="1687" y="16868"/>
                </a:lnTo>
                <a:cubicBezTo>
                  <a:pt x="3374" y="16868"/>
                  <a:pt x="6747" y="16868"/>
                  <a:pt x="6747" y="16868"/>
                </a:cubicBezTo>
                <a:cubicBezTo>
                  <a:pt x="8434" y="15181"/>
                  <a:pt x="10121" y="15181"/>
                  <a:pt x="10121" y="15181"/>
                </a:cubicBezTo>
                <a:cubicBezTo>
                  <a:pt x="11808" y="13495"/>
                  <a:pt x="11808" y="13495"/>
                  <a:pt x="11808" y="11808"/>
                </a:cubicBezTo>
                <a:cubicBezTo>
                  <a:pt x="13495" y="11808"/>
                  <a:pt x="13495" y="10121"/>
                  <a:pt x="13495" y="10121"/>
                </a:cubicBezTo>
                <a:cubicBezTo>
                  <a:pt x="13495" y="8434"/>
                  <a:pt x="15181" y="6747"/>
                  <a:pt x="15181" y="5060"/>
                </a:cubicBezTo>
                <a:cubicBezTo>
                  <a:pt x="15181" y="3374"/>
                  <a:pt x="16868" y="1687"/>
                  <a:pt x="16868" y="0"/>
                </a:cubicBezTo>
                <a:lnTo>
                  <a:pt x="26989" y="0"/>
                </a:lnTo>
                <a:lnTo>
                  <a:pt x="23616" y="15181"/>
                </a:lnTo>
                <a:lnTo>
                  <a:pt x="42171" y="15181"/>
                </a:lnTo>
                <a:lnTo>
                  <a:pt x="40484" y="21929"/>
                </a:lnTo>
                <a:lnTo>
                  <a:pt x="21929" y="21929"/>
                </a:lnTo>
                <a:lnTo>
                  <a:pt x="15181" y="45544"/>
                </a:lnTo>
                <a:cubicBezTo>
                  <a:pt x="15181" y="47231"/>
                  <a:pt x="15181" y="48918"/>
                  <a:pt x="15181" y="50605"/>
                </a:cubicBezTo>
                <a:cubicBezTo>
                  <a:pt x="15181" y="50605"/>
                  <a:pt x="15181" y="52292"/>
                  <a:pt x="13495" y="53978"/>
                </a:cubicBezTo>
                <a:lnTo>
                  <a:pt x="13495" y="55665"/>
                </a:lnTo>
                <a:cubicBezTo>
                  <a:pt x="13495" y="57352"/>
                  <a:pt x="13495" y="57352"/>
                  <a:pt x="13495" y="59039"/>
                </a:cubicBezTo>
                <a:cubicBezTo>
                  <a:pt x="13495" y="60726"/>
                  <a:pt x="15181" y="62413"/>
                  <a:pt x="15181" y="64099"/>
                </a:cubicBezTo>
                <a:cubicBezTo>
                  <a:pt x="16868" y="65786"/>
                  <a:pt x="18555" y="65786"/>
                  <a:pt x="20242" y="65786"/>
                </a:cubicBezTo>
                <a:cubicBezTo>
                  <a:pt x="21929" y="65786"/>
                  <a:pt x="23616" y="65786"/>
                  <a:pt x="25302" y="64099"/>
                </a:cubicBezTo>
                <a:cubicBezTo>
                  <a:pt x="28676" y="62413"/>
                  <a:pt x="30363" y="60726"/>
                  <a:pt x="33737" y="57352"/>
                </a:cubicBezTo>
                <a:lnTo>
                  <a:pt x="37110" y="60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Text ,">
            <a:extLst xmlns:a="http://schemas.openxmlformats.org/drawingml/2006/main">
              <a:ext uri="{FF2B5EF4-FFF2-40B4-BE49-F238E27FC236}">
                <a16:creationId xmlns:a16="http://schemas.microsoft.com/office/drawing/2014/main" id="{23C4B0A1-B193-4B54-B163-F57D662D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374" y="3286299"/>
            <a:ext cx="23888" cy="40586"/>
          </a:xfrm>
          <a:custGeom xmlns:a="http://schemas.openxmlformats.org/drawingml/2006/main">
            <a:pathLst>
              <a:path w="23888" h="40586">
                <a:moveTo>
                  <a:pt x="22770" y="0"/>
                </a:moveTo>
                <a:cubicBezTo>
                  <a:pt x="23515" y="3728"/>
                  <a:pt x="23888" y="7403"/>
                  <a:pt x="23888" y="11025"/>
                </a:cubicBezTo>
                <a:cubicBezTo>
                  <a:pt x="23888" y="14754"/>
                  <a:pt x="23249" y="18162"/>
                  <a:pt x="21971" y="21252"/>
                </a:cubicBezTo>
                <a:cubicBezTo>
                  <a:pt x="20692" y="24341"/>
                  <a:pt x="18655" y="27417"/>
                  <a:pt x="15859" y="30479"/>
                </a:cubicBezTo>
                <a:cubicBezTo>
                  <a:pt x="13063" y="33542"/>
                  <a:pt x="9214" y="36911"/>
                  <a:pt x="4314" y="40586"/>
                </a:cubicBezTo>
                <a:lnTo>
                  <a:pt x="0" y="35712"/>
                </a:lnTo>
                <a:cubicBezTo>
                  <a:pt x="2716" y="33156"/>
                  <a:pt x="4687" y="30852"/>
                  <a:pt x="5912" y="28802"/>
                </a:cubicBezTo>
                <a:cubicBezTo>
                  <a:pt x="7137" y="26751"/>
                  <a:pt x="8016" y="24421"/>
                  <a:pt x="8549" y="21811"/>
                </a:cubicBezTo>
                <a:cubicBezTo>
                  <a:pt x="9081" y="19201"/>
                  <a:pt x="9348" y="15925"/>
                  <a:pt x="9348" y="11984"/>
                </a:cubicBezTo>
                <a:cubicBezTo>
                  <a:pt x="9348" y="7936"/>
                  <a:pt x="9161" y="3941"/>
                  <a:pt x="8788" y="0"/>
                </a:cubicBezTo>
                <a:lnTo>
                  <a:pt x="2277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A318E0-E327-4FC4-9FA9-6BDD2990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698" y="3196909"/>
            <a:ext cx="91089" cy="107957"/>
          </a:xfrm>
          <a:custGeom xmlns:a="http://schemas.openxmlformats.org/drawingml/2006/main">
            <a:pathLst>
              <a:path w="91089" h="107957">
                <a:moveTo>
                  <a:pt x="43858" y="53978"/>
                </a:moveTo>
                <a:cubicBezTo>
                  <a:pt x="50605" y="53978"/>
                  <a:pt x="57352" y="52292"/>
                  <a:pt x="62413" y="50605"/>
                </a:cubicBezTo>
                <a:cubicBezTo>
                  <a:pt x="65786" y="48918"/>
                  <a:pt x="69160" y="45544"/>
                  <a:pt x="72534" y="40484"/>
                </a:cubicBezTo>
                <a:cubicBezTo>
                  <a:pt x="74220" y="35423"/>
                  <a:pt x="75907" y="30363"/>
                  <a:pt x="75907" y="25302"/>
                </a:cubicBezTo>
                <a:cubicBezTo>
                  <a:pt x="75907" y="21929"/>
                  <a:pt x="75907" y="20242"/>
                  <a:pt x="75907" y="18555"/>
                </a:cubicBezTo>
                <a:cubicBezTo>
                  <a:pt x="75907" y="16868"/>
                  <a:pt x="74220" y="15181"/>
                  <a:pt x="74220" y="15181"/>
                </a:cubicBezTo>
                <a:cubicBezTo>
                  <a:pt x="72534" y="13495"/>
                  <a:pt x="72534" y="11808"/>
                  <a:pt x="70847" y="11808"/>
                </a:cubicBezTo>
                <a:cubicBezTo>
                  <a:pt x="70847" y="10121"/>
                  <a:pt x="69160" y="10121"/>
                  <a:pt x="67473" y="8434"/>
                </a:cubicBezTo>
                <a:cubicBezTo>
                  <a:pt x="65786" y="8434"/>
                  <a:pt x="64099" y="8434"/>
                  <a:pt x="62413" y="8434"/>
                </a:cubicBezTo>
                <a:cubicBezTo>
                  <a:pt x="59039" y="6747"/>
                  <a:pt x="57352" y="6747"/>
                  <a:pt x="53978" y="6747"/>
                </a:cubicBezTo>
                <a:cubicBezTo>
                  <a:pt x="50605" y="6747"/>
                  <a:pt x="47231" y="6747"/>
                  <a:pt x="43858" y="6747"/>
                </a:cubicBezTo>
                <a:lnTo>
                  <a:pt x="33737" y="53978"/>
                </a:lnTo>
                <a:lnTo>
                  <a:pt x="43858" y="53978"/>
                </a:lnTo>
                <a:close/>
                <a:moveTo>
                  <a:pt x="60726" y="59039"/>
                </a:moveTo>
                <a:cubicBezTo>
                  <a:pt x="64099" y="60726"/>
                  <a:pt x="65786" y="64099"/>
                  <a:pt x="67473" y="65786"/>
                </a:cubicBezTo>
                <a:cubicBezTo>
                  <a:pt x="69160" y="69160"/>
                  <a:pt x="70847" y="72534"/>
                  <a:pt x="70847" y="77594"/>
                </a:cubicBezTo>
                <a:lnTo>
                  <a:pt x="72534" y="86028"/>
                </a:lnTo>
                <a:cubicBezTo>
                  <a:pt x="74220" y="89402"/>
                  <a:pt x="74220" y="92776"/>
                  <a:pt x="75907" y="94462"/>
                </a:cubicBezTo>
                <a:cubicBezTo>
                  <a:pt x="75907" y="96149"/>
                  <a:pt x="77594" y="99523"/>
                  <a:pt x="77594" y="99523"/>
                </a:cubicBezTo>
                <a:cubicBezTo>
                  <a:pt x="79281" y="101210"/>
                  <a:pt x="80968" y="102897"/>
                  <a:pt x="80968" y="102897"/>
                </a:cubicBezTo>
                <a:cubicBezTo>
                  <a:pt x="82655" y="104583"/>
                  <a:pt x="84341" y="104583"/>
                  <a:pt x="87715" y="104583"/>
                </a:cubicBezTo>
                <a:lnTo>
                  <a:pt x="86028" y="107957"/>
                </a:lnTo>
                <a:lnTo>
                  <a:pt x="64099" y="107957"/>
                </a:lnTo>
                <a:cubicBezTo>
                  <a:pt x="62413" y="104583"/>
                  <a:pt x="60726" y="97836"/>
                  <a:pt x="59039" y="91089"/>
                </a:cubicBezTo>
                <a:lnTo>
                  <a:pt x="55665" y="74220"/>
                </a:lnTo>
                <a:cubicBezTo>
                  <a:pt x="55665" y="72534"/>
                  <a:pt x="55665" y="69160"/>
                  <a:pt x="53978" y="67473"/>
                </a:cubicBezTo>
                <a:cubicBezTo>
                  <a:pt x="53978" y="65786"/>
                  <a:pt x="52292" y="64099"/>
                  <a:pt x="50605" y="62413"/>
                </a:cubicBezTo>
                <a:cubicBezTo>
                  <a:pt x="50605" y="62413"/>
                  <a:pt x="48918" y="60726"/>
                  <a:pt x="47231" y="60726"/>
                </a:cubicBezTo>
                <a:cubicBezTo>
                  <a:pt x="45544" y="60726"/>
                  <a:pt x="43858" y="60726"/>
                  <a:pt x="42171" y="60726"/>
                </a:cubicBezTo>
                <a:lnTo>
                  <a:pt x="32050" y="60726"/>
                </a:lnTo>
                <a:lnTo>
                  <a:pt x="26989" y="86028"/>
                </a:lnTo>
                <a:cubicBezTo>
                  <a:pt x="26989" y="87715"/>
                  <a:pt x="26989" y="89402"/>
                  <a:pt x="25302" y="91089"/>
                </a:cubicBezTo>
                <a:cubicBezTo>
                  <a:pt x="25302" y="91089"/>
                  <a:pt x="25302" y="92776"/>
                  <a:pt x="25302" y="94462"/>
                </a:cubicBezTo>
                <a:cubicBezTo>
                  <a:pt x="25302" y="96149"/>
                  <a:pt x="25302" y="96149"/>
                  <a:pt x="25302" y="97836"/>
                </a:cubicBezTo>
                <a:cubicBezTo>
                  <a:pt x="25302" y="99523"/>
                  <a:pt x="25302" y="101210"/>
                  <a:pt x="26989" y="101210"/>
                </a:cubicBezTo>
                <a:cubicBezTo>
                  <a:pt x="26989" y="102897"/>
                  <a:pt x="26989" y="102897"/>
                  <a:pt x="28676" y="104583"/>
                </a:cubicBezTo>
                <a:cubicBezTo>
                  <a:pt x="30363" y="104583"/>
                  <a:pt x="32050" y="104583"/>
                  <a:pt x="33737" y="104583"/>
                </a:cubicBezTo>
                <a:lnTo>
                  <a:pt x="33737" y="107957"/>
                </a:lnTo>
                <a:lnTo>
                  <a:pt x="0" y="107957"/>
                </a:lnTo>
                <a:lnTo>
                  <a:pt x="1687" y="104583"/>
                </a:lnTo>
                <a:cubicBezTo>
                  <a:pt x="3374" y="104583"/>
                  <a:pt x="5060" y="104583"/>
                  <a:pt x="6747" y="102897"/>
                </a:cubicBezTo>
                <a:cubicBezTo>
                  <a:pt x="6747" y="102897"/>
                  <a:pt x="8434" y="101210"/>
                  <a:pt x="8434" y="99523"/>
                </a:cubicBezTo>
                <a:cubicBezTo>
                  <a:pt x="8434" y="99523"/>
                  <a:pt x="10121" y="97836"/>
                  <a:pt x="10121" y="96149"/>
                </a:cubicBezTo>
                <a:cubicBezTo>
                  <a:pt x="10121" y="94462"/>
                  <a:pt x="11808" y="91089"/>
                  <a:pt x="13495" y="84341"/>
                </a:cubicBezTo>
                <a:lnTo>
                  <a:pt x="26989" y="23616"/>
                </a:lnTo>
                <a:cubicBezTo>
                  <a:pt x="26989" y="18555"/>
                  <a:pt x="28676" y="13495"/>
                  <a:pt x="28676" y="11808"/>
                </a:cubicBezTo>
                <a:cubicBezTo>
                  <a:pt x="28676" y="8434"/>
                  <a:pt x="26989" y="6747"/>
                  <a:pt x="26989" y="5060"/>
                </a:cubicBezTo>
                <a:cubicBezTo>
                  <a:pt x="25302" y="5060"/>
                  <a:pt x="23616" y="5060"/>
                  <a:pt x="20242" y="3374"/>
                </a:cubicBezTo>
                <a:lnTo>
                  <a:pt x="21929" y="0"/>
                </a:lnTo>
                <a:lnTo>
                  <a:pt x="57352" y="0"/>
                </a:lnTo>
                <a:cubicBezTo>
                  <a:pt x="62413" y="0"/>
                  <a:pt x="67473" y="0"/>
                  <a:pt x="70847" y="1687"/>
                </a:cubicBezTo>
                <a:cubicBezTo>
                  <a:pt x="74220" y="1687"/>
                  <a:pt x="77594" y="3374"/>
                  <a:pt x="79281" y="3374"/>
                </a:cubicBezTo>
                <a:cubicBezTo>
                  <a:pt x="82655" y="5060"/>
                  <a:pt x="84341" y="6747"/>
                  <a:pt x="86028" y="10121"/>
                </a:cubicBezTo>
                <a:cubicBezTo>
                  <a:pt x="87715" y="11808"/>
                  <a:pt x="89402" y="13495"/>
                  <a:pt x="89402" y="16868"/>
                </a:cubicBezTo>
                <a:cubicBezTo>
                  <a:pt x="91089" y="18555"/>
                  <a:pt x="91089" y="21929"/>
                  <a:pt x="91089" y="25302"/>
                </a:cubicBezTo>
                <a:cubicBezTo>
                  <a:pt x="91089" y="33737"/>
                  <a:pt x="87715" y="40484"/>
                  <a:pt x="84341" y="45544"/>
                </a:cubicBezTo>
                <a:cubicBezTo>
                  <a:pt x="79281" y="50605"/>
                  <a:pt x="70847" y="55665"/>
                  <a:pt x="60726" y="590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AEEB6-7CDA-4123-8171-DB2527F1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9715" y="3173293"/>
            <a:ext cx="42171" cy="74220"/>
          </a:xfrm>
          <a:custGeom xmlns:a="http://schemas.openxmlformats.org/drawingml/2006/main">
            <a:pathLst>
              <a:path w="42171" h="74220">
                <a:moveTo>
                  <a:pt x="35423" y="60726"/>
                </a:moveTo>
                <a:cubicBezTo>
                  <a:pt x="33737" y="64099"/>
                  <a:pt x="32050" y="65786"/>
                  <a:pt x="30363" y="67473"/>
                </a:cubicBezTo>
                <a:cubicBezTo>
                  <a:pt x="28676" y="69160"/>
                  <a:pt x="26989" y="69160"/>
                  <a:pt x="25302" y="70847"/>
                </a:cubicBezTo>
                <a:cubicBezTo>
                  <a:pt x="23616" y="72534"/>
                  <a:pt x="21929" y="72534"/>
                  <a:pt x="20242" y="72534"/>
                </a:cubicBezTo>
                <a:cubicBezTo>
                  <a:pt x="18555" y="74220"/>
                  <a:pt x="16868" y="74220"/>
                  <a:pt x="15181" y="74220"/>
                </a:cubicBezTo>
                <a:cubicBezTo>
                  <a:pt x="10121" y="74220"/>
                  <a:pt x="6747" y="72534"/>
                  <a:pt x="5060" y="70847"/>
                </a:cubicBezTo>
                <a:cubicBezTo>
                  <a:pt x="3374" y="67473"/>
                  <a:pt x="1687" y="65786"/>
                  <a:pt x="1687" y="60726"/>
                </a:cubicBezTo>
                <a:cubicBezTo>
                  <a:pt x="1687" y="59039"/>
                  <a:pt x="1687" y="57352"/>
                  <a:pt x="1687" y="55665"/>
                </a:cubicBezTo>
                <a:cubicBezTo>
                  <a:pt x="1687" y="53978"/>
                  <a:pt x="1687" y="52292"/>
                  <a:pt x="3374" y="50605"/>
                </a:cubicBezTo>
                <a:lnTo>
                  <a:pt x="10121" y="21929"/>
                </a:lnTo>
                <a:lnTo>
                  <a:pt x="0" y="21929"/>
                </a:lnTo>
                <a:lnTo>
                  <a:pt x="0" y="16868"/>
                </a:lnTo>
                <a:cubicBezTo>
                  <a:pt x="3374" y="16868"/>
                  <a:pt x="5060" y="16868"/>
                  <a:pt x="6747" y="16868"/>
                </a:cubicBezTo>
                <a:cubicBezTo>
                  <a:pt x="6747" y="15181"/>
                  <a:pt x="8434" y="15181"/>
                  <a:pt x="10121" y="15181"/>
                </a:cubicBezTo>
                <a:cubicBezTo>
                  <a:pt x="10121" y="13495"/>
                  <a:pt x="10121" y="13495"/>
                  <a:pt x="11808" y="11808"/>
                </a:cubicBezTo>
                <a:cubicBezTo>
                  <a:pt x="11808" y="11808"/>
                  <a:pt x="11808" y="10121"/>
                  <a:pt x="13495" y="10121"/>
                </a:cubicBezTo>
                <a:cubicBezTo>
                  <a:pt x="13495" y="8434"/>
                  <a:pt x="13495" y="6747"/>
                  <a:pt x="13495" y="5060"/>
                </a:cubicBezTo>
                <a:cubicBezTo>
                  <a:pt x="15181" y="3374"/>
                  <a:pt x="15181" y="1687"/>
                  <a:pt x="16868" y="0"/>
                </a:cubicBezTo>
                <a:lnTo>
                  <a:pt x="25302" y="0"/>
                </a:lnTo>
                <a:lnTo>
                  <a:pt x="21929" y="15181"/>
                </a:lnTo>
                <a:lnTo>
                  <a:pt x="42171" y="15181"/>
                </a:lnTo>
                <a:lnTo>
                  <a:pt x="40484" y="21929"/>
                </a:lnTo>
                <a:lnTo>
                  <a:pt x="20242" y="21929"/>
                </a:lnTo>
                <a:lnTo>
                  <a:pt x="15181" y="45544"/>
                </a:lnTo>
                <a:cubicBezTo>
                  <a:pt x="15181" y="47231"/>
                  <a:pt x="13495" y="48918"/>
                  <a:pt x="13495" y="50605"/>
                </a:cubicBezTo>
                <a:cubicBezTo>
                  <a:pt x="13495" y="50605"/>
                  <a:pt x="13495" y="52292"/>
                  <a:pt x="13495" y="53978"/>
                </a:cubicBezTo>
                <a:lnTo>
                  <a:pt x="13495" y="55665"/>
                </a:lnTo>
                <a:cubicBezTo>
                  <a:pt x="13495" y="57352"/>
                  <a:pt x="13495" y="57352"/>
                  <a:pt x="13495" y="59039"/>
                </a:cubicBezTo>
                <a:cubicBezTo>
                  <a:pt x="13495" y="60726"/>
                  <a:pt x="13495" y="62413"/>
                  <a:pt x="13495" y="64099"/>
                </a:cubicBezTo>
                <a:cubicBezTo>
                  <a:pt x="15181" y="65786"/>
                  <a:pt x="16868" y="65786"/>
                  <a:pt x="18555" y="65786"/>
                </a:cubicBezTo>
                <a:cubicBezTo>
                  <a:pt x="20242" y="65786"/>
                  <a:pt x="21929" y="65786"/>
                  <a:pt x="25302" y="64099"/>
                </a:cubicBezTo>
                <a:cubicBezTo>
                  <a:pt x="26989" y="62413"/>
                  <a:pt x="28676" y="60726"/>
                  <a:pt x="32050" y="57352"/>
                </a:cubicBezTo>
                <a:lnTo>
                  <a:pt x="35423" y="60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8E0819-CC53-476F-B4AA-0FAE2230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694" y="3207029"/>
            <a:ext cx="72534" cy="10121"/>
          </a:xfrm>
          <a:custGeom xmlns:a="http://schemas.openxmlformats.org/drawingml/2006/main">
            <a:pathLst>
              <a:path w="72534" h="10121">
                <a:moveTo>
                  <a:pt x="72534" y="0"/>
                </a:moveTo>
                <a:lnTo>
                  <a:pt x="72534" y="10121"/>
                </a:lnTo>
                <a:lnTo>
                  <a:pt x="0" y="10121"/>
                </a:lnTo>
                <a:lnTo>
                  <a:pt x="0" y="0"/>
                </a:lnTo>
                <a:lnTo>
                  <a:pt x="725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Text 3">
            <a:extLst xmlns:a="http://schemas.openxmlformats.org/drawingml/2006/main">
              <a:ext uri="{FF2B5EF4-FFF2-40B4-BE49-F238E27FC236}">
                <a16:creationId xmlns:a16="http://schemas.microsoft.com/office/drawing/2014/main" id="{289E37EB-210A-4FB1-BEE0-9BA5893F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9544" y="3166270"/>
            <a:ext cx="47624" cy="80545"/>
          </a:xfrm>
          <a:custGeom xmlns:a="http://schemas.openxmlformats.org/drawingml/2006/main">
            <a:pathLst>
              <a:path w="47624" h="80545">
                <a:moveTo>
                  <a:pt x="865" y="17239"/>
                </a:moveTo>
                <a:lnTo>
                  <a:pt x="865" y="6284"/>
                </a:lnTo>
                <a:cubicBezTo>
                  <a:pt x="5324" y="4170"/>
                  <a:pt x="9494" y="2595"/>
                  <a:pt x="13376" y="1557"/>
                </a:cubicBezTo>
                <a:cubicBezTo>
                  <a:pt x="17258" y="519"/>
                  <a:pt x="21006" y="0"/>
                  <a:pt x="24619" y="0"/>
                </a:cubicBezTo>
                <a:cubicBezTo>
                  <a:pt x="28962" y="0"/>
                  <a:pt x="32768" y="673"/>
                  <a:pt x="36035" y="2018"/>
                </a:cubicBezTo>
                <a:cubicBezTo>
                  <a:pt x="39302" y="3363"/>
                  <a:pt x="41800" y="5295"/>
                  <a:pt x="43530" y="7812"/>
                </a:cubicBezTo>
                <a:cubicBezTo>
                  <a:pt x="45260" y="10330"/>
                  <a:pt x="46125" y="13338"/>
                  <a:pt x="46125" y="16835"/>
                </a:cubicBezTo>
                <a:cubicBezTo>
                  <a:pt x="46125" y="20103"/>
                  <a:pt x="45471" y="22976"/>
                  <a:pt x="44164" y="25455"/>
                </a:cubicBezTo>
                <a:cubicBezTo>
                  <a:pt x="42857" y="27934"/>
                  <a:pt x="41022" y="30096"/>
                  <a:pt x="38658" y="31941"/>
                </a:cubicBezTo>
                <a:cubicBezTo>
                  <a:pt x="36294" y="33786"/>
                  <a:pt x="33229" y="35593"/>
                  <a:pt x="29462" y="37361"/>
                </a:cubicBezTo>
                <a:lnTo>
                  <a:pt x="29462" y="37880"/>
                </a:lnTo>
                <a:cubicBezTo>
                  <a:pt x="31807" y="38303"/>
                  <a:pt x="34065" y="39023"/>
                  <a:pt x="36237" y="40042"/>
                </a:cubicBezTo>
                <a:cubicBezTo>
                  <a:pt x="38408" y="41061"/>
                  <a:pt x="40340" y="42377"/>
                  <a:pt x="42031" y="43991"/>
                </a:cubicBezTo>
                <a:cubicBezTo>
                  <a:pt x="43722" y="45606"/>
                  <a:pt x="45077" y="47537"/>
                  <a:pt x="46096" y="49786"/>
                </a:cubicBezTo>
                <a:cubicBezTo>
                  <a:pt x="47114" y="52034"/>
                  <a:pt x="47624" y="54600"/>
                  <a:pt x="47624" y="57483"/>
                </a:cubicBezTo>
                <a:cubicBezTo>
                  <a:pt x="47624" y="61942"/>
                  <a:pt x="46653" y="65901"/>
                  <a:pt x="44712" y="69360"/>
                </a:cubicBezTo>
                <a:cubicBezTo>
                  <a:pt x="42771" y="72819"/>
                  <a:pt x="39802" y="75548"/>
                  <a:pt x="35804" y="77547"/>
                </a:cubicBezTo>
                <a:cubicBezTo>
                  <a:pt x="31807" y="79546"/>
                  <a:pt x="26944" y="80545"/>
                  <a:pt x="21217" y="80545"/>
                </a:cubicBezTo>
                <a:cubicBezTo>
                  <a:pt x="17912" y="80545"/>
                  <a:pt x="14347" y="80170"/>
                  <a:pt x="10522" y="79421"/>
                </a:cubicBezTo>
                <a:cubicBezTo>
                  <a:pt x="6698" y="78671"/>
                  <a:pt x="3190" y="77682"/>
                  <a:pt x="0" y="76452"/>
                </a:cubicBezTo>
                <a:lnTo>
                  <a:pt x="0" y="64229"/>
                </a:lnTo>
                <a:lnTo>
                  <a:pt x="6919" y="64229"/>
                </a:lnTo>
                <a:cubicBezTo>
                  <a:pt x="8264" y="68226"/>
                  <a:pt x="10042" y="71128"/>
                  <a:pt x="12252" y="72935"/>
                </a:cubicBezTo>
                <a:cubicBezTo>
                  <a:pt x="14462" y="74741"/>
                  <a:pt x="17470" y="75644"/>
                  <a:pt x="21275" y="75644"/>
                </a:cubicBezTo>
                <a:cubicBezTo>
                  <a:pt x="26272" y="75644"/>
                  <a:pt x="30048" y="74280"/>
                  <a:pt x="32604" y="71551"/>
                </a:cubicBezTo>
                <a:cubicBezTo>
                  <a:pt x="35160" y="68822"/>
                  <a:pt x="36438" y="64786"/>
                  <a:pt x="36438" y="59443"/>
                </a:cubicBezTo>
                <a:cubicBezTo>
                  <a:pt x="36438" y="53831"/>
                  <a:pt x="34747" y="49546"/>
                  <a:pt x="31365" y="46586"/>
                </a:cubicBezTo>
                <a:cubicBezTo>
                  <a:pt x="27982" y="43626"/>
                  <a:pt x="23024" y="42146"/>
                  <a:pt x="16490" y="42146"/>
                </a:cubicBezTo>
                <a:lnTo>
                  <a:pt x="11301" y="42146"/>
                </a:lnTo>
                <a:lnTo>
                  <a:pt x="11301" y="37073"/>
                </a:lnTo>
                <a:cubicBezTo>
                  <a:pt x="16490" y="36765"/>
                  <a:pt x="20862" y="35766"/>
                  <a:pt x="24417" y="34075"/>
                </a:cubicBezTo>
                <a:cubicBezTo>
                  <a:pt x="27973" y="32383"/>
                  <a:pt x="30615" y="30212"/>
                  <a:pt x="32345" y="27559"/>
                </a:cubicBezTo>
                <a:cubicBezTo>
                  <a:pt x="34075" y="24907"/>
                  <a:pt x="34939" y="21928"/>
                  <a:pt x="34939" y="18623"/>
                </a:cubicBezTo>
                <a:cubicBezTo>
                  <a:pt x="34939" y="14356"/>
                  <a:pt x="33806" y="11070"/>
                  <a:pt x="31538" y="8764"/>
                </a:cubicBezTo>
                <a:cubicBezTo>
                  <a:pt x="29270" y="6457"/>
                  <a:pt x="25964" y="5304"/>
                  <a:pt x="21621" y="5304"/>
                </a:cubicBezTo>
                <a:cubicBezTo>
                  <a:pt x="18008" y="5304"/>
                  <a:pt x="15067" y="6284"/>
                  <a:pt x="12800" y="8245"/>
                </a:cubicBezTo>
                <a:cubicBezTo>
                  <a:pt x="10532" y="10205"/>
                  <a:pt x="8860" y="13203"/>
                  <a:pt x="7784" y="17239"/>
                </a:cubicBezTo>
                <a:lnTo>
                  <a:pt x="865" y="172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Text )">
            <a:extLst xmlns:a="http://schemas.openxmlformats.org/drawingml/2006/main">
              <a:ext uri="{FF2B5EF4-FFF2-40B4-BE49-F238E27FC236}">
                <a16:creationId xmlns:a16="http://schemas.microsoft.com/office/drawing/2014/main" id="{C867BA78-CD8A-4FC9-8E40-47C6128D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344" y="3189388"/>
            <a:ext cx="50493" cy="151557"/>
          </a:xfrm>
          <a:custGeom xmlns:a="http://schemas.openxmlformats.org/drawingml/2006/main">
            <a:pathLst>
              <a:path w="50493" h="151557">
                <a:moveTo>
                  <a:pt x="36671" y="75020"/>
                </a:moveTo>
                <a:cubicBezTo>
                  <a:pt x="36671" y="57017"/>
                  <a:pt x="33688" y="42064"/>
                  <a:pt x="27723" y="30160"/>
                </a:cubicBezTo>
                <a:cubicBezTo>
                  <a:pt x="21758" y="18256"/>
                  <a:pt x="12517" y="10253"/>
                  <a:pt x="0" y="6152"/>
                </a:cubicBezTo>
                <a:lnTo>
                  <a:pt x="2157" y="0"/>
                </a:lnTo>
                <a:cubicBezTo>
                  <a:pt x="17710" y="4101"/>
                  <a:pt x="29654" y="12956"/>
                  <a:pt x="37989" y="26564"/>
                </a:cubicBezTo>
                <a:cubicBezTo>
                  <a:pt x="46325" y="40173"/>
                  <a:pt x="50493" y="56591"/>
                  <a:pt x="50493" y="75819"/>
                </a:cubicBezTo>
                <a:cubicBezTo>
                  <a:pt x="50493" y="95100"/>
                  <a:pt x="46338" y="111518"/>
                  <a:pt x="38029" y="125073"/>
                </a:cubicBezTo>
                <a:cubicBezTo>
                  <a:pt x="29720" y="138628"/>
                  <a:pt x="17763" y="147456"/>
                  <a:pt x="2157" y="151557"/>
                </a:cubicBezTo>
                <a:lnTo>
                  <a:pt x="240" y="145406"/>
                </a:lnTo>
                <a:cubicBezTo>
                  <a:pt x="12543" y="141305"/>
                  <a:pt x="21691" y="133209"/>
                  <a:pt x="27683" y="121118"/>
                </a:cubicBezTo>
                <a:cubicBezTo>
                  <a:pt x="33675" y="109028"/>
                  <a:pt x="36671" y="93662"/>
                  <a:pt x="36671" y="750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E731E-C4FF-4D05-920D-8929F16E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319" y="3095699"/>
            <a:ext cx="33737" cy="107957"/>
          </a:xfrm>
          <a:custGeom xmlns:a="http://schemas.openxmlformats.org/drawingml/2006/main">
            <a:pathLst>
              <a:path w="33737" h="107957">
                <a:moveTo>
                  <a:pt x="25302" y="20242"/>
                </a:moveTo>
                <a:cubicBezTo>
                  <a:pt x="25302" y="16868"/>
                  <a:pt x="25302" y="13495"/>
                  <a:pt x="25302" y="11808"/>
                </a:cubicBezTo>
                <a:cubicBezTo>
                  <a:pt x="25302" y="10121"/>
                  <a:pt x="26989" y="8434"/>
                  <a:pt x="26989" y="8434"/>
                </a:cubicBezTo>
                <a:cubicBezTo>
                  <a:pt x="26989" y="6747"/>
                  <a:pt x="28676" y="6747"/>
                  <a:pt x="28676" y="5060"/>
                </a:cubicBezTo>
                <a:cubicBezTo>
                  <a:pt x="30363" y="5060"/>
                  <a:pt x="32050" y="5060"/>
                  <a:pt x="33737" y="3374"/>
                </a:cubicBezTo>
                <a:lnTo>
                  <a:pt x="33737" y="0"/>
                </a:lnTo>
                <a:lnTo>
                  <a:pt x="0" y="0"/>
                </a:lnTo>
                <a:lnTo>
                  <a:pt x="0" y="3374"/>
                </a:lnTo>
                <a:cubicBezTo>
                  <a:pt x="3374" y="5060"/>
                  <a:pt x="5060" y="5060"/>
                  <a:pt x="5060" y="6747"/>
                </a:cubicBezTo>
                <a:cubicBezTo>
                  <a:pt x="6747" y="6747"/>
                  <a:pt x="8434" y="6747"/>
                  <a:pt x="8434" y="8434"/>
                </a:cubicBezTo>
                <a:cubicBezTo>
                  <a:pt x="8434" y="8434"/>
                  <a:pt x="10121" y="10121"/>
                  <a:pt x="10121" y="11808"/>
                </a:cubicBezTo>
                <a:cubicBezTo>
                  <a:pt x="10121" y="13495"/>
                  <a:pt x="10121" y="16868"/>
                  <a:pt x="10121" y="20242"/>
                </a:cubicBezTo>
                <a:lnTo>
                  <a:pt x="10121" y="89402"/>
                </a:lnTo>
                <a:cubicBezTo>
                  <a:pt x="10121" y="92776"/>
                  <a:pt x="10121" y="96149"/>
                  <a:pt x="10121" y="97836"/>
                </a:cubicBezTo>
                <a:cubicBezTo>
                  <a:pt x="8434" y="99523"/>
                  <a:pt x="8434" y="101210"/>
                  <a:pt x="6747" y="102897"/>
                </a:cubicBezTo>
                <a:cubicBezTo>
                  <a:pt x="6747" y="102897"/>
                  <a:pt x="3374" y="104583"/>
                  <a:pt x="0" y="104583"/>
                </a:cubicBezTo>
                <a:lnTo>
                  <a:pt x="0" y="107957"/>
                </a:lnTo>
                <a:lnTo>
                  <a:pt x="33737" y="107957"/>
                </a:lnTo>
                <a:lnTo>
                  <a:pt x="33737" y="104583"/>
                </a:lnTo>
                <a:cubicBezTo>
                  <a:pt x="32050" y="104583"/>
                  <a:pt x="30363" y="104583"/>
                  <a:pt x="28676" y="102897"/>
                </a:cubicBezTo>
                <a:lnTo>
                  <a:pt x="26989" y="101210"/>
                </a:lnTo>
                <a:cubicBezTo>
                  <a:pt x="25302" y="99523"/>
                  <a:pt x="25302" y="99523"/>
                  <a:pt x="25302" y="97836"/>
                </a:cubicBezTo>
                <a:cubicBezTo>
                  <a:pt x="25302" y="96149"/>
                  <a:pt x="25302" y="92776"/>
                  <a:pt x="25302" y="89402"/>
                </a:cubicBezTo>
                <a:lnTo>
                  <a:pt x="25302" y="202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F1C8B-73BE-45A7-85D4-4EED5083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237" y="3090638"/>
            <a:ext cx="52292" cy="113017"/>
          </a:xfrm>
          <a:custGeom xmlns:a="http://schemas.openxmlformats.org/drawingml/2006/main">
            <a:pathLst>
              <a:path w="52292" h="113017">
                <a:moveTo>
                  <a:pt x="42171" y="37110"/>
                </a:moveTo>
                <a:lnTo>
                  <a:pt x="23616" y="37110"/>
                </a:lnTo>
                <a:lnTo>
                  <a:pt x="23616" y="30363"/>
                </a:lnTo>
                <a:cubicBezTo>
                  <a:pt x="23616" y="25302"/>
                  <a:pt x="23616" y="23616"/>
                  <a:pt x="23616" y="20242"/>
                </a:cubicBezTo>
                <a:cubicBezTo>
                  <a:pt x="25302" y="18555"/>
                  <a:pt x="25302" y="15181"/>
                  <a:pt x="25302" y="13495"/>
                </a:cubicBezTo>
                <a:cubicBezTo>
                  <a:pt x="26989" y="11808"/>
                  <a:pt x="26989" y="11808"/>
                  <a:pt x="28676" y="10121"/>
                </a:cubicBezTo>
                <a:cubicBezTo>
                  <a:pt x="28676" y="10121"/>
                  <a:pt x="30363" y="8434"/>
                  <a:pt x="32050" y="8434"/>
                </a:cubicBezTo>
                <a:cubicBezTo>
                  <a:pt x="32050" y="8434"/>
                  <a:pt x="33737" y="6747"/>
                  <a:pt x="35423" y="6747"/>
                </a:cubicBezTo>
                <a:cubicBezTo>
                  <a:pt x="37110" y="6747"/>
                  <a:pt x="38797" y="8434"/>
                  <a:pt x="40484" y="10121"/>
                </a:cubicBezTo>
                <a:cubicBezTo>
                  <a:pt x="42171" y="10121"/>
                  <a:pt x="43858" y="13495"/>
                  <a:pt x="43858" y="15181"/>
                </a:cubicBezTo>
                <a:lnTo>
                  <a:pt x="52292" y="15181"/>
                </a:lnTo>
                <a:lnTo>
                  <a:pt x="52292" y="1687"/>
                </a:lnTo>
                <a:cubicBezTo>
                  <a:pt x="48918" y="1687"/>
                  <a:pt x="45544" y="0"/>
                  <a:pt x="42171" y="0"/>
                </a:cubicBezTo>
                <a:cubicBezTo>
                  <a:pt x="37110" y="0"/>
                  <a:pt x="33737" y="1687"/>
                  <a:pt x="30363" y="1687"/>
                </a:cubicBezTo>
                <a:cubicBezTo>
                  <a:pt x="26989" y="3374"/>
                  <a:pt x="23616" y="5060"/>
                  <a:pt x="20242" y="6747"/>
                </a:cubicBezTo>
                <a:cubicBezTo>
                  <a:pt x="16868" y="10121"/>
                  <a:pt x="15181" y="13495"/>
                  <a:pt x="13495" y="16868"/>
                </a:cubicBezTo>
                <a:cubicBezTo>
                  <a:pt x="11808" y="20242"/>
                  <a:pt x="10121" y="25302"/>
                  <a:pt x="10121" y="30363"/>
                </a:cubicBezTo>
                <a:cubicBezTo>
                  <a:pt x="10121" y="32050"/>
                  <a:pt x="10121" y="33737"/>
                  <a:pt x="10121" y="35423"/>
                </a:cubicBezTo>
                <a:cubicBezTo>
                  <a:pt x="8434" y="37110"/>
                  <a:pt x="8434" y="38797"/>
                  <a:pt x="8434" y="38797"/>
                </a:cubicBezTo>
                <a:cubicBezTo>
                  <a:pt x="8434" y="40484"/>
                  <a:pt x="6747" y="40484"/>
                  <a:pt x="6747" y="40484"/>
                </a:cubicBezTo>
                <a:cubicBezTo>
                  <a:pt x="6747" y="42171"/>
                  <a:pt x="5060" y="42171"/>
                  <a:pt x="5060" y="42171"/>
                </a:cubicBezTo>
                <a:cubicBezTo>
                  <a:pt x="3374" y="42171"/>
                  <a:pt x="3374" y="42171"/>
                  <a:pt x="0" y="42171"/>
                </a:cubicBezTo>
                <a:lnTo>
                  <a:pt x="0" y="45544"/>
                </a:lnTo>
                <a:lnTo>
                  <a:pt x="10121" y="45544"/>
                </a:lnTo>
                <a:lnTo>
                  <a:pt x="10121" y="94462"/>
                </a:lnTo>
                <a:cubicBezTo>
                  <a:pt x="10121" y="97836"/>
                  <a:pt x="10121" y="101210"/>
                  <a:pt x="10121" y="102897"/>
                </a:cubicBezTo>
                <a:cubicBezTo>
                  <a:pt x="10121" y="104583"/>
                  <a:pt x="10121" y="106270"/>
                  <a:pt x="8434" y="106270"/>
                </a:cubicBezTo>
                <a:cubicBezTo>
                  <a:pt x="8434" y="107957"/>
                  <a:pt x="6747" y="107957"/>
                  <a:pt x="6747" y="107957"/>
                </a:cubicBezTo>
                <a:cubicBezTo>
                  <a:pt x="5060" y="109644"/>
                  <a:pt x="3374" y="109644"/>
                  <a:pt x="1687" y="109644"/>
                </a:cubicBezTo>
                <a:lnTo>
                  <a:pt x="1687" y="113017"/>
                </a:lnTo>
                <a:lnTo>
                  <a:pt x="33737" y="113017"/>
                </a:lnTo>
                <a:lnTo>
                  <a:pt x="33737" y="109644"/>
                </a:lnTo>
                <a:cubicBezTo>
                  <a:pt x="32050" y="109644"/>
                  <a:pt x="30363" y="109644"/>
                  <a:pt x="28676" y="107957"/>
                </a:cubicBezTo>
                <a:cubicBezTo>
                  <a:pt x="26989" y="107957"/>
                  <a:pt x="26989" y="107957"/>
                  <a:pt x="25302" y="106270"/>
                </a:cubicBezTo>
                <a:cubicBezTo>
                  <a:pt x="25302" y="106270"/>
                  <a:pt x="25302" y="104583"/>
                  <a:pt x="23616" y="102897"/>
                </a:cubicBezTo>
                <a:cubicBezTo>
                  <a:pt x="23616" y="101210"/>
                  <a:pt x="23616" y="97836"/>
                  <a:pt x="23616" y="94462"/>
                </a:cubicBezTo>
                <a:lnTo>
                  <a:pt x="23616" y="45544"/>
                </a:lnTo>
                <a:lnTo>
                  <a:pt x="42171" y="45544"/>
                </a:lnTo>
                <a:lnTo>
                  <a:pt x="42171" y="371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5F396-5EC1-4B89-8790-06A69FB8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468" y="3185101"/>
            <a:ext cx="23616" cy="40484"/>
          </a:xfrm>
          <a:custGeom xmlns:a="http://schemas.openxmlformats.org/drawingml/2006/main">
            <a:pathLst>
              <a:path w="23616" h="40484">
                <a:moveTo>
                  <a:pt x="8434" y="0"/>
                </a:moveTo>
                <a:cubicBezTo>
                  <a:pt x="8434" y="5060"/>
                  <a:pt x="8434" y="8434"/>
                  <a:pt x="8434" y="13495"/>
                </a:cubicBezTo>
                <a:cubicBezTo>
                  <a:pt x="8434" y="16868"/>
                  <a:pt x="8434" y="20242"/>
                  <a:pt x="8434" y="21929"/>
                </a:cubicBezTo>
                <a:cubicBezTo>
                  <a:pt x="8434" y="25302"/>
                  <a:pt x="6747" y="26989"/>
                  <a:pt x="6747" y="28676"/>
                </a:cubicBezTo>
                <a:cubicBezTo>
                  <a:pt x="5060" y="32050"/>
                  <a:pt x="3374" y="33737"/>
                  <a:pt x="0" y="37110"/>
                </a:cubicBezTo>
                <a:lnTo>
                  <a:pt x="5060" y="40484"/>
                </a:lnTo>
                <a:cubicBezTo>
                  <a:pt x="10121" y="37110"/>
                  <a:pt x="13495" y="33737"/>
                  <a:pt x="16868" y="30363"/>
                </a:cubicBezTo>
                <a:cubicBezTo>
                  <a:pt x="18555" y="28676"/>
                  <a:pt x="20242" y="25302"/>
                  <a:pt x="21929" y="21929"/>
                </a:cubicBezTo>
                <a:cubicBezTo>
                  <a:pt x="23616" y="18555"/>
                  <a:pt x="23616" y="15181"/>
                  <a:pt x="23616" y="11808"/>
                </a:cubicBezTo>
                <a:cubicBezTo>
                  <a:pt x="23616" y="8434"/>
                  <a:pt x="23616" y="5060"/>
                  <a:pt x="23616" y="0"/>
                </a:cubicBez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047BB-DF3F-49CB-9953-D48E49A9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920" y="3095699"/>
            <a:ext cx="91089" cy="107957"/>
          </a:xfrm>
          <a:custGeom xmlns:a="http://schemas.openxmlformats.org/drawingml/2006/main">
            <a:pathLst>
              <a:path w="91089" h="107957">
                <a:moveTo>
                  <a:pt x="43858" y="53978"/>
                </a:moveTo>
                <a:cubicBezTo>
                  <a:pt x="50605" y="53978"/>
                  <a:pt x="57352" y="52292"/>
                  <a:pt x="60726" y="50605"/>
                </a:cubicBezTo>
                <a:cubicBezTo>
                  <a:pt x="65786" y="48918"/>
                  <a:pt x="69160" y="45544"/>
                  <a:pt x="72534" y="40484"/>
                </a:cubicBezTo>
                <a:cubicBezTo>
                  <a:pt x="74220" y="35423"/>
                  <a:pt x="75907" y="30363"/>
                  <a:pt x="75907" y="25302"/>
                </a:cubicBezTo>
                <a:cubicBezTo>
                  <a:pt x="75907" y="23616"/>
                  <a:pt x="75907" y="20242"/>
                  <a:pt x="75907" y="18555"/>
                </a:cubicBezTo>
                <a:cubicBezTo>
                  <a:pt x="74220" y="16868"/>
                  <a:pt x="74220" y="15181"/>
                  <a:pt x="74220" y="15181"/>
                </a:cubicBezTo>
                <a:cubicBezTo>
                  <a:pt x="72534" y="13495"/>
                  <a:pt x="72534" y="11808"/>
                  <a:pt x="70847" y="11808"/>
                </a:cubicBezTo>
                <a:cubicBezTo>
                  <a:pt x="69160" y="10121"/>
                  <a:pt x="69160" y="10121"/>
                  <a:pt x="67473" y="8434"/>
                </a:cubicBezTo>
                <a:cubicBezTo>
                  <a:pt x="65786" y="8434"/>
                  <a:pt x="64099" y="8434"/>
                  <a:pt x="60726" y="8434"/>
                </a:cubicBezTo>
                <a:cubicBezTo>
                  <a:pt x="59039" y="6747"/>
                  <a:pt x="57352" y="6747"/>
                  <a:pt x="52292" y="6747"/>
                </a:cubicBezTo>
                <a:cubicBezTo>
                  <a:pt x="50605" y="6747"/>
                  <a:pt x="47231" y="6747"/>
                  <a:pt x="43858" y="8434"/>
                </a:cubicBezTo>
                <a:lnTo>
                  <a:pt x="33737" y="53978"/>
                </a:lnTo>
                <a:lnTo>
                  <a:pt x="43858" y="53978"/>
                </a:lnTo>
                <a:close/>
                <a:moveTo>
                  <a:pt x="60726" y="59039"/>
                </a:moveTo>
                <a:cubicBezTo>
                  <a:pt x="64099" y="60726"/>
                  <a:pt x="65786" y="64099"/>
                  <a:pt x="67473" y="65786"/>
                </a:cubicBezTo>
                <a:cubicBezTo>
                  <a:pt x="69160" y="69160"/>
                  <a:pt x="70847" y="72534"/>
                  <a:pt x="70847" y="77594"/>
                </a:cubicBezTo>
                <a:lnTo>
                  <a:pt x="72534" y="86028"/>
                </a:lnTo>
                <a:cubicBezTo>
                  <a:pt x="74220" y="89402"/>
                  <a:pt x="74220" y="92776"/>
                  <a:pt x="74220" y="94462"/>
                </a:cubicBezTo>
                <a:cubicBezTo>
                  <a:pt x="75907" y="96149"/>
                  <a:pt x="75907" y="99523"/>
                  <a:pt x="77594" y="99523"/>
                </a:cubicBezTo>
                <a:cubicBezTo>
                  <a:pt x="79281" y="101210"/>
                  <a:pt x="79281" y="102897"/>
                  <a:pt x="80968" y="102897"/>
                </a:cubicBezTo>
                <a:cubicBezTo>
                  <a:pt x="82655" y="104583"/>
                  <a:pt x="84341" y="104583"/>
                  <a:pt x="86028" y="104583"/>
                </a:cubicBezTo>
                <a:lnTo>
                  <a:pt x="86028" y="107957"/>
                </a:lnTo>
                <a:lnTo>
                  <a:pt x="64099" y="107957"/>
                </a:lnTo>
                <a:cubicBezTo>
                  <a:pt x="62413" y="104583"/>
                  <a:pt x="60726" y="97836"/>
                  <a:pt x="59039" y="91089"/>
                </a:cubicBezTo>
                <a:lnTo>
                  <a:pt x="55665" y="74220"/>
                </a:lnTo>
                <a:cubicBezTo>
                  <a:pt x="55665" y="72534"/>
                  <a:pt x="53978" y="69160"/>
                  <a:pt x="53978" y="67473"/>
                </a:cubicBezTo>
                <a:cubicBezTo>
                  <a:pt x="52292" y="65786"/>
                  <a:pt x="52292" y="64099"/>
                  <a:pt x="50605" y="62413"/>
                </a:cubicBezTo>
                <a:cubicBezTo>
                  <a:pt x="50605" y="62413"/>
                  <a:pt x="48918" y="60726"/>
                  <a:pt x="47231" y="60726"/>
                </a:cubicBezTo>
                <a:cubicBezTo>
                  <a:pt x="45544" y="60726"/>
                  <a:pt x="43858" y="60726"/>
                  <a:pt x="42171" y="60726"/>
                </a:cubicBezTo>
                <a:lnTo>
                  <a:pt x="32050" y="60726"/>
                </a:lnTo>
                <a:lnTo>
                  <a:pt x="26989" y="86028"/>
                </a:lnTo>
                <a:cubicBezTo>
                  <a:pt x="26989" y="87715"/>
                  <a:pt x="25302" y="89402"/>
                  <a:pt x="25302" y="91089"/>
                </a:cubicBezTo>
                <a:cubicBezTo>
                  <a:pt x="25302" y="91089"/>
                  <a:pt x="25302" y="92776"/>
                  <a:pt x="25302" y="94462"/>
                </a:cubicBezTo>
                <a:cubicBezTo>
                  <a:pt x="25302" y="96149"/>
                  <a:pt x="25302" y="96149"/>
                  <a:pt x="25302" y="97836"/>
                </a:cubicBezTo>
                <a:cubicBezTo>
                  <a:pt x="25302" y="99523"/>
                  <a:pt x="25302" y="101210"/>
                  <a:pt x="25302" y="101210"/>
                </a:cubicBezTo>
                <a:cubicBezTo>
                  <a:pt x="26989" y="102897"/>
                  <a:pt x="26989" y="102897"/>
                  <a:pt x="28676" y="104583"/>
                </a:cubicBezTo>
                <a:cubicBezTo>
                  <a:pt x="28676" y="104583"/>
                  <a:pt x="30363" y="104583"/>
                  <a:pt x="33737" y="104583"/>
                </a:cubicBezTo>
                <a:lnTo>
                  <a:pt x="33737" y="107957"/>
                </a:lnTo>
                <a:lnTo>
                  <a:pt x="0" y="107957"/>
                </a:lnTo>
                <a:lnTo>
                  <a:pt x="1687" y="104583"/>
                </a:lnTo>
                <a:cubicBezTo>
                  <a:pt x="3374" y="104583"/>
                  <a:pt x="5060" y="104583"/>
                  <a:pt x="5060" y="102897"/>
                </a:cubicBezTo>
                <a:cubicBezTo>
                  <a:pt x="6747" y="102897"/>
                  <a:pt x="6747" y="101210"/>
                  <a:pt x="8434" y="99523"/>
                </a:cubicBezTo>
                <a:cubicBezTo>
                  <a:pt x="8434" y="99523"/>
                  <a:pt x="10121" y="97836"/>
                  <a:pt x="10121" y="96149"/>
                </a:cubicBezTo>
                <a:cubicBezTo>
                  <a:pt x="10121" y="94462"/>
                  <a:pt x="11808" y="91089"/>
                  <a:pt x="13495" y="84341"/>
                </a:cubicBezTo>
                <a:lnTo>
                  <a:pt x="26989" y="23616"/>
                </a:lnTo>
                <a:cubicBezTo>
                  <a:pt x="26989" y="18555"/>
                  <a:pt x="28676" y="15181"/>
                  <a:pt x="28676" y="11808"/>
                </a:cubicBezTo>
                <a:cubicBezTo>
                  <a:pt x="28676" y="8434"/>
                  <a:pt x="26989" y="6747"/>
                  <a:pt x="26989" y="6747"/>
                </a:cubicBezTo>
                <a:cubicBezTo>
                  <a:pt x="25302" y="5060"/>
                  <a:pt x="23616" y="5060"/>
                  <a:pt x="20242" y="5060"/>
                </a:cubicBezTo>
                <a:lnTo>
                  <a:pt x="20242" y="0"/>
                </a:lnTo>
                <a:lnTo>
                  <a:pt x="55665" y="0"/>
                </a:lnTo>
                <a:cubicBezTo>
                  <a:pt x="62413" y="0"/>
                  <a:pt x="65786" y="0"/>
                  <a:pt x="70847" y="1687"/>
                </a:cubicBezTo>
                <a:cubicBezTo>
                  <a:pt x="74220" y="1687"/>
                  <a:pt x="75907" y="3374"/>
                  <a:pt x="79281" y="5060"/>
                </a:cubicBezTo>
                <a:cubicBezTo>
                  <a:pt x="80968" y="5060"/>
                  <a:pt x="84341" y="6747"/>
                  <a:pt x="86028" y="10121"/>
                </a:cubicBezTo>
                <a:cubicBezTo>
                  <a:pt x="87715" y="11808"/>
                  <a:pt x="87715" y="13495"/>
                  <a:pt x="89402" y="16868"/>
                </a:cubicBezTo>
                <a:cubicBezTo>
                  <a:pt x="89402" y="18555"/>
                  <a:pt x="91089" y="21929"/>
                  <a:pt x="91089" y="25302"/>
                </a:cubicBezTo>
                <a:cubicBezTo>
                  <a:pt x="91089" y="33737"/>
                  <a:pt x="87715" y="40484"/>
                  <a:pt x="82655" y="45544"/>
                </a:cubicBezTo>
                <a:cubicBezTo>
                  <a:pt x="77594" y="50605"/>
                  <a:pt x="70847" y="55665"/>
                  <a:pt x="60726" y="590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407969-FCE2-480D-9DC8-8A1799A0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937" y="3072083"/>
            <a:ext cx="42171" cy="74220"/>
          </a:xfrm>
          <a:custGeom xmlns:a="http://schemas.openxmlformats.org/drawingml/2006/main">
            <a:pathLst>
              <a:path w="42171" h="74220">
                <a:moveTo>
                  <a:pt x="35423" y="60726"/>
                </a:moveTo>
                <a:cubicBezTo>
                  <a:pt x="33737" y="64099"/>
                  <a:pt x="32050" y="65786"/>
                  <a:pt x="30363" y="67473"/>
                </a:cubicBezTo>
                <a:cubicBezTo>
                  <a:pt x="28676" y="69160"/>
                  <a:pt x="26989" y="69160"/>
                  <a:pt x="25302" y="70847"/>
                </a:cubicBezTo>
                <a:cubicBezTo>
                  <a:pt x="23616" y="70847"/>
                  <a:pt x="21929" y="72534"/>
                  <a:pt x="20242" y="72534"/>
                </a:cubicBezTo>
                <a:cubicBezTo>
                  <a:pt x="18555" y="72534"/>
                  <a:pt x="16868" y="74220"/>
                  <a:pt x="15181" y="74220"/>
                </a:cubicBezTo>
                <a:cubicBezTo>
                  <a:pt x="10121" y="74220"/>
                  <a:pt x="6747" y="72534"/>
                  <a:pt x="5060" y="70847"/>
                </a:cubicBezTo>
                <a:cubicBezTo>
                  <a:pt x="1687" y="67473"/>
                  <a:pt x="1687" y="64099"/>
                  <a:pt x="1687" y="60726"/>
                </a:cubicBezTo>
                <a:cubicBezTo>
                  <a:pt x="1687" y="59039"/>
                  <a:pt x="1687" y="57352"/>
                  <a:pt x="1687" y="55665"/>
                </a:cubicBezTo>
                <a:cubicBezTo>
                  <a:pt x="1687" y="53978"/>
                  <a:pt x="1687" y="52292"/>
                  <a:pt x="1687" y="50605"/>
                </a:cubicBezTo>
                <a:lnTo>
                  <a:pt x="10121" y="20242"/>
                </a:lnTo>
                <a:lnTo>
                  <a:pt x="0" y="20242"/>
                </a:lnTo>
                <a:lnTo>
                  <a:pt x="0" y="16868"/>
                </a:lnTo>
                <a:cubicBezTo>
                  <a:pt x="3374" y="16868"/>
                  <a:pt x="5060" y="16868"/>
                  <a:pt x="6747" y="15181"/>
                </a:cubicBezTo>
                <a:cubicBezTo>
                  <a:pt x="6747" y="15181"/>
                  <a:pt x="8434" y="15181"/>
                  <a:pt x="8434" y="13495"/>
                </a:cubicBezTo>
                <a:cubicBezTo>
                  <a:pt x="10121" y="13495"/>
                  <a:pt x="10121" y="13495"/>
                  <a:pt x="10121" y="11808"/>
                </a:cubicBezTo>
                <a:cubicBezTo>
                  <a:pt x="11808" y="11808"/>
                  <a:pt x="11808" y="10121"/>
                  <a:pt x="11808" y="8434"/>
                </a:cubicBezTo>
                <a:cubicBezTo>
                  <a:pt x="13495" y="8434"/>
                  <a:pt x="13495" y="6747"/>
                  <a:pt x="13495" y="5060"/>
                </a:cubicBezTo>
                <a:cubicBezTo>
                  <a:pt x="15181" y="3374"/>
                  <a:pt x="15181" y="1687"/>
                  <a:pt x="16868" y="0"/>
                </a:cubicBezTo>
                <a:lnTo>
                  <a:pt x="25302" y="0"/>
                </a:lnTo>
                <a:lnTo>
                  <a:pt x="21929" y="15181"/>
                </a:lnTo>
                <a:lnTo>
                  <a:pt x="42171" y="15181"/>
                </a:lnTo>
                <a:lnTo>
                  <a:pt x="40484" y="20242"/>
                </a:lnTo>
                <a:lnTo>
                  <a:pt x="20242" y="20242"/>
                </a:lnTo>
                <a:lnTo>
                  <a:pt x="15181" y="45544"/>
                </a:lnTo>
                <a:cubicBezTo>
                  <a:pt x="13495" y="47231"/>
                  <a:pt x="13495" y="48918"/>
                  <a:pt x="13495" y="48918"/>
                </a:cubicBezTo>
                <a:cubicBezTo>
                  <a:pt x="13495" y="50605"/>
                  <a:pt x="13495" y="52292"/>
                  <a:pt x="13495" y="52292"/>
                </a:cubicBezTo>
                <a:cubicBezTo>
                  <a:pt x="13495" y="53978"/>
                  <a:pt x="13495" y="55665"/>
                  <a:pt x="13495" y="55665"/>
                </a:cubicBezTo>
                <a:cubicBezTo>
                  <a:pt x="11808" y="57352"/>
                  <a:pt x="11808" y="57352"/>
                  <a:pt x="11808" y="59039"/>
                </a:cubicBezTo>
                <a:cubicBezTo>
                  <a:pt x="11808" y="60726"/>
                  <a:pt x="13495" y="62413"/>
                  <a:pt x="13495" y="64099"/>
                </a:cubicBezTo>
                <a:cubicBezTo>
                  <a:pt x="15181" y="65786"/>
                  <a:pt x="16868" y="65786"/>
                  <a:pt x="18555" y="65786"/>
                </a:cubicBezTo>
                <a:cubicBezTo>
                  <a:pt x="20242" y="65786"/>
                  <a:pt x="21929" y="65786"/>
                  <a:pt x="25302" y="64099"/>
                </a:cubicBezTo>
                <a:cubicBezTo>
                  <a:pt x="26989" y="62413"/>
                  <a:pt x="28676" y="60726"/>
                  <a:pt x="32050" y="57352"/>
                </a:cubicBezTo>
                <a:lnTo>
                  <a:pt x="35423" y="60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B502E-948F-48FE-87CA-744683A5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350" y="3097385"/>
            <a:ext cx="79281" cy="119765"/>
          </a:xfrm>
          <a:custGeom xmlns:a="http://schemas.openxmlformats.org/drawingml/2006/main">
            <a:pathLst>
              <a:path w="79281" h="119765">
                <a:moveTo>
                  <a:pt x="64099" y="0"/>
                </a:moveTo>
                <a:lnTo>
                  <a:pt x="59039" y="13495"/>
                </a:lnTo>
                <a:lnTo>
                  <a:pt x="45544" y="13495"/>
                </a:lnTo>
                <a:cubicBezTo>
                  <a:pt x="37110" y="13495"/>
                  <a:pt x="30363" y="15181"/>
                  <a:pt x="23616" y="16868"/>
                </a:cubicBezTo>
                <a:cubicBezTo>
                  <a:pt x="18555" y="18555"/>
                  <a:pt x="15181" y="21929"/>
                  <a:pt x="10121" y="25302"/>
                </a:cubicBezTo>
                <a:cubicBezTo>
                  <a:pt x="6747" y="30363"/>
                  <a:pt x="3374" y="35423"/>
                  <a:pt x="1687" y="40484"/>
                </a:cubicBezTo>
                <a:cubicBezTo>
                  <a:pt x="0" y="45544"/>
                  <a:pt x="0" y="52292"/>
                  <a:pt x="0" y="60726"/>
                </a:cubicBezTo>
                <a:cubicBezTo>
                  <a:pt x="0" y="65786"/>
                  <a:pt x="0" y="69160"/>
                  <a:pt x="0" y="72534"/>
                </a:cubicBezTo>
                <a:cubicBezTo>
                  <a:pt x="1687" y="77594"/>
                  <a:pt x="1687" y="80968"/>
                  <a:pt x="3374" y="82655"/>
                </a:cubicBezTo>
                <a:cubicBezTo>
                  <a:pt x="3374" y="86028"/>
                  <a:pt x="5060" y="87715"/>
                  <a:pt x="6747" y="91089"/>
                </a:cubicBezTo>
                <a:cubicBezTo>
                  <a:pt x="8434" y="92776"/>
                  <a:pt x="10121" y="94462"/>
                  <a:pt x="11808" y="96149"/>
                </a:cubicBezTo>
                <a:cubicBezTo>
                  <a:pt x="13495" y="97836"/>
                  <a:pt x="15181" y="99523"/>
                  <a:pt x="16868" y="101210"/>
                </a:cubicBezTo>
                <a:cubicBezTo>
                  <a:pt x="18555" y="102897"/>
                  <a:pt x="20242" y="102897"/>
                  <a:pt x="23616" y="104583"/>
                </a:cubicBezTo>
                <a:lnTo>
                  <a:pt x="16868" y="119765"/>
                </a:lnTo>
                <a:lnTo>
                  <a:pt x="25302" y="119765"/>
                </a:lnTo>
                <a:lnTo>
                  <a:pt x="30363" y="106270"/>
                </a:lnTo>
                <a:cubicBezTo>
                  <a:pt x="33737" y="106270"/>
                  <a:pt x="37110" y="106270"/>
                  <a:pt x="42171" y="106270"/>
                </a:cubicBezTo>
                <a:lnTo>
                  <a:pt x="79281" y="106270"/>
                </a:lnTo>
                <a:lnTo>
                  <a:pt x="79281" y="96149"/>
                </a:lnTo>
                <a:lnTo>
                  <a:pt x="43858" y="96149"/>
                </a:lnTo>
                <a:cubicBezTo>
                  <a:pt x="38797" y="96149"/>
                  <a:pt x="37110" y="96149"/>
                  <a:pt x="35423" y="96149"/>
                </a:cubicBezTo>
                <a:lnTo>
                  <a:pt x="47231" y="64099"/>
                </a:lnTo>
                <a:lnTo>
                  <a:pt x="79281" y="64099"/>
                </a:lnTo>
                <a:lnTo>
                  <a:pt x="79281" y="53978"/>
                </a:lnTo>
                <a:lnTo>
                  <a:pt x="50605" y="53978"/>
                </a:lnTo>
                <a:lnTo>
                  <a:pt x="62413" y="23616"/>
                </a:lnTo>
                <a:lnTo>
                  <a:pt x="79281" y="23616"/>
                </a:lnTo>
                <a:lnTo>
                  <a:pt x="79281" y="13495"/>
                </a:lnTo>
                <a:lnTo>
                  <a:pt x="67473" y="13495"/>
                </a:lnTo>
                <a:lnTo>
                  <a:pt x="72534" y="0"/>
                </a:lnTo>
                <a:lnTo>
                  <a:pt x="64099" y="0"/>
                </a:lnTo>
                <a:close/>
                <a:moveTo>
                  <a:pt x="13495" y="42171"/>
                </a:moveTo>
                <a:cubicBezTo>
                  <a:pt x="15181" y="38797"/>
                  <a:pt x="16868" y="35423"/>
                  <a:pt x="18555" y="33737"/>
                </a:cubicBezTo>
                <a:cubicBezTo>
                  <a:pt x="20242" y="32050"/>
                  <a:pt x="21929" y="28676"/>
                  <a:pt x="23616" y="28676"/>
                </a:cubicBezTo>
                <a:cubicBezTo>
                  <a:pt x="25302" y="26989"/>
                  <a:pt x="28676" y="25302"/>
                  <a:pt x="32050" y="25302"/>
                </a:cubicBezTo>
                <a:cubicBezTo>
                  <a:pt x="35423" y="25302"/>
                  <a:pt x="40484" y="23616"/>
                  <a:pt x="45544" y="23616"/>
                </a:cubicBezTo>
                <a:lnTo>
                  <a:pt x="53978" y="23616"/>
                </a:lnTo>
                <a:lnTo>
                  <a:pt x="42171" y="53978"/>
                </a:lnTo>
                <a:lnTo>
                  <a:pt x="11808" y="53978"/>
                </a:lnTo>
                <a:cubicBezTo>
                  <a:pt x="11808" y="50605"/>
                  <a:pt x="11808" y="45544"/>
                  <a:pt x="13495" y="42171"/>
                </a:cubicBezTo>
                <a:close/>
                <a:moveTo>
                  <a:pt x="16868" y="84341"/>
                </a:moveTo>
                <a:cubicBezTo>
                  <a:pt x="13495" y="79281"/>
                  <a:pt x="11808" y="72534"/>
                  <a:pt x="11808" y="64099"/>
                </a:cubicBezTo>
                <a:lnTo>
                  <a:pt x="38797" y="64099"/>
                </a:lnTo>
                <a:lnTo>
                  <a:pt x="26989" y="94462"/>
                </a:lnTo>
                <a:cubicBezTo>
                  <a:pt x="21929" y="92776"/>
                  <a:pt x="18555" y="89402"/>
                  <a:pt x="16868" y="843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4FCD23-6D19-4D58-AAFE-298A9987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686" y="2805565"/>
            <a:ext cx="2703985" cy="669671"/>
          </a:xfrm>
          <a:custGeom xmlns:a="http://schemas.openxmlformats.org/drawingml/2006/main">
            <a:pathLst>
              <a:path w="2703985" h="669671">
                <a:moveTo>
                  <a:pt x="107957" y="661237"/>
                </a:moveTo>
                <a:lnTo>
                  <a:pt x="107957" y="652802"/>
                </a:lnTo>
                <a:lnTo>
                  <a:pt x="2596028" y="652802"/>
                </a:lnTo>
                <a:cubicBezTo>
                  <a:pt x="2646633" y="652802"/>
                  <a:pt x="2687117" y="610632"/>
                  <a:pt x="2687117" y="558340"/>
                </a:cubicBezTo>
                <a:lnTo>
                  <a:pt x="2687117" y="111331"/>
                </a:lnTo>
                <a:cubicBezTo>
                  <a:pt x="2687117" y="59039"/>
                  <a:pt x="2646633" y="16868"/>
                  <a:pt x="2596028" y="16868"/>
                </a:cubicBezTo>
                <a:lnTo>
                  <a:pt x="107957" y="16868"/>
                </a:lnTo>
                <a:cubicBezTo>
                  <a:pt x="57352" y="16868"/>
                  <a:pt x="16868" y="59039"/>
                  <a:pt x="16868" y="111331"/>
                </a:cubicBezTo>
                <a:lnTo>
                  <a:pt x="16868" y="558340"/>
                </a:lnTo>
                <a:cubicBezTo>
                  <a:pt x="16868" y="610632"/>
                  <a:pt x="57352" y="652802"/>
                  <a:pt x="107957" y="652802"/>
                </a:cubicBezTo>
                <a:lnTo>
                  <a:pt x="107957" y="661237"/>
                </a:lnTo>
                <a:lnTo>
                  <a:pt x="107957" y="669671"/>
                </a:lnTo>
                <a:cubicBezTo>
                  <a:pt x="47231" y="669671"/>
                  <a:pt x="0" y="619066"/>
                  <a:pt x="0" y="558340"/>
                </a:cubicBezTo>
                <a:lnTo>
                  <a:pt x="0" y="111331"/>
                </a:lnTo>
                <a:cubicBezTo>
                  <a:pt x="0" y="50605"/>
                  <a:pt x="47231" y="0"/>
                  <a:pt x="107957" y="0"/>
                </a:cubicBezTo>
                <a:lnTo>
                  <a:pt x="2596028" y="0"/>
                </a:lnTo>
                <a:cubicBezTo>
                  <a:pt x="2656754" y="0"/>
                  <a:pt x="2703985" y="50605"/>
                  <a:pt x="2703985" y="111331"/>
                </a:cubicBezTo>
                <a:lnTo>
                  <a:pt x="2703985" y="558340"/>
                </a:lnTo>
                <a:cubicBezTo>
                  <a:pt x="2703985" y="619066"/>
                  <a:pt x="2656754" y="669671"/>
                  <a:pt x="2596028" y="669671"/>
                </a:cubicBezTo>
                <a:lnTo>
                  <a:pt x="107957" y="669671"/>
                </a:lnTo>
                <a:lnTo>
                  <a:pt x="107957" y="6612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A5CBF-3841-4CBD-AE29-8972A54D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477" y="2945571"/>
            <a:ext cx="145067" cy="430141"/>
          </a:xfrm>
          <a:custGeom xmlns:a="http://schemas.openxmlformats.org/drawingml/2006/main">
            <a:pathLst>
              <a:path w="145067" h="430141">
                <a:moveTo>
                  <a:pt x="0" y="222661"/>
                </a:moveTo>
                <a:cubicBezTo>
                  <a:pt x="15181" y="224348"/>
                  <a:pt x="25302" y="227722"/>
                  <a:pt x="33737" y="234469"/>
                </a:cubicBezTo>
                <a:cubicBezTo>
                  <a:pt x="40484" y="241216"/>
                  <a:pt x="43858" y="249651"/>
                  <a:pt x="43858" y="259772"/>
                </a:cubicBezTo>
                <a:cubicBezTo>
                  <a:pt x="43858" y="264832"/>
                  <a:pt x="42171" y="274953"/>
                  <a:pt x="38797" y="291821"/>
                </a:cubicBezTo>
                <a:cubicBezTo>
                  <a:pt x="35423" y="307003"/>
                  <a:pt x="33737" y="322184"/>
                  <a:pt x="33737" y="333992"/>
                </a:cubicBezTo>
                <a:cubicBezTo>
                  <a:pt x="33737" y="366042"/>
                  <a:pt x="42171" y="389657"/>
                  <a:pt x="59039" y="406526"/>
                </a:cubicBezTo>
                <a:cubicBezTo>
                  <a:pt x="77594" y="421707"/>
                  <a:pt x="102897" y="430141"/>
                  <a:pt x="138320" y="430141"/>
                </a:cubicBezTo>
                <a:lnTo>
                  <a:pt x="145067" y="430141"/>
                </a:lnTo>
                <a:lnTo>
                  <a:pt x="145067" y="413273"/>
                </a:lnTo>
                <a:lnTo>
                  <a:pt x="141694" y="413273"/>
                </a:lnTo>
                <a:cubicBezTo>
                  <a:pt x="119765" y="413273"/>
                  <a:pt x="102897" y="408212"/>
                  <a:pt x="89402" y="396405"/>
                </a:cubicBezTo>
                <a:cubicBezTo>
                  <a:pt x="77594" y="384597"/>
                  <a:pt x="70847" y="366042"/>
                  <a:pt x="70847" y="337366"/>
                </a:cubicBezTo>
                <a:cubicBezTo>
                  <a:pt x="70847" y="327245"/>
                  <a:pt x="72534" y="313750"/>
                  <a:pt x="75907" y="298569"/>
                </a:cubicBezTo>
                <a:cubicBezTo>
                  <a:pt x="79281" y="283387"/>
                  <a:pt x="80968" y="273266"/>
                  <a:pt x="80968" y="266519"/>
                </a:cubicBezTo>
                <a:cubicBezTo>
                  <a:pt x="80968" y="253024"/>
                  <a:pt x="75907" y="242903"/>
                  <a:pt x="69160" y="234469"/>
                </a:cubicBezTo>
                <a:cubicBezTo>
                  <a:pt x="62413" y="226035"/>
                  <a:pt x="52292" y="219288"/>
                  <a:pt x="42171" y="215914"/>
                </a:cubicBezTo>
                <a:lnTo>
                  <a:pt x="42171" y="212540"/>
                </a:lnTo>
                <a:cubicBezTo>
                  <a:pt x="52292" y="207480"/>
                  <a:pt x="62413" y="202419"/>
                  <a:pt x="69160" y="193985"/>
                </a:cubicBezTo>
                <a:cubicBezTo>
                  <a:pt x="75907" y="185551"/>
                  <a:pt x="80968" y="175430"/>
                  <a:pt x="80968" y="161935"/>
                </a:cubicBezTo>
                <a:cubicBezTo>
                  <a:pt x="80968" y="155188"/>
                  <a:pt x="79281" y="145067"/>
                  <a:pt x="75907" y="129886"/>
                </a:cubicBezTo>
                <a:cubicBezTo>
                  <a:pt x="72534" y="113017"/>
                  <a:pt x="70847" y="101210"/>
                  <a:pt x="70847" y="89402"/>
                </a:cubicBezTo>
                <a:cubicBezTo>
                  <a:pt x="70847" y="64099"/>
                  <a:pt x="77594" y="45544"/>
                  <a:pt x="89402" y="33737"/>
                </a:cubicBezTo>
                <a:cubicBezTo>
                  <a:pt x="102897" y="23616"/>
                  <a:pt x="119765" y="16868"/>
                  <a:pt x="141694" y="16868"/>
                </a:cubicBezTo>
                <a:lnTo>
                  <a:pt x="145067" y="16868"/>
                </a:lnTo>
                <a:lnTo>
                  <a:pt x="145067" y="0"/>
                </a:lnTo>
                <a:lnTo>
                  <a:pt x="138320" y="0"/>
                </a:lnTo>
                <a:cubicBezTo>
                  <a:pt x="102897" y="0"/>
                  <a:pt x="77594" y="8434"/>
                  <a:pt x="59039" y="23616"/>
                </a:cubicBezTo>
                <a:cubicBezTo>
                  <a:pt x="42171" y="40484"/>
                  <a:pt x="33737" y="62413"/>
                  <a:pt x="33737" y="94462"/>
                </a:cubicBezTo>
                <a:cubicBezTo>
                  <a:pt x="33737" y="106270"/>
                  <a:pt x="35423" y="121452"/>
                  <a:pt x="38797" y="136633"/>
                </a:cubicBezTo>
                <a:cubicBezTo>
                  <a:pt x="42171" y="153501"/>
                  <a:pt x="43858" y="163622"/>
                  <a:pt x="43858" y="168683"/>
                </a:cubicBezTo>
                <a:cubicBezTo>
                  <a:pt x="43858" y="178804"/>
                  <a:pt x="40484" y="187238"/>
                  <a:pt x="33737" y="193985"/>
                </a:cubicBezTo>
                <a:cubicBezTo>
                  <a:pt x="25302" y="200733"/>
                  <a:pt x="15181" y="204106"/>
                  <a:pt x="0" y="204106"/>
                </a:cubicBezTo>
                <a:lnTo>
                  <a:pt x="0" y="2226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72643-68F4-484E-BD54-D001A435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031" y="2945571"/>
            <a:ext cx="143380" cy="430141"/>
          </a:xfrm>
          <a:custGeom xmlns:a="http://schemas.openxmlformats.org/drawingml/2006/main">
            <a:pathLst>
              <a:path w="143380" h="430141">
                <a:moveTo>
                  <a:pt x="143380" y="205793"/>
                </a:moveTo>
                <a:cubicBezTo>
                  <a:pt x="128199" y="204106"/>
                  <a:pt x="118078" y="200733"/>
                  <a:pt x="111331" y="193985"/>
                </a:cubicBezTo>
                <a:cubicBezTo>
                  <a:pt x="104583" y="188925"/>
                  <a:pt x="99523" y="178804"/>
                  <a:pt x="99523" y="168683"/>
                </a:cubicBezTo>
                <a:cubicBezTo>
                  <a:pt x="99523" y="163622"/>
                  <a:pt x="101210" y="153501"/>
                  <a:pt x="106270" y="136633"/>
                </a:cubicBezTo>
                <a:cubicBezTo>
                  <a:pt x="109644" y="121452"/>
                  <a:pt x="111331" y="106270"/>
                  <a:pt x="111331" y="94462"/>
                </a:cubicBezTo>
                <a:cubicBezTo>
                  <a:pt x="111331" y="62413"/>
                  <a:pt x="102897" y="40484"/>
                  <a:pt x="84341" y="23616"/>
                </a:cubicBezTo>
                <a:cubicBezTo>
                  <a:pt x="67473" y="8434"/>
                  <a:pt x="40484" y="0"/>
                  <a:pt x="5060" y="0"/>
                </a:cubicBezTo>
                <a:lnTo>
                  <a:pt x="0" y="0"/>
                </a:lnTo>
                <a:lnTo>
                  <a:pt x="0" y="16868"/>
                </a:lnTo>
                <a:lnTo>
                  <a:pt x="3374" y="16868"/>
                </a:lnTo>
                <a:cubicBezTo>
                  <a:pt x="25302" y="16868"/>
                  <a:pt x="42171" y="23616"/>
                  <a:pt x="53978" y="33737"/>
                </a:cubicBezTo>
                <a:cubicBezTo>
                  <a:pt x="65786" y="45544"/>
                  <a:pt x="72534" y="64099"/>
                  <a:pt x="72534" y="91089"/>
                </a:cubicBezTo>
                <a:cubicBezTo>
                  <a:pt x="72534" y="101210"/>
                  <a:pt x="70847" y="114704"/>
                  <a:pt x="67473" y="129886"/>
                </a:cubicBezTo>
                <a:cubicBezTo>
                  <a:pt x="65786" y="145067"/>
                  <a:pt x="64099" y="156875"/>
                  <a:pt x="64099" y="161935"/>
                </a:cubicBezTo>
                <a:cubicBezTo>
                  <a:pt x="64099" y="175430"/>
                  <a:pt x="67473" y="185551"/>
                  <a:pt x="74220" y="193985"/>
                </a:cubicBezTo>
                <a:cubicBezTo>
                  <a:pt x="82655" y="202419"/>
                  <a:pt x="91089" y="209167"/>
                  <a:pt x="101210" y="212540"/>
                </a:cubicBezTo>
                <a:lnTo>
                  <a:pt x="101210" y="215914"/>
                </a:lnTo>
                <a:cubicBezTo>
                  <a:pt x="91089" y="220974"/>
                  <a:pt x="82655" y="226035"/>
                  <a:pt x="74220" y="234469"/>
                </a:cubicBezTo>
                <a:cubicBezTo>
                  <a:pt x="67473" y="242903"/>
                  <a:pt x="64099" y="253024"/>
                  <a:pt x="64099" y="266519"/>
                </a:cubicBezTo>
                <a:cubicBezTo>
                  <a:pt x="64099" y="273266"/>
                  <a:pt x="65786" y="283387"/>
                  <a:pt x="67473" y="298569"/>
                </a:cubicBezTo>
                <a:cubicBezTo>
                  <a:pt x="70847" y="315437"/>
                  <a:pt x="72534" y="327245"/>
                  <a:pt x="72534" y="339052"/>
                </a:cubicBezTo>
                <a:cubicBezTo>
                  <a:pt x="72534" y="366042"/>
                  <a:pt x="65786" y="384597"/>
                  <a:pt x="53978" y="396405"/>
                </a:cubicBezTo>
                <a:cubicBezTo>
                  <a:pt x="42171" y="408212"/>
                  <a:pt x="25302" y="413273"/>
                  <a:pt x="3374" y="413273"/>
                </a:cubicBezTo>
                <a:lnTo>
                  <a:pt x="0" y="413273"/>
                </a:lnTo>
                <a:lnTo>
                  <a:pt x="0" y="430141"/>
                </a:lnTo>
                <a:lnTo>
                  <a:pt x="5060" y="430141"/>
                </a:lnTo>
                <a:cubicBezTo>
                  <a:pt x="40484" y="430141"/>
                  <a:pt x="67473" y="421707"/>
                  <a:pt x="84341" y="406526"/>
                </a:cubicBezTo>
                <a:cubicBezTo>
                  <a:pt x="102897" y="389657"/>
                  <a:pt x="111331" y="366042"/>
                  <a:pt x="111331" y="333992"/>
                </a:cubicBezTo>
                <a:cubicBezTo>
                  <a:pt x="111331" y="322184"/>
                  <a:pt x="109644" y="307003"/>
                  <a:pt x="106270" y="291821"/>
                </a:cubicBezTo>
                <a:cubicBezTo>
                  <a:pt x="101210" y="274953"/>
                  <a:pt x="99523" y="264832"/>
                  <a:pt x="99523" y="259772"/>
                </a:cubicBezTo>
                <a:cubicBezTo>
                  <a:pt x="99523" y="249651"/>
                  <a:pt x="104583" y="241216"/>
                  <a:pt x="111331" y="234469"/>
                </a:cubicBezTo>
                <a:cubicBezTo>
                  <a:pt x="118078" y="227722"/>
                  <a:pt x="128199" y="224348"/>
                  <a:pt x="143380" y="224348"/>
                </a:cubicBezTo>
                <a:lnTo>
                  <a:pt x="143380" y="2057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57465E-2613-43A1-A6CA-D2233488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422" y="2409160"/>
            <a:ext cx="106270" cy="141694"/>
          </a:xfrm>
          <a:custGeom xmlns:a="http://schemas.openxmlformats.org/drawingml/2006/main">
            <a:pathLst>
              <a:path w="106270" h="141694">
                <a:moveTo>
                  <a:pt x="16868" y="107957"/>
                </a:moveTo>
                <a:cubicBezTo>
                  <a:pt x="16868" y="116391"/>
                  <a:pt x="18555" y="123138"/>
                  <a:pt x="21929" y="126512"/>
                </a:cubicBezTo>
                <a:cubicBezTo>
                  <a:pt x="25302" y="131573"/>
                  <a:pt x="32050" y="133259"/>
                  <a:pt x="40484" y="133259"/>
                </a:cubicBezTo>
                <a:cubicBezTo>
                  <a:pt x="48918" y="133259"/>
                  <a:pt x="55665" y="129886"/>
                  <a:pt x="62413" y="124825"/>
                </a:cubicBezTo>
                <a:cubicBezTo>
                  <a:pt x="67473" y="119765"/>
                  <a:pt x="69160" y="113017"/>
                  <a:pt x="69160" y="104583"/>
                </a:cubicBezTo>
                <a:cubicBezTo>
                  <a:pt x="69160" y="101210"/>
                  <a:pt x="69160" y="96149"/>
                  <a:pt x="67473" y="92776"/>
                </a:cubicBezTo>
                <a:cubicBezTo>
                  <a:pt x="65786" y="91089"/>
                  <a:pt x="64099" y="87715"/>
                  <a:pt x="60726" y="84341"/>
                </a:cubicBezTo>
                <a:cubicBezTo>
                  <a:pt x="57352" y="80968"/>
                  <a:pt x="53978" y="77594"/>
                  <a:pt x="47231" y="74220"/>
                </a:cubicBezTo>
                <a:cubicBezTo>
                  <a:pt x="42171" y="70847"/>
                  <a:pt x="38797" y="67473"/>
                  <a:pt x="35423" y="64099"/>
                </a:cubicBezTo>
                <a:cubicBezTo>
                  <a:pt x="32050" y="60726"/>
                  <a:pt x="28676" y="57352"/>
                  <a:pt x="26989" y="53978"/>
                </a:cubicBezTo>
                <a:cubicBezTo>
                  <a:pt x="25302" y="48918"/>
                  <a:pt x="25302" y="45544"/>
                  <a:pt x="25302" y="40484"/>
                </a:cubicBezTo>
                <a:cubicBezTo>
                  <a:pt x="25302" y="32050"/>
                  <a:pt x="26989" y="25302"/>
                  <a:pt x="30363" y="18555"/>
                </a:cubicBezTo>
                <a:cubicBezTo>
                  <a:pt x="33737" y="11808"/>
                  <a:pt x="40484" y="8434"/>
                  <a:pt x="47231" y="5060"/>
                </a:cubicBezTo>
                <a:cubicBezTo>
                  <a:pt x="53978" y="1687"/>
                  <a:pt x="62413" y="0"/>
                  <a:pt x="70847" y="0"/>
                </a:cubicBezTo>
                <a:cubicBezTo>
                  <a:pt x="77594" y="0"/>
                  <a:pt x="82655" y="0"/>
                  <a:pt x="87715" y="0"/>
                </a:cubicBezTo>
                <a:cubicBezTo>
                  <a:pt x="94462" y="1687"/>
                  <a:pt x="99523" y="3374"/>
                  <a:pt x="106270" y="5060"/>
                </a:cubicBezTo>
                <a:lnTo>
                  <a:pt x="101210" y="32050"/>
                </a:lnTo>
                <a:lnTo>
                  <a:pt x="91089" y="32050"/>
                </a:lnTo>
                <a:cubicBezTo>
                  <a:pt x="91089" y="25302"/>
                  <a:pt x="89402" y="20242"/>
                  <a:pt x="87715" y="18555"/>
                </a:cubicBezTo>
                <a:cubicBezTo>
                  <a:pt x="86028" y="15181"/>
                  <a:pt x="84341" y="11808"/>
                  <a:pt x="80968" y="10121"/>
                </a:cubicBezTo>
                <a:cubicBezTo>
                  <a:pt x="79281" y="8434"/>
                  <a:pt x="75907" y="8434"/>
                  <a:pt x="70847" y="8434"/>
                </a:cubicBezTo>
                <a:cubicBezTo>
                  <a:pt x="64099" y="8434"/>
                  <a:pt x="60726" y="10121"/>
                  <a:pt x="55665" y="11808"/>
                </a:cubicBezTo>
                <a:cubicBezTo>
                  <a:pt x="50605" y="13495"/>
                  <a:pt x="48918" y="16868"/>
                  <a:pt x="45544" y="21929"/>
                </a:cubicBezTo>
                <a:cubicBezTo>
                  <a:pt x="43858" y="25302"/>
                  <a:pt x="42171" y="30363"/>
                  <a:pt x="42171" y="35423"/>
                </a:cubicBezTo>
                <a:cubicBezTo>
                  <a:pt x="42171" y="40484"/>
                  <a:pt x="43858" y="43858"/>
                  <a:pt x="47231" y="47231"/>
                </a:cubicBezTo>
                <a:cubicBezTo>
                  <a:pt x="48918" y="52292"/>
                  <a:pt x="53978" y="55665"/>
                  <a:pt x="62413" y="62413"/>
                </a:cubicBezTo>
                <a:cubicBezTo>
                  <a:pt x="69160" y="65786"/>
                  <a:pt x="74220" y="70847"/>
                  <a:pt x="77594" y="74220"/>
                </a:cubicBezTo>
                <a:cubicBezTo>
                  <a:pt x="80968" y="77594"/>
                  <a:pt x="82655" y="80968"/>
                  <a:pt x="84341" y="86028"/>
                </a:cubicBezTo>
                <a:cubicBezTo>
                  <a:pt x="86028" y="89402"/>
                  <a:pt x="87715" y="94462"/>
                  <a:pt x="87715" y="99523"/>
                </a:cubicBezTo>
                <a:cubicBezTo>
                  <a:pt x="87715" y="107957"/>
                  <a:pt x="86028" y="114704"/>
                  <a:pt x="80968" y="121452"/>
                </a:cubicBezTo>
                <a:cubicBezTo>
                  <a:pt x="77594" y="128199"/>
                  <a:pt x="72534" y="133259"/>
                  <a:pt x="64099" y="136633"/>
                </a:cubicBezTo>
                <a:cubicBezTo>
                  <a:pt x="57352" y="140007"/>
                  <a:pt x="48918" y="141694"/>
                  <a:pt x="40484" y="141694"/>
                </a:cubicBezTo>
                <a:cubicBezTo>
                  <a:pt x="33737" y="141694"/>
                  <a:pt x="26989" y="141694"/>
                  <a:pt x="20242" y="140007"/>
                </a:cubicBezTo>
                <a:cubicBezTo>
                  <a:pt x="11808" y="140007"/>
                  <a:pt x="6747" y="138320"/>
                  <a:pt x="0" y="136633"/>
                </a:cubicBezTo>
                <a:lnTo>
                  <a:pt x="6747" y="107957"/>
                </a:lnTo>
                <a:lnTo>
                  <a:pt x="16868" y="107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37BFDB-89D0-44DF-B70A-AE77E994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1308" y="2378797"/>
            <a:ext cx="53978" cy="96149"/>
          </a:xfrm>
          <a:custGeom xmlns:a="http://schemas.openxmlformats.org/drawingml/2006/main">
            <a:pathLst>
              <a:path w="53978" h="96149">
                <a:moveTo>
                  <a:pt x="47231" y="79281"/>
                </a:moveTo>
                <a:cubicBezTo>
                  <a:pt x="45544" y="82655"/>
                  <a:pt x="42171" y="84341"/>
                  <a:pt x="40484" y="87715"/>
                </a:cubicBezTo>
                <a:cubicBezTo>
                  <a:pt x="38797" y="89402"/>
                  <a:pt x="35423" y="91089"/>
                  <a:pt x="33737" y="91089"/>
                </a:cubicBezTo>
                <a:cubicBezTo>
                  <a:pt x="32050" y="92776"/>
                  <a:pt x="28676" y="94462"/>
                  <a:pt x="26989" y="94462"/>
                </a:cubicBezTo>
                <a:cubicBezTo>
                  <a:pt x="25302" y="94462"/>
                  <a:pt x="21929" y="96149"/>
                  <a:pt x="20242" y="96149"/>
                </a:cubicBezTo>
                <a:cubicBezTo>
                  <a:pt x="15181" y="96149"/>
                  <a:pt x="10121" y="94462"/>
                  <a:pt x="6747" y="91089"/>
                </a:cubicBezTo>
                <a:cubicBezTo>
                  <a:pt x="5060" y="87715"/>
                  <a:pt x="3374" y="84341"/>
                  <a:pt x="3374" y="79281"/>
                </a:cubicBezTo>
                <a:cubicBezTo>
                  <a:pt x="3374" y="77594"/>
                  <a:pt x="3374" y="74220"/>
                  <a:pt x="3374" y="72534"/>
                </a:cubicBezTo>
                <a:cubicBezTo>
                  <a:pt x="3374" y="70847"/>
                  <a:pt x="3374" y="69160"/>
                  <a:pt x="5060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1929"/>
                </a:cubicBezTo>
                <a:cubicBezTo>
                  <a:pt x="10121" y="20242"/>
                  <a:pt x="11808" y="20242"/>
                  <a:pt x="13495" y="18555"/>
                </a:cubicBezTo>
                <a:lnTo>
                  <a:pt x="15181" y="16868"/>
                </a:lnTo>
                <a:cubicBezTo>
                  <a:pt x="16868" y="15181"/>
                  <a:pt x="16868" y="13495"/>
                  <a:pt x="16868" y="11808"/>
                </a:cubicBezTo>
                <a:cubicBezTo>
                  <a:pt x="18555" y="11808"/>
                  <a:pt x="18555" y="10121"/>
                  <a:pt x="20242" y="6747"/>
                </a:cubicBezTo>
                <a:cubicBezTo>
                  <a:pt x="20242" y="5060"/>
                  <a:pt x="21929" y="3374"/>
                  <a:pt x="21929" y="0"/>
                </a:cubicBezTo>
                <a:lnTo>
                  <a:pt x="33737" y="0"/>
                </a:lnTo>
                <a:lnTo>
                  <a:pt x="28676" y="20242"/>
                </a:lnTo>
                <a:lnTo>
                  <a:pt x="53978" y="20242"/>
                </a:lnTo>
                <a:lnTo>
                  <a:pt x="52292" y="26989"/>
                </a:lnTo>
                <a:lnTo>
                  <a:pt x="26989" y="26989"/>
                </a:lnTo>
                <a:lnTo>
                  <a:pt x="20242" y="59039"/>
                </a:lnTo>
                <a:cubicBezTo>
                  <a:pt x="20242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8555" y="69160"/>
                </a:cubicBezTo>
                <a:cubicBezTo>
                  <a:pt x="18555" y="70847"/>
                  <a:pt x="18555" y="72534"/>
                  <a:pt x="18555" y="72534"/>
                </a:cubicBezTo>
                <a:cubicBezTo>
                  <a:pt x="16868" y="74220"/>
                  <a:pt x="16868" y="74220"/>
                  <a:pt x="16868" y="75907"/>
                </a:cubicBezTo>
                <a:cubicBezTo>
                  <a:pt x="16868" y="79281"/>
                  <a:pt x="18555" y="80968"/>
                  <a:pt x="20242" y="82655"/>
                </a:cubicBezTo>
                <a:cubicBezTo>
                  <a:pt x="20242" y="84341"/>
                  <a:pt x="21929" y="86028"/>
                  <a:pt x="25302" y="86028"/>
                </a:cubicBezTo>
                <a:cubicBezTo>
                  <a:pt x="28676" y="86028"/>
                  <a:pt x="30363" y="84341"/>
                  <a:pt x="33737" y="82655"/>
                </a:cubicBezTo>
                <a:cubicBezTo>
                  <a:pt x="35423" y="80968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9BAA9-72EA-4DEB-96FD-BA9B80BE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9642" y="2409160"/>
            <a:ext cx="106270" cy="141694"/>
          </a:xfrm>
          <a:custGeom xmlns:a="http://schemas.openxmlformats.org/drawingml/2006/main">
            <a:pathLst>
              <a:path w="106270" h="141694">
                <a:moveTo>
                  <a:pt x="15181" y="107957"/>
                </a:moveTo>
                <a:cubicBezTo>
                  <a:pt x="15181" y="116391"/>
                  <a:pt x="16868" y="123138"/>
                  <a:pt x="21929" y="126512"/>
                </a:cubicBezTo>
                <a:cubicBezTo>
                  <a:pt x="25302" y="131573"/>
                  <a:pt x="32050" y="133259"/>
                  <a:pt x="38797" y="133259"/>
                </a:cubicBezTo>
                <a:cubicBezTo>
                  <a:pt x="48918" y="133259"/>
                  <a:pt x="55665" y="129886"/>
                  <a:pt x="60726" y="124825"/>
                </a:cubicBezTo>
                <a:cubicBezTo>
                  <a:pt x="65786" y="119765"/>
                  <a:pt x="69160" y="113017"/>
                  <a:pt x="69160" y="104583"/>
                </a:cubicBezTo>
                <a:cubicBezTo>
                  <a:pt x="69160" y="101210"/>
                  <a:pt x="67473" y="96149"/>
                  <a:pt x="67473" y="92776"/>
                </a:cubicBezTo>
                <a:cubicBezTo>
                  <a:pt x="65786" y="91089"/>
                  <a:pt x="62413" y="87715"/>
                  <a:pt x="60726" y="84341"/>
                </a:cubicBezTo>
                <a:cubicBezTo>
                  <a:pt x="57352" y="80968"/>
                  <a:pt x="52292" y="77594"/>
                  <a:pt x="47231" y="74220"/>
                </a:cubicBezTo>
                <a:cubicBezTo>
                  <a:pt x="42171" y="70847"/>
                  <a:pt x="38797" y="67473"/>
                  <a:pt x="35423" y="64099"/>
                </a:cubicBezTo>
                <a:cubicBezTo>
                  <a:pt x="32050" y="60726"/>
                  <a:pt x="28676" y="57352"/>
                  <a:pt x="26989" y="53978"/>
                </a:cubicBezTo>
                <a:cubicBezTo>
                  <a:pt x="25302" y="48918"/>
                  <a:pt x="23616" y="45544"/>
                  <a:pt x="23616" y="40484"/>
                </a:cubicBezTo>
                <a:cubicBezTo>
                  <a:pt x="23616" y="32050"/>
                  <a:pt x="25302" y="25302"/>
                  <a:pt x="30363" y="18555"/>
                </a:cubicBezTo>
                <a:cubicBezTo>
                  <a:pt x="33737" y="11808"/>
                  <a:pt x="38797" y="8434"/>
                  <a:pt x="45544" y="5060"/>
                </a:cubicBezTo>
                <a:cubicBezTo>
                  <a:pt x="53978" y="1687"/>
                  <a:pt x="60726" y="0"/>
                  <a:pt x="70847" y="0"/>
                </a:cubicBezTo>
                <a:cubicBezTo>
                  <a:pt x="77594" y="0"/>
                  <a:pt x="82655" y="0"/>
                  <a:pt x="87715" y="0"/>
                </a:cubicBezTo>
                <a:cubicBezTo>
                  <a:pt x="92776" y="1687"/>
                  <a:pt x="99523" y="3374"/>
                  <a:pt x="106270" y="5060"/>
                </a:cubicBezTo>
                <a:lnTo>
                  <a:pt x="99523" y="32050"/>
                </a:lnTo>
                <a:lnTo>
                  <a:pt x="89402" y="32050"/>
                </a:lnTo>
                <a:cubicBezTo>
                  <a:pt x="89402" y="25302"/>
                  <a:pt x="89402" y="20242"/>
                  <a:pt x="87715" y="18555"/>
                </a:cubicBezTo>
                <a:cubicBezTo>
                  <a:pt x="86028" y="15181"/>
                  <a:pt x="84341" y="11808"/>
                  <a:pt x="80968" y="10121"/>
                </a:cubicBezTo>
                <a:cubicBezTo>
                  <a:pt x="77594" y="8434"/>
                  <a:pt x="74220" y="8434"/>
                  <a:pt x="69160" y="8434"/>
                </a:cubicBezTo>
                <a:cubicBezTo>
                  <a:pt x="64099" y="8434"/>
                  <a:pt x="59039" y="10121"/>
                  <a:pt x="55665" y="11808"/>
                </a:cubicBezTo>
                <a:cubicBezTo>
                  <a:pt x="50605" y="13495"/>
                  <a:pt x="47231" y="16868"/>
                  <a:pt x="45544" y="21929"/>
                </a:cubicBezTo>
                <a:cubicBezTo>
                  <a:pt x="43858" y="25302"/>
                  <a:pt x="42171" y="30363"/>
                  <a:pt x="42171" y="35423"/>
                </a:cubicBezTo>
                <a:cubicBezTo>
                  <a:pt x="42171" y="40484"/>
                  <a:pt x="43858" y="43858"/>
                  <a:pt x="45544" y="47231"/>
                </a:cubicBezTo>
                <a:cubicBezTo>
                  <a:pt x="48918" y="52292"/>
                  <a:pt x="53978" y="55665"/>
                  <a:pt x="60726" y="62413"/>
                </a:cubicBezTo>
                <a:cubicBezTo>
                  <a:pt x="67473" y="65786"/>
                  <a:pt x="72534" y="70847"/>
                  <a:pt x="75907" y="74220"/>
                </a:cubicBezTo>
                <a:cubicBezTo>
                  <a:pt x="80968" y="77594"/>
                  <a:pt x="82655" y="80968"/>
                  <a:pt x="84341" y="86028"/>
                </a:cubicBezTo>
                <a:cubicBezTo>
                  <a:pt x="86028" y="89402"/>
                  <a:pt x="87715" y="94462"/>
                  <a:pt x="87715" y="99523"/>
                </a:cubicBezTo>
                <a:cubicBezTo>
                  <a:pt x="87715" y="107957"/>
                  <a:pt x="84341" y="114704"/>
                  <a:pt x="80968" y="121452"/>
                </a:cubicBezTo>
                <a:cubicBezTo>
                  <a:pt x="77594" y="128199"/>
                  <a:pt x="70847" y="133259"/>
                  <a:pt x="64099" y="136633"/>
                </a:cubicBezTo>
                <a:cubicBezTo>
                  <a:pt x="57352" y="140007"/>
                  <a:pt x="48918" y="141694"/>
                  <a:pt x="38797" y="141694"/>
                </a:cubicBezTo>
                <a:cubicBezTo>
                  <a:pt x="33737" y="141694"/>
                  <a:pt x="26989" y="141694"/>
                  <a:pt x="18555" y="140007"/>
                </a:cubicBezTo>
                <a:cubicBezTo>
                  <a:pt x="11808" y="140007"/>
                  <a:pt x="5060" y="138320"/>
                  <a:pt x="0" y="136633"/>
                </a:cubicBezTo>
                <a:lnTo>
                  <a:pt x="6747" y="107957"/>
                </a:lnTo>
                <a:lnTo>
                  <a:pt x="15181" y="107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5A372D-74AD-4467-BDE1-6D56D16E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527" y="2378797"/>
            <a:ext cx="53978" cy="96149"/>
          </a:xfrm>
          <a:custGeom xmlns:a="http://schemas.openxmlformats.org/drawingml/2006/main">
            <a:pathLst>
              <a:path w="53978" h="96149">
                <a:moveTo>
                  <a:pt x="47231" y="79281"/>
                </a:moveTo>
                <a:cubicBezTo>
                  <a:pt x="43858" y="82655"/>
                  <a:pt x="42171" y="84341"/>
                  <a:pt x="40484" y="87715"/>
                </a:cubicBezTo>
                <a:cubicBezTo>
                  <a:pt x="37110" y="89402"/>
                  <a:pt x="35423" y="91089"/>
                  <a:pt x="33737" y="91089"/>
                </a:cubicBezTo>
                <a:cubicBezTo>
                  <a:pt x="30363" y="92776"/>
                  <a:pt x="28676" y="94462"/>
                  <a:pt x="26989" y="94462"/>
                </a:cubicBezTo>
                <a:cubicBezTo>
                  <a:pt x="23616" y="94462"/>
                  <a:pt x="21929" y="96149"/>
                  <a:pt x="20242" y="96149"/>
                </a:cubicBezTo>
                <a:cubicBezTo>
                  <a:pt x="13495" y="96149"/>
                  <a:pt x="10121" y="94462"/>
                  <a:pt x="6747" y="91089"/>
                </a:cubicBezTo>
                <a:cubicBezTo>
                  <a:pt x="3374" y="87715"/>
                  <a:pt x="1687" y="84341"/>
                  <a:pt x="1687" y="79281"/>
                </a:cubicBezTo>
                <a:cubicBezTo>
                  <a:pt x="1687" y="77594"/>
                  <a:pt x="1687" y="74220"/>
                  <a:pt x="3374" y="72534"/>
                </a:cubicBezTo>
                <a:cubicBezTo>
                  <a:pt x="3374" y="70847"/>
                  <a:pt x="3374" y="69160"/>
                  <a:pt x="3374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1929"/>
                </a:lnTo>
                <a:cubicBezTo>
                  <a:pt x="5060" y="21929"/>
                  <a:pt x="6747" y="21929"/>
                  <a:pt x="8434" y="21929"/>
                </a:cubicBezTo>
                <a:cubicBezTo>
                  <a:pt x="10121" y="20242"/>
                  <a:pt x="11808" y="20242"/>
                  <a:pt x="11808" y="18555"/>
                </a:cubicBezTo>
                <a:cubicBezTo>
                  <a:pt x="13495" y="18555"/>
                  <a:pt x="13495" y="16868"/>
                  <a:pt x="15181" y="16868"/>
                </a:cubicBezTo>
                <a:cubicBezTo>
                  <a:pt x="15181" y="15181"/>
                  <a:pt x="16868" y="13495"/>
                  <a:pt x="16868" y="11808"/>
                </a:cubicBezTo>
                <a:cubicBezTo>
                  <a:pt x="16868" y="11808"/>
                  <a:pt x="18555" y="10121"/>
                  <a:pt x="18555" y="6747"/>
                </a:cubicBezTo>
                <a:cubicBezTo>
                  <a:pt x="20242" y="5060"/>
                  <a:pt x="20242" y="3374"/>
                  <a:pt x="21929" y="0"/>
                </a:cubicBezTo>
                <a:lnTo>
                  <a:pt x="33737" y="0"/>
                </a:lnTo>
                <a:lnTo>
                  <a:pt x="28676" y="20242"/>
                </a:lnTo>
                <a:lnTo>
                  <a:pt x="53978" y="20242"/>
                </a:lnTo>
                <a:lnTo>
                  <a:pt x="52292" y="26989"/>
                </a:lnTo>
                <a:lnTo>
                  <a:pt x="26989" y="26989"/>
                </a:lnTo>
                <a:lnTo>
                  <a:pt x="20242" y="59039"/>
                </a:lnTo>
                <a:cubicBezTo>
                  <a:pt x="18555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6868" y="69160"/>
                </a:cubicBezTo>
                <a:cubicBezTo>
                  <a:pt x="16868" y="70847"/>
                  <a:pt x="16868" y="72534"/>
                  <a:pt x="16868" y="72534"/>
                </a:cubicBezTo>
                <a:cubicBezTo>
                  <a:pt x="16868" y="74220"/>
                  <a:pt x="16868" y="74220"/>
                  <a:pt x="16868" y="75907"/>
                </a:cubicBezTo>
                <a:cubicBezTo>
                  <a:pt x="16868" y="79281"/>
                  <a:pt x="16868" y="80968"/>
                  <a:pt x="18555" y="82655"/>
                </a:cubicBezTo>
                <a:cubicBezTo>
                  <a:pt x="20242" y="84341"/>
                  <a:pt x="21929" y="86028"/>
                  <a:pt x="25302" y="86028"/>
                </a:cubicBezTo>
                <a:cubicBezTo>
                  <a:pt x="26989" y="86028"/>
                  <a:pt x="30363" y="84341"/>
                  <a:pt x="32050" y="82655"/>
                </a:cubicBezTo>
                <a:cubicBezTo>
                  <a:pt x="35423" y="80968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ECBC2-0CAE-4F0D-A5C1-59450943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374" y="2422654"/>
            <a:ext cx="94462" cy="11808"/>
          </a:xfrm>
          <a:custGeom xmlns:a="http://schemas.openxmlformats.org/drawingml/2006/main">
            <a:pathLst>
              <a:path w="94462" h="11808">
                <a:moveTo>
                  <a:pt x="94462" y="0"/>
                </a:moveTo>
                <a:lnTo>
                  <a:pt x="94462" y="11808"/>
                </a:lnTo>
                <a:lnTo>
                  <a:pt x="0" y="11808"/>
                </a:lnTo>
                <a:lnTo>
                  <a:pt x="0" y="0"/>
                </a:lnTo>
                <a:lnTo>
                  <a:pt x="9446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Text 3">
            <a:extLst xmlns:a="http://schemas.openxmlformats.org/drawingml/2006/main">
              <a:ext uri="{FF2B5EF4-FFF2-40B4-BE49-F238E27FC236}">
                <a16:creationId xmlns:a16="http://schemas.microsoft.com/office/drawing/2014/main" id="{3C5A2A76-5F32-4ACB-82F7-D7A4C954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339" y="2369793"/>
            <a:ext cx="61911" cy="104709"/>
          </a:xfrm>
          <a:custGeom xmlns:a="http://schemas.openxmlformats.org/drawingml/2006/main">
            <a:pathLst>
              <a:path w="61911" h="104709">
                <a:moveTo>
                  <a:pt x="1124" y="22411"/>
                </a:moveTo>
                <a:lnTo>
                  <a:pt x="1124" y="8170"/>
                </a:lnTo>
                <a:cubicBezTo>
                  <a:pt x="6921" y="5422"/>
                  <a:pt x="12342" y="3373"/>
                  <a:pt x="17389" y="2024"/>
                </a:cubicBezTo>
                <a:cubicBezTo>
                  <a:pt x="22436" y="675"/>
                  <a:pt x="27308" y="0"/>
                  <a:pt x="32005" y="0"/>
                </a:cubicBezTo>
                <a:cubicBezTo>
                  <a:pt x="37651" y="0"/>
                  <a:pt x="42598" y="874"/>
                  <a:pt x="46845" y="2623"/>
                </a:cubicBezTo>
                <a:cubicBezTo>
                  <a:pt x="51093" y="4372"/>
                  <a:pt x="54341" y="6883"/>
                  <a:pt x="56589" y="10156"/>
                </a:cubicBezTo>
                <a:cubicBezTo>
                  <a:pt x="58838" y="13429"/>
                  <a:pt x="59962" y="17339"/>
                  <a:pt x="59962" y="21886"/>
                </a:cubicBezTo>
                <a:cubicBezTo>
                  <a:pt x="59962" y="26133"/>
                  <a:pt x="59113" y="29869"/>
                  <a:pt x="57414" y="33092"/>
                </a:cubicBezTo>
                <a:cubicBezTo>
                  <a:pt x="55715" y="36314"/>
                  <a:pt x="53329" y="39125"/>
                  <a:pt x="50256" y="41524"/>
                </a:cubicBezTo>
                <a:cubicBezTo>
                  <a:pt x="47183" y="43922"/>
                  <a:pt x="43198" y="46271"/>
                  <a:pt x="38301" y="48569"/>
                </a:cubicBezTo>
                <a:lnTo>
                  <a:pt x="38301" y="49244"/>
                </a:lnTo>
                <a:cubicBezTo>
                  <a:pt x="41349" y="49793"/>
                  <a:pt x="44284" y="50730"/>
                  <a:pt x="47108" y="52055"/>
                </a:cubicBezTo>
                <a:cubicBezTo>
                  <a:pt x="49931" y="53379"/>
                  <a:pt x="52442" y="55090"/>
                  <a:pt x="54640" y="57189"/>
                </a:cubicBezTo>
                <a:cubicBezTo>
                  <a:pt x="56839" y="59287"/>
                  <a:pt x="58600" y="61798"/>
                  <a:pt x="59925" y="64721"/>
                </a:cubicBezTo>
                <a:cubicBezTo>
                  <a:pt x="61249" y="67645"/>
                  <a:pt x="61911" y="70980"/>
                  <a:pt x="61911" y="74728"/>
                </a:cubicBezTo>
                <a:cubicBezTo>
                  <a:pt x="61911" y="80524"/>
                  <a:pt x="60649" y="85671"/>
                  <a:pt x="58126" y="90168"/>
                </a:cubicBezTo>
                <a:cubicBezTo>
                  <a:pt x="55602" y="94665"/>
                  <a:pt x="51742" y="98213"/>
                  <a:pt x="46546" y="100811"/>
                </a:cubicBezTo>
                <a:cubicBezTo>
                  <a:pt x="41349" y="103409"/>
                  <a:pt x="35028" y="104709"/>
                  <a:pt x="27583" y="104709"/>
                </a:cubicBezTo>
                <a:cubicBezTo>
                  <a:pt x="23285" y="104709"/>
                  <a:pt x="18651" y="104221"/>
                  <a:pt x="13679" y="103247"/>
                </a:cubicBezTo>
                <a:cubicBezTo>
                  <a:pt x="8707" y="102273"/>
                  <a:pt x="4147" y="100986"/>
                  <a:pt x="0" y="99387"/>
                </a:cubicBezTo>
                <a:lnTo>
                  <a:pt x="0" y="83497"/>
                </a:lnTo>
                <a:lnTo>
                  <a:pt x="8994" y="83497"/>
                </a:lnTo>
                <a:cubicBezTo>
                  <a:pt x="10743" y="88694"/>
                  <a:pt x="13054" y="92466"/>
                  <a:pt x="15927" y="94815"/>
                </a:cubicBezTo>
                <a:cubicBezTo>
                  <a:pt x="18801" y="97163"/>
                  <a:pt x="22711" y="98338"/>
                  <a:pt x="27657" y="98338"/>
                </a:cubicBezTo>
                <a:cubicBezTo>
                  <a:pt x="34153" y="98338"/>
                  <a:pt x="39063" y="96564"/>
                  <a:pt x="42386" y="93016"/>
                </a:cubicBezTo>
                <a:cubicBezTo>
                  <a:pt x="45709" y="89468"/>
                  <a:pt x="47370" y="84222"/>
                  <a:pt x="47370" y="77276"/>
                </a:cubicBezTo>
                <a:cubicBezTo>
                  <a:pt x="47370" y="69981"/>
                  <a:pt x="45171" y="64409"/>
                  <a:pt x="40774" y="60562"/>
                </a:cubicBezTo>
                <a:cubicBezTo>
                  <a:pt x="36377" y="56714"/>
                  <a:pt x="29931" y="54790"/>
                  <a:pt x="21436" y="54790"/>
                </a:cubicBezTo>
                <a:lnTo>
                  <a:pt x="14691" y="54790"/>
                </a:lnTo>
                <a:lnTo>
                  <a:pt x="14691" y="48194"/>
                </a:lnTo>
                <a:cubicBezTo>
                  <a:pt x="21436" y="47795"/>
                  <a:pt x="27120" y="46496"/>
                  <a:pt x="31742" y="44297"/>
                </a:cubicBezTo>
                <a:cubicBezTo>
                  <a:pt x="36364" y="42098"/>
                  <a:pt x="39800" y="39275"/>
                  <a:pt x="42048" y="35827"/>
                </a:cubicBezTo>
                <a:cubicBezTo>
                  <a:pt x="44297" y="32379"/>
                  <a:pt x="45421" y="28507"/>
                  <a:pt x="45421" y="24210"/>
                </a:cubicBezTo>
                <a:cubicBezTo>
                  <a:pt x="45421" y="18663"/>
                  <a:pt x="43947" y="14391"/>
                  <a:pt x="40999" y="11393"/>
                </a:cubicBezTo>
                <a:cubicBezTo>
                  <a:pt x="38051" y="8395"/>
                  <a:pt x="33754" y="6896"/>
                  <a:pt x="28107" y="6896"/>
                </a:cubicBezTo>
                <a:cubicBezTo>
                  <a:pt x="23410" y="6896"/>
                  <a:pt x="19588" y="8170"/>
                  <a:pt x="16639" y="10718"/>
                </a:cubicBezTo>
                <a:cubicBezTo>
                  <a:pt x="13691" y="13267"/>
                  <a:pt x="11518" y="17164"/>
                  <a:pt x="10119" y="22411"/>
                </a:cubicBezTo>
                <a:lnTo>
                  <a:pt x="1124" y="224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F7EBC9-60DB-41D6-8F3B-1435D34A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637" y="2336627"/>
            <a:ext cx="263145" cy="263145"/>
          </a:xfrm>
          <a:custGeom xmlns:a="http://schemas.openxmlformats.org/drawingml/2006/main">
            <a:pathLst>
              <a:path w="263145" h="263145">
                <a:moveTo>
                  <a:pt x="0" y="131573"/>
                </a:moveTo>
                <a:cubicBezTo>
                  <a:pt x="0" y="59039"/>
                  <a:pt x="59039" y="0"/>
                  <a:pt x="131573" y="0"/>
                </a:cubicBezTo>
                <a:cubicBezTo>
                  <a:pt x="204106" y="0"/>
                  <a:pt x="263145" y="59039"/>
                  <a:pt x="263145" y="131573"/>
                </a:cubicBezTo>
                <a:cubicBezTo>
                  <a:pt x="263145" y="204106"/>
                  <a:pt x="204106" y="263145"/>
                  <a:pt x="131573" y="263145"/>
                </a:cubicBezTo>
                <a:cubicBezTo>
                  <a:pt x="59039" y="263145"/>
                  <a:pt x="0" y="204106"/>
                  <a:pt x="0" y="13157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B2759-DBE9-46D3-B31E-64DA8EFF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3203" y="2328193"/>
            <a:ext cx="280013" cy="280013"/>
          </a:xfrm>
          <a:custGeom xmlns:a="http://schemas.openxmlformats.org/drawingml/2006/main">
            <a:pathLst>
              <a:path w="280013" h="280013">
                <a:moveTo>
                  <a:pt x="8434" y="140007"/>
                </a:moveTo>
                <a:lnTo>
                  <a:pt x="0" y="140007"/>
                </a:lnTo>
                <a:cubicBezTo>
                  <a:pt x="0" y="64099"/>
                  <a:pt x="62413" y="0"/>
                  <a:pt x="140007" y="0"/>
                </a:cubicBezTo>
                <a:cubicBezTo>
                  <a:pt x="217601" y="0"/>
                  <a:pt x="280013" y="64099"/>
                  <a:pt x="280013" y="140007"/>
                </a:cubicBezTo>
                <a:cubicBezTo>
                  <a:pt x="280013" y="217601"/>
                  <a:pt x="217601" y="280013"/>
                  <a:pt x="140007" y="280013"/>
                </a:cubicBezTo>
                <a:cubicBezTo>
                  <a:pt x="62413" y="280013"/>
                  <a:pt x="0" y="217601"/>
                  <a:pt x="0" y="140007"/>
                </a:cubicBezTo>
                <a:lnTo>
                  <a:pt x="8434" y="140007"/>
                </a:lnTo>
                <a:lnTo>
                  <a:pt x="18555" y="140007"/>
                </a:lnTo>
                <a:cubicBezTo>
                  <a:pt x="18555" y="207480"/>
                  <a:pt x="72534" y="263145"/>
                  <a:pt x="140007" y="263145"/>
                </a:cubicBezTo>
                <a:cubicBezTo>
                  <a:pt x="207480" y="263145"/>
                  <a:pt x="263145" y="207480"/>
                  <a:pt x="263145" y="140007"/>
                </a:cubicBezTo>
                <a:cubicBezTo>
                  <a:pt x="263145" y="72534"/>
                  <a:pt x="207480" y="18555"/>
                  <a:pt x="140007" y="18555"/>
                </a:cubicBezTo>
                <a:cubicBezTo>
                  <a:pt x="72534" y="18555"/>
                  <a:pt x="18555" y="72534"/>
                  <a:pt x="18555" y="140007"/>
                </a:cubicBezTo>
                <a:lnTo>
                  <a:pt x="8434" y="140007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5BF56-4ED3-4C9E-8D11-26FC3E85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100" y="2414220"/>
            <a:ext cx="74220" cy="119765"/>
          </a:xfrm>
          <a:custGeom xmlns:a="http://schemas.openxmlformats.org/drawingml/2006/main">
            <a:pathLst>
              <a:path w="74220" h="119765">
                <a:moveTo>
                  <a:pt x="74220" y="79281"/>
                </a:moveTo>
                <a:cubicBezTo>
                  <a:pt x="74220" y="86028"/>
                  <a:pt x="72534" y="91089"/>
                  <a:pt x="70847" y="96149"/>
                </a:cubicBezTo>
                <a:cubicBezTo>
                  <a:pt x="69160" y="101210"/>
                  <a:pt x="65786" y="106270"/>
                  <a:pt x="62413" y="109644"/>
                </a:cubicBezTo>
                <a:cubicBezTo>
                  <a:pt x="57352" y="113017"/>
                  <a:pt x="53978" y="114704"/>
                  <a:pt x="47231" y="116391"/>
                </a:cubicBezTo>
                <a:cubicBezTo>
                  <a:pt x="42171" y="118078"/>
                  <a:pt x="37110" y="119765"/>
                  <a:pt x="30363" y="119765"/>
                </a:cubicBezTo>
                <a:cubicBezTo>
                  <a:pt x="26989" y="119765"/>
                  <a:pt x="23616" y="119765"/>
                  <a:pt x="20242" y="118078"/>
                </a:cubicBezTo>
                <a:cubicBezTo>
                  <a:pt x="16868" y="118078"/>
                  <a:pt x="13495" y="118078"/>
                  <a:pt x="11808" y="116391"/>
                </a:cubicBezTo>
                <a:cubicBezTo>
                  <a:pt x="8434" y="116391"/>
                  <a:pt x="6747" y="114704"/>
                  <a:pt x="5060" y="114704"/>
                </a:cubicBezTo>
                <a:cubicBezTo>
                  <a:pt x="3374" y="113017"/>
                  <a:pt x="1687" y="113017"/>
                  <a:pt x="1687" y="113017"/>
                </a:cubicBezTo>
                <a:lnTo>
                  <a:pt x="1687" y="111331"/>
                </a:lnTo>
                <a:cubicBezTo>
                  <a:pt x="1687" y="111331"/>
                  <a:pt x="0" y="111331"/>
                  <a:pt x="0" y="109644"/>
                </a:cubicBezTo>
                <a:lnTo>
                  <a:pt x="0" y="107957"/>
                </a:lnTo>
                <a:lnTo>
                  <a:pt x="0" y="106270"/>
                </a:lnTo>
                <a:cubicBezTo>
                  <a:pt x="0" y="104583"/>
                  <a:pt x="0" y="102897"/>
                  <a:pt x="0" y="102897"/>
                </a:cubicBezTo>
                <a:lnTo>
                  <a:pt x="0" y="101210"/>
                </a:lnTo>
                <a:lnTo>
                  <a:pt x="1687" y="99523"/>
                </a:lnTo>
                <a:lnTo>
                  <a:pt x="3374" y="99523"/>
                </a:lnTo>
                <a:cubicBezTo>
                  <a:pt x="3374" y="99523"/>
                  <a:pt x="5060" y="99523"/>
                  <a:pt x="5060" y="101210"/>
                </a:cubicBezTo>
                <a:cubicBezTo>
                  <a:pt x="6747" y="101210"/>
                  <a:pt x="8434" y="101210"/>
                  <a:pt x="10121" y="102897"/>
                </a:cubicBezTo>
                <a:cubicBezTo>
                  <a:pt x="13495" y="102897"/>
                  <a:pt x="15181" y="104583"/>
                  <a:pt x="18555" y="104583"/>
                </a:cubicBezTo>
                <a:cubicBezTo>
                  <a:pt x="21929" y="106270"/>
                  <a:pt x="25302" y="106270"/>
                  <a:pt x="30363" y="106270"/>
                </a:cubicBezTo>
                <a:cubicBezTo>
                  <a:pt x="33737" y="106270"/>
                  <a:pt x="37110" y="106270"/>
                  <a:pt x="40484" y="104583"/>
                </a:cubicBezTo>
                <a:cubicBezTo>
                  <a:pt x="43858" y="104583"/>
                  <a:pt x="47231" y="102897"/>
                  <a:pt x="48918" y="101210"/>
                </a:cubicBezTo>
                <a:cubicBezTo>
                  <a:pt x="52292" y="97836"/>
                  <a:pt x="53978" y="96149"/>
                  <a:pt x="55665" y="92776"/>
                </a:cubicBezTo>
                <a:cubicBezTo>
                  <a:pt x="57352" y="89402"/>
                  <a:pt x="57352" y="86028"/>
                  <a:pt x="57352" y="80968"/>
                </a:cubicBezTo>
                <a:cubicBezTo>
                  <a:pt x="57352" y="77594"/>
                  <a:pt x="57352" y="74220"/>
                  <a:pt x="55665" y="70847"/>
                </a:cubicBezTo>
                <a:cubicBezTo>
                  <a:pt x="53978" y="69160"/>
                  <a:pt x="52292" y="65786"/>
                  <a:pt x="50605" y="64099"/>
                </a:cubicBezTo>
                <a:cubicBezTo>
                  <a:pt x="47231" y="62413"/>
                  <a:pt x="45544" y="60726"/>
                  <a:pt x="40484" y="60726"/>
                </a:cubicBezTo>
                <a:cubicBezTo>
                  <a:pt x="37110" y="59039"/>
                  <a:pt x="32050" y="59039"/>
                  <a:pt x="26989" y="59039"/>
                </a:cubicBezTo>
                <a:cubicBezTo>
                  <a:pt x="23616" y="59039"/>
                  <a:pt x="20242" y="59039"/>
                  <a:pt x="18555" y="59039"/>
                </a:cubicBezTo>
                <a:cubicBezTo>
                  <a:pt x="15181" y="59039"/>
                  <a:pt x="13495" y="60726"/>
                  <a:pt x="10121" y="60726"/>
                </a:cubicBezTo>
                <a:cubicBezTo>
                  <a:pt x="8434" y="60726"/>
                  <a:pt x="8434" y="59039"/>
                  <a:pt x="6747" y="59039"/>
                </a:cubicBezTo>
                <a:cubicBezTo>
                  <a:pt x="6747" y="57352"/>
                  <a:pt x="6747" y="55665"/>
                  <a:pt x="6747" y="53978"/>
                </a:cubicBezTo>
                <a:lnTo>
                  <a:pt x="6747" y="6747"/>
                </a:lnTo>
                <a:cubicBezTo>
                  <a:pt x="6747" y="5060"/>
                  <a:pt x="6747" y="3374"/>
                  <a:pt x="6747" y="1687"/>
                </a:cubicBezTo>
                <a:cubicBezTo>
                  <a:pt x="8434" y="1687"/>
                  <a:pt x="10121" y="0"/>
                  <a:pt x="11808" y="0"/>
                </a:cubicBezTo>
                <a:lnTo>
                  <a:pt x="64099" y="0"/>
                </a:lnTo>
                <a:lnTo>
                  <a:pt x="64099" y="1687"/>
                </a:lnTo>
                <a:lnTo>
                  <a:pt x="65786" y="1687"/>
                </a:lnTo>
                <a:cubicBezTo>
                  <a:pt x="65786" y="3374"/>
                  <a:pt x="65786" y="3374"/>
                  <a:pt x="65786" y="5060"/>
                </a:cubicBezTo>
                <a:lnTo>
                  <a:pt x="67473" y="6747"/>
                </a:lnTo>
                <a:cubicBezTo>
                  <a:pt x="67473" y="10121"/>
                  <a:pt x="65786" y="11808"/>
                  <a:pt x="65786" y="11808"/>
                </a:cubicBezTo>
                <a:cubicBezTo>
                  <a:pt x="65786" y="13495"/>
                  <a:pt x="64099" y="13495"/>
                  <a:pt x="64099" y="13495"/>
                </a:cubicBezTo>
                <a:lnTo>
                  <a:pt x="21929" y="13495"/>
                </a:lnTo>
                <a:lnTo>
                  <a:pt x="21929" y="47231"/>
                </a:lnTo>
                <a:cubicBezTo>
                  <a:pt x="23616" y="47231"/>
                  <a:pt x="25302" y="47231"/>
                  <a:pt x="28676" y="47231"/>
                </a:cubicBezTo>
                <a:cubicBezTo>
                  <a:pt x="30363" y="47231"/>
                  <a:pt x="32050" y="47231"/>
                  <a:pt x="35423" y="47231"/>
                </a:cubicBezTo>
                <a:cubicBezTo>
                  <a:pt x="42171" y="47231"/>
                  <a:pt x="47231" y="47231"/>
                  <a:pt x="52292" y="48918"/>
                </a:cubicBezTo>
                <a:cubicBezTo>
                  <a:pt x="57352" y="50605"/>
                  <a:pt x="60726" y="52292"/>
                  <a:pt x="64099" y="55665"/>
                </a:cubicBezTo>
                <a:cubicBezTo>
                  <a:pt x="67473" y="59039"/>
                  <a:pt x="69160" y="62413"/>
                  <a:pt x="70847" y="65786"/>
                </a:cubicBezTo>
                <a:cubicBezTo>
                  <a:pt x="72534" y="70847"/>
                  <a:pt x="74220" y="74220"/>
                  <a:pt x="74220" y="792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A043C-19AD-4B9E-88B0-F1979F16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156" y="2525551"/>
            <a:ext cx="32050" cy="52292"/>
          </a:xfrm>
          <a:custGeom xmlns:a="http://schemas.openxmlformats.org/drawingml/2006/main">
            <a:pathLst>
              <a:path w="32050" h="52292">
                <a:moveTo>
                  <a:pt x="11808" y="0"/>
                </a:moveTo>
                <a:cubicBezTo>
                  <a:pt x="11808" y="5060"/>
                  <a:pt x="13495" y="10121"/>
                  <a:pt x="13495" y="15181"/>
                </a:cubicBezTo>
                <a:cubicBezTo>
                  <a:pt x="13495" y="20242"/>
                  <a:pt x="11808" y="25302"/>
                  <a:pt x="11808" y="28676"/>
                </a:cubicBezTo>
                <a:cubicBezTo>
                  <a:pt x="11808" y="32050"/>
                  <a:pt x="10121" y="33737"/>
                  <a:pt x="8434" y="37110"/>
                </a:cubicBezTo>
                <a:cubicBezTo>
                  <a:pt x="6747" y="38797"/>
                  <a:pt x="5060" y="42171"/>
                  <a:pt x="0" y="45544"/>
                </a:cubicBezTo>
                <a:lnTo>
                  <a:pt x="6747" y="52292"/>
                </a:lnTo>
                <a:cubicBezTo>
                  <a:pt x="11808" y="47231"/>
                  <a:pt x="16868" y="42171"/>
                  <a:pt x="20242" y="38797"/>
                </a:cubicBezTo>
                <a:cubicBezTo>
                  <a:pt x="25302" y="35423"/>
                  <a:pt x="26989" y="30363"/>
                  <a:pt x="28676" y="26989"/>
                </a:cubicBezTo>
                <a:cubicBezTo>
                  <a:pt x="30363" y="23616"/>
                  <a:pt x="32050" y="18555"/>
                  <a:pt x="32050" y="13495"/>
                </a:cubicBezTo>
                <a:cubicBezTo>
                  <a:pt x="32050" y="10121"/>
                  <a:pt x="30363" y="5060"/>
                  <a:pt x="30363" y="0"/>
                </a:cubicBezTo>
                <a:lnTo>
                  <a:pt x="118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F851E-2F43-4F5C-9639-3DA60B3A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365" y="2525551"/>
            <a:ext cx="121452" cy="23616"/>
          </a:xfrm>
          <a:custGeom xmlns:a="http://schemas.openxmlformats.org/drawingml/2006/main">
            <a:pathLst>
              <a:path w="121452" h="23616">
                <a:moveTo>
                  <a:pt x="0" y="0"/>
                </a:moveTo>
                <a:lnTo>
                  <a:pt x="0" y="23616"/>
                </a:lnTo>
                <a:lnTo>
                  <a:pt x="20242" y="23616"/>
                </a:lnTo>
                <a:lnTo>
                  <a:pt x="20242" y="0"/>
                </a:lnTo>
                <a:lnTo>
                  <a:pt x="0" y="0"/>
                </a:lnTo>
                <a:close/>
                <a:moveTo>
                  <a:pt x="50605" y="0"/>
                </a:moveTo>
                <a:lnTo>
                  <a:pt x="50605" y="23616"/>
                </a:lnTo>
                <a:lnTo>
                  <a:pt x="70847" y="23616"/>
                </a:lnTo>
                <a:lnTo>
                  <a:pt x="70847" y="0"/>
                </a:lnTo>
                <a:lnTo>
                  <a:pt x="50605" y="0"/>
                </a:lnTo>
                <a:close/>
                <a:moveTo>
                  <a:pt x="101210" y="0"/>
                </a:moveTo>
                <a:lnTo>
                  <a:pt x="101210" y="23616"/>
                </a:lnTo>
                <a:lnTo>
                  <a:pt x="121452" y="23616"/>
                </a:lnTo>
                <a:lnTo>
                  <a:pt x="121452" y="0"/>
                </a:lnTo>
                <a:lnTo>
                  <a:pt x="1012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15E13-5EC2-4E94-8B4A-97851DEB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047" y="2525551"/>
            <a:ext cx="30363" cy="52292"/>
          </a:xfrm>
          <a:custGeom xmlns:a="http://schemas.openxmlformats.org/drawingml/2006/main">
            <a:pathLst>
              <a:path w="30363" h="52292">
                <a:moveTo>
                  <a:pt x="11808" y="0"/>
                </a:moveTo>
                <a:cubicBezTo>
                  <a:pt x="11808" y="5060"/>
                  <a:pt x="11808" y="10121"/>
                  <a:pt x="11808" y="15181"/>
                </a:cubicBezTo>
                <a:cubicBezTo>
                  <a:pt x="11808" y="20242"/>
                  <a:pt x="11808" y="25302"/>
                  <a:pt x="11808" y="28676"/>
                </a:cubicBezTo>
                <a:cubicBezTo>
                  <a:pt x="10121" y="32050"/>
                  <a:pt x="10121" y="33737"/>
                  <a:pt x="8434" y="37110"/>
                </a:cubicBezTo>
                <a:cubicBezTo>
                  <a:pt x="6747" y="38797"/>
                  <a:pt x="3374" y="42171"/>
                  <a:pt x="0" y="45544"/>
                </a:cubicBezTo>
                <a:lnTo>
                  <a:pt x="6747" y="52292"/>
                </a:lnTo>
                <a:cubicBezTo>
                  <a:pt x="11808" y="47231"/>
                  <a:pt x="16868" y="42171"/>
                  <a:pt x="20242" y="38797"/>
                </a:cubicBezTo>
                <a:cubicBezTo>
                  <a:pt x="23616" y="35423"/>
                  <a:pt x="26989" y="30363"/>
                  <a:pt x="28676" y="26989"/>
                </a:cubicBezTo>
                <a:cubicBezTo>
                  <a:pt x="30363" y="23616"/>
                  <a:pt x="30363" y="18555"/>
                  <a:pt x="30363" y="13495"/>
                </a:cubicBezTo>
                <a:cubicBezTo>
                  <a:pt x="30363" y="10121"/>
                  <a:pt x="30363" y="5060"/>
                  <a:pt x="30363" y="0"/>
                </a:cubicBezTo>
                <a:lnTo>
                  <a:pt x="118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D2B9C3-13DB-48EF-8A05-1E818EF9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08" y="1412245"/>
            <a:ext cx="2671936" cy="683165"/>
          </a:xfrm>
          <a:custGeom xmlns:a="http://schemas.openxmlformats.org/drawingml/2006/main">
            <a:pathLst>
              <a:path w="2671936" h="683165">
                <a:moveTo>
                  <a:pt x="107957" y="673044"/>
                </a:moveTo>
                <a:lnTo>
                  <a:pt x="107957" y="664610"/>
                </a:lnTo>
                <a:lnTo>
                  <a:pt x="2563979" y="664610"/>
                </a:lnTo>
                <a:cubicBezTo>
                  <a:pt x="2612897" y="664610"/>
                  <a:pt x="2653380" y="619066"/>
                  <a:pt x="2653380" y="561714"/>
                </a:cubicBezTo>
                <a:lnTo>
                  <a:pt x="2653380" y="119765"/>
                </a:lnTo>
                <a:cubicBezTo>
                  <a:pt x="2653380" y="62413"/>
                  <a:pt x="2612897" y="16868"/>
                  <a:pt x="2563979" y="16868"/>
                </a:cubicBezTo>
                <a:lnTo>
                  <a:pt x="107957" y="16868"/>
                </a:lnTo>
                <a:cubicBezTo>
                  <a:pt x="59039" y="16868"/>
                  <a:pt x="16868" y="62413"/>
                  <a:pt x="16868" y="119765"/>
                </a:cubicBezTo>
                <a:lnTo>
                  <a:pt x="16868" y="561714"/>
                </a:lnTo>
                <a:cubicBezTo>
                  <a:pt x="16868" y="619066"/>
                  <a:pt x="59039" y="664610"/>
                  <a:pt x="107957" y="664610"/>
                </a:cubicBezTo>
                <a:lnTo>
                  <a:pt x="107957" y="673044"/>
                </a:lnTo>
                <a:lnTo>
                  <a:pt x="107957" y="683165"/>
                </a:lnTo>
                <a:cubicBezTo>
                  <a:pt x="47231" y="681478"/>
                  <a:pt x="0" y="627500"/>
                  <a:pt x="0" y="561714"/>
                </a:cubicBezTo>
                <a:lnTo>
                  <a:pt x="0" y="119765"/>
                </a:lnTo>
                <a:cubicBezTo>
                  <a:pt x="0" y="53978"/>
                  <a:pt x="47231" y="0"/>
                  <a:pt x="107957" y="0"/>
                </a:cubicBezTo>
                <a:lnTo>
                  <a:pt x="2563979" y="0"/>
                </a:lnTo>
                <a:cubicBezTo>
                  <a:pt x="2624704" y="0"/>
                  <a:pt x="2670249" y="53978"/>
                  <a:pt x="2671936" y="119765"/>
                </a:cubicBezTo>
                <a:lnTo>
                  <a:pt x="2671936" y="561714"/>
                </a:lnTo>
                <a:cubicBezTo>
                  <a:pt x="2670249" y="627500"/>
                  <a:pt x="2624704" y="681478"/>
                  <a:pt x="2563979" y="683165"/>
                </a:cubicBezTo>
                <a:lnTo>
                  <a:pt x="107957" y="683165"/>
                </a:lnTo>
                <a:lnTo>
                  <a:pt x="107957" y="6730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47090-8699-4571-B798-9A9AC205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7027" y="1567433"/>
            <a:ext cx="755699" cy="143380"/>
          </a:xfrm>
          <a:custGeom xmlns:a="http://schemas.openxmlformats.org/drawingml/2006/main">
            <a:pathLst>
              <a:path w="755699" h="143380">
                <a:moveTo>
                  <a:pt x="738831" y="84341"/>
                </a:moveTo>
                <a:cubicBezTo>
                  <a:pt x="740517" y="75907"/>
                  <a:pt x="737144" y="69160"/>
                  <a:pt x="733770" y="64099"/>
                </a:cubicBezTo>
                <a:cubicBezTo>
                  <a:pt x="728710" y="59039"/>
                  <a:pt x="723649" y="55665"/>
                  <a:pt x="715215" y="55665"/>
                </a:cubicBezTo>
                <a:cubicBezTo>
                  <a:pt x="711841" y="55665"/>
                  <a:pt x="706781" y="57352"/>
                  <a:pt x="705094" y="59039"/>
                </a:cubicBezTo>
                <a:cubicBezTo>
                  <a:pt x="701720" y="60726"/>
                  <a:pt x="698347" y="62413"/>
                  <a:pt x="696660" y="64099"/>
                </a:cubicBezTo>
                <a:cubicBezTo>
                  <a:pt x="694973" y="67473"/>
                  <a:pt x="693286" y="70847"/>
                  <a:pt x="691599" y="74220"/>
                </a:cubicBezTo>
                <a:cubicBezTo>
                  <a:pt x="689913" y="77594"/>
                  <a:pt x="689913" y="80968"/>
                  <a:pt x="689913" y="84341"/>
                </a:cubicBezTo>
                <a:lnTo>
                  <a:pt x="738831" y="84341"/>
                </a:lnTo>
                <a:close/>
                <a:moveTo>
                  <a:pt x="755699" y="89402"/>
                </a:moveTo>
                <a:cubicBezTo>
                  <a:pt x="755699" y="92776"/>
                  <a:pt x="755699" y="94462"/>
                  <a:pt x="754012" y="94462"/>
                </a:cubicBezTo>
                <a:cubicBezTo>
                  <a:pt x="752325" y="96149"/>
                  <a:pt x="752325" y="96149"/>
                  <a:pt x="750638" y="96149"/>
                </a:cubicBezTo>
                <a:lnTo>
                  <a:pt x="689913" y="96149"/>
                </a:lnTo>
                <a:cubicBezTo>
                  <a:pt x="689913" y="101210"/>
                  <a:pt x="689913" y="106270"/>
                  <a:pt x="691599" y="111331"/>
                </a:cubicBezTo>
                <a:cubicBezTo>
                  <a:pt x="691599" y="114704"/>
                  <a:pt x="693286" y="118078"/>
                  <a:pt x="696660" y="121452"/>
                </a:cubicBezTo>
                <a:cubicBezTo>
                  <a:pt x="698347" y="124825"/>
                  <a:pt x="701720" y="126512"/>
                  <a:pt x="705094" y="128199"/>
                </a:cubicBezTo>
                <a:cubicBezTo>
                  <a:pt x="708468" y="129886"/>
                  <a:pt x="713528" y="129886"/>
                  <a:pt x="720276" y="129886"/>
                </a:cubicBezTo>
                <a:cubicBezTo>
                  <a:pt x="723649" y="129886"/>
                  <a:pt x="727023" y="129886"/>
                  <a:pt x="730397" y="129886"/>
                </a:cubicBezTo>
                <a:cubicBezTo>
                  <a:pt x="733770" y="128199"/>
                  <a:pt x="737144" y="128199"/>
                  <a:pt x="740517" y="126512"/>
                </a:cubicBezTo>
                <a:cubicBezTo>
                  <a:pt x="742204" y="126512"/>
                  <a:pt x="743891" y="124825"/>
                  <a:pt x="745578" y="124825"/>
                </a:cubicBezTo>
                <a:cubicBezTo>
                  <a:pt x="747265" y="123138"/>
                  <a:pt x="748952" y="123138"/>
                  <a:pt x="750638" y="123138"/>
                </a:cubicBezTo>
                <a:cubicBezTo>
                  <a:pt x="752325" y="123138"/>
                  <a:pt x="752325" y="124825"/>
                  <a:pt x="752325" y="124825"/>
                </a:cubicBezTo>
                <a:lnTo>
                  <a:pt x="752325" y="126512"/>
                </a:lnTo>
                <a:cubicBezTo>
                  <a:pt x="752325" y="128199"/>
                  <a:pt x="752325" y="128199"/>
                  <a:pt x="752325" y="129886"/>
                </a:cubicBezTo>
                <a:lnTo>
                  <a:pt x="752325" y="131573"/>
                </a:lnTo>
                <a:lnTo>
                  <a:pt x="752325" y="133259"/>
                </a:lnTo>
                <a:lnTo>
                  <a:pt x="752325" y="134946"/>
                </a:lnTo>
                <a:lnTo>
                  <a:pt x="750638" y="136633"/>
                </a:lnTo>
                <a:cubicBezTo>
                  <a:pt x="750638" y="136633"/>
                  <a:pt x="748952" y="136633"/>
                  <a:pt x="747265" y="138320"/>
                </a:cubicBezTo>
                <a:cubicBezTo>
                  <a:pt x="745578" y="138320"/>
                  <a:pt x="743891" y="140007"/>
                  <a:pt x="740517" y="140007"/>
                </a:cubicBezTo>
                <a:cubicBezTo>
                  <a:pt x="737144" y="141694"/>
                  <a:pt x="733770" y="141694"/>
                  <a:pt x="730397" y="143380"/>
                </a:cubicBezTo>
                <a:cubicBezTo>
                  <a:pt x="727023" y="143380"/>
                  <a:pt x="721962" y="143380"/>
                  <a:pt x="718589" y="143380"/>
                </a:cubicBezTo>
                <a:cubicBezTo>
                  <a:pt x="710155" y="143380"/>
                  <a:pt x="703407" y="143380"/>
                  <a:pt x="698347" y="140007"/>
                </a:cubicBezTo>
                <a:cubicBezTo>
                  <a:pt x="691599" y="138320"/>
                  <a:pt x="688226" y="134946"/>
                  <a:pt x="683165" y="131573"/>
                </a:cubicBezTo>
                <a:cubicBezTo>
                  <a:pt x="679792" y="126512"/>
                  <a:pt x="676418" y="121452"/>
                  <a:pt x="674731" y="116391"/>
                </a:cubicBezTo>
                <a:cubicBezTo>
                  <a:pt x="673044" y="109644"/>
                  <a:pt x="671358" y="102897"/>
                  <a:pt x="671358" y="94462"/>
                </a:cubicBezTo>
                <a:cubicBezTo>
                  <a:pt x="671358" y="86028"/>
                  <a:pt x="673044" y="79281"/>
                  <a:pt x="674731" y="72534"/>
                </a:cubicBezTo>
                <a:cubicBezTo>
                  <a:pt x="676418" y="65786"/>
                  <a:pt x="679792" y="60726"/>
                  <a:pt x="683165" y="57352"/>
                </a:cubicBezTo>
                <a:cubicBezTo>
                  <a:pt x="688226" y="52292"/>
                  <a:pt x="691599" y="48918"/>
                  <a:pt x="698347" y="47231"/>
                </a:cubicBezTo>
                <a:cubicBezTo>
                  <a:pt x="703407" y="43858"/>
                  <a:pt x="710155" y="43858"/>
                  <a:pt x="716902" y="43858"/>
                </a:cubicBezTo>
                <a:cubicBezTo>
                  <a:pt x="723649" y="43858"/>
                  <a:pt x="728710" y="43858"/>
                  <a:pt x="733770" y="47231"/>
                </a:cubicBezTo>
                <a:cubicBezTo>
                  <a:pt x="738831" y="48918"/>
                  <a:pt x="743891" y="52292"/>
                  <a:pt x="747265" y="55665"/>
                </a:cubicBezTo>
                <a:cubicBezTo>
                  <a:pt x="750638" y="59039"/>
                  <a:pt x="752325" y="64099"/>
                  <a:pt x="754012" y="69160"/>
                </a:cubicBezTo>
                <a:cubicBezTo>
                  <a:pt x="755699" y="74220"/>
                  <a:pt x="755699" y="80968"/>
                  <a:pt x="755699" y="86028"/>
                </a:cubicBezTo>
                <a:lnTo>
                  <a:pt x="755699" y="89402"/>
                </a:lnTo>
                <a:close/>
                <a:moveTo>
                  <a:pt x="656176" y="133259"/>
                </a:moveTo>
                <a:cubicBezTo>
                  <a:pt x="656176" y="134946"/>
                  <a:pt x="656176" y="136633"/>
                  <a:pt x="656176" y="136633"/>
                </a:cubicBezTo>
                <a:cubicBezTo>
                  <a:pt x="656176" y="138320"/>
                  <a:pt x="656176" y="140007"/>
                  <a:pt x="654489" y="140007"/>
                </a:cubicBezTo>
                <a:cubicBezTo>
                  <a:pt x="654489" y="140007"/>
                  <a:pt x="654489" y="141694"/>
                  <a:pt x="652802" y="141694"/>
                </a:cubicBezTo>
                <a:cubicBezTo>
                  <a:pt x="651116" y="141694"/>
                  <a:pt x="651116" y="141694"/>
                  <a:pt x="649429" y="143380"/>
                </a:cubicBezTo>
                <a:cubicBezTo>
                  <a:pt x="647742" y="143380"/>
                  <a:pt x="646055" y="143380"/>
                  <a:pt x="644368" y="143380"/>
                </a:cubicBezTo>
                <a:cubicBezTo>
                  <a:pt x="642681" y="143380"/>
                  <a:pt x="640995" y="143380"/>
                  <a:pt x="639308" y="143380"/>
                </a:cubicBezTo>
                <a:cubicBezTo>
                  <a:pt x="635934" y="143380"/>
                  <a:pt x="630874" y="143380"/>
                  <a:pt x="627500" y="141694"/>
                </a:cubicBezTo>
                <a:cubicBezTo>
                  <a:pt x="624126" y="140007"/>
                  <a:pt x="620753" y="138320"/>
                  <a:pt x="619066" y="136633"/>
                </a:cubicBezTo>
                <a:cubicBezTo>
                  <a:pt x="617379" y="133259"/>
                  <a:pt x="615692" y="129886"/>
                  <a:pt x="614005" y="126512"/>
                </a:cubicBezTo>
                <a:cubicBezTo>
                  <a:pt x="614005" y="123138"/>
                  <a:pt x="612319" y="118078"/>
                  <a:pt x="612319" y="113017"/>
                </a:cubicBezTo>
                <a:lnTo>
                  <a:pt x="612319" y="59039"/>
                </a:lnTo>
                <a:lnTo>
                  <a:pt x="600511" y="59039"/>
                </a:lnTo>
                <a:cubicBezTo>
                  <a:pt x="598824" y="59039"/>
                  <a:pt x="598824" y="59039"/>
                  <a:pt x="597137" y="57352"/>
                </a:cubicBezTo>
                <a:cubicBezTo>
                  <a:pt x="597137" y="55665"/>
                  <a:pt x="597137" y="53978"/>
                  <a:pt x="597137" y="52292"/>
                </a:cubicBezTo>
                <a:cubicBezTo>
                  <a:pt x="597137" y="50605"/>
                  <a:pt x="597137" y="48918"/>
                  <a:pt x="597137" y="48918"/>
                </a:cubicBezTo>
                <a:lnTo>
                  <a:pt x="597137" y="47231"/>
                </a:lnTo>
                <a:lnTo>
                  <a:pt x="598824" y="45544"/>
                </a:lnTo>
                <a:lnTo>
                  <a:pt x="600511" y="45544"/>
                </a:lnTo>
                <a:lnTo>
                  <a:pt x="612319" y="45544"/>
                </a:lnTo>
                <a:lnTo>
                  <a:pt x="612319" y="23616"/>
                </a:lnTo>
                <a:cubicBezTo>
                  <a:pt x="612319" y="21929"/>
                  <a:pt x="614005" y="21929"/>
                  <a:pt x="614005" y="21929"/>
                </a:cubicBezTo>
                <a:lnTo>
                  <a:pt x="614005" y="20242"/>
                </a:lnTo>
                <a:cubicBezTo>
                  <a:pt x="615692" y="20242"/>
                  <a:pt x="615692" y="20242"/>
                  <a:pt x="617379" y="20242"/>
                </a:cubicBezTo>
                <a:cubicBezTo>
                  <a:pt x="619066" y="20242"/>
                  <a:pt x="619066" y="20242"/>
                  <a:pt x="620753" y="20242"/>
                </a:cubicBezTo>
                <a:cubicBezTo>
                  <a:pt x="622440" y="20242"/>
                  <a:pt x="624126" y="20242"/>
                  <a:pt x="625813" y="20242"/>
                </a:cubicBezTo>
                <a:lnTo>
                  <a:pt x="627500" y="20242"/>
                </a:lnTo>
                <a:lnTo>
                  <a:pt x="629187" y="21929"/>
                </a:lnTo>
                <a:lnTo>
                  <a:pt x="629187" y="23616"/>
                </a:lnTo>
                <a:lnTo>
                  <a:pt x="629187" y="45544"/>
                </a:lnTo>
                <a:lnTo>
                  <a:pt x="652802" y="45544"/>
                </a:lnTo>
                <a:lnTo>
                  <a:pt x="654489" y="45544"/>
                </a:lnTo>
                <a:cubicBezTo>
                  <a:pt x="654489" y="45544"/>
                  <a:pt x="656176" y="45544"/>
                  <a:pt x="656176" y="47231"/>
                </a:cubicBezTo>
                <a:lnTo>
                  <a:pt x="656176" y="48918"/>
                </a:lnTo>
                <a:cubicBezTo>
                  <a:pt x="656176" y="48918"/>
                  <a:pt x="656176" y="50605"/>
                  <a:pt x="656176" y="52292"/>
                </a:cubicBezTo>
                <a:cubicBezTo>
                  <a:pt x="656176" y="53978"/>
                  <a:pt x="656176" y="55665"/>
                  <a:pt x="656176" y="57352"/>
                </a:cubicBezTo>
                <a:cubicBezTo>
                  <a:pt x="654489" y="59039"/>
                  <a:pt x="654489" y="59039"/>
                  <a:pt x="652802" y="59039"/>
                </a:cubicBezTo>
                <a:lnTo>
                  <a:pt x="629187" y="59039"/>
                </a:lnTo>
                <a:lnTo>
                  <a:pt x="629187" y="109644"/>
                </a:lnTo>
                <a:cubicBezTo>
                  <a:pt x="629187" y="116391"/>
                  <a:pt x="630874" y="121452"/>
                  <a:pt x="632560" y="124825"/>
                </a:cubicBezTo>
                <a:cubicBezTo>
                  <a:pt x="634247" y="128199"/>
                  <a:pt x="637621" y="129886"/>
                  <a:pt x="642681" y="129886"/>
                </a:cubicBezTo>
                <a:cubicBezTo>
                  <a:pt x="644368" y="129886"/>
                  <a:pt x="646055" y="129886"/>
                  <a:pt x="646055" y="128199"/>
                </a:cubicBezTo>
                <a:cubicBezTo>
                  <a:pt x="647742" y="128199"/>
                  <a:pt x="649429" y="128199"/>
                  <a:pt x="649429" y="128199"/>
                </a:cubicBezTo>
                <a:cubicBezTo>
                  <a:pt x="651116" y="128199"/>
                  <a:pt x="651116" y="126512"/>
                  <a:pt x="652802" y="126512"/>
                </a:cubicBezTo>
                <a:lnTo>
                  <a:pt x="654489" y="126512"/>
                </a:lnTo>
                <a:lnTo>
                  <a:pt x="656176" y="126512"/>
                </a:lnTo>
                <a:lnTo>
                  <a:pt x="656176" y="128199"/>
                </a:lnTo>
                <a:lnTo>
                  <a:pt x="656176" y="129886"/>
                </a:lnTo>
                <a:cubicBezTo>
                  <a:pt x="656176" y="129886"/>
                  <a:pt x="656176" y="131573"/>
                  <a:pt x="656176" y="133259"/>
                </a:cubicBezTo>
                <a:close/>
                <a:moveTo>
                  <a:pt x="561714" y="97836"/>
                </a:moveTo>
                <a:lnTo>
                  <a:pt x="546532" y="97836"/>
                </a:lnTo>
                <a:cubicBezTo>
                  <a:pt x="543159" y="97836"/>
                  <a:pt x="538098" y="97836"/>
                  <a:pt x="534724" y="99523"/>
                </a:cubicBezTo>
                <a:cubicBezTo>
                  <a:pt x="531351" y="99523"/>
                  <a:pt x="529664" y="101210"/>
                  <a:pt x="526290" y="102897"/>
                </a:cubicBezTo>
                <a:cubicBezTo>
                  <a:pt x="524603" y="104583"/>
                  <a:pt x="522917" y="106270"/>
                  <a:pt x="521230" y="107957"/>
                </a:cubicBezTo>
                <a:cubicBezTo>
                  <a:pt x="521230" y="109644"/>
                  <a:pt x="519543" y="113017"/>
                  <a:pt x="519543" y="114704"/>
                </a:cubicBezTo>
                <a:cubicBezTo>
                  <a:pt x="519543" y="119765"/>
                  <a:pt x="521230" y="123138"/>
                  <a:pt x="524603" y="126512"/>
                </a:cubicBezTo>
                <a:cubicBezTo>
                  <a:pt x="527977" y="129886"/>
                  <a:pt x="531351" y="131573"/>
                  <a:pt x="538098" y="131573"/>
                </a:cubicBezTo>
                <a:cubicBezTo>
                  <a:pt x="541472" y="131573"/>
                  <a:pt x="546532" y="129886"/>
                  <a:pt x="549906" y="128199"/>
                </a:cubicBezTo>
                <a:cubicBezTo>
                  <a:pt x="553280" y="124825"/>
                  <a:pt x="556653" y="121452"/>
                  <a:pt x="561714" y="116391"/>
                </a:cubicBezTo>
                <a:lnTo>
                  <a:pt x="561714" y="97836"/>
                </a:lnTo>
                <a:close/>
                <a:moveTo>
                  <a:pt x="578582" y="140007"/>
                </a:moveTo>
                <a:cubicBezTo>
                  <a:pt x="578582" y="140007"/>
                  <a:pt x="578582" y="141694"/>
                  <a:pt x="576895" y="141694"/>
                </a:cubicBezTo>
                <a:lnTo>
                  <a:pt x="575208" y="141694"/>
                </a:lnTo>
                <a:cubicBezTo>
                  <a:pt x="573522" y="141694"/>
                  <a:pt x="573522" y="143380"/>
                  <a:pt x="570148" y="143380"/>
                </a:cubicBezTo>
                <a:cubicBezTo>
                  <a:pt x="568461" y="143380"/>
                  <a:pt x="568461" y="141694"/>
                  <a:pt x="566774" y="141694"/>
                </a:cubicBezTo>
                <a:lnTo>
                  <a:pt x="565087" y="141694"/>
                </a:lnTo>
                <a:cubicBezTo>
                  <a:pt x="563401" y="141694"/>
                  <a:pt x="563401" y="140007"/>
                  <a:pt x="563401" y="140007"/>
                </a:cubicBezTo>
                <a:lnTo>
                  <a:pt x="563401" y="129886"/>
                </a:lnTo>
                <a:cubicBezTo>
                  <a:pt x="560027" y="134946"/>
                  <a:pt x="554966" y="138320"/>
                  <a:pt x="549906" y="140007"/>
                </a:cubicBezTo>
                <a:cubicBezTo>
                  <a:pt x="544845" y="143380"/>
                  <a:pt x="539785" y="143380"/>
                  <a:pt x="534724" y="143380"/>
                </a:cubicBezTo>
                <a:cubicBezTo>
                  <a:pt x="529664" y="143380"/>
                  <a:pt x="526290" y="143380"/>
                  <a:pt x="521230" y="141694"/>
                </a:cubicBezTo>
                <a:cubicBezTo>
                  <a:pt x="517856" y="140007"/>
                  <a:pt x="514483" y="138320"/>
                  <a:pt x="511109" y="136633"/>
                </a:cubicBezTo>
                <a:cubicBezTo>
                  <a:pt x="509422" y="134946"/>
                  <a:pt x="506048" y="131573"/>
                  <a:pt x="504362" y="128199"/>
                </a:cubicBezTo>
                <a:cubicBezTo>
                  <a:pt x="504362" y="124825"/>
                  <a:pt x="502675" y="119765"/>
                  <a:pt x="502675" y="116391"/>
                </a:cubicBezTo>
                <a:cubicBezTo>
                  <a:pt x="502675" y="111331"/>
                  <a:pt x="504362" y="106270"/>
                  <a:pt x="506048" y="102897"/>
                </a:cubicBezTo>
                <a:cubicBezTo>
                  <a:pt x="507735" y="99523"/>
                  <a:pt x="511109" y="96149"/>
                  <a:pt x="514483" y="92776"/>
                </a:cubicBezTo>
                <a:cubicBezTo>
                  <a:pt x="519543" y="91089"/>
                  <a:pt x="524603" y="89402"/>
                  <a:pt x="529664" y="87715"/>
                </a:cubicBezTo>
                <a:cubicBezTo>
                  <a:pt x="534724" y="86028"/>
                  <a:pt x="541472" y="86028"/>
                  <a:pt x="548219" y="86028"/>
                </a:cubicBezTo>
                <a:lnTo>
                  <a:pt x="561714" y="86028"/>
                </a:lnTo>
                <a:lnTo>
                  <a:pt x="561714" y="77594"/>
                </a:lnTo>
                <a:cubicBezTo>
                  <a:pt x="561714" y="74220"/>
                  <a:pt x="561714" y="72534"/>
                  <a:pt x="560027" y="69160"/>
                </a:cubicBezTo>
                <a:cubicBezTo>
                  <a:pt x="560027" y="65786"/>
                  <a:pt x="558340" y="64099"/>
                  <a:pt x="556653" y="62413"/>
                </a:cubicBezTo>
                <a:cubicBezTo>
                  <a:pt x="554966" y="60726"/>
                  <a:pt x="553280" y="59039"/>
                  <a:pt x="549906" y="57352"/>
                </a:cubicBezTo>
                <a:cubicBezTo>
                  <a:pt x="548219" y="57352"/>
                  <a:pt x="544845" y="57352"/>
                  <a:pt x="539785" y="57352"/>
                </a:cubicBezTo>
                <a:cubicBezTo>
                  <a:pt x="536411" y="57352"/>
                  <a:pt x="533038" y="57352"/>
                  <a:pt x="529664" y="59039"/>
                </a:cubicBezTo>
                <a:cubicBezTo>
                  <a:pt x="526290" y="59039"/>
                  <a:pt x="522917" y="60726"/>
                  <a:pt x="521230" y="60726"/>
                </a:cubicBezTo>
                <a:cubicBezTo>
                  <a:pt x="517856" y="62413"/>
                  <a:pt x="516169" y="64099"/>
                  <a:pt x="514483" y="64099"/>
                </a:cubicBezTo>
                <a:cubicBezTo>
                  <a:pt x="512796" y="65786"/>
                  <a:pt x="511109" y="65786"/>
                  <a:pt x="511109" y="65786"/>
                </a:cubicBezTo>
                <a:lnTo>
                  <a:pt x="509422" y="65786"/>
                </a:lnTo>
                <a:cubicBezTo>
                  <a:pt x="509422" y="65786"/>
                  <a:pt x="507735" y="65786"/>
                  <a:pt x="507735" y="64099"/>
                </a:cubicBezTo>
                <a:lnTo>
                  <a:pt x="507735" y="62413"/>
                </a:lnTo>
                <a:cubicBezTo>
                  <a:pt x="507735" y="62413"/>
                  <a:pt x="507735" y="60726"/>
                  <a:pt x="507735" y="59039"/>
                </a:cubicBezTo>
                <a:cubicBezTo>
                  <a:pt x="507735" y="57352"/>
                  <a:pt x="507735" y="57352"/>
                  <a:pt x="507735" y="55665"/>
                </a:cubicBezTo>
                <a:cubicBezTo>
                  <a:pt x="507735" y="53978"/>
                  <a:pt x="507735" y="53978"/>
                  <a:pt x="509422" y="52292"/>
                </a:cubicBezTo>
                <a:cubicBezTo>
                  <a:pt x="511109" y="52292"/>
                  <a:pt x="511109" y="50605"/>
                  <a:pt x="514483" y="50605"/>
                </a:cubicBezTo>
                <a:cubicBezTo>
                  <a:pt x="516169" y="48918"/>
                  <a:pt x="519543" y="47231"/>
                  <a:pt x="521230" y="47231"/>
                </a:cubicBezTo>
                <a:cubicBezTo>
                  <a:pt x="524603" y="45544"/>
                  <a:pt x="527977" y="45544"/>
                  <a:pt x="531351" y="43858"/>
                </a:cubicBezTo>
                <a:cubicBezTo>
                  <a:pt x="534724" y="43858"/>
                  <a:pt x="538098" y="43858"/>
                  <a:pt x="541472" y="43858"/>
                </a:cubicBezTo>
                <a:cubicBezTo>
                  <a:pt x="548219" y="43858"/>
                  <a:pt x="554966" y="43858"/>
                  <a:pt x="558340" y="45544"/>
                </a:cubicBezTo>
                <a:cubicBezTo>
                  <a:pt x="563401" y="47231"/>
                  <a:pt x="566774" y="48918"/>
                  <a:pt x="570148" y="52292"/>
                </a:cubicBezTo>
                <a:cubicBezTo>
                  <a:pt x="573522" y="55665"/>
                  <a:pt x="575208" y="59039"/>
                  <a:pt x="576895" y="62413"/>
                </a:cubicBezTo>
                <a:cubicBezTo>
                  <a:pt x="576895" y="67473"/>
                  <a:pt x="578582" y="72534"/>
                  <a:pt x="578582" y="77594"/>
                </a:cubicBezTo>
                <a:lnTo>
                  <a:pt x="578582" y="140007"/>
                </a:lnTo>
                <a:close/>
                <a:moveTo>
                  <a:pt x="477372" y="140007"/>
                </a:moveTo>
                <a:lnTo>
                  <a:pt x="477372" y="140007"/>
                </a:lnTo>
                <a:cubicBezTo>
                  <a:pt x="477372" y="141694"/>
                  <a:pt x="477372" y="141694"/>
                  <a:pt x="475685" y="141694"/>
                </a:cubicBezTo>
                <a:lnTo>
                  <a:pt x="473999" y="141694"/>
                </a:lnTo>
                <a:cubicBezTo>
                  <a:pt x="472312" y="143380"/>
                  <a:pt x="470625" y="143380"/>
                  <a:pt x="468938" y="143380"/>
                </a:cubicBezTo>
                <a:cubicBezTo>
                  <a:pt x="467251" y="143380"/>
                  <a:pt x="467251" y="143380"/>
                  <a:pt x="465565" y="141694"/>
                </a:cubicBezTo>
                <a:cubicBezTo>
                  <a:pt x="463878" y="141694"/>
                  <a:pt x="463878" y="141694"/>
                  <a:pt x="462191" y="141694"/>
                </a:cubicBezTo>
                <a:lnTo>
                  <a:pt x="462191" y="140007"/>
                </a:lnTo>
                <a:lnTo>
                  <a:pt x="460504" y="140007"/>
                </a:lnTo>
                <a:lnTo>
                  <a:pt x="460504" y="3374"/>
                </a:lnTo>
                <a:cubicBezTo>
                  <a:pt x="460504" y="3374"/>
                  <a:pt x="460504" y="1687"/>
                  <a:pt x="462191" y="1687"/>
                </a:cubicBezTo>
                <a:lnTo>
                  <a:pt x="462191" y="0"/>
                </a:lnTo>
                <a:cubicBezTo>
                  <a:pt x="463878" y="0"/>
                  <a:pt x="463878" y="0"/>
                  <a:pt x="465565" y="0"/>
                </a:cubicBezTo>
                <a:cubicBezTo>
                  <a:pt x="467251" y="0"/>
                  <a:pt x="467251" y="0"/>
                  <a:pt x="468938" y="0"/>
                </a:cubicBezTo>
                <a:cubicBezTo>
                  <a:pt x="470625" y="0"/>
                  <a:pt x="472312" y="0"/>
                  <a:pt x="473999" y="0"/>
                </a:cubicBezTo>
                <a:lnTo>
                  <a:pt x="475685" y="0"/>
                </a:lnTo>
                <a:lnTo>
                  <a:pt x="477372" y="1687"/>
                </a:lnTo>
                <a:lnTo>
                  <a:pt x="477372" y="3374"/>
                </a:lnTo>
                <a:lnTo>
                  <a:pt x="477372" y="140007"/>
                </a:lnTo>
                <a:close/>
                <a:moveTo>
                  <a:pt x="430141" y="140007"/>
                </a:moveTo>
                <a:lnTo>
                  <a:pt x="430141" y="140007"/>
                </a:lnTo>
                <a:cubicBezTo>
                  <a:pt x="430141" y="141694"/>
                  <a:pt x="428454" y="141694"/>
                  <a:pt x="428454" y="141694"/>
                </a:cubicBezTo>
                <a:lnTo>
                  <a:pt x="426767" y="141694"/>
                </a:lnTo>
                <a:cubicBezTo>
                  <a:pt x="425081" y="143380"/>
                  <a:pt x="423394" y="143380"/>
                  <a:pt x="421707" y="143380"/>
                </a:cubicBezTo>
                <a:cubicBezTo>
                  <a:pt x="420020" y="143380"/>
                  <a:pt x="420020" y="143380"/>
                  <a:pt x="418333" y="141694"/>
                </a:cubicBezTo>
                <a:lnTo>
                  <a:pt x="416647" y="141694"/>
                </a:lnTo>
                <a:cubicBezTo>
                  <a:pt x="414960" y="141694"/>
                  <a:pt x="414960" y="141694"/>
                  <a:pt x="414960" y="140007"/>
                </a:cubicBezTo>
                <a:lnTo>
                  <a:pt x="414960" y="126512"/>
                </a:lnTo>
                <a:cubicBezTo>
                  <a:pt x="409899" y="133259"/>
                  <a:pt x="404839" y="136633"/>
                  <a:pt x="399778" y="140007"/>
                </a:cubicBezTo>
                <a:cubicBezTo>
                  <a:pt x="394718" y="143380"/>
                  <a:pt x="389657" y="143380"/>
                  <a:pt x="384597" y="143380"/>
                </a:cubicBezTo>
                <a:cubicBezTo>
                  <a:pt x="377849" y="143380"/>
                  <a:pt x="372789" y="143380"/>
                  <a:pt x="367728" y="141694"/>
                </a:cubicBezTo>
                <a:cubicBezTo>
                  <a:pt x="364355" y="138320"/>
                  <a:pt x="360981" y="136633"/>
                  <a:pt x="357608" y="133259"/>
                </a:cubicBezTo>
                <a:cubicBezTo>
                  <a:pt x="355921" y="129886"/>
                  <a:pt x="354234" y="124825"/>
                  <a:pt x="352547" y="119765"/>
                </a:cubicBezTo>
                <a:cubicBezTo>
                  <a:pt x="350860" y="116391"/>
                  <a:pt x="350860" y="109644"/>
                  <a:pt x="350860" y="102897"/>
                </a:cubicBezTo>
                <a:lnTo>
                  <a:pt x="350860" y="47231"/>
                </a:lnTo>
                <a:lnTo>
                  <a:pt x="350860" y="45544"/>
                </a:lnTo>
                <a:lnTo>
                  <a:pt x="352547" y="45544"/>
                </a:lnTo>
                <a:cubicBezTo>
                  <a:pt x="352547" y="45544"/>
                  <a:pt x="354234" y="45544"/>
                  <a:pt x="355921" y="43858"/>
                </a:cubicBezTo>
                <a:cubicBezTo>
                  <a:pt x="355921" y="43858"/>
                  <a:pt x="357608" y="43858"/>
                  <a:pt x="359294" y="43858"/>
                </a:cubicBezTo>
                <a:cubicBezTo>
                  <a:pt x="360981" y="43858"/>
                  <a:pt x="362668" y="43858"/>
                  <a:pt x="362668" y="43858"/>
                </a:cubicBezTo>
                <a:cubicBezTo>
                  <a:pt x="364355" y="45544"/>
                  <a:pt x="366042" y="45544"/>
                  <a:pt x="366042" y="45544"/>
                </a:cubicBezTo>
                <a:lnTo>
                  <a:pt x="367728" y="45544"/>
                </a:lnTo>
                <a:lnTo>
                  <a:pt x="367728" y="47231"/>
                </a:lnTo>
                <a:lnTo>
                  <a:pt x="367728" y="101210"/>
                </a:lnTo>
                <a:cubicBezTo>
                  <a:pt x="367728" y="106270"/>
                  <a:pt x="367728" y="111331"/>
                  <a:pt x="369415" y="114704"/>
                </a:cubicBezTo>
                <a:cubicBezTo>
                  <a:pt x="369415" y="118078"/>
                  <a:pt x="371102" y="119765"/>
                  <a:pt x="372789" y="121452"/>
                </a:cubicBezTo>
                <a:cubicBezTo>
                  <a:pt x="374476" y="124825"/>
                  <a:pt x="376163" y="126512"/>
                  <a:pt x="377849" y="128199"/>
                </a:cubicBezTo>
                <a:cubicBezTo>
                  <a:pt x="381223" y="128199"/>
                  <a:pt x="384597" y="129886"/>
                  <a:pt x="387970" y="129886"/>
                </a:cubicBezTo>
                <a:cubicBezTo>
                  <a:pt x="391344" y="129886"/>
                  <a:pt x="396405" y="128199"/>
                  <a:pt x="399778" y="124825"/>
                </a:cubicBezTo>
                <a:cubicBezTo>
                  <a:pt x="403152" y="121452"/>
                  <a:pt x="408212" y="118078"/>
                  <a:pt x="413273" y="111331"/>
                </a:cubicBezTo>
                <a:lnTo>
                  <a:pt x="413273" y="47231"/>
                </a:lnTo>
                <a:lnTo>
                  <a:pt x="413273" y="45544"/>
                </a:lnTo>
                <a:lnTo>
                  <a:pt x="414960" y="45544"/>
                </a:lnTo>
                <a:cubicBezTo>
                  <a:pt x="414960" y="45544"/>
                  <a:pt x="416647" y="45544"/>
                  <a:pt x="416647" y="43858"/>
                </a:cubicBezTo>
                <a:cubicBezTo>
                  <a:pt x="418333" y="43858"/>
                  <a:pt x="420020" y="43858"/>
                  <a:pt x="421707" y="43858"/>
                </a:cubicBezTo>
                <a:cubicBezTo>
                  <a:pt x="423394" y="43858"/>
                  <a:pt x="425081" y="43858"/>
                  <a:pt x="425081" y="43858"/>
                </a:cubicBezTo>
                <a:cubicBezTo>
                  <a:pt x="426767" y="45544"/>
                  <a:pt x="426767" y="45544"/>
                  <a:pt x="428454" y="45544"/>
                </a:cubicBezTo>
                <a:lnTo>
                  <a:pt x="430141" y="45544"/>
                </a:lnTo>
                <a:lnTo>
                  <a:pt x="430141" y="47231"/>
                </a:lnTo>
                <a:lnTo>
                  <a:pt x="430141" y="140007"/>
                </a:lnTo>
                <a:close/>
                <a:moveTo>
                  <a:pt x="330618" y="124825"/>
                </a:moveTo>
                <a:cubicBezTo>
                  <a:pt x="330618" y="126512"/>
                  <a:pt x="330618" y="128199"/>
                  <a:pt x="330618" y="128199"/>
                </a:cubicBezTo>
                <a:lnTo>
                  <a:pt x="328931" y="129886"/>
                </a:lnTo>
                <a:lnTo>
                  <a:pt x="328931" y="131573"/>
                </a:lnTo>
                <a:cubicBezTo>
                  <a:pt x="328931" y="133259"/>
                  <a:pt x="327245" y="133259"/>
                  <a:pt x="327245" y="134946"/>
                </a:cubicBezTo>
                <a:cubicBezTo>
                  <a:pt x="325558" y="134946"/>
                  <a:pt x="325558" y="136633"/>
                  <a:pt x="322184" y="136633"/>
                </a:cubicBezTo>
                <a:cubicBezTo>
                  <a:pt x="320497" y="138320"/>
                  <a:pt x="318810" y="140007"/>
                  <a:pt x="315437" y="140007"/>
                </a:cubicBezTo>
                <a:cubicBezTo>
                  <a:pt x="313750" y="141694"/>
                  <a:pt x="310376" y="141694"/>
                  <a:pt x="307003" y="143380"/>
                </a:cubicBezTo>
                <a:cubicBezTo>
                  <a:pt x="305316" y="143380"/>
                  <a:pt x="301942" y="143380"/>
                  <a:pt x="298569" y="143380"/>
                </a:cubicBezTo>
                <a:cubicBezTo>
                  <a:pt x="291821" y="143380"/>
                  <a:pt x="286761" y="143380"/>
                  <a:pt x="281700" y="140007"/>
                </a:cubicBezTo>
                <a:cubicBezTo>
                  <a:pt x="274953" y="138320"/>
                  <a:pt x="271579" y="134946"/>
                  <a:pt x="268206" y="131573"/>
                </a:cubicBezTo>
                <a:cubicBezTo>
                  <a:pt x="264832" y="126512"/>
                  <a:pt x="261458" y="121452"/>
                  <a:pt x="259772" y="116391"/>
                </a:cubicBezTo>
                <a:cubicBezTo>
                  <a:pt x="258085" y="109644"/>
                  <a:pt x="258085" y="102897"/>
                  <a:pt x="258085" y="94462"/>
                </a:cubicBezTo>
                <a:cubicBezTo>
                  <a:pt x="258085" y="86028"/>
                  <a:pt x="258085" y="77594"/>
                  <a:pt x="261458" y="70847"/>
                </a:cubicBezTo>
                <a:cubicBezTo>
                  <a:pt x="263145" y="64099"/>
                  <a:pt x="266519" y="59039"/>
                  <a:pt x="269892" y="55665"/>
                </a:cubicBezTo>
                <a:cubicBezTo>
                  <a:pt x="273266" y="50605"/>
                  <a:pt x="278327" y="48918"/>
                  <a:pt x="283387" y="45544"/>
                </a:cubicBezTo>
                <a:cubicBezTo>
                  <a:pt x="288448" y="43858"/>
                  <a:pt x="293508" y="43858"/>
                  <a:pt x="300255" y="43858"/>
                </a:cubicBezTo>
                <a:cubicBezTo>
                  <a:pt x="303629" y="43858"/>
                  <a:pt x="305316" y="43858"/>
                  <a:pt x="308690" y="43858"/>
                </a:cubicBezTo>
                <a:cubicBezTo>
                  <a:pt x="312063" y="43858"/>
                  <a:pt x="313750" y="45544"/>
                  <a:pt x="317124" y="45544"/>
                </a:cubicBezTo>
                <a:cubicBezTo>
                  <a:pt x="318810" y="47231"/>
                  <a:pt x="320497" y="48918"/>
                  <a:pt x="322184" y="48918"/>
                </a:cubicBezTo>
                <a:cubicBezTo>
                  <a:pt x="323871" y="50605"/>
                  <a:pt x="325558" y="50605"/>
                  <a:pt x="327245" y="52292"/>
                </a:cubicBezTo>
                <a:cubicBezTo>
                  <a:pt x="327245" y="52292"/>
                  <a:pt x="327245" y="53978"/>
                  <a:pt x="328931" y="53978"/>
                </a:cubicBezTo>
                <a:lnTo>
                  <a:pt x="328931" y="55665"/>
                </a:lnTo>
                <a:lnTo>
                  <a:pt x="328931" y="57352"/>
                </a:lnTo>
                <a:cubicBezTo>
                  <a:pt x="328931" y="59039"/>
                  <a:pt x="328931" y="59039"/>
                  <a:pt x="328931" y="60726"/>
                </a:cubicBezTo>
                <a:cubicBezTo>
                  <a:pt x="328931" y="64099"/>
                  <a:pt x="328931" y="65786"/>
                  <a:pt x="328931" y="65786"/>
                </a:cubicBezTo>
                <a:cubicBezTo>
                  <a:pt x="327245" y="67473"/>
                  <a:pt x="327245" y="67473"/>
                  <a:pt x="325558" y="67473"/>
                </a:cubicBezTo>
                <a:cubicBezTo>
                  <a:pt x="325558" y="67473"/>
                  <a:pt x="323871" y="67473"/>
                  <a:pt x="322184" y="65786"/>
                </a:cubicBezTo>
                <a:cubicBezTo>
                  <a:pt x="322184" y="65786"/>
                  <a:pt x="320497" y="64099"/>
                  <a:pt x="317124" y="62413"/>
                </a:cubicBezTo>
                <a:cubicBezTo>
                  <a:pt x="315437" y="60726"/>
                  <a:pt x="313750" y="60726"/>
                  <a:pt x="310376" y="59039"/>
                </a:cubicBezTo>
                <a:cubicBezTo>
                  <a:pt x="307003" y="57352"/>
                  <a:pt x="303629" y="57352"/>
                  <a:pt x="300255" y="57352"/>
                </a:cubicBezTo>
                <a:cubicBezTo>
                  <a:pt x="291821" y="57352"/>
                  <a:pt x="285074" y="60726"/>
                  <a:pt x="281700" y="67473"/>
                </a:cubicBezTo>
                <a:cubicBezTo>
                  <a:pt x="276640" y="72534"/>
                  <a:pt x="274953" y="82655"/>
                  <a:pt x="274953" y="94462"/>
                </a:cubicBezTo>
                <a:cubicBezTo>
                  <a:pt x="274953" y="99523"/>
                  <a:pt x="274953" y="104583"/>
                  <a:pt x="276640" y="109644"/>
                </a:cubicBezTo>
                <a:cubicBezTo>
                  <a:pt x="278327" y="113017"/>
                  <a:pt x="280013" y="118078"/>
                  <a:pt x="281700" y="119765"/>
                </a:cubicBezTo>
                <a:cubicBezTo>
                  <a:pt x="283387" y="123138"/>
                  <a:pt x="286761" y="126512"/>
                  <a:pt x="290134" y="126512"/>
                </a:cubicBezTo>
                <a:cubicBezTo>
                  <a:pt x="293508" y="128199"/>
                  <a:pt x="296882" y="129886"/>
                  <a:pt x="300255" y="129886"/>
                </a:cubicBezTo>
                <a:cubicBezTo>
                  <a:pt x="303629" y="129886"/>
                  <a:pt x="307003" y="128199"/>
                  <a:pt x="310376" y="128199"/>
                </a:cubicBezTo>
                <a:cubicBezTo>
                  <a:pt x="313750" y="126512"/>
                  <a:pt x="315437" y="124825"/>
                  <a:pt x="318810" y="123138"/>
                </a:cubicBezTo>
                <a:cubicBezTo>
                  <a:pt x="320497" y="121452"/>
                  <a:pt x="322184" y="121452"/>
                  <a:pt x="323871" y="119765"/>
                </a:cubicBezTo>
                <a:cubicBezTo>
                  <a:pt x="325558" y="118078"/>
                  <a:pt x="325558" y="118078"/>
                  <a:pt x="327245" y="118078"/>
                </a:cubicBezTo>
                <a:lnTo>
                  <a:pt x="328931" y="118078"/>
                </a:lnTo>
                <a:lnTo>
                  <a:pt x="328931" y="119765"/>
                </a:lnTo>
                <a:lnTo>
                  <a:pt x="328931" y="121452"/>
                </a:lnTo>
                <a:cubicBezTo>
                  <a:pt x="330618" y="123138"/>
                  <a:pt x="330618" y="124825"/>
                  <a:pt x="330618" y="124825"/>
                </a:cubicBezTo>
                <a:close/>
                <a:moveTo>
                  <a:pt x="232782" y="140007"/>
                </a:moveTo>
                <a:lnTo>
                  <a:pt x="232782" y="140007"/>
                </a:lnTo>
                <a:cubicBezTo>
                  <a:pt x="232782" y="141694"/>
                  <a:pt x="232782" y="141694"/>
                  <a:pt x="231095" y="141694"/>
                </a:cubicBezTo>
                <a:lnTo>
                  <a:pt x="229409" y="141694"/>
                </a:lnTo>
                <a:cubicBezTo>
                  <a:pt x="227722" y="143380"/>
                  <a:pt x="226035" y="143380"/>
                  <a:pt x="224348" y="143380"/>
                </a:cubicBezTo>
                <a:cubicBezTo>
                  <a:pt x="224348" y="143380"/>
                  <a:pt x="222661" y="143380"/>
                  <a:pt x="220974" y="141694"/>
                </a:cubicBezTo>
                <a:lnTo>
                  <a:pt x="219288" y="141694"/>
                </a:lnTo>
                <a:cubicBezTo>
                  <a:pt x="217601" y="141694"/>
                  <a:pt x="217601" y="141694"/>
                  <a:pt x="217601" y="140007"/>
                </a:cubicBezTo>
                <a:lnTo>
                  <a:pt x="217601" y="3374"/>
                </a:lnTo>
                <a:lnTo>
                  <a:pt x="217601" y="1687"/>
                </a:lnTo>
                <a:lnTo>
                  <a:pt x="219288" y="0"/>
                </a:lnTo>
                <a:lnTo>
                  <a:pt x="220974" y="0"/>
                </a:lnTo>
                <a:cubicBezTo>
                  <a:pt x="222661" y="0"/>
                  <a:pt x="224348" y="0"/>
                  <a:pt x="224348" y="0"/>
                </a:cubicBezTo>
                <a:cubicBezTo>
                  <a:pt x="226035" y="0"/>
                  <a:pt x="227722" y="0"/>
                  <a:pt x="229409" y="0"/>
                </a:cubicBezTo>
                <a:lnTo>
                  <a:pt x="231095" y="0"/>
                </a:lnTo>
                <a:lnTo>
                  <a:pt x="232782" y="1687"/>
                </a:lnTo>
                <a:lnTo>
                  <a:pt x="232782" y="3374"/>
                </a:lnTo>
                <a:lnTo>
                  <a:pt x="232782" y="140007"/>
                </a:lnTo>
                <a:close/>
                <a:moveTo>
                  <a:pt x="168683" y="97836"/>
                </a:moveTo>
                <a:lnTo>
                  <a:pt x="155188" y="97836"/>
                </a:lnTo>
                <a:cubicBezTo>
                  <a:pt x="150128" y="97836"/>
                  <a:pt x="146754" y="97836"/>
                  <a:pt x="143380" y="99523"/>
                </a:cubicBezTo>
                <a:cubicBezTo>
                  <a:pt x="140007" y="99523"/>
                  <a:pt x="136633" y="101210"/>
                  <a:pt x="134946" y="102897"/>
                </a:cubicBezTo>
                <a:cubicBezTo>
                  <a:pt x="131573" y="104583"/>
                  <a:pt x="129886" y="106270"/>
                  <a:pt x="129886" y="107957"/>
                </a:cubicBezTo>
                <a:cubicBezTo>
                  <a:pt x="128199" y="109644"/>
                  <a:pt x="128199" y="113017"/>
                  <a:pt x="128199" y="114704"/>
                </a:cubicBezTo>
                <a:cubicBezTo>
                  <a:pt x="128199" y="119765"/>
                  <a:pt x="129886" y="123138"/>
                  <a:pt x="131573" y="126512"/>
                </a:cubicBezTo>
                <a:cubicBezTo>
                  <a:pt x="134946" y="129886"/>
                  <a:pt x="140007" y="131573"/>
                  <a:pt x="145067" y="131573"/>
                </a:cubicBezTo>
                <a:cubicBezTo>
                  <a:pt x="150128" y="131573"/>
                  <a:pt x="153501" y="129886"/>
                  <a:pt x="156875" y="128199"/>
                </a:cubicBezTo>
                <a:cubicBezTo>
                  <a:pt x="160249" y="124825"/>
                  <a:pt x="165309" y="121452"/>
                  <a:pt x="168683" y="116391"/>
                </a:cubicBezTo>
                <a:lnTo>
                  <a:pt x="168683" y="97836"/>
                </a:lnTo>
                <a:close/>
                <a:moveTo>
                  <a:pt x="185551" y="140007"/>
                </a:moveTo>
                <a:lnTo>
                  <a:pt x="185551" y="141694"/>
                </a:lnTo>
                <a:cubicBezTo>
                  <a:pt x="183864" y="141694"/>
                  <a:pt x="183864" y="141694"/>
                  <a:pt x="182177" y="141694"/>
                </a:cubicBezTo>
                <a:cubicBezTo>
                  <a:pt x="182177" y="141694"/>
                  <a:pt x="180491" y="143380"/>
                  <a:pt x="178804" y="143380"/>
                </a:cubicBezTo>
                <a:cubicBezTo>
                  <a:pt x="177117" y="143380"/>
                  <a:pt x="175430" y="141694"/>
                  <a:pt x="173743" y="141694"/>
                </a:cubicBezTo>
                <a:lnTo>
                  <a:pt x="172056" y="141694"/>
                </a:lnTo>
                <a:lnTo>
                  <a:pt x="172056" y="140007"/>
                </a:lnTo>
                <a:lnTo>
                  <a:pt x="172056" y="129886"/>
                </a:lnTo>
                <a:cubicBezTo>
                  <a:pt x="166996" y="134946"/>
                  <a:pt x="163622" y="138320"/>
                  <a:pt x="158562" y="140007"/>
                </a:cubicBezTo>
                <a:cubicBezTo>
                  <a:pt x="153501" y="143380"/>
                  <a:pt x="148441" y="143380"/>
                  <a:pt x="141694" y="143380"/>
                </a:cubicBezTo>
                <a:cubicBezTo>
                  <a:pt x="138320" y="143380"/>
                  <a:pt x="133259" y="143380"/>
                  <a:pt x="129886" y="141694"/>
                </a:cubicBezTo>
                <a:cubicBezTo>
                  <a:pt x="124825" y="140007"/>
                  <a:pt x="121452" y="138320"/>
                  <a:pt x="119765" y="136633"/>
                </a:cubicBezTo>
                <a:cubicBezTo>
                  <a:pt x="116391" y="134946"/>
                  <a:pt x="114704" y="131573"/>
                  <a:pt x="113017" y="128199"/>
                </a:cubicBezTo>
                <a:cubicBezTo>
                  <a:pt x="111331" y="124825"/>
                  <a:pt x="111331" y="119765"/>
                  <a:pt x="111331" y="116391"/>
                </a:cubicBezTo>
                <a:cubicBezTo>
                  <a:pt x="111331" y="111331"/>
                  <a:pt x="111331" y="106270"/>
                  <a:pt x="113017" y="102897"/>
                </a:cubicBezTo>
                <a:cubicBezTo>
                  <a:pt x="116391" y="99523"/>
                  <a:pt x="118078" y="96149"/>
                  <a:pt x="123138" y="92776"/>
                </a:cubicBezTo>
                <a:cubicBezTo>
                  <a:pt x="126512" y="91089"/>
                  <a:pt x="131573" y="89402"/>
                  <a:pt x="136633" y="87715"/>
                </a:cubicBezTo>
                <a:cubicBezTo>
                  <a:pt x="143380" y="86028"/>
                  <a:pt x="150128" y="86028"/>
                  <a:pt x="156875" y="86028"/>
                </a:cubicBezTo>
                <a:lnTo>
                  <a:pt x="168683" y="86028"/>
                </a:lnTo>
                <a:lnTo>
                  <a:pt x="168683" y="77594"/>
                </a:lnTo>
                <a:cubicBezTo>
                  <a:pt x="168683" y="74220"/>
                  <a:pt x="168683" y="72534"/>
                  <a:pt x="168683" y="69160"/>
                </a:cubicBezTo>
                <a:cubicBezTo>
                  <a:pt x="166996" y="65786"/>
                  <a:pt x="165309" y="64099"/>
                  <a:pt x="163622" y="62413"/>
                </a:cubicBezTo>
                <a:cubicBezTo>
                  <a:pt x="161935" y="60726"/>
                  <a:pt x="160249" y="59039"/>
                  <a:pt x="158562" y="57352"/>
                </a:cubicBezTo>
                <a:cubicBezTo>
                  <a:pt x="155188" y="57352"/>
                  <a:pt x="151815" y="57352"/>
                  <a:pt x="148441" y="57352"/>
                </a:cubicBezTo>
                <a:cubicBezTo>
                  <a:pt x="143380" y="57352"/>
                  <a:pt x="140007" y="57352"/>
                  <a:pt x="136633" y="59039"/>
                </a:cubicBezTo>
                <a:cubicBezTo>
                  <a:pt x="133259" y="59039"/>
                  <a:pt x="131573" y="60726"/>
                  <a:pt x="128199" y="60726"/>
                </a:cubicBezTo>
                <a:cubicBezTo>
                  <a:pt x="126512" y="62413"/>
                  <a:pt x="123138" y="64099"/>
                  <a:pt x="121452" y="64099"/>
                </a:cubicBezTo>
                <a:cubicBezTo>
                  <a:pt x="119765" y="65786"/>
                  <a:pt x="119765" y="65786"/>
                  <a:pt x="118078" y="65786"/>
                </a:cubicBezTo>
                <a:lnTo>
                  <a:pt x="116391" y="65786"/>
                </a:lnTo>
                <a:lnTo>
                  <a:pt x="116391" y="64099"/>
                </a:lnTo>
                <a:cubicBezTo>
                  <a:pt x="116391" y="64099"/>
                  <a:pt x="114704" y="64099"/>
                  <a:pt x="114704" y="62413"/>
                </a:cubicBezTo>
                <a:cubicBezTo>
                  <a:pt x="114704" y="62413"/>
                  <a:pt x="114704" y="60726"/>
                  <a:pt x="114704" y="59039"/>
                </a:cubicBezTo>
                <a:cubicBezTo>
                  <a:pt x="114704" y="57352"/>
                  <a:pt x="114704" y="57352"/>
                  <a:pt x="114704" y="55665"/>
                </a:cubicBezTo>
                <a:cubicBezTo>
                  <a:pt x="116391" y="53978"/>
                  <a:pt x="116391" y="53978"/>
                  <a:pt x="116391" y="52292"/>
                </a:cubicBezTo>
                <a:cubicBezTo>
                  <a:pt x="118078" y="52292"/>
                  <a:pt x="119765" y="50605"/>
                  <a:pt x="121452" y="50605"/>
                </a:cubicBezTo>
                <a:cubicBezTo>
                  <a:pt x="124825" y="48918"/>
                  <a:pt x="126512" y="47231"/>
                  <a:pt x="129886" y="47231"/>
                </a:cubicBezTo>
                <a:cubicBezTo>
                  <a:pt x="133259" y="45544"/>
                  <a:pt x="134946" y="45544"/>
                  <a:pt x="140007" y="43858"/>
                </a:cubicBezTo>
                <a:cubicBezTo>
                  <a:pt x="143380" y="43858"/>
                  <a:pt x="146754" y="43858"/>
                  <a:pt x="150128" y="43858"/>
                </a:cubicBezTo>
                <a:cubicBezTo>
                  <a:pt x="156875" y="43858"/>
                  <a:pt x="161935" y="43858"/>
                  <a:pt x="166996" y="45544"/>
                </a:cubicBezTo>
                <a:cubicBezTo>
                  <a:pt x="170370" y="47231"/>
                  <a:pt x="175430" y="48918"/>
                  <a:pt x="177117" y="52292"/>
                </a:cubicBezTo>
                <a:cubicBezTo>
                  <a:pt x="180491" y="55665"/>
                  <a:pt x="182177" y="59039"/>
                  <a:pt x="183864" y="62413"/>
                </a:cubicBezTo>
                <a:cubicBezTo>
                  <a:pt x="185551" y="67473"/>
                  <a:pt x="185551" y="72534"/>
                  <a:pt x="185551" y="77594"/>
                </a:cubicBezTo>
                <a:lnTo>
                  <a:pt x="185551" y="140007"/>
                </a:lnTo>
                <a:close/>
                <a:moveTo>
                  <a:pt x="96149" y="123138"/>
                </a:moveTo>
                <a:cubicBezTo>
                  <a:pt x="96149" y="124825"/>
                  <a:pt x="96149" y="124825"/>
                  <a:pt x="96149" y="126512"/>
                </a:cubicBezTo>
                <a:lnTo>
                  <a:pt x="94462" y="128199"/>
                </a:lnTo>
                <a:lnTo>
                  <a:pt x="94462" y="129886"/>
                </a:lnTo>
                <a:cubicBezTo>
                  <a:pt x="94462" y="129886"/>
                  <a:pt x="94462" y="131573"/>
                  <a:pt x="92776" y="131573"/>
                </a:cubicBezTo>
                <a:cubicBezTo>
                  <a:pt x="92776" y="131573"/>
                  <a:pt x="91089" y="133259"/>
                  <a:pt x="89402" y="134946"/>
                </a:cubicBezTo>
                <a:cubicBezTo>
                  <a:pt x="86028" y="136633"/>
                  <a:pt x="84341" y="138320"/>
                  <a:pt x="80968" y="138320"/>
                </a:cubicBezTo>
                <a:cubicBezTo>
                  <a:pt x="77594" y="140007"/>
                  <a:pt x="74220" y="141694"/>
                  <a:pt x="69160" y="141694"/>
                </a:cubicBezTo>
                <a:cubicBezTo>
                  <a:pt x="65786" y="143380"/>
                  <a:pt x="60726" y="143380"/>
                  <a:pt x="55665" y="143380"/>
                </a:cubicBezTo>
                <a:cubicBezTo>
                  <a:pt x="47231" y="143380"/>
                  <a:pt x="38797" y="141694"/>
                  <a:pt x="32050" y="140007"/>
                </a:cubicBezTo>
                <a:cubicBezTo>
                  <a:pt x="25302" y="136633"/>
                  <a:pt x="20242" y="131573"/>
                  <a:pt x="15181" y="126512"/>
                </a:cubicBezTo>
                <a:cubicBezTo>
                  <a:pt x="10121" y="121452"/>
                  <a:pt x="6747" y="114704"/>
                  <a:pt x="3374" y="106270"/>
                </a:cubicBezTo>
                <a:cubicBezTo>
                  <a:pt x="1687" y="97836"/>
                  <a:pt x="0" y="87715"/>
                  <a:pt x="0" y="77594"/>
                </a:cubicBezTo>
                <a:cubicBezTo>
                  <a:pt x="0" y="67473"/>
                  <a:pt x="1687" y="57352"/>
                  <a:pt x="3374" y="48918"/>
                </a:cubicBezTo>
                <a:cubicBezTo>
                  <a:pt x="6747" y="40484"/>
                  <a:pt x="10121" y="32050"/>
                  <a:pt x="15181" y="26989"/>
                </a:cubicBezTo>
                <a:cubicBezTo>
                  <a:pt x="20242" y="20242"/>
                  <a:pt x="26989" y="16868"/>
                  <a:pt x="33737" y="13495"/>
                </a:cubicBezTo>
                <a:cubicBezTo>
                  <a:pt x="40484" y="10121"/>
                  <a:pt x="48918" y="8434"/>
                  <a:pt x="57352" y="8434"/>
                </a:cubicBezTo>
                <a:cubicBezTo>
                  <a:pt x="62413" y="8434"/>
                  <a:pt x="65786" y="8434"/>
                  <a:pt x="69160" y="10121"/>
                </a:cubicBezTo>
                <a:cubicBezTo>
                  <a:pt x="72534" y="10121"/>
                  <a:pt x="75907" y="11808"/>
                  <a:pt x="79281" y="11808"/>
                </a:cubicBezTo>
                <a:cubicBezTo>
                  <a:pt x="82655" y="13495"/>
                  <a:pt x="84341" y="15181"/>
                  <a:pt x="87715" y="15181"/>
                </a:cubicBezTo>
                <a:cubicBezTo>
                  <a:pt x="89402" y="16868"/>
                  <a:pt x="91089" y="18555"/>
                  <a:pt x="92776" y="20242"/>
                </a:cubicBezTo>
                <a:cubicBezTo>
                  <a:pt x="92776" y="20242"/>
                  <a:pt x="92776" y="21929"/>
                  <a:pt x="94462" y="21929"/>
                </a:cubicBezTo>
                <a:lnTo>
                  <a:pt x="94462" y="23616"/>
                </a:lnTo>
                <a:lnTo>
                  <a:pt x="94462" y="25302"/>
                </a:lnTo>
                <a:cubicBezTo>
                  <a:pt x="94462" y="26989"/>
                  <a:pt x="94462" y="26989"/>
                  <a:pt x="94462" y="28676"/>
                </a:cubicBezTo>
                <a:cubicBezTo>
                  <a:pt x="94462" y="30363"/>
                  <a:pt x="94462" y="32050"/>
                  <a:pt x="94462" y="32050"/>
                </a:cubicBezTo>
                <a:cubicBezTo>
                  <a:pt x="94462" y="33737"/>
                  <a:pt x="94462" y="33737"/>
                  <a:pt x="94462" y="35423"/>
                </a:cubicBezTo>
                <a:lnTo>
                  <a:pt x="92776" y="35423"/>
                </a:lnTo>
                <a:cubicBezTo>
                  <a:pt x="92776" y="37110"/>
                  <a:pt x="92776" y="37110"/>
                  <a:pt x="91089" y="37110"/>
                </a:cubicBezTo>
                <a:cubicBezTo>
                  <a:pt x="91089" y="37110"/>
                  <a:pt x="89402" y="35423"/>
                  <a:pt x="87715" y="33737"/>
                </a:cubicBezTo>
                <a:cubicBezTo>
                  <a:pt x="86028" y="33737"/>
                  <a:pt x="84341" y="32050"/>
                  <a:pt x="80968" y="30363"/>
                </a:cubicBezTo>
                <a:cubicBezTo>
                  <a:pt x="79281" y="28676"/>
                  <a:pt x="75907" y="26989"/>
                  <a:pt x="70847" y="25302"/>
                </a:cubicBezTo>
                <a:cubicBezTo>
                  <a:pt x="67473" y="23616"/>
                  <a:pt x="62413" y="23616"/>
                  <a:pt x="57352" y="23616"/>
                </a:cubicBezTo>
                <a:cubicBezTo>
                  <a:pt x="52292" y="23616"/>
                  <a:pt x="45544" y="25302"/>
                  <a:pt x="42171" y="26989"/>
                </a:cubicBezTo>
                <a:cubicBezTo>
                  <a:pt x="37110" y="30363"/>
                  <a:pt x="32050" y="33737"/>
                  <a:pt x="28676" y="37110"/>
                </a:cubicBezTo>
                <a:cubicBezTo>
                  <a:pt x="25302" y="42171"/>
                  <a:pt x="23616" y="47231"/>
                  <a:pt x="21929" y="53978"/>
                </a:cubicBezTo>
                <a:cubicBezTo>
                  <a:pt x="18555" y="60726"/>
                  <a:pt x="18555" y="69160"/>
                  <a:pt x="18555" y="77594"/>
                </a:cubicBezTo>
                <a:cubicBezTo>
                  <a:pt x="18555" y="84341"/>
                  <a:pt x="18555" y="92776"/>
                  <a:pt x="20242" y="99523"/>
                </a:cubicBezTo>
                <a:cubicBezTo>
                  <a:pt x="23616" y="104583"/>
                  <a:pt x="25302" y="111331"/>
                  <a:pt x="28676" y="114704"/>
                </a:cubicBezTo>
                <a:cubicBezTo>
                  <a:pt x="32050" y="119765"/>
                  <a:pt x="37110" y="123138"/>
                  <a:pt x="40484" y="124825"/>
                </a:cubicBezTo>
                <a:cubicBezTo>
                  <a:pt x="45544" y="126512"/>
                  <a:pt x="52292" y="128199"/>
                  <a:pt x="57352" y="128199"/>
                </a:cubicBezTo>
                <a:cubicBezTo>
                  <a:pt x="64099" y="128199"/>
                  <a:pt x="67473" y="128199"/>
                  <a:pt x="72534" y="126512"/>
                </a:cubicBezTo>
                <a:cubicBezTo>
                  <a:pt x="75907" y="124825"/>
                  <a:pt x="79281" y="123138"/>
                  <a:pt x="82655" y="121452"/>
                </a:cubicBezTo>
                <a:cubicBezTo>
                  <a:pt x="84341" y="119765"/>
                  <a:pt x="86028" y="118078"/>
                  <a:pt x="89402" y="118078"/>
                </a:cubicBezTo>
                <a:cubicBezTo>
                  <a:pt x="91089" y="116391"/>
                  <a:pt x="91089" y="116391"/>
                  <a:pt x="92776" y="116391"/>
                </a:cubicBezTo>
                <a:lnTo>
                  <a:pt x="94462" y="116391"/>
                </a:lnTo>
                <a:cubicBezTo>
                  <a:pt x="94462" y="118078"/>
                  <a:pt x="94462" y="118078"/>
                  <a:pt x="96149" y="119765"/>
                </a:cubicBezTo>
                <a:cubicBezTo>
                  <a:pt x="96149" y="119765"/>
                  <a:pt x="96149" y="121452"/>
                  <a:pt x="96149" y="1231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2046F-BBD2-496F-A841-09973382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573" y="1574180"/>
            <a:ext cx="1287050" cy="136633"/>
          </a:xfrm>
          <a:custGeom xmlns:a="http://schemas.openxmlformats.org/drawingml/2006/main">
            <a:pathLst>
              <a:path w="1287050" h="136633">
                <a:moveTo>
                  <a:pt x="1270181" y="77594"/>
                </a:moveTo>
                <a:cubicBezTo>
                  <a:pt x="1270181" y="69160"/>
                  <a:pt x="1268495" y="62413"/>
                  <a:pt x="1263434" y="57352"/>
                </a:cubicBezTo>
                <a:cubicBezTo>
                  <a:pt x="1260060" y="52292"/>
                  <a:pt x="1253313" y="48918"/>
                  <a:pt x="1244879" y="48918"/>
                </a:cubicBezTo>
                <a:cubicBezTo>
                  <a:pt x="1241505" y="48918"/>
                  <a:pt x="1238132" y="50605"/>
                  <a:pt x="1234758" y="52292"/>
                </a:cubicBezTo>
                <a:cubicBezTo>
                  <a:pt x="1231384" y="53978"/>
                  <a:pt x="1229698" y="55665"/>
                  <a:pt x="1226324" y="57352"/>
                </a:cubicBezTo>
                <a:cubicBezTo>
                  <a:pt x="1224637" y="60726"/>
                  <a:pt x="1222950" y="64099"/>
                  <a:pt x="1221263" y="67473"/>
                </a:cubicBezTo>
                <a:cubicBezTo>
                  <a:pt x="1221263" y="70847"/>
                  <a:pt x="1219577" y="74220"/>
                  <a:pt x="1219577" y="77594"/>
                </a:cubicBezTo>
                <a:lnTo>
                  <a:pt x="1270181" y="77594"/>
                </a:lnTo>
                <a:close/>
                <a:moveTo>
                  <a:pt x="1287050" y="82655"/>
                </a:moveTo>
                <a:cubicBezTo>
                  <a:pt x="1287050" y="86028"/>
                  <a:pt x="1285363" y="87715"/>
                  <a:pt x="1285363" y="87715"/>
                </a:cubicBezTo>
                <a:cubicBezTo>
                  <a:pt x="1283676" y="89402"/>
                  <a:pt x="1281989" y="89402"/>
                  <a:pt x="1280302" y="89402"/>
                </a:cubicBezTo>
                <a:lnTo>
                  <a:pt x="1219577" y="89402"/>
                </a:lnTo>
                <a:cubicBezTo>
                  <a:pt x="1219577" y="94462"/>
                  <a:pt x="1219577" y="99523"/>
                  <a:pt x="1221263" y="104583"/>
                </a:cubicBezTo>
                <a:cubicBezTo>
                  <a:pt x="1222950" y="107957"/>
                  <a:pt x="1224637" y="111331"/>
                  <a:pt x="1226324" y="114704"/>
                </a:cubicBezTo>
                <a:cubicBezTo>
                  <a:pt x="1229698" y="118078"/>
                  <a:pt x="1231384" y="119765"/>
                  <a:pt x="1236445" y="121452"/>
                </a:cubicBezTo>
                <a:cubicBezTo>
                  <a:pt x="1239819" y="123138"/>
                  <a:pt x="1244879" y="123138"/>
                  <a:pt x="1249940" y="123138"/>
                </a:cubicBezTo>
                <a:cubicBezTo>
                  <a:pt x="1255000" y="123138"/>
                  <a:pt x="1258374" y="123138"/>
                  <a:pt x="1261747" y="123138"/>
                </a:cubicBezTo>
                <a:cubicBezTo>
                  <a:pt x="1265121" y="121452"/>
                  <a:pt x="1268495" y="121452"/>
                  <a:pt x="1270181" y="119765"/>
                </a:cubicBezTo>
                <a:cubicBezTo>
                  <a:pt x="1273555" y="119765"/>
                  <a:pt x="1275242" y="118078"/>
                  <a:pt x="1276929" y="118078"/>
                </a:cubicBezTo>
                <a:cubicBezTo>
                  <a:pt x="1278616" y="116391"/>
                  <a:pt x="1278616" y="116391"/>
                  <a:pt x="1280302" y="116391"/>
                </a:cubicBezTo>
                <a:lnTo>
                  <a:pt x="1281989" y="116391"/>
                </a:lnTo>
                <a:lnTo>
                  <a:pt x="1281989" y="118078"/>
                </a:lnTo>
                <a:cubicBezTo>
                  <a:pt x="1281989" y="118078"/>
                  <a:pt x="1281989" y="119765"/>
                  <a:pt x="1283676" y="119765"/>
                </a:cubicBezTo>
                <a:cubicBezTo>
                  <a:pt x="1283676" y="121452"/>
                  <a:pt x="1283676" y="121452"/>
                  <a:pt x="1283676" y="123138"/>
                </a:cubicBezTo>
                <a:lnTo>
                  <a:pt x="1283676" y="124825"/>
                </a:lnTo>
                <a:lnTo>
                  <a:pt x="1281989" y="126512"/>
                </a:lnTo>
                <a:lnTo>
                  <a:pt x="1281989" y="128199"/>
                </a:lnTo>
                <a:lnTo>
                  <a:pt x="1281989" y="129886"/>
                </a:lnTo>
                <a:cubicBezTo>
                  <a:pt x="1280302" y="129886"/>
                  <a:pt x="1280302" y="129886"/>
                  <a:pt x="1278616" y="131573"/>
                </a:cubicBezTo>
                <a:cubicBezTo>
                  <a:pt x="1275242" y="131573"/>
                  <a:pt x="1273555" y="133259"/>
                  <a:pt x="1270181" y="133259"/>
                </a:cubicBezTo>
                <a:cubicBezTo>
                  <a:pt x="1268495" y="134946"/>
                  <a:pt x="1265121" y="134946"/>
                  <a:pt x="1260060" y="136633"/>
                </a:cubicBezTo>
                <a:cubicBezTo>
                  <a:pt x="1256687" y="136633"/>
                  <a:pt x="1253313" y="136633"/>
                  <a:pt x="1248253" y="136633"/>
                </a:cubicBezTo>
                <a:cubicBezTo>
                  <a:pt x="1241505" y="136633"/>
                  <a:pt x="1234758" y="136633"/>
                  <a:pt x="1228011" y="133259"/>
                </a:cubicBezTo>
                <a:cubicBezTo>
                  <a:pt x="1222950" y="131573"/>
                  <a:pt x="1217890" y="128199"/>
                  <a:pt x="1214516" y="124825"/>
                </a:cubicBezTo>
                <a:cubicBezTo>
                  <a:pt x="1211142" y="119765"/>
                  <a:pt x="1207769" y="114704"/>
                  <a:pt x="1206082" y="109644"/>
                </a:cubicBezTo>
                <a:cubicBezTo>
                  <a:pt x="1202708" y="102897"/>
                  <a:pt x="1202708" y="96149"/>
                  <a:pt x="1202708" y="87715"/>
                </a:cubicBezTo>
                <a:cubicBezTo>
                  <a:pt x="1202708" y="79281"/>
                  <a:pt x="1202708" y="72534"/>
                  <a:pt x="1206082" y="65786"/>
                </a:cubicBezTo>
                <a:cubicBezTo>
                  <a:pt x="1207769" y="59039"/>
                  <a:pt x="1211142" y="53978"/>
                  <a:pt x="1214516" y="50605"/>
                </a:cubicBezTo>
                <a:cubicBezTo>
                  <a:pt x="1217890" y="45544"/>
                  <a:pt x="1222950" y="42171"/>
                  <a:pt x="1228011" y="40484"/>
                </a:cubicBezTo>
                <a:cubicBezTo>
                  <a:pt x="1233071" y="37110"/>
                  <a:pt x="1239819" y="37110"/>
                  <a:pt x="1246566" y="37110"/>
                </a:cubicBezTo>
                <a:cubicBezTo>
                  <a:pt x="1253313" y="37110"/>
                  <a:pt x="1260060" y="37110"/>
                  <a:pt x="1265121" y="40484"/>
                </a:cubicBezTo>
                <a:cubicBezTo>
                  <a:pt x="1270181" y="42171"/>
                  <a:pt x="1273555" y="45544"/>
                  <a:pt x="1276929" y="48918"/>
                </a:cubicBezTo>
                <a:cubicBezTo>
                  <a:pt x="1280302" y="52292"/>
                  <a:pt x="1283676" y="57352"/>
                  <a:pt x="1285363" y="62413"/>
                </a:cubicBezTo>
                <a:cubicBezTo>
                  <a:pt x="1285363" y="67473"/>
                  <a:pt x="1287050" y="74220"/>
                  <a:pt x="1287050" y="79281"/>
                </a:cubicBezTo>
                <a:lnTo>
                  <a:pt x="1287050" y="82655"/>
                </a:lnTo>
                <a:close/>
                <a:moveTo>
                  <a:pt x="1185840" y="126512"/>
                </a:moveTo>
                <a:cubicBezTo>
                  <a:pt x="1185840" y="128199"/>
                  <a:pt x="1185840" y="129886"/>
                  <a:pt x="1185840" y="129886"/>
                </a:cubicBezTo>
                <a:cubicBezTo>
                  <a:pt x="1185840" y="131573"/>
                  <a:pt x="1185840" y="133259"/>
                  <a:pt x="1184153" y="133259"/>
                </a:cubicBezTo>
                <a:cubicBezTo>
                  <a:pt x="1184153" y="133259"/>
                  <a:pt x="1184153" y="134946"/>
                  <a:pt x="1182466" y="134946"/>
                </a:cubicBezTo>
                <a:cubicBezTo>
                  <a:pt x="1180780" y="134946"/>
                  <a:pt x="1179093" y="134946"/>
                  <a:pt x="1179093" y="136633"/>
                </a:cubicBezTo>
                <a:cubicBezTo>
                  <a:pt x="1177406" y="136633"/>
                  <a:pt x="1175719" y="136633"/>
                  <a:pt x="1174032" y="136633"/>
                </a:cubicBezTo>
                <a:cubicBezTo>
                  <a:pt x="1172345" y="136633"/>
                  <a:pt x="1170659" y="136633"/>
                  <a:pt x="1168972" y="136633"/>
                </a:cubicBezTo>
                <a:cubicBezTo>
                  <a:pt x="1163911" y="136633"/>
                  <a:pt x="1160538" y="136633"/>
                  <a:pt x="1157164" y="134946"/>
                </a:cubicBezTo>
                <a:cubicBezTo>
                  <a:pt x="1153790" y="133259"/>
                  <a:pt x="1150417" y="131573"/>
                  <a:pt x="1148730" y="129886"/>
                </a:cubicBezTo>
                <a:cubicBezTo>
                  <a:pt x="1147043" y="126512"/>
                  <a:pt x="1145356" y="123138"/>
                  <a:pt x="1143669" y="119765"/>
                </a:cubicBezTo>
                <a:cubicBezTo>
                  <a:pt x="1143669" y="116391"/>
                  <a:pt x="1141983" y="111331"/>
                  <a:pt x="1141983" y="106270"/>
                </a:cubicBezTo>
                <a:lnTo>
                  <a:pt x="1141983" y="52292"/>
                </a:lnTo>
                <a:lnTo>
                  <a:pt x="1130175" y="52292"/>
                </a:lnTo>
                <a:cubicBezTo>
                  <a:pt x="1128488" y="52292"/>
                  <a:pt x="1128488" y="52292"/>
                  <a:pt x="1126801" y="50605"/>
                </a:cubicBezTo>
                <a:cubicBezTo>
                  <a:pt x="1126801" y="48918"/>
                  <a:pt x="1126801" y="47231"/>
                  <a:pt x="1126801" y="45544"/>
                </a:cubicBezTo>
                <a:cubicBezTo>
                  <a:pt x="1126801" y="43858"/>
                  <a:pt x="1126801" y="42171"/>
                  <a:pt x="1126801" y="42171"/>
                </a:cubicBezTo>
                <a:lnTo>
                  <a:pt x="1126801" y="40484"/>
                </a:lnTo>
                <a:cubicBezTo>
                  <a:pt x="1126801" y="38797"/>
                  <a:pt x="1128488" y="38797"/>
                  <a:pt x="1128488" y="38797"/>
                </a:cubicBezTo>
                <a:lnTo>
                  <a:pt x="1130175" y="38797"/>
                </a:lnTo>
                <a:lnTo>
                  <a:pt x="1141983" y="38797"/>
                </a:lnTo>
                <a:lnTo>
                  <a:pt x="1141983" y="16868"/>
                </a:lnTo>
                <a:cubicBezTo>
                  <a:pt x="1141983" y="15181"/>
                  <a:pt x="1141983" y="15181"/>
                  <a:pt x="1143669" y="15181"/>
                </a:cubicBezTo>
                <a:lnTo>
                  <a:pt x="1143669" y="13495"/>
                </a:lnTo>
                <a:cubicBezTo>
                  <a:pt x="1145356" y="13495"/>
                  <a:pt x="1145356" y="13495"/>
                  <a:pt x="1147043" y="13495"/>
                </a:cubicBezTo>
                <a:cubicBezTo>
                  <a:pt x="1148730" y="13495"/>
                  <a:pt x="1148730" y="13495"/>
                  <a:pt x="1150417" y="13495"/>
                </a:cubicBezTo>
                <a:cubicBezTo>
                  <a:pt x="1152104" y="13495"/>
                  <a:pt x="1153790" y="13495"/>
                  <a:pt x="1155477" y="13495"/>
                </a:cubicBezTo>
                <a:lnTo>
                  <a:pt x="1157164" y="13495"/>
                </a:lnTo>
                <a:lnTo>
                  <a:pt x="1158851" y="15181"/>
                </a:lnTo>
                <a:lnTo>
                  <a:pt x="1158851" y="16868"/>
                </a:lnTo>
                <a:lnTo>
                  <a:pt x="1158851" y="38797"/>
                </a:lnTo>
                <a:lnTo>
                  <a:pt x="1182466" y="38797"/>
                </a:lnTo>
                <a:lnTo>
                  <a:pt x="1184153" y="38797"/>
                </a:lnTo>
                <a:cubicBezTo>
                  <a:pt x="1184153" y="38797"/>
                  <a:pt x="1185840" y="38797"/>
                  <a:pt x="1185840" y="40484"/>
                </a:cubicBezTo>
                <a:lnTo>
                  <a:pt x="1185840" y="42171"/>
                </a:lnTo>
                <a:cubicBezTo>
                  <a:pt x="1185840" y="42171"/>
                  <a:pt x="1185840" y="43858"/>
                  <a:pt x="1185840" y="45544"/>
                </a:cubicBezTo>
                <a:cubicBezTo>
                  <a:pt x="1185840" y="47231"/>
                  <a:pt x="1185840" y="48918"/>
                  <a:pt x="1185840" y="50605"/>
                </a:cubicBezTo>
                <a:cubicBezTo>
                  <a:pt x="1184153" y="52292"/>
                  <a:pt x="1184153" y="52292"/>
                  <a:pt x="1182466" y="52292"/>
                </a:cubicBezTo>
                <a:lnTo>
                  <a:pt x="1158851" y="52292"/>
                </a:lnTo>
                <a:lnTo>
                  <a:pt x="1158851" y="102897"/>
                </a:lnTo>
                <a:cubicBezTo>
                  <a:pt x="1158851" y="109644"/>
                  <a:pt x="1160538" y="114704"/>
                  <a:pt x="1162224" y="118078"/>
                </a:cubicBezTo>
                <a:cubicBezTo>
                  <a:pt x="1163911" y="121452"/>
                  <a:pt x="1167285" y="123138"/>
                  <a:pt x="1172345" y="123138"/>
                </a:cubicBezTo>
                <a:cubicBezTo>
                  <a:pt x="1174032" y="123138"/>
                  <a:pt x="1175719" y="123138"/>
                  <a:pt x="1175719" y="121452"/>
                </a:cubicBezTo>
                <a:cubicBezTo>
                  <a:pt x="1177406" y="121452"/>
                  <a:pt x="1179093" y="121452"/>
                  <a:pt x="1179093" y="121452"/>
                </a:cubicBezTo>
                <a:cubicBezTo>
                  <a:pt x="1180780" y="121452"/>
                  <a:pt x="1180780" y="119765"/>
                  <a:pt x="1182466" y="119765"/>
                </a:cubicBezTo>
                <a:lnTo>
                  <a:pt x="1184153" y="119765"/>
                </a:lnTo>
                <a:cubicBezTo>
                  <a:pt x="1185840" y="119765"/>
                  <a:pt x="1185840" y="119765"/>
                  <a:pt x="1185840" y="121452"/>
                </a:cubicBezTo>
                <a:lnTo>
                  <a:pt x="1185840" y="123138"/>
                </a:lnTo>
                <a:cubicBezTo>
                  <a:pt x="1185840" y="123138"/>
                  <a:pt x="1185840" y="124825"/>
                  <a:pt x="1185840" y="126512"/>
                </a:cubicBezTo>
                <a:close/>
                <a:moveTo>
                  <a:pt x="1096438" y="77594"/>
                </a:moveTo>
                <a:cubicBezTo>
                  <a:pt x="1096438" y="69160"/>
                  <a:pt x="1094751" y="62413"/>
                  <a:pt x="1089691" y="57352"/>
                </a:cubicBezTo>
                <a:cubicBezTo>
                  <a:pt x="1086317" y="52292"/>
                  <a:pt x="1079570" y="48918"/>
                  <a:pt x="1071136" y="48918"/>
                </a:cubicBezTo>
                <a:cubicBezTo>
                  <a:pt x="1067762" y="48918"/>
                  <a:pt x="1064388" y="50605"/>
                  <a:pt x="1061015" y="52292"/>
                </a:cubicBezTo>
                <a:cubicBezTo>
                  <a:pt x="1057641" y="53978"/>
                  <a:pt x="1054267" y="55665"/>
                  <a:pt x="1052581" y="57352"/>
                </a:cubicBezTo>
                <a:cubicBezTo>
                  <a:pt x="1050894" y="60726"/>
                  <a:pt x="1049207" y="64099"/>
                  <a:pt x="1047520" y="67473"/>
                </a:cubicBezTo>
                <a:cubicBezTo>
                  <a:pt x="1047520" y="70847"/>
                  <a:pt x="1045833" y="74220"/>
                  <a:pt x="1045833" y="77594"/>
                </a:cubicBezTo>
                <a:lnTo>
                  <a:pt x="1096438" y="77594"/>
                </a:lnTo>
                <a:close/>
                <a:moveTo>
                  <a:pt x="1113306" y="82655"/>
                </a:moveTo>
                <a:cubicBezTo>
                  <a:pt x="1113306" y="86028"/>
                  <a:pt x="1111620" y="87715"/>
                  <a:pt x="1111620" y="87715"/>
                </a:cubicBezTo>
                <a:cubicBezTo>
                  <a:pt x="1109933" y="89402"/>
                  <a:pt x="1108246" y="89402"/>
                  <a:pt x="1106559" y="89402"/>
                </a:cubicBezTo>
                <a:lnTo>
                  <a:pt x="1045833" y="89402"/>
                </a:lnTo>
                <a:cubicBezTo>
                  <a:pt x="1045833" y="94462"/>
                  <a:pt x="1045833" y="99523"/>
                  <a:pt x="1047520" y="104583"/>
                </a:cubicBezTo>
                <a:cubicBezTo>
                  <a:pt x="1049207" y="107957"/>
                  <a:pt x="1050894" y="111331"/>
                  <a:pt x="1052581" y="114704"/>
                </a:cubicBezTo>
                <a:cubicBezTo>
                  <a:pt x="1054267" y="118078"/>
                  <a:pt x="1057641" y="119765"/>
                  <a:pt x="1062702" y="121452"/>
                </a:cubicBezTo>
                <a:cubicBezTo>
                  <a:pt x="1066075" y="123138"/>
                  <a:pt x="1071136" y="123138"/>
                  <a:pt x="1076196" y="123138"/>
                </a:cubicBezTo>
                <a:cubicBezTo>
                  <a:pt x="1079570" y="123138"/>
                  <a:pt x="1084630" y="123138"/>
                  <a:pt x="1088004" y="123138"/>
                </a:cubicBezTo>
                <a:cubicBezTo>
                  <a:pt x="1091378" y="121452"/>
                  <a:pt x="1094751" y="121452"/>
                  <a:pt x="1096438" y="119765"/>
                </a:cubicBezTo>
                <a:cubicBezTo>
                  <a:pt x="1099812" y="119765"/>
                  <a:pt x="1101499" y="118078"/>
                  <a:pt x="1103185" y="118078"/>
                </a:cubicBezTo>
                <a:cubicBezTo>
                  <a:pt x="1104872" y="116391"/>
                  <a:pt x="1104872" y="116391"/>
                  <a:pt x="1106559" y="116391"/>
                </a:cubicBezTo>
                <a:lnTo>
                  <a:pt x="1108246" y="116391"/>
                </a:lnTo>
                <a:lnTo>
                  <a:pt x="1108246" y="118078"/>
                </a:lnTo>
                <a:lnTo>
                  <a:pt x="1108246" y="119765"/>
                </a:lnTo>
                <a:cubicBezTo>
                  <a:pt x="1108246" y="121452"/>
                  <a:pt x="1108246" y="121452"/>
                  <a:pt x="1108246" y="123138"/>
                </a:cubicBezTo>
                <a:lnTo>
                  <a:pt x="1108246" y="124825"/>
                </a:lnTo>
                <a:lnTo>
                  <a:pt x="1108246" y="126512"/>
                </a:lnTo>
                <a:lnTo>
                  <a:pt x="1108246" y="128199"/>
                </a:lnTo>
                <a:cubicBezTo>
                  <a:pt x="1108246" y="128199"/>
                  <a:pt x="1108246" y="129886"/>
                  <a:pt x="1106559" y="129886"/>
                </a:cubicBezTo>
                <a:lnTo>
                  <a:pt x="1103185" y="131573"/>
                </a:lnTo>
                <a:cubicBezTo>
                  <a:pt x="1101499" y="131573"/>
                  <a:pt x="1099812" y="133259"/>
                  <a:pt x="1096438" y="133259"/>
                </a:cubicBezTo>
                <a:cubicBezTo>
                  <a:pt x="1094751" y="134946"/>
                  <a:pt x="1091378" y="134946"/>
                  <a:pt x="1086317" y="136633"/>
                </a:cubicBezTo>
                <a:cubicBezTo>
                  <a:pt x="1082944" y="136633"/>
                  <a:pt x="1079570" y="136633"/>
                  <a:pt x="1074509" y="136633"/>
                </a:cubicBezTo>
                <a:cubicBezTo>
                  <a:pt x="1066075" y="136633"/>
                  <a:pt x="1061015" y="136633"/>
                  <a:pt x="1054267" y="133259"/>
                </a:cubicBezTo>
                <a:cubicBezTo>
                  <a:pt x="1049207" y="131573"/>
                  <a:pt x="1044147" y="128199"/>
                  <a:pt x="1040773" y="124825"/>
                </a:cubicBezTo>
                <a:cubicBezTo>
                  <a:pt x="1035712" y="119765"/>
                  <a:pt x="1034026" y="114704"/>
                  <a:pt x="1032339" y="109644"/>
                </a:cubicBezTo>
                <a:cubicBezTo>
                  <a:pt x="1028965" y="102897"/>
                  <a:pt x="1028965" y="96149"/>
                  <a:pt x="1028965" y="87715"/>
                </a:cubicBezTo>
                <a:cubicBezTo>
                  <a:pt x="1028965" y="79281"/>
                  <a:pt x="1028965" y="72534"/>
                  <a:pt x="1032339" y="65786"/>
                </a:cubicBezTo>
                <a:cubicBezTo>
                  <a:pt x="1034026" y="59039"/>
                  <a:pt x="1037399" y="53978"/>
                  <a:pt x="1040773" y="50605"/>
                </a:cubicBezTo>
                <a:cubicBezTo>
                  <a:pt x="1044147" y="45544"/>
                  <a:pt x="1049207" y="42171"/>
                  <a:pt x="1054267" y="40484"/>
                </a:cubicBezTo>
                <a:cubicBezTo>
                  <a:pt x="1059328" y="37110"/>
                  <a:pt x="1066075" y="37110"/>
                  <a:pt x="1072823" y="37110"/>
                </a:cubicBezTo>
                <a:cubicBezTo>
                  <a:pt x="1079570" y="37110"/>
                  <a:pt x="1086317" y="37110"/>
                  <a:pt x="1091378" y="40484"/>
                </a:cubicBezTo>
                <a:cubicBezTo>
                  <a:pt x="1096438" y="42171"/>
                  <a:pt x="1099812" y="45544"/>
                  <a:pt x="1103185" y="48918"/>
                </a:cubicBezTo>
                <a:cubicBezTo>
                  <a:pt x="1106559" y="52292"/>
                  <a:pt x="1109933" y="57352"/>
                  <a:pt x="1109933" y="62413"/>
                </a:cubicBezTo>
                <a:cubicBezTo>
                  <a:pt x="1111620" y="67473"/>
                  <a:pt x="1113306" y="74220"/>
                  <a:pt x="1113306" y="79281"/>
                </a:cubicBezTo>
                <a:lnTo>
                  <a:pt x="1113306" y="82655"/>
                </a:lnTo>
                <a:close/>
                <a:moveTo>
                  <a:pt x="1017157" y="47231"/>
                </a:moveTo>
                <a:cubicBezTo>
                  <a:pt x="1017157" y="48918"/>
                  <a:pt x="1017157" y="48918"/>
                  <a:pt x="1017157" y="50605"/>
                </a:cubicBezTo>
                <a:cubicBezTo>
                  <a:pt x="1015470" y="52292"/>
                  <a:pt x="1015470" y="52292"/>
                  <a:pt x="1015470" y="53978"/>
                </a:cubicBezTo>
                <a:lnTo>
                  <a:pt x="1013784" y="55665"/>
                </a:lnTo>
                <a:lnTo>
                  <a:pt x="1012097" y="53978"/>
                </a:lnTo>
                <a:cubicBezTo>
                  <a:pt x="1010410" y="53978"/>
                  <a:pt x="1010410" y="53978"/>
                  <a:pt x="1008723" y="53978"/>
                </a:cubicBezTo>
                <a:cubicBezTo>
                  <a:pt x="1008723" y="53978"/>
                  <a:pt x="1007036" y="52292"/>
                  <a:pt x="1005349" y="52292"/>
                </a:cubicBezTo>
                <a:cubicBezTo>
                  <a:pt x="1005349" y="52292"/>
                  <a:pt x="1003663" y="52292"/>
                  <a:pt x="1001976" y="52292"/>
                </a:cubicBezTo>
                <a:cubicBezTo>
                  <a:pt x="1000289" y="52292"/>
                  <a:pt x="998602" y="52292"/>
                  <a:pt x="996915" y="53978"/>
                </a:cubicBezTo>
                <a:cubicBezTo>
                  <a:pt x="995229" y="53978"/>
                  <a:pt x="993542" y="55665"/>
                  <a:pt x="991855" y="57352"/>
                </a:cubicBezTo>
                <a:cubicBezTo>
                  <a:pt x="990168" y="59039"/>
                  <a:pt x="988481" y="60726"/>
                  <a:pt x="986794" y="62413"/>
                </a:cubicBezTo>
                <a:cubicBezTo>
                  <a:pt x="983421" y="65786"/>
                  <a:pt x="981734" y="69160"/>
                  <a:pt x="980047" y="72534"/>
                </a:cubicBezTo>
                <a:lnTo>
                  <a:pt x="980047" y="133259"/>
                </a:lnTo>
                <a:lnTo>
                  <a:pt x="978360" y="134946"/>
                </a:lnTo>
                <a:cubicBezTo>
                  <a:pt x="976673" y="134946"/>
                  <a:pt x="976673" y="134946"/>
                  <a:pt x="974987" y="134946"/>
                </a:cubicBezTo>
                <a:cubicBezTo>
                  <a:pt x="974987" y="136633"/>
                  <a:pt x="973300" y="136633"/>
                  <a:pt x="971613" y="136633"/>
                </a:cubicBezTo>
                <a:cubicBezTo>
                  <a:pt x="969926" y="136633"/>
                  <a:pt x="968239" y="136633"/>
                  <a:pt x="966552" y="134946"/>
                </a:cubicBezTo>
                <a:lnTo>
                  <a:pt x="964866" y="134946"/>
                </a:lnTo>
                <a:cubicBezTo>
                  <a:pt x="963179" y="134946"/>
                  <a:pt x="963179" y="134946"/>
                  <a:pt x="963179" y="133259"/>
                </a:cubicBezTo>
                <a:lnTo>
                  <a:pt x="963179" y="40484"/>
                </a:lnTo>
                <a:lnTo>
                  <a:pt x="963179" y="38797"/>
                </a:lnTo>
                <a:lnTo>
                  <a:pt x="964866" y="38797"/>
                </a:lnTo>
                <a:cubicBezTo>
                  <a:pt x="964866" y="38797"/>
                  <a:pt x="966552" y="38797"/>
                  <a:pt x="966552" y="37110"/>
                </a:cubicBezTo>
                <a:cubicBezTo>
                  <a:pt x="968239" y="37110"/>
                  <a:pt x="968239" y="37110"/>
                  <a:pt x="969926" y="37110"/>
                </a:cubicBezTo>
                <a:cubicBezTo>
                  <a:pt x="971613" y="37110"/>
                  <a:pt x="973300" y="37110"/>
                  <a:pt x="974987" y="37110"/>
                </a:cubicBezTo>
                <a:cubicBezTo>
                  <a:pt x="974987" y="38797"/>
                  <a:pt x="976673" y="38797"/>
                  <a:pt x="976673" y="38797"/>
                </a:cubicBezTo>
                <a:lnTo>
                  <a:pt x="978360" y="38797"/>
                </a:lnTo>
                <a:lnTo>
                  <a:pt x="978360" y="40484"/>
                </a:lnTo>
                <a:lnTo>
                  <a:pt x="978360" y="53978"/>
                </a:lnTo>
                <a:cubicBezTo>
                  <a:pt x="980047" y="50605"/>
                  <a:pt x="983421" y="47231"/>
                  <a:pt x="985108" y="45544"/>
                </a:cubicBezTo>
                <a:cubicBezTo>
                  <a:pt x="986794" y="43858"/>
                  <a:pt x="990168" y="40484"/>
                  <a:pt x="991855" y="40484"/>
                </a:cubicBezTo>
                <a:cubicBezTo>
                  <a:pt x="993542" y="38797"/>
                  <a:pt x="995229" y="37110"/>
                  <a:pt x="996915" y="37110"/>
                </a:cubicBezTo>
                <a:cubicBezTo>
                  <a:pt x="998602" y="37110"/>
                  <a:pt x="1001976" y="37110"/>
                  <a:pt x="1003663" y="37110"/>
                </a:cubicBezTo>
                <a:lnTo>
                  <a:pt x="1005349" y="37110"/>
                </a:lnTo>
                <a:cubicBezTo>
                  <a:pt x="1007036" y="37110"/>
                  <a:pt x="1008723" y="37110"/>
                  <a:pt x="1010410" y="37110"/>
                </a:cubicBezTo>
                <a:cubicBezTo>
                  <a:pt x="1010410" y="37110"/>
                  <a:pt x="1012097" y="37110"/>
                  <a:pt x="1013784" y="38797"/>
                </a:cubicBezTo>
                <a:lnTo>
                  <a:pt x="1015470" y="38797"/>
                </a:lnTo>
                <a:lnTo>
                  <a:pt x="1015470" y="40484"/>
                </a:lnTo>
                <a:cubicBezTo>
                  <a:pt x="1017157" y="42171"/>
                  <a:pt x="1017157" y="42171"/>
                  <a:pt x="1017157" y="43858"/>
                </a:cubicBezTo>
                <a:cubicBezTo>
                  <a:pt x="1017157" y="43858"/>
                  <a:pt x="1017157" y="45544"/>
                  <a:pt x="1017157" y="47231"/>
                </a:cubicBezTo>
                <a:close/>
                <a:moveTo>
                  <a:pt x="941250" y="118078"/>
                </a:moveTo>
                <a:cubicBezTo>
                  <a:pt x="941250" y="119765"/>
                  <a:pt x="941250" y="121452"/>
                  <a:pt x="939563" y="121452"/>
                </a:cubicBezTo>
                <a:lnTo>
                  <a:pt x="939563" y="123138"/>
                </a:lnTo>
                <a:lnTo>
                  <a:pt x="939563" y="124825"/>
                </a:lnTo>
                <a:cubicBezTo>
                  <a:pt x="939563" y="126512"/>
                  <a:pt x="937876" y="126512"/>
                  <a:pt x="937876" y="128199"/>
                </a:cubicBezTo>
                <a:cubicBezTo>
                  <a:pt x="936190" y="128199"/>
                  <a:pt x="936190" y="129886"/>
                  <a:pt x="932816" y="129886"/>
                </a:cubicBezTo>
                <a:cubicBezTo>
                  <a:pt x="931129" y="131573"/>
                  <a:pt x="929442" y="133259"/>
                  <a:pt x="926069" y="133259"/>
                </a:cubicBezTo>
                <a:cubicBezTo>
                  <a:pt x="924382" y="134946"/>
                  <a:pt x="921008" y="134946"/>
                  <a:pt x="917634" y="136633"/>
                </a:cubicBezTo>
                <a:cubicBezTo>
                  <a:pt x="915948" y="136633"/>
                  <a:pt x="912574" y="136633"/>
                  <a:pt x="909200" y="136633"/>
                </a:cubicBezTo>
                <a:cubicBezTo>
                  <a:pt x="902453" y="136633"/>
                  <a:pt x="895706" y="136633"/>
                  <a:pt x="890645" y="133259"/>
                </a:cubicBezTo>
                <a:cubicBezTo>
                  <a:pt x="885585" y="131573"/>
                  <a:pt x="882211" y="128199"/>
                  <a:pt x="878837" y="124825"/>
                </a:cubicBezTo>
                <a:cubicBezTo>
                  <a:pt x="875464" y="119765"/>
                  <a:pt x="872090" y="114704"/>
                  <a:pt x="870403" y="109644"/>
                </a:cubicBezTo>
                <a:cubicBezTo>
                  <a:pt x="868716" y="102897"/>
                  <a:pt x="868716" y="96149"/>
                  <a:pt x="868716" y="87715"/>
                </a:cubicBezTo>
                <a:cubicBezTo>
                  <a:pt x="868716" y="79281"/>
                  <a:pt x="868716" y="70847"/>
                  <a:pt x="872090" y="64099"/>
                </a:cubicBezTo>
                <a:cubicBezTo>
                  <a:pt x="873777" y="57352"/>
                  <a:pt x="877151" y="52292"/>
                  <a:pt x="880524" y="48918"/>
                </a:cubicBezTo>
                <a:cubicBezTo>
                  <a:pt x="883898" y="43858"/>
                  <a:pt x="888958" y="42171"/>
                  <a:pt x="894019" y="38797"/>
                </a:cubicBezTo>
                <a:cubicBezTo>
                  <a:pt x="899079" y="37110"/>
                  <a:pt x="904140" y="37110"/>
                  <a:pt x="910887" y="37110"/>
                </a:cubicBezTo>
                <a:cubicBezTo>
                  <a:pt x="914261" y="37110"/>
                  <a:pt x="915948" y="37110"/>
                  <a:pt x="919321" y="37110"/>
                </a:cubicBezTo>
                <a:cubicBezTo>
                  <a:pt x="922695" y="37110"/>
                  <a:pt x="924382" y="38797"/>
                  <a:pt x="927755" y="38797"/>
                </a:cubicBezTo>
                <a:cubicBezTo>
                  <a:pt x="929442" y="40484"/>
                  <a:pt x="931129" y="42171"/>
                  <a:pt x="932816" y="42171"/>
                </a:cubicBezTo>
                <a:cubicBezTo>
                  <a:pt x="934503" y="43858"/>
                  <a:pt x="936190" y="43858"/>
                  <a:pt x="937876" y="45544"/>
                </a:cubicBezTo>
                <a:cubicBezTo>
                  <a:pt x="937876" y="45544"/>
                  <a:pt x="937876" y="47231"/>
                  <a:pt x="939563" y="47231"/>
                </a:cubicBezTo>
                <a:lnTo>
                  <a:pt x="939563" y="48918"/>
                </a:lnTo>
                <a:lnTo>
                  <a:pt x="939563" y="50605"/>
                </a:lnTo>
                <a:cubicBezTo>
                  <a:pt x="939563" y="52292"/>
                  <a:pt x="939563" y="52292"/>
                  <a:pt x="939563" y="53978"/>
                </a:cubicBezTo>
                <a:cubicBezTo>
                  <a:pt x="939563" y="57352"/>
                  <a:pt x="939563" y="59039"/>
                  <a:pt x="939563" y="59039"/>
                </a:cubicBezTo>
                <a:cubicBezTo>
                  <a:pt x="937876" y="60726"/>
                  <a:pt x="937876" y="60726"/>
                  <a:pt x="936190" y="60726"/>
                </a:cubicBezTo>
                <a:cubicBezTo>
                  <a:pt x="936190" y="60726"/>
                  <a:pt x="934503" y="60726"/>
                  <a:pt x="932816" y="59039"/>
                </a:cubicBezTo>
                <a:cubicBezTo>
                  <a:pt x="932816" y="59039"/>
                  <a:pt x="931129" y="57352"/>
                  <a:pt x="927755" y="55665"/>
                </a:cubicBezTo>
                <a:cubicBezTo>
                  <a:pt x="926069" y="53978"/>
                  <a:pt x="924382" y="53978"/>
                  <a:pt x="921008" y="52292"/>
                </a:cubicBezTo>
                <a:cubicBezTo>
                  <a:pt x="917634" y="50605"/>
                  <a:pt x="914261" y="50605"/>
                  <a:pt x="910887" y="50605"/>
                </a:cubicBezTo>
                <a:cubicBezTo>
                  <a:pt x="902453" y="50605"/>
                  <a:pt x="895706" y="53978"/>
                  <a:pt x="892332" y="60726"/>
                </a:cubicBezTo>
                <a:cubicBezTo>
                  <a:pt x="887272" y="65786"/>
                  <a:pt x="885585" y="75907"/>
                  <a:pt x="885585" y="87715"/>
                </a:cubicBezTo>
                <a:cubicBezTo>
                  <a:pt x="885585" y="92776"/>
                  <a:pt x="885585" y="97836"/>
                  <a:pt x="887272" y="102897"/>
                </a:cubicBezTo>
                <a:cubicBezTo>
                  <a:pt x="888958" y="106270"/>
                  <a:pt x="890645" y="111331"/>
                  <a:pt x="892332" y="113017"/>
                </a:cubicBezTo>
                <a:cubicBezTo>
                  <a:pt x="894019" y="116391"/>
                  <a:pt x="897392" y="119765"/>
                  <a:pt x="900766" y="119765"/>
                </a:cubicBezTo>
                <a:cubicBezTo>
                  <a:pt x="904140" y="121452"/>
                  <a:pt x="907513" y="123138"/>
                  <a:pt x="910887" y="123138"/>
                </a:cubicBezTo>
                <a:cubicBezTo>
                  <a:pt x="914261" y="123138"/>
                  <a:pt x="917634" y="121452"/>
                  <a:pt x="921008" y="121452"/>
                </a:cubicBezTo>
                <a:cubicBezTo>
                  <a:pt x="924382" y="119765"/>
                  <a:pt x="926069" y="118078"/>
                  <a:pt x="929442" y="116391"/>
                </a:cubicBezTo>
                <a:cubicBezTo>
                  <a:pt x="931129" y="114704"/>
                  <a:pt x="932816" y="114704"/>
                  <a:pt x="934503" y="113017"/>
                </a:cubicBezTo>
                <a:cubicBezTo>
                  <a:pt x="936190" y="111331"/>
                  <a:pt x="936190" y="111331"/>
                  <a:pt x="937876" y="111331"/>
                </a:cubicBezTo>
                <a:lnTo>
                  <a:pt x="939563" y="111331"/>
                </a:lnTo>
                <a:lnTo>
                  <a:pt x="939563" y="113017"/>
                </a:lnTo>
                <a:lnTo>
                  <a:pt x="939563" y="114704"/>
                </a:lnTo>
                <a:cubicBezTo>
                  <a:pt x="941250" y="116391"/>
                  <a:pt x="941250" y="118078"/>
                  <a:pt x="941250" y="118078"/>
                </a:cubicBezTo>
                <a:close/>
                <a:moveTo>
                  <a:pt x="850161" y="107957"/>
                </a:moveTo>
                <a:cubicBezTo>
                  <a:pt x="850161" y="113017"/>
                  <a:pt x="850161" y="116391"/>
                  <a:pt x="848474" y="119765"/>
                </a:cubicBezTo>
                <a:cubicBezTo>
                  <a:pt x="846788" y="123138"/>
                  <a:pt x="843414" y="126512"/>
                  <a:pt x="840040" y="129886"/>
                </a:cubicBezTo>
                <a:cubicBezTo>
                  <a:pt x="836667" y="131573"/>
                  <a:pt x="833293" y="133259"/>
                  <a:pt x="829919" y="134946"/>
                </a:cubicBezTo>
                <a:cubicBezTo>
                  <a:pt x="824859" y="136633"/>
                  <a:pt x="819798" y="136633"/>
                  <a:pt x="814738" y="136633"/>
                </a:cubicBezTo>
                <a:cubicBezTo>
                  <a:pt x="811364" y="136633"/>
                  <a:pt x="807991" y="136633"/>
                  <a:pt x="804617" y="136633"/>
                </a:cubicBezTo>
                <a:cubicBezTo>
                  <a:pt x="802930" y="136633"/>
                  <a:pt x="799556" y="134946"/>
                  <a:pt x="797870" y="134946"/>
                </a:cubicBezTo>
                <a:cubicBezTo>
                  <a:pt x="794496" y="133259"/>
                  <a:pt x="792809" y="133259"/>
                  <a:pt x="791122" y="131573"/>
                </a:cubicBezTo>
                <a:cubicBezTo>
                  <a:pt x="789435" y="131573"/>
                  <a:pt x="787749" y="129886"/>
                  <a:pt x="787749" y="129886"/>
                </a:cubicBezTo>
                <a:cubicBezTo>
                  <a:pt x="787749" y="129886"/>
                  <a:pt x="786062" y="128199"/>
                  <a:pt x="786062" y="126512"/>
                </a:cubicBezTo>
                <a:cubicBezTo>
                  <a:pt x="786062" y="126512"/>
                  <a:pt x="786062" y="124825"/>
                  <a:pt x="786062" y="121452"/>
                </a:cubicBezTo>
                <a:cubicBezTo>
                  <a:pt x="786062" y="121452"/>
                  <a:pt x="786062" y="119765"/>
                  <a:pt x="786062" y="118078"/>
                </a:cubicBezTo>
                <a:lnTo>
                  <a:pt x="786062" y="116391"/>
                </a:lnTo>
                <a:lnTo>
                  <a:pt x="787749" y="114704"/>
                </a:lnTo>
                <a:cubicBezTo>
                  <a:pt x="789435" y="114704"/>
                  <a:pt x="789435" y="114704"/>
                  <a:pt x="791122" y="116391"/>
                </a:cubicBezTo>
                <a:cubicBezTo>
                  <a:pt x="792809" y="118078"/>
                  <a:pt x="794496" y="118078"/>
                  <a:pt x="797870" y="119765"/>
                </a:cubicBezTo>
                <a:cubicBezTo>
                  <a:pt x="799556" y="119765"/>
                  <a:pt x="801243" y="121452"/>
                  <a:pt x="804617" y="123138"/>
                </a:cubicBezTo>
                <a:cubicBezTo>
                  <a:pt x="807991" y="123138"/>
                  <a:pt x="811364" y="123138"/>
                  <a:pt x="814738" y="123138"/>
                </a:cubicBezTo>
                <a:cubicBezTo>
                  <a:pt x="818112" y="123138"/>
                  <a:pt x="819798" y="123138"/>
                  <a:pt x="823172" y="123138"/>
                </a:cubicBezTo>
                <a:cubicBezTo>
                  <a:pt x="824859" y="121452"/>
                  <a:pt x="826546" y="121452"/>
                  <a:pt x="828233" y="119765"/>
                </a:cubicBezTo>
                <a:cubicBezTo>
                  <a:pt x="829919" y="119765"/>
                  <a:pt x="831606" y="118078"/>
                  <a:pt x="833293" y="116391"/>
                </a:cubicBezTo>
                <a:cubicBezTo>
                  <a:pt x="833293" y="113017"/>
                  <a:pt x="833293" y="111331"/>
                  <a:pt x="833293" y="109644"/>
                </a:cubicBezTo>
                <a:cubicBezTo>
                  <a:pt x="833293" y="106270"/>
                  <a:pt x="833293" y="104583"/>
                  <a:pt x="831606" y="102897"/>
                </a:cubicBezTo>
                <a:cubicBezTo>
                  <a:pt x="829919" y="101210"/>
                  <a:pt x="828233" y="99523"/>
                  <a:pt x="826546" y="97836"/>
                </a:cubicBezTo>
                <a:cubicBezTo>
                  <a:pt x="824859" y="96149"/>
                  <a:pt x="821485" y="94462"/>
                  <a:pt x="819798" y="94462"/>
                </a:cubicBezTo>
                <a:cubicBezTo>
                  <a:pt x="816425" y="92776"/>
                  <a:pt x="813051" y="92776"/>
                  <a:pt x="811364" y="91089"/>
                </a:cubicBezTo>
                <a:cubicBezTo>
                  <a:pt x="807991" y="89402"/>
                  <a:pt x="804617" y="87715"/>
                  <a:pt x="802930" y="87715"/>
                </a:cubicBezTo>
                <a:cubicBezTo>
                  <a:pt x="799556" y="86028"/>
                  <a:pt x="797870" y="84341"/>
                  <a:pt x="794496" y="80968"/>
                </a:cubicBezTo>
                <a:cubicBezTo>
                  <a:pt x="792809" y="79281"/>
                  <a:pt x="791122" y="77594"/>
                  <a:pt x="789435" y="74220"/>
                </a:cubicBezTo>
                <a:cubicBezTo>
                  <a:pt x="787749" y="70847"/>
                  <a:pt x="787749" y="67473"/>
                  <a:pt x="787749" y="64099"/>
                </a:cubicBezTo>
                <a:cubicBezTo>
                  <a:pt x="787749" y="60726"/>
                  <a:pt x="787749" y="57352"/>
                  <a:pt x="789435" y="53978"/>
                </a:cubicBezTo>
                <a:cubicBezTo>
                  <a:pt x="791122" y="50605"/>
                  <a:pt x="792809" y="47231"/>
                  <a:pt x="796183" y="43858"/>
                </a:cubicBezTo>
                <a:cubicBezTo>
                  <a:pt x="799556" y="42171"/>
                  <a:pt x="802930" y="40484"/>
                  <a:pt x="806304" y="38797"/>
                </a:cubicBezTo>
                <a:cubicBezTo>
                  <a:pt x="811364" y="37110"/>
                  <a:pt x="816425" y="37110"/>
                  <a:pt x="821485" y="37110"/>
                </a:cubicBezTo>
                <a:cubicBezTo>
                  <a:pt x="823172" y="37110"/>
                  <a:pt x="826546" y="37110"/>
                  <a:pt x="828233" y="37110"/>
                </a:cubicBezTo>
                <a:cubicBezTo>
                  <a:pt x="831606" y="37110"/>
                  <a:pt x="833293" y="37110"/>
                  <a:pt x="834980" y="38797"/>
                </a:cubicBezTo>
                <a:cubicBezTo>
                  <a:pt x="836667" y="38797"/>
                  <a:pt x="838354" y="40484"/>
                  <a:pt x="840040" y="40484"/>
                </a:cubicBezTo>
                <a:cubicBezTo>
                  <a:pt x="841727" y="40484"/>
                  <a:pt x="843414" y="42171"/>
                  <a:pt x="843414" y="42171"/>
                </a:cubicBezTo>
                <a:lnTo>
                  <a:pt x="845101" y="43858"/>
                </a:lnTo>
                <a:lnTo>
                  <a:pt x="845101" y="45544"/>
                </a:lnTo>
                <a:lnTo>
                  <a:pt x="845101" y="47231"/>
                </a:lnTo>
                <a:cubicBezTo>
                  <a:pt x="845101" y="47231"/>
                  <a:pt x="845101" y="48918"/>
                  <a:pt x="845101" y="50605"/>
                </a:cubicBezTo>
                <a:lnTo>
                  <a:pt x="845101" y="52292"/>
                </a:lnTo>
                <a:cubicBezTo>
                  <a:pt x="845101" y="53978"/>
                  <a:pt x="845101" y="53978"/>
                  <a:pt x="845101" y="55665"/>
                </a:cubicBezTo>
                <a:lnTo>
                  <a:pt x="843414" y="55665"/>
                </a:lnTo>
                <a:cubicBezTo>
                  <a:pt x="841727" y="55665"/>
                  <a:pt x="841727" y="55665"/>
                  <a:pt x="840040" y="55665"/>
                </a:cubicBezTo>
                <a:cubicBezTo>
                  <a:pt x="840040" y="53978"/>
                  <a:pt x="838354" y="53978"/>
                  <a:pt x="836667" y="52292"/>
                </a:cubicBezTo>
                <a:cubicBezTo>
                  <a:pt x="834980" y="52292"/>
                  <a:pt x="831606" y="50605"/>
                  <a:pt x="829919" y="50605"/>
                </a:cubicBezTo>
                <a:cubicBezTo>
                  <a:pt x="826546" y="50605"/>
                  <a:pt x="824859" y="48918"/>
                  <a:pt x="821485" y="48918"/>
                </a:cubicBezTo>
                <a:cubicBezTo>
                  <a:pt x="818112" y="48918"/>
                  <a:pt x="816425" y="48918"/>
                  <a:pt x="813051" y="50605"/>
                </a:cubicBezTo>
                <a:cubicBezTo>
                  <a:pt x="811364" y="50605"/>
                  <a:pt x="809677" y="52292"/>
                  <a:pt x="807991" y="53978"/>
                </a:cubicBezTo>
                <a:cubicBezTo>
                  <a:pt x="806304" y="53978"/>
                  <a:pt x="806304" y="55665"/>
                  <a:pt x="804617" y="57352"/>
                </a:cubicBezTo>
                <a:cubicBezTo>
                  <a:pt x="804617" y="59039"/>
                  <a:pt x="804617" y="60726"/>
                  <a:pt x="804617" y="62413"/>
                </a:cubicBezTo>
                <a:cubicBezTo>
                  <a:pt x="804617" y="65786"/>
                  <a:pt x="804617" y="67473"/>
                  <a:pt x="806304" y="69160"/>
                </a:cubicBezTo>
                <a:cubicBezTo>
                  <a:pt x="807991" y="70847"/>
                  <a:pt x="809677" y="72534"/>
                  <a:pt x="811364" y="74220"/>
                </a:cubicBezTo>
                <a:cubicBezTo>
                  <a:pt x="813051" y="75907"/>
                  <a:pt x="816425" y="75907"/>
                  <a:pt x="818112" y="77594"/>
                </a:cubicBezTo>
                <a:cubicBezTo>
                  <a:pt x="821485" y="79281"/>
                  <a:pt x="824859" y="79281"/>
                  <a:pt x="826546" y="80968"/>
                </a:cubicBezTo>
                <a:cubicBezTo>
                  <a:pt x="829919" y="82655"/>
                  <a:pt x="833293" y="84341"/>
                  <a:pt x="834980" y="84341"/>
                </a:cubicBezTo>
                <a:cubicBezTo>
                  <a:pt x="838354" y="86028"/>
                  <a:pt x="841727" y="87715"/>
                  <a:pt x="843414" y="89402"/>
                </a:cubicBezTo>
                <a:cubicBezTo>
                  <a:pt x="845101" y="92776"/>
                  <a:pt x="846788" y="94462"/>
                  <a:pt x="848474" y="97836"/>
                </a:cubicBezTo>
                <a:cubicBezTo>
                  <a:pt x="850161" y="101210"/>
                  <a:pt x="850161" y="104583"/>
                  <a:pt x="850161" y="107957"/>
                </a:cubicBezTo>
                <a:close/>
                <a:moveTo>
                  <a:pt x="762446" y="133259"/>
                </a:moveTo>
                <a:lnTo>
                  <a:pt x="762446" y="133259"/>
                </a:lnTo>
                <a:cubicBezTo>
                  <a:pt x="762446" y="134946"/>
                  <a:pt x="760759" y="134946"/>
                  <a:pt x="760759" y="134946"/>
                </a:cubicBezTo>
                <a:cubicBezTo>
                  <a:pt x="760759" y="134946"/>
                  <a:pt x="759073" y="134946"/>
                  <a:pt x="757386" y="134946"/>
                </a:cubicBezTo>
                <a:cubicBezTo>
                  <a:pt x="757386" y="136633"/>
                  <a:pt x="755699" y="136633"/>
                  <a:pt x="754012" y="136633"/>
                </a:cubicBezTo>
                <a:cubicBezTo>
                  <a:pt x="752325" y="136633"/>
                  <a:pt x="750638" y="136633"/>
                  <a:pt x="748952" y="134946"/>
                </a:cubicBezTo>
                <a:lnTo>
                  <a:pt x="747265" y="134946"/>
                </a:lnTo>
                <a:cubicBezTo>
                  <a:pt x="747265" y="134946"/>
                  <a:pt x="745578" y="134946"/>
                  <a:pt x="745578" y="133259"/>
                </a:cubicBezTo>
                <a:lnTo>
                  <a:pt x="745578" y="40484"/>
                </a:lnTo>
                <a:cubicBezTo>
                  <a:pt x="745578" y="38797"/>
                  <a:pt x="747265" y="38797"/>
                  <a:pt x="747265" y="38797"/>
                </a:cubicBezTo>
                <a:lnTo>
                  <a:pt x="748952" y="38797"/>
                </a:lnTo>
                <a:cubicBezTo>
                  <a:pt x="750638" y="37110"/>
                  <a:pt x="752325" y="37110"/>
                  <a:pt x="754012" y="37110"/>
                </a:cubicBezTo>
                <a:cubicBezTo>
                  <a:pt x="755699" y="37110"/>
                  <a:pt x="757386" y="37110"/>
                  <a:pt x="757386" y="38797"/>
                </a:cubicBezTo>
                <a:cubicBezTo>
                  <a:pt x="759073" y="38797"/>
                  <a:pt x="760759" y="38797"/>
                  <a:pt x="760759" y="38797"/>
                </a:cubicBezTo>
                <a:cubicBezTo>
                  <a:pt x="760759" y="38797"/>
                  <a:pt x="762446" y="38797"/>
                  <a:pt x="762446" y="40484"/>
                </a:cubicBezTo>
                <a:lnTo>
                  <a:pt x="762446" y="133259"/>
                </a:lnTo>
                <a:close/>
                <a:moveTo>
                  <a:pt x="764133" y="10121"/>
                </a:moveTo>
                <a:cubicBezTo>
                  <a:pt x="764133" y="13495"/>
                  <a:pt x="764133" y="16868"/>
                  <a:pt x="762446" y="18555"/>
                </a:cubicBezTo>
                <a:cubicBezTo>
                  <a:pt x="760759" y="20242"/>
                  <a:pt x="757386" y="20242"/>
                  <a:pt x="754012" y="20242"/>
                </a:cubicBezTo>
                <a:cubicBezTo>
                  <a:pt x="750638" y="20242"/>
                  <a:pt x="747265" y="20242"/>
                  <a:pt x="745578" y="18555"/>
                </a:cubicBezTo>
                <a:cubicBezTo>
                  <a:pt x="743891" y="16868"/>
                  <a:pt x="743891" y="13495"/>
                  <a:pt x="743891" y="10121"/>
                </a:cubicBezTo>
                <a:cubicBezTo>
                  <a:pt x="743891" y="6747"/>
                  <a:pt x="743891" y="3374"/>
                  <a:pt x="745578" y="1687"/>
                </a:cubicBezTo>
                <a:cubicBezTo>
                  <a:pt x="747265" y="0"/>
                  <a:pt x="750638" y="0"/>
                  <a:pt x="754012" y="0"/>
                </a:cubicBezTo>
                <a:cubicBezTo>
                  <a:pt x="757386" y="0"/>
                  <a:pt x="760759" y="0"/>
                  <a:pt x="762446" y="1687"/>
                </a:cubicBezTo>
                <a:cubicBezTo>
                  <a:pt x="764133" y="3374"/>
                  <a:pt x="764133" y="6747"/>
                  <a:pt x="764133" y="10121"/>
                </a:cubicBezTo>
                <a:close/>
                <a:moveTo>
                  <a:pt x="701720" y="67473"/>
                </a:moveTo>
                <a:cubicBezTo>
                  <a:pt x="701720" y="60726"/>
                  <a:pt x="701720" y="53978"/>
                  <a:pt x="700034" y="48918"/>
                </a:cubicBezTo>
                <a:cubicBezTo>
                  <a:pt x="698347" y="42171"/>
                  <a:pt x="694973" y="37110"/>
                  <a:pt x="691599" y="32050"/>
                </a:cubicBezTo>
                <a:cubicBezTo>
                  <a:pt x="686539" y="26989"/>
                  <a:pt x="683165" y="23616"/>
                  <a:pt x="676418" y="21929"/>
                </a:cubicBezTo>
                <a:cubicBezTo>
                  <a:pt x="671358" y="18555"/>
                  <a:pt x="662923" y="18555"/>
                  <a:pt x="654489" y="18555"/>
                </a:cubicBezTo>
                <a:lnTo>
                  <a:pt x="635934" y="18555"/>
                </a:lnTo>
                <a:lnTo>
                  <a:pt x="635934" y="119765"/>
                </a:lnTo>
                <a:lnTo>
                  <a:pt x="654489" y="119765"/>
                </a:lnTo>
                <a:cubicBezTo>
                  <a:pt x="662923" y="119765"/>
                  <a:pt x="669671" y="119765"/>
                  <a:pt x="676418" y="118078"/>
                </a:cubicBezTo>
                <a:cubicBezTo>
                  <a:pt x="681478" y="114704"/>
                  <a:pt x="686539" y="111331"/>
                  <a:pt x="689913" y="107957"/>
                </a:cubicBezTo>
                <a:cubicBezTo>
                  <a:pt x="694973" y="102897"/>
                  <a:pt x="696660" y="97836"/>
                  <a:pt x="698347" y="91089"/>
                </a:cubicBezTo>
                <a:cubicBezTo>
                  <a:pt x="701720" y="84341"/>
                  <a:pt x="701720" y="77594"/>
                  <a:pt x="701720" y="67473"/>
                </a:cubicBezTo>
                <a:close/>
                <a:moveTo>
                  <a:pt x="720276" y="67473"/>
                </a:moveTo>
                <a:cubicBezTo>
                  <a:pt x="720276" y="79281"/>
                  <a:pt x="718589" y="89402"/>
                  <a:pt x="716902" y="97836"/>
                </a:cubicBezTo>
                <a:cubicBezTo>
                  <a:pt x="713528" y="106270"/>
                  <a:pt x="708468" y="113017"/>
                  <a:pt x="703407" y="118078"/>
                </a:cubicBezTo>
                <a:cubicBezTo>
                  <a:pt x="698347" y="124825"/>
                  <a:pt x="691599" y="128199"/>
                  <a:pt x="683165" y="131573"/>
                </a:cubicBezTo>
                <a:cubicBezTo>
                  <a:pt x="674731" y="133259"/>
                  <a:pt x="664610" y="134946"/>
                  <a:pt x="652802" y="134946"/>
                </a:cubicBezTo>
                <a:lnTo>
                  <a:pt x="625813" y="134946"/>
                </a:lnTo>
                <a:cubicBezTo>
                  <a:pt x="624126" y="134946"/>
                  <a:pt x="622440" y="134946"/>
                  <a:pt x="620753" y="133259"/>
                </a:cubicBezTo>
                <a:cubicBezTo>
                  <a:pt x="619066" y="133259"/>
                  <a:pt x="619066" y="131573"/>
                  <a:pt x="619066" y="128199"/>
                </a:cubicBezTo>
                <a:lnTo>
                  <a:pt x="619066" y="10121"/>
                </a:lnTo>
                <a:cubicBezTo>
                  <a:pt x="619066" y="8434"/>
                  <a:pt x="619066" y="6747"/>
                  <a:pt x="620753" y="5060"/>
                </a:cubicBezTo>
                <a:cubicBezTo>
                  <a:pt x="622440" y="3374"/>
                  <a:pt x="624126" y="3374"/>
                  <a:pt x="625813" y="3374"/>
                </a:cubicBezTo>
                <a:lnTo>
                  <a:pt x="656176" y="3374"/>
                </a:lnTo>
                <a:cubicBezTo>
                  <a:pt x="666297" y="3374"/>
                  <a:pt x="676418" y="5060"/>
                  <a:pt x="684852" y="8434"/>
                </a:cubicBezTo>
                <a:cubicBezTo>
                  <a:pt x="691599" y="10121"/>
                  <a:pt x="698347" y="15181"/>
                  <a:pt x="703407" y="20242"/>
                </a:cubicBezTo>
                <a:cubicBezTo>
                  <a:pt x="710155" y="25302"/>
                  <a:pt x="713528" y="32050"/>
                  <a:pt x="716902" y="40484"/>
                </a:cubicBezTo>
                <a:cubicBezTo>
                  <a:pt x="718589" y="48918"/>
                  <a:pt x="720276" y="57352"/>
                  <a:pt x="720276" y="67473"/>
                </a:cubicBezTo>
                <a:close/>
                <a:moveTo>
                  <a:pt x="527977" y="77594"/>
                </a:moveTo>
                <a:cubicBezTo>
                  <a:pt x="527977" y="69160"/>
                  <a:pt x="526290" y="62413"/>
                  <a:pt x="521230" y="57352"/>
                </a:cubicBezTo>
                <a:cubicBezTo>
                  <a:pt x="517856" y="52292"/>
                  <a:pt x="511109" y="48918"/>
                  <a:pt x="502675" y="48918"/>
                </a:cubicBezTo>
                <a:cubicBezTo>
                  <a:pt x="499301" y="48918"/>
                  <a:pt x="495927" y="50605"/>
                  <a:pt x="492554" y="52292"/>
                </a:cubicBezTo>
                <a:cubicBezTo>
                  <a:pt x="489180" y="53978"/>
                  <a:pt x="485806" y="55665"/>
                  <a:pt x="484120" y="57352"/>
                </a:cubicBezTo>
                <a:cubicBezTo>
                  <a:pt x="482433" y="60726"/>
                  <a:pt x="480746" y="64099"/>
                  <a:pt x="479059" y="67473"/>
                </a:cubicBezTo>
                <a:cubicBezTo>
                  <a:pt x="477372" y="70847"/>
                  <a:pt x="477372" y="74220"/>
                  <a:pt x="477372" y="77594"/>
                </a:cubicBezTo>
                <a:lnTo>
                  <a:pt x="527977" y="77594"/>
                </a:lnTo>
                <a:close/>
                <a:moveTo>
                  <a:pt x="544845" y="82655"/>
                </a:moveTo>
                <a:cubicBezTo>
                  <a:pt x="544845" y="86028"/>
                  <a:pt x="543159" y="87715"/>
                  <a:pt x="541472" y="87715"/>
                </a:cubicBezTo>
                <a:cubicBezTo>
                  <a:pt x="541472" y="89402"/>
                  <a:pt x="539785" y="89402"/>
                  <a:pt x="538098" y="89402"/>
                </a:cubicBezTo>
                <a:lnTo>
                  <a:pt x="477372" y="89402"/>
                </a:lnTo>
                <a:cubicBezTo>
                  <a:pt x="477372" y="94462"/>
                  <a:pt x="477372" y="99523"/>
                  <a:pt x="479059" y="104583"/>
                </a:cubicBezTo>
                <a:cubicBezTo>
                  <a:pt x="479059" y="107957"/>
                  <a:pt x="480746" y="111331"/>
                  <a:pt x="484120" y="114704"/>
                </a:cubicBezTo>
                <a:cubicBezTo>
                  <a:pt x="485806" y="118078"/>
                  <a:pt x="489180" y="119765"/>
                  <a:pt x="492554" y="121452"/>
                </a:cubicBezTo>
                <a:cubicBezTo>
                  <a:pt x="497614" y="123138"/>
                  <a:pt x="500988" y="123138"/>
                  <a:pt x="507735" y="123138"/>
                </a:cubicBezTo>
                <a:cubicBezTo>
                  <a:pt x="511109" y="123138"/>
                  <a:pt x="516169" y="123138"/>
                  <a:pt x="519543" y="123138"/>
                </a:cubicBezTo>
                <a:cubicBezTo>
                  <a:pt x="522917" y="121452"/>
                  <a:pt x="524603" y="121452"/>
                  <a:pt x="527977" y="119765"/>
                </a:cubicBezTo>
                <a:cubicBezTo>
                  <a:pt x="529664" y="119765"/>
                  <a:pt x="533038" y="118078"/>
                  <a:pt x="534724" y="118078"/>
                </a:cubicBezTo>
                <a:cubicBezTo>
                  <a:pt x="536411" y="116391"/>
                  <a:pt x="536411" y="116391"/>
                  <a:pt x="538098" y="116391"/>
                </a:cubicBezTo>
                <a:cubicBezTo>
                  <a:pt x="539785" y="116391"/>
                  <a:pt x="539785" y="118078"/>
                  <a:pt x="539785" y="118078"/>
                </a:cubicBezTo>
                <a:lnTo>
                  <a:pt x="539785" y="119765"/>
                </a:lnTo>
                <a:cubicBezTo>
                  <a:pt x="539785" y="121452"/>
                  <a:pt x="539785" y="121452"/>
                  <a:pt x="539785" y="123138"/>
                </a:cubicBezTo>
                <a:lnTo>
                  <a:pt x="539785" y="124825"/>
                </a:lnTo>
                <a:lnTo>
                  <a:pt x="539785" y="126512"/>
                </a:lnTo>
                <a:lnTo>
                  <a:pt x="539785" y="128199"/>
                </a:lnTo>
                <a:cubicBezTo>
                  <a:pt x="539785" y="128199"/>
                  <a:pt x="539785" y="129886"/>
                  <a:pt x="538098" y="129886"/>
                </a:cubicBezTo>
                <a:cubicBezTo>
                  <a:pt x="538098" y="129886"/>
                  <a:pt x="536411" y="129886"/>
                  <a:pt x="534724" y="131573"/>
                </a:cubicBezTo>
                <a:cubicBezTo>
                  <a:pt x="533038" y="131573"/>
                  <a:pt x="531351" y="133259"/>
                  <a:pt x="527977" y="133259"/>
                </a:cubicBezTo>
                <a:cubicBezTo>
                  <a:pt x="524603" y="134946"/>
                  <a:pt x="521230" y="134946"/>
                  <a:pt x="517856" y="136633"/>
                </a:cubicBezTo>
                <a:cubicBezTo>
                  <a:pt x="514483" y="136633"/>
                  <a:pt x="509422" y="136633"/>
                  <a:pt x="506048" y="136633"/>
                </a:cubicBezTo>
                <a:cubicBezTo>
                  <a:pt x="497614" y="136633"/>
                  <a:pt x="490867" y="136633"/>
                  <a:pt x="485806" y="133259"/>
                </a:cubicBezTo>
                <a:cubicBezTo>
                  <a:pt x="480746" y="131573"/>
                  <a:pt x="475685" y="128199"/>
                  <a:pt x="472312" y="124825"/>
                </a:cubicBezTo>
                <a:cubicBezTo>
                  <a:pt x="467251" y="119765"/>
                  <a:pt x="465565" y="114704"/>
                  <a:pt x="462191" y="109644"/>
                </a:cubicBezTo>
                <a:cubicBezTo>
                  <a:pt x="460504" y="102897"/>
                  <a:pt x="460504" y="96149"/>
                  <a:pt x="460504" y="87715"/>
                </a:cubicBezTo>
                <a:cubicBezTo>
                  <a:pt x="460504" y="79281"/>
                  <a:pt x="460504" y="72534"/>
                  <a:pt x="462191" y="65786"/>
                </a:cubicBezTo>
                <a:cubicBezTo>
                  <a:pt x="465565" y="59039"/>
                  <a:pt x="467251" y="53978"/>
                  <a:pt x="472312" y="50605"/>
                </a:cubicBezTo>
                <a:cubicBezTo>
                  <a:pt x="475685" y="45544"/>
                  <a:pt x="480746" y="42171"/>
                  <a:pt x="485806" y="40484"/>
                </a:cubicBezTo>
                <a:cubicBezTo>
                  <a:pt x="490867" y="37110"/>
                  <a:pt x="497614" y="37110"/>
                  <a:pt x="504362" y="37110"/>
                </a:cubicBezTo>
                <a:cubicBezTo>
                  <a:pt x="511109" y="37110"/>
                  <a:pt x="517856" y="37110"/>
                  <a:pt x="522917" y="40484"/>
                </a:cubicBezTo>
                <a:cubicBezTo>
                  <a:pt x="527977" y="42171"/>
                  <a:pt x="531351" y="45544"/>
                  <a:pt x="534724" y="48918"/>
                </a:cubicBezTo>
                <a:cubicBezTo>
                  <a:pt x="538098" y="52292"/>
                  <a:pt x="539785" y="57352"/>
                  <a:pt x="541472" y="62413"/>
                </a:cubicBezTo>
                <a:cubicBezTo>
                  <a:pt x="543159" y="67473"/>
                  <a:pt x="544845" y="74220"/>
                  <a:pt x="544845" y="79281"/>
                </a:cubicBezTo>
                <a:lnTo>
                  <a:pt x="544845" y="82655"/>
                </a:lnTo>
                <a:close/>
                <a:moveTo>
                  <a:pt x="435202" y="133259"/>
                </a:moveTo>
                <a:lnTo>
                  <a:pt x="435202" y="133259"/>
                </a:lnTo>
                <a:cubicBezTo>
                  <a:pt x="435202" y="134946"/>
                  <a:pt x="433515" y="134946"/>
                  <a:pt x="433515" y="134946"/>
                </a:cubicBezTo>
                <a:lnTo>
                  <a:pt x="431828" y="134946"/>
                </a:lnTo>
                <a:cubicBezTo>
                  <a:pt x="430141" y="136633"/>
                  <a:pt x="428454" y="136633"/>
                  <a:pt x="426767" y="136633"/>
                </a:cubicBezTo>
                <a:cubicBezTo>
                  <a:pt x="425081" y="136633"/>
                  <a:pt x="423394" y="136633"/>
                  <a:pt x="423394" y="134946"/>
                </a:cubicBezTo>
                <a:cubicBezTo>
                  <a:pt x="421707" y="134946"/>
                  <a:pt x="421707" y="134946"/>
                  <a:pt x="420020" y="134946"/>
                </a:cubicBezTo>
                <a:lnTo>
                  <a:pt x="418333" y="133259"/>
                </a:lnTo>
                <a:lnTo>
                  <a:pt x="418333" y="79281"/>
                </a:lnTo>
                <a:cubicBezTo>
                  <a:pt x="418333" y="74220"/>
                  <a:pt x="418333" y="69160"/>
                  <a:pt x="416647" y="65786"/>
                </a:cubicBezTo>
                <a:cubicBezTo>
                  <a:pt x="416647" y="62413"/>
                  <a:pt x="414960" y="60726"/>
                  <a:pt x="413273" y="57352"/>
                </a:cubicBezTo>
                <a:cubicBezTo>
                  <a:pt x="411586" y="55665"/>
                  <a:pt x="409899" y="53978"/>
                  <a:pt x="408212" y="52292"/>
                </a:cubicBezTo>
                <a:cubicBezTo>
                  <a:pt x="404839" y="52292"/>
                  <a:pt x="403152" y="50605"/>
                  <a:pt x="399778" y="50605"/>
                </a:cubicBezTo>
                <a:cubicBezTo>
                  <a:pt x="394718" y="50605"/>
                  <a:pt x="391344" y="52292"/>
                  <a:pt x="386284" y="55665"/>
                </a:cubicBezTo>
                <a:cubicBezTo>
                  <a:pt x="382910" y="59039"/>
                  <a:pt x="377849" y="62413"/>
                  <a:pt x="372789" y="69160"/>
                </a:cubicBezTo>
                <a:lnTo>
                  <a:pt x="372789" y="133259"/>
                </a:lnTo>
                <a:cubicBezTo>
                  <a:pt x="372789" y="134946"/>
                  <a:pt x="372789" y="134946"/>
                  <a:pt x="371102" y="134946"/>
                </a:cubicBezTo>
                <a:lnTo>
                  <a:pt x="369415" y="134946"/>
                </a:lnTo>
                <a:cubicBezTo>
                  <a:pt x="367728" y="136633"/>
                  <a:pt x="366042" y="136633"/>
                  <a:pt x="364355" y="136633"/>
                </a:cubicBezTo>
                <a:cubicBezTo>
                  <a:pt x="362668" y="136633"/>
                  <a:pt x="360981" y="136633"/>
                  <a:pt x="360981" y="134946"/>
                </a:cubicBezTo>
                <a:cubicBezTo>
                  <a:pt x="359294" y="134946"/>
                  <a:pt x="359294" y="134946"/>
                  <a:pt x="357608" y="134946"/>
                </a:cubicBezTo>
                <a:lnTo>
                  <a:pt x="355921" y="133259"/>
                </a:lnTo>
                <a:lnTo>
                  <a:pt x="355921" y="40484"/>
                </a:lnTo>
                <a:lnTo>
                  <a:pt x="355921" y="38797"/>
                </a:lnTo>
                <a:lnTo>
                  <a:pt x="357608" y="38797"/>
                </a:lnTo>
                <a:cubicBezTo>
                  <a:pt x="359294" y="38797"/>
                  <a:pt x="359294" y="38797"/>
                  <a:pt x="360981" y="37110"/>
                </a:cubicBezTo>
                <a:cubicBezTo>
                  <a:pt x="360981" y="37110"/>
                  <a:pt x="362668" y="37110"/>
                  <a:pt x="364355" y="37110"/>
                </a:cubicBezTo>
                <a:cubicBezTo>
                  <a:pt x="366042" y="37110"/>
                  <a:pt x="366042" y="37110"/>
                  <a:pt x="367728" y="37110"/>
                </a:cubicBezTo>
                <a:lnTo>
                  <a:pt x="369415" y="38797"/>
                </a:lnTo>
                <a:lnTo>
                  <a:pt x="371102" y="38797"/>
                </a:lnTo>
                <a:lnTo>
                  <a:pt x="371102" y="40484"/>
                </a:lnTo>
                <a:lnTo>
                  <a:pt x="371102" y="52292"/>
                </a:lnTo>
                <a:cubicBezTo>
                  <a:pt x="376163" y="47231"/>
                  <a:pt x="381223" y="43858"/>
                  <a:pt x="386284" y="40484"/>
                </a:cubicBezTo>
                <a:cubicBezTo>
                  <a:pt x="391344" y="37110"/>
                  <a:pt x="398091" y="37110"/>
                  <a:pt x="403152" y="37110"/>
                </a:cubicBezTo>
                <a:cubicBezTo>
                  <a:pt x="408212" y="37110"/>
                  <a:pt x="413273" y="37110"/>
                  <a:pt x="418333" y="38797"/>
                </a:cubicBezTo>
                <a:cubicBezTo>
                  <a:pt x="421707" y="42171"/>
                  <a:pt x="425081" y="43858"/>
                  <a:pt x="428454" y="47231"/>
                </a:cubicBezTo>
                <a:cubicBezTo>
                  <a:pt x="430141" y="50605"/>
                  <a:pt x="431828" y="55665"/>
                  <a:pt x="433515" y="60726"/>
                </a:cubicBezTo>
                <a:cubicBezTo>
                  <a:pt x="435202" y="64099"/>
                  <a:pt x="435202" y="70847"/>
                  <a:pt x="435202" y="75907"/>
                </a:cubicBezTo>
                <a:lnTo>
                  <a:pt x="435202" y="133259"/>
                </a:lnTo>
                <a:close/>
                <a:moveTo>
                  <a:pt x="325558" y="133259"/>
                </a:moveTo>
                <a:lnTo>
                  <a:pt x="325558" y="133259"/>
                </a:lnTo>
                <a:cubicBezTo>
                  <a:pt x="325558" y="134946"/>
                  <a:pt x="323871" y="134946"/>
                  <a:pt x="323871" y="134946"/>
                </a:cubicBezTo>
                <a:lnTo>
                  <a:pt x="322184" y="134946"/>
                </a:lnTo>
                <a:cubicBezTo>
                  <a:pt x="320497" y="136633"/>
                  <a:pt x="318810" y="136633"/>
                  <a:pt x="317124" y="136633"/>
                </a:cubicBezTo>
                <a:cubicBezTo>
                  <a:pt x="315437" y="136633"/>
                  <a:pt x="313750" y="136633"/>
                  <a:pt x="313750" y="134946"/>
                </a:cubicBezTo>
                <a:cubicBezTo>
                  <a:pt x="312063" y="134946"/>
                  <a:pt x="312063" y="134946"/>
                  <a:pt x="310376" y="134946"/>
                </a:cubicBezTo>
                <a:lnTo>
                  <a:pt x="308690" y="133259"/>
                </a:lnTo>
                <a:lnTo>
                  <a:pt x="308690" y="40484"/>
                </a:lnTo>
                <a:lnTo>
                  <a:pt x="310376" y="38797"/>
                </a:lnTo>
                <a:cubicBezTo>
                  <a:pt x="312063" y="38797"/>
                  <a:pt x="312063" y="38797"/>
                  <a:pt x="313750" y="38797"/>
                </a:cubicBezTo>
                <a:cubicBezTo>
                  <a:pt x="313750" y="37110"/>
                  <a:pt x="315437" y="37110"/>
                  <a:pt x="317124" y="37110"/>
                </a:cubicBezTo>
                <a:cubicBezTo>
                  <a:pt x="318810" y="37110"/>
                  <a:pt x="320497" y="37110"/>
                  <a:pt x="322184" y="38797"/>
                </a:cubicBezTo>
                <a:lnTo>
                  <a:pt x="323871" y="38797"/>
                </a:lnTo>
                <a:cubicBezTo>
                  <a:pt x="323871" y="38797"/>
                  <a:pt x="325558" y="38797"/>
                  <a:pt x="325558" y="40484"/>
                </a:cubicBezTo>
                <a:lnTo>
                  <a:pt x="325558" y="133259"/>
                </a:lnTo>
                <a:close/>
                <a:moveTo>
                  <a:pt x="327245" y="10121"/>
                </a:moveTo>
                <a:cubicBezTo>
                  <a:pt x="327245" y="13495"/>
                  <a:pt x="327245" y="16868"/>
                  <a:pt x="325558" y="18555"/>
                </a:cubicBezTo>
                <a:cubicBezTo>
                  <a:pt x="323871" y="20242"/>
                  <a:pt x="320497" y="20242"/>
                  <a:pt x="317124" y="20242"/>
                </a:cubicBezTo>
                <a:cubicBezTo>
                  <a:pt x="313750" y="20242"/>
                  <a:pt x="310376" y="20242"/>
                  <a:pt x="308690" y="18555"/>
                </a:cubicBezTo>
                <a:cubicBezTo>
                  <a:pt x="307003" y="16868"/>
                  <a:pt x="307003" y="13495"/>
                  <a:pt x="307003" y="10121"/>
                </a:cubicBezTo>
                <a:cubicBezTo>
                  <a:pt x="307003" y="6747"/>
                  <a:pt x="307003" y="3374"/>
                  <a:pt x="308690" y="1687"/>
                </a:cubicBezTo>
                <a:cubicBezTo>
                  <a:pt x="310376" y="0"/>
                  <a:pt x="313750" y="0"/>
                  <a:pt x="317124" y="0"/>
                </a:cubicBezTo>
                <a:cubicBezTo>
                  <a:pt x="322184" y="0"/>
                  <a:pt x="323871" y="0"/>
                  <a:pt x="325558" y="1687"/>
                </a:cubicBezTo>
                <a:cubicBezTo>
                  <a:pt x="327245" y="3374"/>
                  <a:pt x="327245" y="6747"/>
                  <a:pt x="327245" y="10121"/>
                </a:cubicBezTo>
                <a:close/>
                <a:moveTo>
                  <a:pt x="285074" y="107957"/>
                </a:moveTo>
                <a:cubicBezTo>
                  <a:pt x="285074" y="113017"/>
                  <a:pt x="283387" y="116391"/>
                  <a:pt x="281700" y="119765"/>
                </a:cubicBezTo>
                <a:cubicBezTo>
                  <a:pt x="280013" y="123138"/>
                  <a:pt x="278327" y="126512"/>
                  <a:pt x="274953" y="129886"/>
                </a:cubicBezTo>
                <a:cubicBezTo>
                  <a:pt x="271579" y="131573"/>
                  <a:pt x="268206" y="133259"/>
                  <a:pt x="263145" y="134946"/>
                </a:cubicBezTo>
                <a:cubicBezTo>
                  <a:pt x="259772" y="136633"/>
                  <a:pt x="254711" y="136633"/>
                  <a:pt x="249651" y="136633"/>
                </a:cubicBezTo>
                <a:cubicBezTo>
                  <a:pt x="246277" y="136633"/>
                  <a:pt x="242903" y="136633"/>
                  <a:pt x="239530" y="136633"/>
                </a:cubicBezTo>
                <a:cubicBezTo>
                  <a:pt x="236156" y="136633"/>
                  <a:pt x="234469" y="134946"/>
                  <a:pt x="231095" y="134946"/>
                </a:cubicBezTo>
                <a:cubicBezTo>
                  <a:pt x="229409" y="133259"/>
                  <a:pt x="227722" y="133259"/>
                  <a:pt x="226035" y="131573"/>
                </a:cubicBezTo>
                <a:cubicBezTo>
                  <a:pt x="224348" y="131573"/>
                  <a:pt x="222661" y="129886"/>
                  <a:pt x="222661" y="129886"/>
                </a:cubicBezTo>
                <a:cubicBezTo>
                  <a:pt x="220974" y="129886"/>
                  <a:pt x="220974" y="128199"/>
                  <a:pt x="220974" y="126512"/>
                </a:cubicBezTo>
                <a:cubicBezTo>
                  <a:pt x="220974" y="126512"/>
                  <a:pt x="219288" y="124825"/>
                  <a:pt x="219288" y="121452"/>
                </a:cubicBezTo>
                <a:cubicBezTo>
                  <a:pt x="219288" y="121452"/>
                  <a:pt x="219288" y="119765"/>
                  <a:pt x="220974" y="118078"/>
                </a:cubicBezTo>
                <a:lnTo>
                  <a:pt x="220974" y="116391"/>
                </a:lnTo>
                <a:lnTo>
                  <a:pt x="220974" y="114704"/>
                </a:lnTo>
                <a:lnTo>
                  <a:pt x="222661" y="114704"/>
                </a:lnTo>
                <a:cubicBezTo>
                  <a:pt x="224348" y="114704"/>
                  <a:pt x="224348" y="114704"/>
                  <a:pt x="226035" y="116391"/>
                </a:cubicBezTo>
                <a:cubicBezTo>
                  <a:pt x="227722" y="118078"/>
                  <a:pt x="229409" y="118078"/>
                  <a:pt x="231095" y="119765"/>
                </a:cubicBezTo>
                <a:cubicBezTo>
                  <a:pt x="234469" y="119765"/>
                  <a:pt x="236156" y="121452"/>
                  <a:pt x="239530" y="123138"/>
                </a:cubicBezTo>
                <a:cubicBezTo>
                  <a:pt x="241216" y="123138"/>
                  <a:pt x="244590" y="123138"/>
                  <a:pt x="249651" y="123138"/>
                </a:cubicBezTo>
                <a:cubicBezTo>
                  <a:pt x="251337" y="123138"/>
                  <a:pt x="254711" y="123138"/>
                  <a:pt x="256398" y="123138"/>
                </a:cubicBezTo>
                <a:cubicBezTo>
                  <a:pt x="259772" y="121452"/>
                  <a:pt x="261458" y="121452"/>
                  <a:pt x="263145" y="119765"/>
                </a:cubicBezTo>
                <a:cubicBezTo>
                  <a:pt x="264832" y="119765"/>
                  <a:pt x="266519" y="118078"/>
                  <a:pt x="266519" y="116391"/>
                </a:cubicBezTo>
                <a:cubicBezTo>
                  <a:pt x="268206" y="113017"/>
                  <a:pt x="268206" y="111331"/>
                  <a:pt x="268206" y="109644"/>
                </a:cubicBezTo>
                <a:cubicBezTo>
                  <a:pt x="268206" y="106270"/>
                  <a:pt x="268206" y="104583"/>
                  <a:pt x="266519" y="102897"/>
                </a:cubicBezTo>
                <a:cubicBezTo>
                  <a:pt x="264832" y="101210"/>
                  <a:pt x="263145" y="99523"/>
                  <a:pt x="261458" y="97836"/>
                </a:cubicBezTo>
                <a:cubicBezTo>
                  <a:pt x="258085" y="96149"/>
                  <a:pt x="256398" y="94462"/>
                  <a:pt x="253024" y="94462"/>
                </a:cubicBezTo>
                <a:cubicBezTo>
                  <a:pt x="251337" y="92776"/>
                  <a:pt x="247964" y="92776"/>
                  <a:pt x="244590" y="91089"/>
                </a:cubicBezTo>
                <a:cubicBezTo>
                  <a:pt x="242903" y="89402"/>
                  <a:pt x="239530" y="87715"/>
                  <a:pt x="236156" y="87715"/>
                </a:cubicBezTo>
                <a:cubicBezTo>
                  <a:pt x="234469" y="86028"/>
                  <a:pt x="231095" y="84341"/>
                  <a:pt x="229409" y="80968"/>
                </a:cubicBezTo>
                <a:cubicBezTo>
                  <a:pt x="227722" y="79281"/>
                  <a:pt x="226035" y="77594"/>
                  <a:pt x="224348" y="74220"/>
                </a:cubicBezTo>
                <a:cubicBezTo>
                  <a:pt x="222661" y="70847"/>
                  <a:pt x="222661" y="67473"/>
                  <a:pt x="222661" y="64099"/>
                </a:cubicBezTo>
                <a:cubicBezTo>
                  <a:pt x="222661" y="60726"/>
                  <a:pt x="222661" y="57352"/>
                  <a:pt x="224348" y="53978"/>
                </a:cubicBezTo>
                <a:cubicBezTo>
                  <a:pt x="226035" y="50605"/>
                  <a:pt x="227722" y="47231"/>
                  <a:pt x="231095" y="43858"/>
                </a:cubicBezTo>
                <a:cubicBezTo>
                  <a:pt x="232782" y="42171"/>
                  <a:pt x="236156" y="40484"/>
                  <a:pt x="241216" y="38797"/>
                </a:cubicBezTo>
                <a:cubicBezTo>
                  <a:pt x="244590" y="37110"/>
                  <a:pt x="249651" y="37110"/>
                  <a:pt x="256398" y="37110"/>
                </a:cubicBezTo>
                <a:cubicBezTo>
                  <a:pt x="258085" y="37110"/>
                  <a:pt x="259772" y="37110"/>
                  <a:pt x="263145" y="37110"/>
                </a:cubicBezTo>
                <a:cubicBezTo>
                  <a:pt x="264832" y="37110"/>
                  <a:pt x="268206" y="37110"/>
                  <a:pt x="269892" y="38797"/>
                </a:cubicBezTo>
                <a:cubicBezTo>
                  <a:pt x="271579" y="38797"/>
                  <a:pt x="273266" y="40484"/>
                  <a:pt x="274953" y="40484"/>
                </a:cubicBezTo>
                <a:cubicBezTo>
                  <a:pt x="276640" y="40484"/>
                  <a:pt x="276640" y="42171"/>
                  <a:pt x="278327" y="42171"/>
                </a:cubicBezTo>
                <a:cubicBezTo>
                  <a:pt x="278327" y="42171"/>
                  <a:pt x="278327" y="43858"/>
                  <a:pt x="280013" y="43858"/>
                </a:cubicBezTo>
                <a:lnTo>
                  <a:pt x="280013" y="45544"/>
                </a:lnTo>
                <a:lnTo>
                  <a:pt x="280013" y="47231"/>
                </a:lnTo>
                <a:cubicBezTo>
                  <a:pt x="280013" y="47231"/>
                  <a:pt x="280013" y="48918"/>
                  <a:pt x="280013" y="50605"/>
                </a:cubicBezTo>
                <a:lnTo>
                  <a:pt x="280013" y="52292"/>
                </a:lnTo>
                <a:cubicBezTo>
                  <a:pt x="280013" y="53978"/>
                  <a:pt x="280013" y="53978"/>
                  <a:pt x="280013" y="55665"/>
                </a:cubicBezTo>
                <a:lnTo>
                  <a:pt x="278327" y="55665"/>
                </a:lnTo>
                <a:cubicBezTo>
                  <a:pt x="276640" y="55665"/>
                  <a:pt x="276640" y="55665"/>
                  <a:pt x="274953" y="55665"/>
                </a:cubicBezTo>
                <a:cubicBezTo>
                  <a:pt x="273266" y="53978"/>
                  <a:pt x="271579" y="53978"/>
                  <a:pt x="269892" y="52292"/>
                </a:cubicBezTo>
                <a:cubicBezTo>
                  <a:pt x="268206" y="52292"/>
                  <a:pt x="266519" y="50605"/>
                  <a:pt x="263145" y="50605"/>
                </a:cubicBezTo>
                <a:cubicBezTo>
                  <a:pt x="261458" y="50605"/>
                  <a:pt x="258085" y="48918"/>
                  <a:pt x="254711" y="48918"/>
                </a:cubicBezTo>
                <a:cubicBezTo>
                  <a:pt x="253024" y="48918"/>
                  <a:pt x="249651" y="48918"/>
                  <a:pt x="247964" y="50605"/>
                </a:cubicBezTo>
                <a:cubicBezTo>
                  <a:pt x="246277" y="50605"/>
                  <a:pt x="244590" y="52292"/>
                  <a:pt x="242903" y="53978"/>
                </a:cubicBezTo>
                <a:cubicBezTo>
                  <a:pt x="241216" y="53978"/>
                  <a:pt x="239530" y="55665"/>
                  <a:pt x="239530" y="57352"/>
                </a:cubicBezTo>
                <a:cubicBezTo>
                  <a:pt x="237843" y="59039"/>
                  <a:pt x="237843" y="60726"/>
                  <a:pt x="237843" y="62413"/>
                </a:cubicBezTo>
                <a:cubicBezTo>
                  <a:pt x="237843" y="65786"/>
                  <a:pt x="239530" y="67473"/>
                  <a:pt x="239530" y="69160"/>
                </a:cubicBezTo>
                <a:cubicBezTo>
                  <a:pt x="241216" y="70847"/>
                  <a:pt x="242903" y="72534"/>
                  <a:pt x="246277" y="74220"/>
                </a:cubicBezTo>
                <a:cubicBezTo>
                  <a:pt x="247964" y="75907"/>
                  <a:pt x="249651" y="75907"/>
                  <a:pt x="253024" y="77594"/>
                </a:cubicBezTo>
                <a:cubicBezTo>
                  <a:pt x="256398" y="79281"/>
                  <a:pt x="258085" y="79281"/>
                  <a:pt x="261458" y="80968"/>
                </a:cubicBezTo>
                <a:cubicBezTo>
                  <a:pt x="264832" y="82655"/>
                  <a:pt x="266519" y="84341"/>
                  <a:pt x="269892" y="84341"/>
                </a:cubicBezTo>
                <a:cubicBezTo>
                  <a:pt x="273266" y="86028"/>
                  <a:pt x="274953" y="87715"/>
                  <a:pt x="278327" y="89402"/>
                </a:cubicBezTo>
                <a:cubicBezTo>
                  <a:pt x="280013" y="92776"/>
                  <a:pt x="281700" y="94462"/>
                  <a:pt x="283387" y="97836"/>
                </a:cubicBezTo>
                <a:cubicBezTo>
                  <a:pt x="285074" y="101210"/>
                  <a:pt x="285074" y="104583"/>
                  <a:pt x="285074" y="107957"/>
                </a:cubicBezTo>
                <a:close/>
                <a:moveTo>
                  <a:pt x="185551" y="87715"/>
                </a:moveTo>
                <a:cubicBezTo>
                  <a:pt x="185551" y="82655"/>
                  <a:pt x="185551" y="77594"/>
                  <a:pt x="183864" y="72534"/>
                </a:cubicBezTo>
                <a:cubicBezTo>
                  <a:pt x="182177" y="69160"/>
                  <a:pt x="182177" y="64099"/>
                  <a:pt x="178804" y="60726"/>
                </a:cubicBezTo>
                <a:cubicBezTo>
                  <a:pt x="177117" y="57352"/>
                  <a:pt x="173743" y="55665"/>
                  <a:pt x="170370" y="53978"/>
                </a:cubicBezTo>
                <a:cubicBezTo>
                  <a:pt x="166996" y="50605"/>
                  <a:pt x="161935" y="50605"/>
                  <a:pt x="156875" y="50605"/>
                </a:cubicBezTo>
                <a:cubicBezTo>
                  <a:pt x="151815" y="50605"/>
                  <a:pt x="148441" y="50605"/>
                  <a:pt x="143380" y="52292"/>
                </a:cubicBezTo>
                <a:cubicBezTo>
                  <a:pt x="140007" y="55665"/>
                  <a:pt x="138320" y="57352"/>
                  <a:pt x="134946" y="60726"/>
                </a:cubicBezTo>
                <a:cubicBezTo>
                  <a:pt x="133259" y="64099"/>
                  <a:pt x="131573" y="67473"/>
                  <a:pt x="129886" y="72534"/>
                </a:cubicBezTo>
                <a:cubicBezTo>
                  <a:pt x="128199" y="75907"/>
                  <a:pt x="128199" y="80968"/>
                  <a:pt x="128199" y="86028"/>
                </a:cubicBezTo>
                <a:cubicBezTo>
                  <a:pt x="128199" y="91089"/>
                  <a:pt x="128199" y="96149"/>
                  <a:pt x="129886" y="101210"/>
                </a:cubicBezTo>
                <a:cubicBezTo>
                  <a:pt x="129886" y="104583"/>
                  <a:pt x="131573" y="109644"/>
                  <a:pt x="134946" y="113017"/>
                </a:cubicBezTo>
                <a:cubicBezTo>
                  <a:pt x="136633" y="116391"/>
                  <a:pt x="140007" y="118078"/>
                  <a:pt x="143380" y="119765"/>
                </a:cubicBezTo>
                <a:cubicBezTo>
                  <a:pt x="146754" y="121452"/>
                  <a:pt x="151815" y="123138"/>
                  <a:pt x="156875" y="123138"/>
                </a:cubicBezTo>
                <a:cubicBezTo>
                  <a:pt x="161935" y="123138"/>
                  <a:pt x="165309" y="121452"/>
                  <a:pt x="168683" y="119765"/>
                </a:cubicBezTo>
                <a:cubicBezTo>
                  <a:pt x="173743" y="118078"/>
                  <a:pt x="175430" y="116391"/>
                  <a:pt x="178804" y="113017"/>
                </a:cubicBezTo>
                <a:cubicBezTo>
                  <a:pt x="180491" y="109644"/>
                  <a:pt x="182177" y="106270"/>
                  <a:pt x="183864" y="101210"/>
                </a:cubicBezTo>
                <a:cubicBezTo>
                  <a:pt x="183864" y="97836"/>
                  <a:pt x="185551" y="92776"/>
                  <a:pt x="185551" y="87715"/>
                </a:cubicBezTo>
                <a:close/>
                <a:moveTo>
                  <a:pt x="202419" y="86028"/>
                </a:moveTo>
                <a:cubicBezTo>
                  <a:pt x="202419" y="92776"/>
                  <a:pt x="202419" y="99523"/>
                  <a:pt x="199046" y="106270"/>
                </a:cubicBezTo>
                <a:cubicBezTo>
                  <a:pt x="197359" y="113017"/>
                  <a:pt x="193985" y="118078"/>
                  <a:pt x="190612" y="123138"/>
                </a:cubicBezTo>
                <a:cubicBezTo>
                  <a:pt x="187238" y="126512"/>
                  <a:pt x="182177" y="131573"/>
                  <a:pt x="175430" y="133259"/>
                </a:cubicBezTo>
                <a:cubicBezTo>
                  <a:pt x="170370" y="136633"/>
                  <a:pt x="163622" y="136633"/>
                  <a:pt x="155188" y="136633"/>
                </a:cubicBezTo>
                <a:cubicBezTo>
                  <a:pt x="148441" y="136633"/>
                  <a:pt x="141694" y="136633"/>
                  <a:pt x="136633" y="133259"/>
                </a:cubicBezTo>
                <a:cubicBezTo>
                  <a:pt x="129886" y="131573"/>
                  <a:pt x="126512" y="128199"/>
                  <a:pt x="121452" y="124825"/>
                </a:cubicBezTo>
                <a:cubicBezTo>
                  <a:pt x="118078" y="119765"/>
                  <a:pt x="114704" y="114704"/>
                  <a:pt x="113017" y="107957"/>
                </a:cubicBezTo>
                <a:cubicBezTo>
                  <a:pt x="111331" y="102897"/>
                  <a:pt x="111331" y="96149"/>
                  <a:pt x="111331" y="87715"/>
                </a:cubicBezTo>
                <a:cubicBezTo>
                  <a:pt x="111331" y="80968"/>
                  <a:pt x="111331" y="72534"/>
                  <a:pt x="113017" y="67473"/>
                </a:cubicBezTo>
                <a:cubicBezTo>
                  <a:pt x="116391" y="60726"/>
                  <a:pt x="118078" y="55665"/>
                  <a:pt x="123138" y="50605"/>
                </a:cubicBezTo>
                <a:cubicBezTo>
                  <a:pt x="126512" y="45544"/>
                  <a:pt x="131573" y="42171"/>
                  <a:pt x="136633" y="40484"/>
                </a:cubicBezTo>
                <a:cubicBezTo>
                  <a:pt x="143380" y="37110"/>
                  <a:pt x="150128" y="37110"/>
                  <a:pt x="156875" y="37110"/>
                </a:cubicBezTo>
                <a:cubicBezTo>
                  <a:pt x="165309" y="37110"/>
                  <a:pt x="172056" y="37110"/>
                  <a:pt x="177117" y="40484"/>
                </a:cubicBezTo>
                <a:cubicBezTo>
                  <a:pt x="182177" y="42171"/>
                  <a:pt x="187238" y="45544"/>
                  <a:pt x="190612" y="48918"/>
                </a:cubicBezTo>
                <a:cubicBezTo>
                  <a:pt x="195672" y="53978"/>
                  <a:pt x="197359" y="59039"/>
                  <a:pt x="199046" y="65786"/>
                </a:cubicBezTo>
                <a:cubicBezTo>
                  <a:pt x="202419" y="70847"/>
                  <a:pt x="202419" y="77594"/>
                  <a:pt x="202419" y="86028"/>
                </a:cubicBezTo>
                <a:close/>
                <a:moveTo>
                  <a:pt x="96149" y="116391"/>
                </a:moveTo>
                <a:cubicBezTo>
                  <a:pt x="96149" y="118078"/>
                  <a:pt x="96149" y="118078"/>
                  <a:pt x="96149" y="119765"/>
                </a:cubicBezTo>
                <a:lnTo>
                  <a:pt x="96149" y="121452"/>
                </a:lnTo>
                <a:lnTo>
                  <a:pt x="94462" y="123138"/>
                </a:lnTo>
                <a:cubicBezTo>
                  <a:pt x="94462" y="123138"/>
                  <a:pt x="94462" y="124825"/>
                  <a:pt x="92776" y="124825"/>
                </a:cubicBezTo>
                <a:cubicBezTo>
                  <a:pt x="92776" y="124825"/>
                  <a:pt x="91089" y="126512"/>
                  <a:pt x="89402" y="128199"/>
                </a:cubicBezTo>
                <a:cubicBezTo>
                  <a:pt x="87715" y="129886"/>
                  <a:pt x="84341" y="131573"/>
                  <a:pt x="80968" y="131573"/>
                </a:cubicBezTo>
                <a:cubicBezTo>
                  <a:pt x="77594" y="133259"/>
                  <a:pt x="74220" y="134946"/>
                  <a:pt x="69160" y="134946"/>
                </a:cubicBezTo>
                <a:cubicBezTo>
                  <a:pt x="65786" y="136633"/>
                  <a:pt x="60726" y="136633"/>
                  <a:pt x="55665" y="136633"/>
                </a:cubicBezTo>
                <a:cubicBezTo>
                  <a:pt x="47231" y="136633"/>
                  <a:pt x="40484" y="134946"/>
                  <a:pt x="33737" y="133259"/>
                </a:cubicBezTo>
                <a:cubicBezTo>
                  <a:pt x="26989" y="129886"/>
                  <a:pt x="20242" y="124825"/>
                  <a:pt x="15181" y="119765"/>
                </a:cubicBezTo>
                <a:cubicBezTo>
                  <a:pt x="10121" y="114704"/>
                  <a:pt x="6747" y="107957"/>
                  <a:pt x="3374" y="99523"/>
                </a:cubicBezTo>
                <a:cubicBezTo>
                  <a:pt x="1687" y="91089"/>
                  <a:pt x="0" y="80968"/>
                  <a:pt x="0" y="70847"/>
                </a:cubicBezTo>
                <a:cubicBezTo>
                  <a:pt x="0" y="60726"/>
                  <a:pt x="1687" y="50605"/>
                  <a:pt x="5060" y="42171"/>
                </a:cubicBezTo>
                <a:cubicBezTo>
                  <a:pt x="6747" y="33737"/>
                  <a:pt x="11808" y="25302"/>
                  <a:pt x="16868" y="20242"/>
                </a:cubicBezTo>
                <a:cubicBezTo>
                  <a:pt x="21929" y="13495"/>
                  <a:pt x="26989" y="10121"/>
                  <a:pt x="35423" y="6747"/>
                </a:cubicBezTo>
                <a:cubicBezTo>
                  <a:pt x="42171" y="3374"/>
                  <a:pt x="48918" y="1687"/>
                  <a:pt x="59039" y="1687"/>
                </a:cubicBezTo>
                <a:cubicBezTo>
                  <a:pt x="62413" y="1687"/>
                  <a:pt x="65786" y="1687"/>
                  <a:pt x="69160" y="3374"/>
                </a:cubicBezTo>
                <a:cubicBezTo>
                  <a:pt x="72534" y="3374"/>
                  <a:pt x="75907" y="5060"/>
                  <a:pt x="79281" y="5060"/>
                </a:cubicBezTo>
                <a:cubicBezTo>
                  <a:pt x="82655" y="6747"/>
                  <a:pt x="84341" y="8434"/>
                  <a:pt x="87715" y="8434"/>
                </a:cubicBezTo>
                <a:cubicBezTo>
                  <a:pt x="89402" y="10121"/>
                  <a:pt x="91089" y="11808"/>
                  <a:pt x="92776" y="13495"/>
                </a:cubicBezTo>
                <a:lnTo>
                  <a:pt x="94462" y="15181"/>
                </a:lnTo>
                <a:lnTo>
                  <a:pt x="94462" y="16868"/>
                </a:lnTo>
                <a:cubicBezTo>
                  <a:pt x="94462" y="16868"/>
                  <a:pt x="94462" y="18555"/>
                  <a:pt x="96149" y="18555"/>
                </a:cubicBezTo>
                <a:cubicBezTo>
                  <a:pt x="96149" y="20242"/>
                  <a:pt x="96149" y="20242"/>
                  <a:pt x="96149" y="21929"/>
                </a:cubicBezTo>
                <a:cubicBezTo>
                  <a:pt x="96149" y="23616"/>
                  <a:pt x="96149" y="25302"/>
                  <a:pt x="96149" y="25302"/>
                </a:cubicBezTo>
                <a:cubicBezTo>
                  <a:pt x="94462" y="26989"/>
                  <a:pt x="94462" y="26989"/>
                  <a:pt x="94462" y="28676"/>
                </a:cubicBezTo>
                <a:lnTo>
                  <a:pt x="92776" y="30363"/>
                </a:lnTo>
                <a:cubicBezTo>
                  <a:pt x="91089" y="30363"/>
                  <a:pt x="89402" y="28676"/>
                  <a:pt x="87715" y="26989"/>
                </a:cubicBezTo>
                <a:cubicBezTo>
                  <a:pt x="86028" y="26989"/>
                  <a:pt x="84341" y="25302"/>
                  <a:pt x="80968" y="23616"/>
                </a:cubicBezTo>
                <a:cubicBezTo>
                  <a:pt x="79281" y="21929"/>
                  <a:pt x="75907" y="20242"/>
                  <a:pt x="72534" y="18555"/>
                </a:cubicBezTo>
                <a:cubicBezTo>
                  <a:pt x="67473" y="16868"/>
                  <a:pt x="64099" y="16868"/>
                  <a:pt x="57352" y="16868"/>
                </a:cubicBezTo>
                <a:cubicBezTo>
                  <a:pt x="52292" y="16868"/>
                  <a:pt x="47231" y="18555"/>
                  <a:pt x="42171" y="20242"/>
                </a:cubicBezTo>
                <a:cubicBezTo>
                  <a:pt x="37110" y="23616"/>
                  <a:pt x="33737" y="26989"/>
                  <a:pt x="30363" y="30363"/>
                </a:cubicBezTo>
                <a:cubicBezTo>
                  <a:pt x="26989" y="35423"/>
                  <a:pt x="23616" y="40484"/>
                  <a:pt x="21929" y="47231"/>
                </a:cubicBezTo>
                <a:cubicBezTo>
                  <a:pt x="20242" y="53978"/>
                  <a:pt x="18555" y="62413"/>
                  <a:pt x="18555" y="70847"/>
                </a:cubicBezTo>
                <a:cubicBezTo>
                  <a:pt x="18555" y="77594"/>
                  <a:pt x="20242" y="86028"/>
                  <a:pt x="21929" y="92776"/>
                </a:cubicBezTo>
                <a:cubicBezTo>
                  <a:pt x="23616" y="97836"/>
                  <a:pt x="25302" y="104583"/>
                  <a:pt x="28676" y="107957"/>
                </a:cubicBezTo>
                <a:cubicBezTo>
                  <a:pt x="32050" y="113017"/>
                  <a:pt x="37110" y="116391"/>
                  <a:pt x="42171" y="118078"/>
                </a:cubicBezTo>
                <a:cubicBezTo>
                  <a:pt x="47231" y="119765"/>
                  <a:pt x="52292" y="121452"/>
                  <a:pt x="59039" y="121452"/>
                </a:cubicBezTo>
                <a:cubicBezTo>
                  <a:pt x="64099" y="121452"/>
                  <a:pt x="69160" y="121452"/>
                  <a:pt x="72534" y="119765"/>
                </a:cubicBezTo>
                <a:cubicBezTo>
                  <a:pt x="75907" y="118078"/>
                  <a:pt x="79281" y="116391"/>
                  <a:pt x="82655" y="114704"/>
                </a:cubicBezTo>
                <a:cubicBezTo>
                  <a:pt x="84341" y="113017"/>
                  <a:pt x="87715" y="111331"/>
                  <a:pt x="89402" y="111331"/>
                </a:cubicBezTo>
                <a:cubicBezTo>
                  <a:pt x="91089" y="109644"/>
                  <a:pt x="92776" y="109644"/>
                  <a:pt x="92776" y="109644"/>
                </a:cubicBezTo>
                <a:lnTo>
                  <a:pt x="94462" y="109644"/>
                </a:lnTo>
                <a:lnTo>
                  <a:pt x="96149" y="109644"/>
                </a:lnTo>
                <a:cubicBezTo>
                  <a:pt x="96149" y="111331"/>
                  <a:pt x="96149" y="111331"/>
                  <a:pt x="96149" y="113017"/>
                </a:cubicBezTo>
                <a:cubicBezTo>
                  <a:pt x="96149" y="113017"/>
                  <a:pt x="96149" y="114704"/>
                  <a:pt x="96149" y="1163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8FD05-DD64-4A06-8B71-B72E39ED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609" y="1817083"/>
            <a:ext cx="949684" cy="145067"/>
          </a:xfrm>
          <a:custGeom xmlns:a="http://schemas.openxmlformats.org/drawingml/2006/main">
            <a:pathLst>
              <a:path w="949684" h="145067">
                <a:moveTo>
                  <a:pt x="949684" y="114704"/>
                </a:moveTo>
                <a:cubicBezTo>
                  <a:pt x="949684" y="119765"/>
                  <a:pt x="947997" y="124825"/>
                  <a:pt x="946310" y="128199"/>
                </a:cubicBezTo>
                <a:cubicBezTo>
                  <a:pt x="944624" y="131573"/>
                  <a:pt x="942937" y="134946"/>
                  <a:pt x="939563" y="136633"/>
                </a:cubicBezTo>
                <a:cubicBezTo>
                  <a:pt x="936190" y="140007"/>
                  <a:pt x="932816" y="141694"/>
                  <a:pt x="927755" y="143380"/>
                </a:cubicBezTo>
                <a:cubicBezTo>
                  <a:pt x="924382" y="143380"/>
                  <a:pt x="919321" y="145067"/>
                  <a:pt x="914261" y="145067"/>
                </a:cubicBezTo>
                <a:cubicBezTo>
                  <a:pt x="910887" y="145067"/>
                  <a:pt x="907513" y="145067"/>
                  <a:pt x="904140" y="143380"/>
                </a:cubicBezTo>
                <a:cubicBezTo>
                  <a:pt x="900766" y="143380"/>
                  <a:pt x="899079" y="143380"/>
                  <a:pt x="895706" y="141694"/>
                </a:cubicBezTo>
                <a:cubicBezTo>
                  <a:pt x="894019" y="141694"/>
                  <a:pt x="892332" y="140007"/>
                  <a:pt x="890645" y="140007"/>
                </a:cubicBezTo>
                <a:cubicBezTo>
                  <a:pt x="888958" y="138320"/>
                  <a:pt x="887272" y="138320"/>
                  <a:pt x="887272" y="136633"/>
                </a:cubicBezTo>
                <a:cubicBezTo>
                  <a:pt x="885585" y="136633"/>
                  <a:pt x="885585" y="134946"/>
                  <a:pt x="885585" y="134946"/>
                </a:cubicBezTo>
                <a:cubicBezTo>
                  <a:pt x="885585" y="133259"/>
                  <a:pt x="885585" y="131573"/>
                  <a:pt x="885585" y="129886"/>
                </a:cubicBezTo>
                <a:cubicBezTo>
                  <a:pt x="885585" y="128199"/>
                  <a:pt x="885585" y="126512"/>
                  <a:pt x="885585" y="126512"/>
                </a:cubicBezTo>
                <a:lnTo>
                  <a:pt x="885585" y="124825"/>
                </a:lnTo>
                <a:lnTo>
                  <a:pt x="885585" y="123138"/>
                </a:lnTo>
                <a:lnTo>
                  <a:pt x="887272" y="123138"/>
                </a:lnTo>
                <a:cubicBezTo>
                  <a:pt x="888958" y="123138"/>
                  <a:pt x="888958" y="123138"/>
                  <a:pt x="890645" y="123138"/>
                </a:cubicBezTo>
                <a:cubicBezTo>
                  <a:pt x="892332" y="124825"/>
                  <a:pt x="894019" y="126512"/>
                  <a:pt x="895706" y="126512"/>
                </a:cubicBezTo>
                <a:cubicBezTo>
                  <a:pt x="899079" y="128199"/>
                  <a:pt x="900766" y="128199"/>
                  <a:pt x="904140" y="129886"/>
                </a:cubicBezTo>
                <a:cubicBezTo>
                  <a:pt x="907513" y="131573"/>
                  <a:pt x="910887" y="131573"/>
                  <a:pt x="914261" y="131573"/>
                </a:cubicBezTo>
                <a:cubicBezTo>
                  <a:pt x="917634" y="131573"/>
                  <a:pt x="919321" y="131573"/>
                  <a:pt x="921008" y="129886"/>
                </a:cubicBezTo>
                <a:cubicBezTo>
                  <a:pt x="924382" y="129886"/>
                  <a:pt x="926069" y="128199"/>
                  <a:pt x="927755" y="128199"/>
                </a:cubicBezTo>
                <a:cubicBezTo>
                  <a:pt x="929442" y="126512"/>
                  <a:pt x="931129" y="124825"/>
                  <a:pt x="931129" y="123138"/>
                </a:cubicBezTo>
                <a:cubicBezTo>
                  <a:pt x="932816" y="121452"/>
                  <a:pt x="932816" y="119765"/>
                  <a:pt x="932816" y="116391"/>
                </a:cubicBezTo>
                <a:cubicBezTo>
                  <a:pt x="932816" y="114704"/>
                  <a:pt x="932816" y="111331"/>
                  <a:pt x="931129" y="109644"/>
                </a:cubicBezTo>
                <a:cubicBezTo>
                  <a:pt x="929442" y="107957"/>
                  <a:pt x="927755" y="106270"/>
                  <a:pt x="926069" y="104583"/>
                </a:cubicBezTo>
                <a:cubicBezTo>
                  <a:pt x="924382" y="104583"/>
                  <a:pt x="921008" y="102897"/>
                  <a:pt x="917634" y="101210"/>
                </a:cubicBezTo>
                <a:cubicBezTo>
                  <a:pt x="915948" y="101210"/>
                  <a:pt x="912574" y="99523"/>
                  <a:pt x="910887" y="97836"/>
                </a:cubicBezTo>
                <a:cubicBezTo>
                  <a:pt x="907513" y="97836"/>
                  <a:pt x="904140" y="96149"/>
                  <a:pt x="902453" y="94462"/>
                </a:cubicBezTo>
                <a:cubicBezTo>
                  <a:pt x="899079" y="92776"/>
                  <a:pt x="895706" y="91089"/>
                  <a:pt x="894019" y="89402"/>
                </a:cubicBezTo>
                <a:cubicBezTo>
                  <a:pt x="892332" y="87715"/>
                  <a:pt x="890645" y="84341"/>
                  <a:pt x="888958" y="80968"/>
                </a:cubicBezTo>
                <a:cubicBezTo>
                  <a:pt x="887272" y="79281"/>
                  <a:pt x="887272" y="75907"/>
                  <a:pt x="887272" y="70847"/>
                </a:cubicBezTo>
                <a:cubicBezTo>
                  <a:pt x="887272" y="67473"/>
                  <a:pt x="887272" y="64099"/>
                  <a:pt x="888958" y="60726"/>
                </a:cubicBezTo>
                <a:cubicBezTo>
                  <a:pt x="890645" y="57352"/>
                  <a:pt x="892332" y="53978"/>
                  <a:pt x="895706" y="52292"/>
                </a:cubicBezTo>
                <a:cubicBezTo>
                  <a:pt x="897392" y="48918"/>
                  <a:pt x="902453" y="47231"/>
                  <a:pt x="905827" y="45544"/>
                </a:cubicBezTo>
                <a:cubicBezTo>
                  <a:pt x="909200" y="45544"/>
                  <a:pt x="914261" y="43858"/>
                  <a:pt x="921008" y="43858"/>
                </a:cubicBezTo>
                <a:cubicBezTo>
                  <a:pt x="922695" y="43858"/>
                  <a:pt x="926069" y="43858"/>
                  <a:pt x="927755" y="43858"/>
                </a:cubicBezTo>
                <a:cubicBezTo>
                  <a:pt x="929442" y="45544"/>
                  <a:pt x="932816" y="45544"/>
                  <a:pt x="934503" y="45544"/>
                </a:cubicBezTo>
                <a:cubicBezTo>
                  <a:pt x="936190" y="47231"/>
                  <a:pt x="937876" y="47231"/>
                  <a:pt x="939563" y="48918"/>
                </a:cubicBezTo>
                <a:cubicBezTo>
                  <a:pt x="941250" y="48918"/>
                  <a:pt x="941250" y="48918"/>
                  <a:pt x="942937" y="50605"/>
                </a:cubicBezTo>
                <a:lnTo>
                  <a:pt x="944624" y="52292"/>
                </a:lnTo>
                <a:lnTo>
                  <a:pt x="944624" y="53978"/>
                </a:lnTo>
                <a:cubicBezTo>
                  <a:pt x="944624" y="55665"/>
                  <a:pt x="944624" y="55665"/>
                  <a:pt x="944624" y="57352"/>
                </a:cubicBezTo>
                <a:cubicBezTo>
                  <a:pt x="944624" y="59039"/>
                  <a:pt x="944624" y="59039"/>
                  <a:pt x="944624" y="60726"/>
                </a:cubicBezTo>
                <a:lnTo>
                  <a:pt x="944624" y="62413"/>
                </a:lnTo>
                <a:lnTo>
                  <a:pt x="942937" y="64099"/>
                </a:lnTo>
                <a:cubicBezTo>
                  <a:pt x="941250" y="64099"/>
                  <a:pt x="941250" y="64099"/>
                  <a:pt x="939563" y="62413"/>
                </a:cubicBezTo>
                <a:cubicBezTo>
                  <a:pt x="937876" y="62413"/>
                  <a:pt x="936190" y="60726"/>
                  <a:pt x="934503" y="60726"/>
                </a:cubicBezTo>
                <a:cubicBezTo>
                  <a:pt x="932816" y="59039"/>
                  <a:pt x="931129" y="59039"/>
                  <a:pt x="929442" y="57352"/>
                </a:cubicBezTo>
                <a:cubicBezTo>
                  <a:pt x="926069" y="57352"/>
                  <a:pt x="922695" y="57352"/>
                  <a:pt x="921008" y="57352"/>
                </a:cubicBezTo>
                <a:cubicBezTo>
                  <a:pt x="917634" y="57352"/>
                  <a:pt x="914261" y="57352"/>
                  <a:pt x="912574" y="57352"/>
                </a:cubicBezTo>
                <a:cubicBezTo>
                  <a:pt x="910887" y="59039"/>
                  <a:pt x="909200" y="59039"/>
                  <a:pt x="907513" y="60726"/>
                </a:cubicBezTo>
                <a:cubicBezTo>
                  <a:pt x="905827" y="62413"/>
                  <a:pt x="904140" y="64099"/>
                  <a:pt x="904140" y="65786"/>
                </a:cubicBezTo>
                <a:cubicBezTo>
                  <a:pt x="904140" y="67473"/>
                  <a:pt x="902453" y="69160"/>
                  <a:pt x="902453" y="70847"/>
                </a:cubicBezTo>
                <a:cubicBezTo>
                  <a:pt x="902453" y="72534"/>
                  <a:pt x="904140" y="75907"/>
                  <a:pt x="905827" y="77594"/>
                </a:cubicBezTo>
                <a:cubicBezTo>
                  <a:pt x="905827" y="79281"/>
                  <a:pt x="907513" y="80968"/>
                  <a:pt x="910887" y="80968"/>
                </a:cubicBezTo>
                <a:cubicBezTo>
                  <a:pt x="912574" y="82655"/>
                  <a:pt x="914261" y="84341"/>
                  <a:pt x="917634" y="86028"/>
                </a:cubicBezTo>
                <a:cubicBezTo>
                  <a:pt x="921008" y="86028"/>
                  <a:pt x="922695" y="87715"/>
                  <a:pt x="926069" y="89402"/>
                </a:cubicBezTo>
                <a:cubicBezTo>
                  <a:pt x="929442" y="89402"/>
                  <a:pt x="932816" y="91089"/>
                  <a:pt x="934503" y="92776"/>
                </a:cubicBezTo>
                <a:cubicBezTo>
                  <a:pt x="937876" y="94462"/>
                  <a:pt x="939563" y="96149"/>
                  <a:pt x="942937" y="97836"/>
                </a:cubicBezTo>
                <a:cubicBezTo>
                  <a:pt x="944624" y="99523"/>
                  <a:pt x="946310" y="102897"/>
                  <a:pt x="947997" y="104583"/>
                </a:cubicBezTo>
                <a:cubicBezTo>
                  <a:pt x="949684" y="107957"/>
                  <a:pt x="949684" y="111331"/>
                  <a:pt x="949684" y="114704"/>
                </a:cubicBezTo>
                <a:close/>
                <a:moveTo>
                  <a:pt x="861969" y="140007"/>
                </a:moveTo>
                <a:cubicBezTo>
                  <a:pt x="861969" y="140007"/>
                  <a:pt x="861969" y="141694"/>
                  <a:pt x="860282" y="141694"/>
                </a:cubicBezTo>
                <a:lnTo>
                  <a:pt x="860282" y="143380"/>
                </a:lnTo>
                <a:cubicBezTo>
                  <a:pt x="858595" y="143380"/>
                  <a:pt x="858595" y="143380"/>
                  <a:pt x="856909" y="143380"/>
                </a:cubicBezTo>
                <a:cubicBezTo>
                  <a:pt x="855222" y="143380"/>
                  <a:pt x="855222" y="143380"/>
                  <a:pt x="853535" y="143380"/>
                </a:cubicBezTo>
                <a:cubicBezTo>
                  <a:pt x="851848" y="143380"/>
                  <a:pt x="850161" y="143380"/>
                  <a:pt x="848474" y="143380"/>
                </a:cubicBezTo>
                <a:lnTo>
                  <a:pt x="846788" y="143380"/>
                </a:lnTo>
                <a:lnTo>
                  <a:pt x="845101" y="141694"/>
                </a:lnTo>
                <a:lnTo>
                  <a:pt x="845101" y="140007"/>
                </a:lnTo>
                <a:lnTo>
                  <a:pt x="845101" y="84341"/>
                </a:lnTo>
                <a:cubicBezTo>
                  <a:pt x="845101" y="80968"/>
                  <a:pt x="843414" y="77594"/>
                  <a:pt x="843414" y="74220"/>
                </a:cubicBezTo>
                <a:cubicBezTo>
                  <a:pt x="843414" y="70847"/>
                  <a:pt x="841727" y="67473"/>
                  <a:pt x="840040" y="65786"/>
                </a:cubicBezTo>
                <a:cubicBezTo>
                  <a:pt x="838354" y="64099"/>
                  <a:pt x="836667" y="62413"/>
                  <a:pt x="834980" y="60726"/>
                </a:cubicBezTo>
                <a:cubicBezTo>
                  <a:pt x="831606" y="59039"/>
                  <a:pt x="829919" y="59039"/>
                  <a:pt x="826546" y="59039"/>
                </a:cubicBezTo>
                <a:cubicBezTo>
                  <a:pt x="823172" y="59039"/>
                  <a:pt x="818112" y="60726"/>
                  <a:pt x="814738" y="62413"/>
                </a:cubicBezTo>
                <a:cubicBezTo>
                  <a:pt x="811364" y="65786"/>
                  <a:pt x="806304" y="70847"/>
                  <a:pt x="801243" y="75907"/>
                </a:cubicBezTo>
                <a:lnTo>
                  <a:pt x="801243" y="140007"/>
                </a:lnTo>
                <a:lnTo>
                  <a:pt x="801243" y="141694"/>
                </a:lnTo>
                <a:lnTo>
                  <a:pt x="799556" y="143380"/>
                </a:lnTo>
                <a:lnTo>
                  <a:pt x="797870" y="143380"/>
                </a:lnTo>
                <a:cubicBezTo>
                  <a:pt x="796183" y="143380"/>
                  <a:pt x="794496" y="143380"/>
                  <a:pt x="792809" y="143380"/>
                </a:cubicBezTo>
                <a:cubicBezTo>
                  <a:pt x="791122" y="143380"/>
                  <a:pt x="791122" y="143380"/>
                  <a:pt x="789435" y="143380"/>
                </a:cubicBezTo>
                <a:cubicBezTo>
                  <a:pt x="787749" y="143380"/>
                  <a:pt x="787749" y="143380"/>
                  <a:pt x="786062" y="143380"/>
                </a:cubicBezTo>
                <a:lnTo>
                  <a:pt x="786062" y="141694"/>
                </a:lnTo>
                <a:cubicBezTo>
                  <a:pt x="784375" y="141694"/>
                  <a:pt x="784375" y="140007"/>
                  <a:pt x="784375" y="140007"/>
                </a:cubicBezTo>
                <a:lnTo>
                  <a:pt x="784375" y="84341"/>
                </a:lnTo>
                <a:cubicBezTo>
                  <a:pt x="784375" y="80968"/>
                  <a:pt x="784375" y="77594"/>
                  <a:pt x="784375" y="74220"/>
                </a:cubicBezTo>
                <a:cubicBezTo>
                  <a:pt x="782688" y="70847"/>
                  <a:pt x="782688" y="67473"/>
                  <a:pt x="781001" y="65786"/>
                </a:cubicBezTo>
                <a:cubicBezTo>
                  <a:pt x="779315" y="64099"/>
                  <a:pt x="777628" y="62413"/>
                  <a:pt x="774254" y="60726"/>
                </a:cubicBezTo>
                <a:cubicBezTo>
                  <a:pt x="772567" y="59039"/>
                  <a:pt x="769194" y="59039"/>
                  <a:pt x="767507" y="59039"/>
                </a:cubicBezTo>
                <a:cubicBezTo>
                  <a:pt x="762446" y="59039"/>
                  <a:pt x="759073" y="60726"/>
                  <a:pt x="755699" y="62413"/>
                </a:cubicBezTo>
                <a:cubicBezTo>
                  <a:pt x="750638" y="65786"/>
                  <a:pt x="747265" y="70847"/>
                  <a:pt x="742204" y="75907"/>
                </a:cubicBezTo>
                <a:lnTo>
                  <a:pt x="742204" y="140007"/>
                </a:lnTo>
                <a:lnTo>
                  <a:pt x="742204" y="141694"/>
                </a:lnTo>
                <a:cubicBezTo>
                  <a:pt x="742204" y="141694"/>
                  <a:pt x="740517" y="141694"/>
                  <a:pt x="740517" y="143380"/>
                </a:cubicBezTo>
                <a:lnTo>
                  <a:pt x="738831" y="143380"/>
                </a:lnTo>
                <a:cubicBezTo>
                  <a:pt x="737144" y="143380"/>
                  <a:pt x="735457" y="143380"/>
                  <a:pt x="733770" y="143380"/>
                </a:cubicBezTo>
                <a:cubicBezTo>
                  <a:pt x="732083" y="143380"/>
                  <a:pt x="730397" y="143380"/>
                  <a:pt x="730397" y="143380"/>
                </a:cubicBezTo>
                <a:cubicBezTo>
                  <a:pt x="728710" y="143380"/>
                  <a:pt x="727023" y="143380"/>
                  <a:pt x="727023" y="143380"/>
                </a:cubicBezTo>
                <a:cubicBezTo>
                  <a:pt x="727023" y="141694"/>
                  <a:pt x="725336" y="141694"/>
                  <a:pt x="725336" y="141694"/>
                </a:cubicBezTo>
                <a:lnTo>
                  <a:pt x="725336" y="140007"/>
                </a:lnTo>
                <a:lnTo>
                  <a:pt x="725336" y="48918"/>
                </a:lnTo>
                <a:lnTo>
                  <a:pt x="725336" y="47231"/>
                </a:lnTo>
                <a:cubicBezTo>
                  <a:pt x="725336" y="47231"/>
                  <a:pt x="727023" y="47231"/>
                  <a:pt x="727023" y="45544"/>
                </a:cubicBezTo>
                <a:lnTo>
                  <a:pt x="728710" y="45544"/>
                </a:lnTo>
                <a:cubicBezTo>
                  <a:pt x="730397" y="45544"/>
                  <a:pt x="732083" y="45544"/>
                  <a:pt x="733770" y="45544"/>
                </a:cubicBezTo>
                <a:cubicBezTo>
                  <a:pt x="735457" y="45544"/>
                  <a:pt x="735457" y="45544"/>
                  <a:pt x="737144" y="45544"/>
                </a:cubicBezTo>
                <a:lnTo>
                  <a:pt x="738831" y="45544"/>
                </a:lnTo>
                <a:lnTo>
                  <a:pt x="740517" y="47231"/>
                </a:lnTo>
                <a:lnTo>
                  <a:pt x="740517" y="48918"/>
                </a:lnTo>
                <a:lnTo>
                  <a:pt x="740517" y="60726"/>
                </a:lnTo>
                <a:cubicBezTo>
                  <a:pt x="745578" y="55665"/>
                  <a:pt x="750638" y="50605"/>
                  <a:pt x="755699" y="47231"/>
                </a:cubicBezTo>
                <a:cubicBezTo>
                  <a:pt x="760759" y="45544"/>
                  <a:pt x="765820" y="43858"/>
                  <a:pt x="770880" y="43858"/>
                </a:cubicBezTo>
                <a:cubicBezTo>
                  <a:pt x="774254" y="43858"/>
                  <a:pt x="777628" y="43858"/>
                  <a:pt x="781001" y="45544"/>
                </a:cubicBezTo>
                <a:cubicBezTo>
                  <a:pt x="784375" y="45544"/>
                  <a:pt x="786062" y="47231"/>
                  <a:pt x="789435" y="48918"/>
                </a:cubicBezTo>
                <a:cubicBezTo>
                  <a:pt x="791122" y="50605"/>
                  <a:pt x="792809" y="52292"/>
                  <a:pt x="794496" y="53978"/>
                </a:cubicBezTo>
                <a:cubicBezTo>
                  <a:pt x="796183" y="57352"/>
                  <a:pt x="797870" y="59039"/>
                  <a:pt x="797870" y="62413"/>
                </a:cubicBezTo>
                <a:cubicBezTo>
                  <a:pt x="801243" y="59039"/>
                  <a:pt x="804617" y="55665"/>
                  <a:pt x="807991" y="53978"/>
                </a:cubicBezTo>
                <a:cubicBezTo>
                  <a:pt x="809677" y="50605"/>
                  <a:pt x="813051" y="48918"/>
                  <a:pt x="814738" y="48918"/>
                </a:cubicBezTo>
                <a:cubicBezTo>
                  <a:pt x="818112" y="47231"/>
                  <a:pt x="819798" y="45544"/>
                  <a:pt x="823172" y="45544"/>
                </a:cubicBezTo>
                <a:cubicBezTo>
                  <a:pt x="824859" y="43858"/>
                  <a:pt x="828233" y="43858"/>
                  <a:pt x="829919" y="43858"/>
                </a:cubicBezTo>
                <a:cubicBezTo>
                  <a:pt x="836667" y="43858"/>
                  <a:pt x="840040" y="45544"/>
                  <a:pt x="845101" y="47231"/>
                </a:cubicBezTo>
                <a:cubicBezTo>
                  <a:pt x="848474" y="48918"/>
                  <a:pt x="851848" y="52292"/>
                  <a:pt x="855222" y="55665"/>
                </a:cubicBezTo>
                <a:cubicBezTo>
                  <a:pt x="856909" y="59039"/>
                  <a:pt x="858595" y="62413"/>
                  <a:pt x="860282" y="67473"/>
                </a:cubicBezTo>
                <a:cubicBezTo>
                  <a:pt x="860282" y="72534"/>
                  <a:pt x="861969" y="77594"/>
                  <a:pt x="861969" y="82655"/>
                </a:cubicBezTo>
                <a:lnTo>
                  <a:pt x="861969" y="140007"/>
                </a:lnTo>
                <a:close/>
                <a:moveTo>
                  <a:pt x="706781" y="53978"/>
                </a:moveTo>
                <a:cubicBezTo>
                  <a:pt x="706781" y="55665"/>
                  <a:pt x="706781" y="57352"/>
                  <a:pt x="706781" y="59039"/>
                </a:cubicBezTo>
                <a:cubicBezTo>
                  <a:pt x="706781" y="59039"/>
                  <a:pt x="706781" y="60726"/>
                  <a:pt x="705094" y="60726"/>
                </a:cubicBezTo>
                <a:lnTo>
                  <a:pt x="705094" y="62413"/>
                </a:lnTo>
                <a:lnTo>
                  <a:pt x="703407" y="62413"/>
                </a:lnTo>
                <a:lnTo>
                  <a:pt x="701720" y="62413"/>
                </a:lnTo>
                <a:cubicBezTo>
                  <a:pt x="701720" y="62413"/>
                  <a:pt x="700034" y="60726"/>
                  <a:pt x="698347" y="60726"/>
                </a:cubicBezTo>
                <a:cubicBezTo>
                  <a:pt x="698347" y="60726"/>
                  <a:pt x="696660" y="60726"/>
                  <a:pt x="694973" y="60726"/>
                </a:cubicBezTo>
                <a:cubicBezTo>
                  <a:pt x="694973" y="60726"/>
                  <a:pt x="693286" y="60726"/>
                  <a:pt x="691599" y="60726"/>
                </a:cubicBezTo>
                <a:cubicBezTo>
                  <a:pt x="689913" y="60726"/>
                  <a:pt x="688226" y="60726"/>
                  <a:pt x="686539" y="60726"/>
                </a:cubicBezTo>
                <a:cubicBezTo>
                  <a:pt x="684852" y="62413"/>
                  <a:pt x="683165" y="62413"/>
                  <a:pt x="681478" y="64099"/>
                </a:cubicBezTo>
                <a:cubicBezTo>
                  <a:pt x="679792" y="65786"/>
                  <a:pt x="678105" y="67473"/>
                  <a:pt x="676418" y="70847"/>
                </a:cubicBezTo>
                <a:cubicBezTo>
                  <a:pt x="674731" y="72534"/>
                  <a:pt x="671358" y="75907"/>
                  <a:pt x="669671" y="79281"/>
                </a:cubicBezTo>
                <a:lnTo>
                  <a:pt x="669671" y="140007"/>
                </a:lnTo>
                <a:lnTo>
                  <a:pt x="669671" y="141694"/>
                </a:lnTo>
                <a:cubicBezTo>
                  <a:pt x="669671" y="141694"/>
                  <a:pt x="667984" y="141694"/>
                  <a:pt x="667984" y="143380"/>
                </a:cubicBezTo>
                <a:cubicBezTo>
                  <a:pt x="667984" y="143380"/>
                  <a:pt x="666297" y="143380"/>
                  <a:pt x="664610" y="143380"/>
                </a:cubicBezTo>
                <a:cubicBezTo>
                  <a:pt x="664610" y="143380"/>
                  <a:pt x="662923" y="143380"/>
                  <a:pt x="661237" y="143380"/>
                </a:cubicBezTo>
                <a:cubicBezTo>
                  <a:pt x="659550" y="143380"/>
                  <a:pt x="657863" y="143380"/>
                  <a:pt x="656176" y="143380"/>
                </a:cubicBezTo>
                <a:lnTo>
                  <a:pt x="654489" y="143380"/>
                </a:lnTo>
                <a:cubicBezTo>
                  <a:pt x="654489" y="141694"/>
                  <a:pt x="652802" y="141694"/>
                  <a:pt x="652802" y="141694"/>
                </a:cubicBezTo>
                <a:lnTo>
                  <a:pt x="652802" y="140007"/>
                </a:lnTo>
                <a:lnTo>
                  <a:pt x="652802" y="48918"/>
                </a:lnTo>
                <a:lnTo>
                  <a:pt x="652802" y="47231"/>
                </a:lnTo>
                <a:cubicBezTo>
                  <a:pt x="652802" y="47231"/>
                  <a:pt x="654489" y="47231"/>
                  <a:pt x="654489" y="45544"/>
                </a:cubicBezTo>
                <a:lnTo>
                  <a:pt x="656176" y="45544"/>
                </a:lnTo>
                <a:cubicBezTo>
                  <a:pt x="657863" y="45544"/>
                  <a:pt x="659550" y="45544"/>
                  <a:pt x="659550" y="45544"/>
                </a:cubicBezTo>
                <a:cubicBezTo>
                  <a:pt x="661237" y="45544"/>
                  <a:pt x="662923" y="45544"/>
                  <a:pt x="664610" y="45544"/>
                </a:cubicBezTo>
                <a:lnTo>
                  <a:pt x="666297" y="45544"/>
                </a:lnTo>
                <a:cubicBezTo>
                  <a:pt x="666297" y="47231"/>
                  <a:pt x="667984" y="47231"/>
                  <a:pt x="667984" y="47231"/>
                </a:cubicBezTo>
                <a:lnTo>
                  <a:pt x="667984" y="48918"/>
                </a:lnTo>
                <a:lnTo>
                  <a:pt x="667984" y="62413"/>
                </a:lnTo>
                <a:cubicBezTo>
                  <a:pt x="669671" y="59039"/>
                  <a:pt x="673044" y="55665"/>
                  <a:pt x="674731" y="52292"/>
                </a:cubicBezTo>
                <a:cubicBezTo>
                  <a:pt x="676418" y="50605"/>
                  <a:pt x="679792" y="48918"/>
                  <a:pt x="681478" y="47231"/>
                </a:cubicBezTo>
                <a:cubicBezTo>
                  <a:pt x="683165" y="45544"/>
                  <a:pt x="684852" y="45544"/>
                  <a:pt x="686539" y="45544"/>
                </a:cubicBezTo>
                <a:cubicBezTo>
                  <a:pt x="688226" y="43858"/>
                  <a:pt x="691599" y="43858"/>
                  <a:pt x="693286" y="43858"/>
                </a:cubicBezTo>
                <a:cubicBezTo>
                  <a:pt x="693286" y="43858"/>
                  <a:pt x="694973" y="43858"/>
                  <a:pt x="696660" y="43858"/>
                </a:cubicBezTo>
                <a:cubicBezTo>
                  <a:pt x="696660" y="43858"/>
                  <a:pt x="698347" y="43858"/>
                  <a:pt x="700034" y="45544"/>
                </a:cubicBezTo>
                <a:cubicBezTo>
                  <a:pt x="700034" y="45544"/>
                  <a:pt x="701720" y="45544"/>
                  <a:pt x="703407" y="45544"/>
                </a:cubicBezTo>
                <a:cubicBezTo>
                  <a:pt x="703407" y="45544"/>
                  <a:pt x="705094" y="45544"/>
                  <a:pt x="705094" y="47231"/>
                </a:cubicBezTo>
                <a:lnTo>
                  <a:pt x="706781" y="48918"/>
                </a:lnTo>
                <a:lnTo>
                  <a:pt x="706781" y="50605"/>
                </a:lnTo>
                <a:cubicBezTo>
                  <a:pt x="706781" y="52292"/>
                  <a:pt x="706781" y="52292"/>
                  <a:pt x="706781" y="53978"/>
                </a:cubicBezTo>
                <a:close/>
                <a:moveTo>
                  <a:pt x="610632" y="94462"/>
                </a:moveTo>
                <a:cubicBezTo>
                  <a:pt x="610632" y="89402"/>
                  <a:pt x="610632" y="84341"/>
                  <a:pt x="608945" y="80968"/>
                </a:cubicBezTo>
                <a:cubicBezTo>
                  <a:pt x="608945" y="75907"/>
                  <a:pt x="607258" y="72534"/>
                  <a:pt x="603884" y="69160"/>
                </a:cubicBezTo>
                <a:cubicBezTo>
                  <a:pt x="602198" y="65786"/>
                  <a:pt x="600511" y="62413"/>
                  <a:pt x="595450" y="60726"/>
                </a:cubicBezTo>
                <a:cubicBezTo>
                  <a:pt x="592077" y="59039"/>
                  <a:pt x="588703" y="57352"/>
                  <a:pt x="581956" y="57352"/>
                </a:cubicBezTo>
                <a:cubicBezTo>
                  <a:pt x="576895" y="57352"/>
                  <a:pt x="573522" y="59039"/>
                  <a:pt x="570148" y="60726"/>
                </a:cubicBezTo>
                <a:cubicBezTo>
                  <a:pt x="566774" y="62413"/>
                  <a:pt x="563401" y="65786"/>
                  <a:pt x="560027" y="67473"/>
                </a:cubicBezTo>
                <a:cubicBezTo>
                  <a:pt x="558340" y="70847"/>
                  <a:pt x="556653" y="75907"/>
                  <a:pt x="554966" y="79281"/>
                </a:cubicBezTo>
                <a:cubicBezTo>
                  <a:pt x="554966" y="84341"/>
                  <a:pt x="553280" y="89402"/>
                  <a:pt x="553280" y="94462"/>
                </a:cubicBezTo>
                <a:cubicBezTo>
                  <a:pt x="553280" y="99523"/>
                  <a:pt x="554966" y="104583"/>
                  <a:pt x="554966" y="107957"/>
                </a:cubicBezTo>
                <a:cubicBezTo>
                  <a:pt x="556653" y="113017"/>
                  <a:pt x="558340" y="116391"/>
                  <a:pt x="560027" y="119765"/>
                </a:cubicBezTo>
                <a:cubicBezTo>
                  <a:pt x="561714" y="123138"/>
                  <a:pt x="565087" y="126512"/>
                  <a:pt x="568461" y="128199"/>
                </a:cubicBezTo>
                <a:cubicBezTo>
                  <a:pt x="571835" y="129886"/>
                  <a:pt x="576895" y="129886"/>
                  <a:pt x="581956" y="129886"/>
                </a:cubicBezTo>
                <a:cubicBezTo>
                  <a:pt x="587016" y="129886"/>
                  <a:pt x="592077" y="129886"/>
                  <a:pt x="595450" y="128199"/>
                </a:cubicBezTo>
                <a:cubicBezTo>
                  <a:pt x="598824" y="126512"/>
                  <a:pt x="602198" y="123138"/>
                  <a:pt x="603884" y="119765"/>
                </a:cubicBezTo>
                <a:cubicBezTo>
                  <a:pt x="605571" y="118078"/>
                  <a:pt x="607258" y="113017"/>
                  <a:pt x="608945" y="109644"/>
                </a:cubicBezTo>
                <a:cubicBezTo>
                  <a:pt x="610632" y="104583"/>
                  <a:pt x="610632" y="99523"/>
                  <a:pt x="610632" y="94462"/>
                </a:cubicBezTo>
                <a:close/>
                <a:moveTo>
                  <a:pt x="627500" y="92776"/>
                </a:moveTo>
                <a:cubicBezTo>
                  <a:pt x="627500" y="101210"/>
                  <a:pt x="627500" y="107957"/>
                  <a:pt x="625813" y="114704"/>
                </a:cubicBezTo>
                <a:cubicBezTo>
                  <a:pt x="622440" y="119765"/>
                  <a:pt x="620753" y="126512"/>
                  <a:pt x="615692" y="129886"/>
                </a:cubicBezTo>
                <a:cubicBezTo>
                  <a:pt x="612319" y="134946"/>
                  <a:pt x="607258" y="138320"/>
                  <a:pt x="602198" y="141694"/>
                </a:cubicBezTo>
                <a:cubicBezTo>
                  <a:pt x="595450" y="143380"/>
                  <a:pt x="588703" y="145067"/>
                  <a:pt x="581956" y="145067"/>
                </a:cubicBezTo>
                <a:cubicBezTo>
                  <a:pt x="573522" y="145067"/>
                  <a:pt x="566774" y="143380"/>
                  <a:pt x="561714" y="141694"/>
                </a:cubicBezTo>
                <a:cubicBezTo>
                  <a:pt x="556653" y="138320"/>
                  <a:pt x="551593" y="136633"/>
                  <a:pt x="548219" y="131573"/>
                </a:cubicBezTo>
                <a:cubicBezTo>
                  <a:pt x="543159" y="126512"/>
                  <a:pt x="541472" y="121452"/>
                  <a:pt x="539785" y="116391"/>
                </a:cubicBezTo>
                <a:cubicBezTo>
                  <a:pt x="538098" y="109644"/>
                  <a:pt x="536411" y="102897"/>
                  <a:pt x="536411" y="94462"/>
                </a:cubicBezTo>
                <a:cubicBezTo>
                  <a:pt x="536411" y="87715"/>
                  <a:pt x="538098" y="80968"/>
                  <a:pt x="539785" y="74220"/>
                </a:cubicBezTo>
                <a:cubicBezTo>
                  <a:pt x="541472" y="69160"/>
                  <a:pt x="544845" y="62413"/>
                  <a:pt x="548219" y="59039"/>
                </a:cubicBezTo>
                <a:cubicBezTo>
                  <a:pt x="551593" y="53978"/>
                  <a:pt x="556653" y="50605"/>
                  <a:pt x="563401" y="47231"/>
                </a:cubicBezTo>
                <a:cubicBezTo>
                  <a:pt x="568461" y="45544"/>
                  <a:pt x="575208" y="43858"/>
                  <a:pt x="583642" y="43858"/>
                </a:cubicBezTo>
                <a:cubicBezTo>
                  <a:pt x="590390" y="43858"/>
                  <a:pt x="597137" y="45544"/>
                  <a:pt x="602198" y="47231"/>
                </a:cubicBezTo>
                <a:cubicBezTo>
                  <a:pt x="608945" y="48918"/>
                  <a:pt x="612319" y="52292"/>
                  <a:pt x="617379" y="57352"/>
                </a:cubicBezTo>
                <a:cubicBezTo>
                  <a:pt x="620753" y="60726"/>
                  <a:pt x="624126" y="67473"/>
                  <a:pt x="625813" y="72534"/>
                </a:cubicBezTo>
                <a:cubicBezTo>
                  <a:pt x="627500" y="79281"/>
                  <a:pt x="627500" y="86028"/>
                  <a:pt x="627500" y="92776"/>
                </a:cubicBezTo>
                <a:close/>
                <a:moveTo>
                  <a:pt x="529664" y="10121"/>
                </a:moveTo>
                <a:cubicBezTo>
                  <a:pt x="529664" y="11808"/>
                  <a:pt x="527977" y="13495"/>
                  <a:pt x="527977" y="13495"/>
                </a:cubicBezTo>
                <a:lnTo>
                  <a:pt x="527977" y="15181"/>
                </a:lnTo>
                <a:lnTo>
                  <a:pt x="527977" y="16868"/>
                </a:lnTo>
                <a:lnTo>
                  <a:pt x="526290" y="16868"/>
                </a:lnTo>
                <a:lnTo>
                  <a:pt x="524603" y="16868"/>
                </a:lnTo>
                <a:cubicBezTo>
                  <a:pt x="524603" y="16868"/>
                  <a:pt x="522917" y="16868"/>
                  <a:pt x="522917" y="15181"/>
                </a:cubicBezTo>
                <a:cubicBezTo>
                  <a:pt x="521230" y="15181"/>
                  <a:pt x="519543" y="15181"/>
                  <a:pt x="517856" y="15181"/>
                </a:cubicBezTo>
                <a:cubicBezTo>
                  <a:pt x="517856" y="15181"/>
                  <a:pt x="516169" y="13495"/>
                  <a:pt x="514483" y="13495"/>
                </a:cubicBezTo>
                <a:cubicBezTo>
                  <a:pt x="511109" y="13495"/>
                  <a:pt x="509422" y="15181"/>
                  <a:pt x="507735" y="15181"/>
                </a:cubicBezTo>
                <a:cubicBezTo>
                  <a:pt x="506048" y="16868"/>
                  <a:pt x="504362" y="16868"/>
                  <a:pt x="502675" y="18555"/>
                </a:cubicBezTo>
                <a:cubicBezTo>
                  <a:pt x="502675" y="20242"/>
                  <a:pt x="500988" y="23616"/>
                  <a:pt x="500988" y="25302"/>
                </a:cubicBezTo>
                <a:cubicBezTo>
                  <a:pt x="500988" y="28676"/>
                  <a:pt x="499301" y="32050"/>
                  <a:pt x="499301" y="35423"/>
                </a:cubicBezTo>
                <a:lnTo>
                  <a:pt x="499301" y="45544"/>
                </a:lnTo>
                <a:lnTo>
                  <a:pt x="519543" y="45544"/>
                </a:lnTo>
                <a:lnTo>
                  <a:pt x="521230" y="45544"/>
                </a:lnTo>
                <a:lnTo>
                  <a:pt x="522917" y="47231"/>
                </a:lnTo>
                <a:lnTo>
                  <a:pt x="522917" y="48918"/>
                </a:lnTo>
                <a:cubicBezTo>
                  <a:pt x="522917" y="50605"/>
                  <a:pt x="522917" y="52292"/>
                  <a:pt x="522917" y="52292"/>
                </a:cubicBezTo>
                <a:cubicBezTo>
                  <a:pt x="522917" y="55665"/>
                  <a:pt x="522917" y="57352"/>
                  <a:pt x="522917" y="59039"/>
                </a:cubicBezTo>
                <a:cubicBezTo>
                  <a:pt x="522917" y="59039"/>
                  <a:pt x="521230" y="60726"/>
                  <a:pt x="519543" y="60726"/>
                </a:cubicBezTo>
                <a:lnTo>
                  <a:pt x="499301" y="60726"/>
                </a:lnTo>
                <a:lnTo>
                  <a:pt x="499301" y="140007"/>
                </a:lnTo>
                <a:lnTo>
                  <a:pt x="499301" y="141694"/>
                </a:lnTo>
                <a:lnTo>
                  <a:pt x="497614" y="143380"/>
                </a:lnTo>
                <a:lnTo>
                  <a:pt x="495927" y="143380"/>
                </a:lnTo>
                <a:cubicBezTo>
                  <a:pt x="494241" y="143380"/>
                  <a:pt x="492554" y="143380"/>
                  <a:pt x="490867" y="143380"/>
                </a:cubicBezTo>
                <a:cubicBezTo>
                  <a:pt x="489180" y="143380"/>
                  <a:pt x="489180" y="143380"/>
                  <a:pt x="487493" y="143380"/>
                </a:cubicBezTo>
                <a:cubicBezTo>
                  <a:pt x="485806" y="143380"/>
                  <a:pt x="485806" y="143380"/>
                  <a:pt x="484120" y="143380"/>
                </a:cubicBezTo>
                <a:lnTo>
                  <a:pt x="484120" y="141694"/>
                </a:lnTo>
                <a:cubicBezTo>
                  <a:pt x="482433" y="141694"/>
                  <a:pt x="482433" y="140007"/>
                  <a:pt x="482433" y="140007"/>
                </a:cubicBezTo>
                <a:lnTo>
                  <a:pt x="482433" y="60726"/>
                </a:lnTo>
                <a:lnTo>
                  <a:pt x="470625" y="60726"/>
                </a:lnTo>
                <a:cubicBezTo>
                  <a:pt x="468938" y="60726"/>
                  <a:pt x="468938" y="59039"/>
                  <a:pt x="467251" y="59039"/>
                </a:cubicBezTo>
                <a:cubicBezTo>
                  <a:pt x="467251" y="57352"/>
                  <a:pt x="467251" y="55665"/>
                  <a:pt x="467251" y="52292"/>
                </a:cubicBezTo>
                <a:cubicBezTo>
                  <a:pt x="467251" y="52292"/>
                  <a:pt x="467251" y="50605"/>
                  <a:pt x="467251" y="48918"/>
                </a:cubicBezTo>
                <a:lnTo>
                  <a:pt x="467251" y="47231"/>
                </a:lnTo>
                <a:cubicBezTo>
                  <a:pt x="467251" y="47231"/>
                  <a:pt x="468938" y="47231"/>
                  <a:pt x="468938" y="45544"/>
                </a:cubicBezTo>
                <a:lnTo>
                  <a:pt x="470625" y="45544"/>
                </a:lnTo>
                <a:lnTo>
                  <a:pt x="482433" y="45544"/>
                </a:lnTo>
                <a:lnTo>
                  <a:pt x="482433" y="37110"/>
                </a:lnTo>
                <a:cubicBezTo>
                  <a:pt x="482433" y="30363"/>
                  <a:pt x="484120" y="25302"/>
                  <a:pt x="484120" y="20242"/>
                </a:cubicBezTo>
                <a:cubicBezTo>
                  <a:pt x="485806" y="15181"/>
                  <a:pt x="487493" y="11808"/>
                  <a:pt x="490867" y="8434"/>
                </a:cubicBezTo>
                <a:cubicBezTo>
                  <a:pt x="492554" y="5060"/>
                  <a:pt x="495927" y="3374"/>
                  <a:pt x="499301" y="1687"/>
                </a:cubicBezTo>
                <a:cubicBezTo>
                  <a:pt x="502675" y="1687"/>
                  <a:pt x="507735" y="0"/>
                  <a:pt x="512796" y="0"/>
                </a:cubicBezTo>
                <a:cubicBezTo>
                  <a:pt x="514483" y="0"/>
                  <a:pt x="517856" y="0"/>
                  <a:pt x="519543" y="1687"/>
                </a:cubicBezTo>
                <a:cubicBezTo>
                  <a:pt x="521230" y="1687"/>
                  <a:pt x="522917" y="1687"/>
                  <a:pt x="524603" y="1687"/>
                </a:cubicBezTo>
                <a:lnTo>
                  <a:pt x="526290" y="3374"/>
                </a:lnTo>
                <a:cubicBezTo>
                  <a:pt x="527977" y="3374"/>
                  <a:pt x="527977" y="5060"/>
                  <a:pt x="527977" y="5060"/>
                </a:cubicBezTo>
                <a:cubicBezTo>
                  <a:pt x="527977" y="6747"/>
                  <a:pt x="527977" y="6747"/>
                  <a:pt x="527977" y="8434"/>
                </a:cubicBezTo>
                <a:lnTo>
                  <a:pt x="529664" y="10121"/>
                </a:lnTo>
                <a:close/>
                <a:moveTo>
                  <a:pt x="455444" y="114704"/>
                </a:moveTo>
                <a:cubicBezTo>
                  <a:pt x="455444" y="119765"/>
                  <a:pt x="453757" y="124825"/>
                  <a:pt x="452070" y="128199"/>
                </a:cubicBezTo>
                <a:cubicBezTo>
                  <a:pt x="450383" y="131573"/>
                  <a:pt x="447009" y="134946"/>
                  <a:pt x="445323" y="136633"/>
                </a:cubicBezTo>
                <a:cubicBezTo>
                  <a:pt x="441949" y="140007"/>
                  <a:pt x="436888" y="141694"/>
                  <a:pt x="433515" y="143380"/>
                </a:cubicBezTo>
                <a:cubicBezTo>
                  <a:pt x="428454" y="143380"/>
                  <a:pt x="423394" y="145067"/>
                  <a:pt x="418333" y="145067"/>
                </a:cubicBezTo>
                <a:cubicBezTo>
                  <a:pt x="414960" y="145067"/>
                  <a:pt x="411586" y="145067"/>
                  <a:pt x="409899" y="143380"/>
                </a:cubicBezTo>
                <a:cubicBezTo>
                  <a:pt x="406526" y="143380"/>
                  <a:pt x="403152" y="143380"/>
                  <a:pt x="401465" y="141694"/>
                </a:cubicBezTo>
                <a:cubicBezTo>
                  <a:pt x="399778" y="141694"/>
                  <a:pt x="396405" y="140007"/>
                  <a:pt x="394718" y="140007"/>
                </a:cubicBezTo>
                <a:cubicBezTo>
                  <a:pt x="393031" y="138320"/>
                  <a:pt x="393031" y="138320"/>
                  <a:pt x="391344" y="136633"/>
                </a:cubicBezTo>
                <a:cubicBezTo>
                  <a:pt x="391344" y="136633"/>
                  <a:pt x="391344" y="134946"/>
                  <a:pt x="389657" y="134946"/>
                </a:cubicBezTo>
                <a:cubicBezTo>
                  <a:pt x="389657" y="133259"/>
                  <a:pt x="389657" y="131573"/>
                  <a:pt x="389657" y="129886"/>
                </a:cubicBezTo>
                <a:cubicBezTo>
                  <a:pt x="389657" y="128199"/>
                  <a:pt x="389657" y="126512"/>
                  <a:pt x="389657" y="126512"/>
                </a:cubicBezTo>
                <a:lnTo>
                  <a:pt x="389657" y="124825"/>
                </a:lnTo>
                <a:lnTo>
                  <a:pt x="391344" y="123138"/>
                </a:lnTo>
                <a:lnTo>
                  <a:pt x="393031" y="123138"/>
                </a:lnTo>
                <a:cubicBezTo>
                  <a:pt x="393031" y="123138"/>
                  <a:pt x="394718" y="123138"/>
                  <a:pt x="396405" y="123138"/>
                </a:cubicBezTo>
                <a:cubicBezTo>
                  <a:pt x="398091" y="124825"/>
                  <a:pt x="399778" y="126512"/>
                  <a:pt x="401465" y="126512"/>
                </a:cubicBezTo>
                <a:cubicBezTo>
                  <a:pt x="403152" y="128199"/>
                  <a:pt x="406526" y="128199"/>
                  <a:pt x="408212" y="129886"/>
                </a:cubicBezTo>
                <a:cubicBezTo>
                  <a:pt x="411586" y="131573"/>
                  <a:pt x="414960" y="131573"/>
                  <a:pt x="418333" y="131573"/>
                </a:cubicBezTo>
                <a:cubicBezTo>
                  <a:pt x="421707" y="131573"/>
                  <a:pt x="425081" y="131573"/>
                  <a:pt x="426767" y="129886"/>
                </a:cubicBezTo>
                <a:cubicBezTo>
                  <a:pt x="428454" y="129886"/>
                  <a:pt x="431828" y="128199"/>
                  <a:pt x="433515" y="128199"/>
                </a:cubicBezTo>
                <a:cubicBezTo>
                  <a:pt x="435202" y="126512"/>
                  <a:pt x="435202" y="124825"/>
                  <a:pt x="436888" y="123138"/>
                </a:cubicBezTo>
                <a:cubicBezTo>
                  <a:pt x="436888" y="121452"/>
                  <a:pt x="438575" y="119765"/>
                  <a:pt x="438575" y="116391"/>
                </a:cubicBezTo>
                <a:cubicBezTo>
                  <a:pt x="438575" y="114704"/>
                  <a:pt x="436888" y="111331"/>
                  <a:pt x="436888" y="109644"/>
                </a:cubicBezTo>
                <a:cubicBezTo>
                  <a:pt x="435202" y="107957"/>
                  <a:pt x="433515" y="106270"/>
                  <a:pt x="430141" y="104583"/>
                </a:cubicBezTo>
                <a:cubicBezTo>
                  <a:pt x="428454" y="104583"/>
                  <a:pt x="426767" y="102897"/>
                  <a:pt x="423394" y="101210"/>
                </a:cubicBezTo>
                <a:cubicBezTo>
                  <a:pt x="420020" y="101210"/>
                  <a:pt x="418333" y="99523"/>
                  <a:pt x="414960" y="97836"/>
                </a:cubicBezTo>
                <a:cubicBezTo>
                  <a:pt x="411586" y="97836"/>
                  <a:pt x="409899" y="96149"/>
                  <a:pt x="406526" y="94462"/>
                </a:cubicBezTo>
                <a:cubicBezTo>
                  <a:pt x="403152" y="92776"/>
                  <a:pt x="401465" y="91089"/>
                  <a:pt x="399778" y="89402"/>
                </a:cubicBezTo>
                <a:cubicBezTo>
                  <a:pt x="396405" y="87715"/>
                  <a:pt x="394718" y="84341"/>
                  <a:pt x="394718" y="80968"/>
                </a:cubicBezTo>
                <a:cubicBezTo>
                  <a:pt x="393031" y="79281"/>
                  <a:pt x="391344" y="75907"/>
                  <a:pt x="391344" y="70847"/>
                </a:cubicBezTo>
                <a:cubicBezTo>
                  <a:pt x="391344" y="67473"/>
                  <a:pt x="393031" y="64099"/>
                  <a:pt x="394718" y="60726"/>
                </a:cubicBezTo>
                <a:cubicBezTo>
                  <a:pt x="394718" y="57352"/>
                  <a:pt x="398091" y="53978"/>
                  <a:pt x="399778" y="52292"/>
                </a:cubicBezTo>
                <a:cubicBezTo>
                  <a:pt x="403152" y="48918"/>
                  <a:pt x="406526" y="47231"/>
                  <a:pt x="411586" y="45544"/>
                </a:cubicBezTo>
                <a:cubicBezTo>
                  <a:pt x="414960" y="45544"/>
                  <a:pt x="420020" y="43858"/>
                  <a:pt x="425081" y="43858"/>
                </a:cubicBezTo>
                <a:cubicBezTo>
                  <a:pt x="428454" y="43858"/>
                  <a:pt x="430141" y="43858"/>
                  <a:pt x="433515" y="43858"/>
                </a:cubicBezTo>
                <a:cubicBezTo>
                  <a:pt x="435202" y="45544"/>
                  <a:pt x="436888" y="45544"/>
                  <a:pt x="438575" y="45544"/>
                </a:cubicBezTo>
                <a:cubicBezTo>
                  <a:pt x="441949" y="47231"/>
                  <a:pt x="443636" y="47231"/>
                  <a:pt x="443636" y="48918"/>
                </a:cubicBezTo>
                <a:cubicBezTo>
                  <a:pt x="445323" y="48918"/>
                  <a:pt x="447009" y="48918"/>
                  <a:pt x="447009" y="50605"/>
                </a:cubicBezTo>
                <a:cubicBezTo>
                  <a:pt x="448696" y="50605"/>
                  <a:pt x="448696" y="50605"/>
                  <a:pt x="448696" y="52292"/>
                </a:cubicBezTo>
                <a:lnTo>
                  <a:pt x="450383" y="53978"/>
                </a:lnTo>
                <a:cubicBezTo>
                  <a:pt x="450383" y="55665"/>
                  <a:pt x="450383" y="55665"/>
                  <a:pt x="450383" y="57352"/>
                </a:cubicBezTo>
                <a:cubicBezTo>
                  <a:pt x="450383" y="59039"/>
                  <a:pt x="450383" y="59039"/>
                  <a:pt x="450383" y="60726"/>
                </a:cubicBezTo>
                <a:lnTo>
                  <a:pt x="448696" y="62413"/>
                </a:lnTo>
                <a:lnTo>
                  <a:pt x="448696" y="64099"/>
                </a:lnTo>
                <a:lnTo>
                  <a:pt x="447009" y="64099"/>
                </a:lnTo>
                <a:cubicBezTo>
                  <a:pt x="447009" y="64099"/>
                  <a:pt x="445323" y="64099"/>
                  <a:pt x="445323" y="62413"/>
                </a:cubicBezTo>
                <a:cubicBezTo>
                  <a:pt x="443636" y="62413"/>
                  <a:pt x="441949" y="60726"/>
                  <a:pt x="440262" y="60726"/>
                </a:cubicBezTo>
                <a:cubicBezTo>
                  <a:pt x="438575" y="59039"/>
                  <a:pt x="436888" y="59039"/>
                  <a:pt x="433515" y="57352"/>
                </a:cubicBezTo>
                <a:cubicBezTo>
                  <a:pt x="431828" y="57352"/>
                  <a:pt x="428454" y="57352"/>
                  <a:pt x="425081" y="57352"/>
                </a:cubicBezTo>
                <a:cubicBezTo>
                  <a:pt x="421707" y="57352"/>
                  <a:pt x="420020" y="57352"/>
                  <a:pt x="418333" y="57352"/>
                </a:cubicBezTo>
                <a:cubicBezTo>
                  <a:pt x="414960" y="59039"/>
                  <a:pt x="413273" y="59039"/>
                  <a:pt x="411586" y="60726"/>
                </a:cubicBezTo>
                <a:cubicBezTo>
                  <a:pt x="411586" y="62413"/>
                  <a:pt x="409899" y="64099"/>
                  <a:pt x="409899" y="65786"/>
                </a:cubicBezTo>
                <a:cubicBezTo>
                  <a:pt x="408212" y="67473"/>
                  <a:pt x="408212" y="69160"/>
                  <a:pt x="408212" y="70847"/>
                </a:cubicBezTo>
                <a:cubicBezTo>
                  <a:pt x="408212" y="72534"/>
                  <a:pt x="408212" y="75907"/>
                  <a:pt x="409899" y="77594"/>
                </a:cubicBezTo>
                <a:cubicBezTo>
                  <a:pt x="411586" y="79281"/>
                  <a:pt x="413273" y="80968"/>
                  <a:pt x="414960" y="80968"/>
                </a:cubicBezTo>
                <a:cubicBezTo>
                  <a:pt x="418333" y="82655"/>
                  <a:pt x="420020" y="84341"/>
                  <a:pt x="423394" y="86028"/>
                </a:cubicBezTo>
                <a:cubicBezTo>
                  <a:pt x="425081" y="86028"/>
                  <a:pt x="428454" y="87715"/>
                  <a:pt x="431828" y="89402"/>
                </a:cubicBezTo>
                <a:cubicBezTo>
                  <a:pt x="433515" y="89402"/>
                  <a:pt x="436888" y="91089"/>
                  <a:pt x="440262" y="92776"/>
                </a:cubicBezTo>
                <a:cubicBezTo>
                  <a:pt x="441949" y="94462"/>
                  <a:pt x="445323" y="96149"/>
                  <a:pt x="447009" y="97836"/>
                </a:cubicBezTo>
                <a:cubicBezTo>
                  <a:pt x="450383" y="99523"/>
                  <a:pt x="452070" y="102897"/>
                  <a:pt x="452070" y="104583"/>
                </a:cubicBezTo>
                <a:cubicBezTo>
                  <a:pt x="453757" y="107957"/>
                  <a:pt x="455444" y="111331"/>
                  <a:pt x="455444" y="114704"/>
                </a:cubicBezTo>
                <a:close/>
                <a:moveTo>
                  <a:pt x="366042" y="140007"/>
                </a:moveTo>
                <a:lnTo>
                  <a:pt x="366042" y="141694"/>
                </a:lnTo>
                <a:lnTo>
                  <a:pt x="364355" y="143380"/>
                </a:lnTo>
                <a:lnTo>
                  <a:pt x="362668" y="143380"/>
                </a:lnTo>
                <a:cubicBezTo>
                  <a:pt x="360981" y="143380"/>
                  <a:pt x="359294" y="143380"/>
                  <a:pt x="357608" y="143380"/>
                </a:cubicBezTo>
                <a:cubicBezTo>
                  <a:pt x="355921" y="143380"/>
                  <a:pt x="355921" y="143380"/>
                  <a:pt x="354234" y="143380"/>
                </a:cubicBezTo>
                <a:cubicBezTo>
                  <a:pt x="352547" y="143380"/>
                  <a:pt x="352547" y="143380"/>
                  <a:pt x="350860" y="143380"/>
                </a:cubicBezTo>
                <a:lnTo>
                  <a:pt x="350860" y="141694"/>
                </a:lnTo>
                <a:cubicBezTo>
                  <a:pt x="349173" y="141694"/>
                  <a:pt x="349173" y="140007"/>
                  <a:pt x="349173" y="140007"/>
                </a:cubicBezTo>
                <a:lnTo>
                  <a:pt x="349173" y="86028"/>
                </a:lnTo>
                <a:cubicBezTo>
                  <a:pt x="349173" y="80968"/>
                  <a:pt x="349173" y="77594"/>
                  <a:pt x="349173" y="74220"/>
                </a:cubicBezTo>
                <a:cubicBezTo>
                  <a:pt x="347487" y="70847"/>
                  <a:pt x="345800" y="67473"/>
                  <a:pt x="345800" y="65786"/>
                </a:cubicBezTo>
                <a:cubicBezTo>
                  <a:pt x="344113" y="64099"/>
                  <a:pt x="340739" y="62413"/>
                  <a:pt x="339052" y="60726"/>
                </a:cubicBezTo>
                <a:cubicBezTo>
                  <a:pt x="335679" y="59039"/>
                  <a:pt x="333992" y="59039"/>
                  <a:pt x="330618" y="59039"/>
                </a:cubicBezTo>
                <a:cubicBezTo>
                  <a:pt x="325558" y="59039"/>
                  <a:pt x="322184" y="60726"/>
                  <a:pt x="317124" y="62413"/>
                </a:cubicBezTo>
                <a:cubicBezTo>
                  <a:pt x="313750" y="65786"/>
                  <a:pt x="308690" y="70847"/>
                  <a:pt x="303629" y="75907"/>
                </a:cubicBezTo>
                <a:lnTo>
                  <a:pt x="303629" y="140007"/>
                </a:lnTo>
                <a:lnTo>
                  <a:pt x="303629" y="141694"/>
                </a:lnTo>
                <a:lnTo>
                  <a:pt x="301942" y="143380"/>
                </a:lnTo>
                <a:lnTo>
                  <a:pt x="300255" y="143380"/>
                </a:lnTo>
                <a:cubicBezTo>
                  <a:pt x="298569" y="143380"/>
                  <a:pt x="296882" y="143380"/>
                  <a:pt x="295195" y="143380"/>
                </a:cubicBezTo>
                <a:cubicBezTo>
                  <a:pt x="295195" y="143380"/>
                  <a:pt x="293508" y="143380"/>
                  <a:pt x="291821" y="143380"/>
                </a:cubicBezTo>
                <a:lnTo>
                  <a:pt x="290134" y="143380"/>
                </a:lnTo>
                <a:lnTo>
                  <a:pt x="288448" y="141694"/>
                </a:lnTo>
                <a:lnTo>
                  <a:pt x="288448" y="140007"/>
                </a:lnTo>
                <a:lnTo>
                  <a:pt x="288448" y="48918"/>
                </a:lnTo>
                <a:lnTo>
                  <a:pt x="288448" y="47231"/>
                </a:lnTo>
                <a:lnTo>
                  <a:pt x="288448" y="45544"/>
                </a:lnTo>
                <a:cubicBezTo>
                  <a:pt x="290134" y="45544"/>
                  <a:pt x="290134" y="45544"/>
                  <a:pt x="291821" y="45544"/>
                </a:cubicBezTo>
                <a:cubicBezTo>
                  <a:pt x="291821" y="45544"/>
                  <a:pt x="293508" y="45544"/>
                  <a:pt x="295195" y="45544"/>
                </a:cubicBezTo>
                <a:cubicBezTo>
                  <a:pt x="296882" y="45544"/>
                  <a:pt x="298569" y="45544"/>
                  <a:pt x="298569" y="45544"/>
                </a:cubicBezTo>
                <a:cubicBezTo>
                  <a:pt x="300255" y="45544"/>
                  <a:pt x="300255" y="45544"/>
                  <a:pt x="301942" y="45544"/>
                </a:cubicBezTo>
                <a:lnTo>
                  <a:pt x="301942" y="47231"/>
                </a:lnTo>
                <a:cubicBezTo>
                  <a:pt x="301942" y="47231"/>
                  <a:pt x="303629" y="47231"/>
                  <a:pt x="303629" y="48918"/>
                </a:cubicBezTo>
                <a:lnTo>
                  <a:pt x="303629" y="60726"/>
                </a:lnTo>
                <a:cubicBezTo>
                  <a:pt x="308690" y="55665"/>
                  <a:pt x="313750" y="50605"/>
                  <a:pt x="318810" y="47231"/>
                </a:cubicBezTo>
                <a:cubicBezTo>
                  <a:pt x="323871" y="45544"/>
                  <a:pt x="328931" y="43858"/>
                  <a:pt x="333992" y="43858"/>
                </a:cubicBezTo>
                <a:cubicBezTo>
                  <a:pt x="339052" y="43858"/>
                  <a:pt x="345800" y="45544"/>
                  <a:pt x="349173" y="47231"/>
                </a:cubicBezTo>
                <a:cubicBezTo>
                  <a:pt x="352547" y="48918"/>
                  <a:pt x="355921" y="52292"/>
                  <a:pt x="359294" y="55665"/>
                </a:cubicBezTo>
                <a:cubicBezTo>
                  <a:pt x="362668" y="59039"/>
                  <a:pt x="364355" y="62413"/>
                  <a:pt x="364355" y="67473"/>
                </a:cubicBezTo>
                <a:cubicBezTo>
                  <a:pt x="366042" y="72534"/>
                  <a:pt x="366042" y="77594"/>
                  <a:pt x="366042" y="84341"/>
                </a:cubicBezTo>
                <a:lnTo>
                  <a:pt x="366042" y="140007"/>
                </a:lnTo>
                <a:close/>
                <a:moveTo>
                  <a:pt x="239530" y="97836"/>
                </a:moveTo>
                <a:lnTo>
                  <a:pt x="226035" y="97836"/>
                </a:lnTo>
                <a:cubicBezTo>
                  <a:pt x="220974" y="97836"/>
                  <a:pt x="217601" y="99523"/>
                  <a:pt x="214227" y="99523"/>
                </a:cubicBezTo>
                <a:cubicBezTo>
                  <a:pt x="210853" y="101210"/>
                  <a:pt x="207480" y="101210"/>
                  <a:pt x="205793" y="102897"/>
                </a:cubicBezTo>
                <a:cubicBezTo>
                  <a:pt x="202419" y="104583"/>
                  <a:pt x="200733" y="106270"/>
                  <a:pt x="200733" y="107957"/>
                </a:cubicBezTo>
                <a:cubicBezTo>
                  <a:pt x="199046" y="111331"/>
                  <a:pt x="199046" y="113017"/>
                  <a:pt x="199046" y="116391"/>
                </a:cubicBezTo>
                <a:cubicBezTo>
                  <a:pt x="199046" y="121452"/>
                  <a:pt x="200733" y="124825"/>
                  <a:pt x="204106" y="128199"/>
                </a:cubicBezTo>
                <a:cubicBezTo>
                  <a:pt x="205793" y="129886"/>
                  <a:pt x="210853" y="131573"/>
                  <a:pt x="215914" y="131573"/>
                </a:cubicBezTo>
                <a:cubicBezTo>
                  <a:pt x="220974" y="131573"/>
                  <a:pt x="224348" y="129886"/>
                  <a:pt x="227722" y="128199"/>
                </a:cubicBezTo>
                <a:cubicBezTo>
                  <a:pt x="232782" y="126512"/>
                  <a:pt x="236156" y="123138"/>
                  <a:pt x="239530" y="118078"/>
                </a:cubicBezTo>
                <a:lnTo>
                  <a:pt x="239530" y="97836"/>
                </a:lnTo>
                <a:close/>
                <a:moveTo>
                  <a:pt x="256398" y="140007"/>
                </a:moveTo>
                <a:lnTo>
                  <a:pt x="256398" y="141694"/>
                </a:lnTo>
                <a:cubicBezTo>
                  <a:pt x="254711" y="143380"/>
                  <a:pt x="254711" y="143380"/>
                  <a:pt x="253024" y="143380"/>
                </a:cubicBezTo>
                <a:cubicBezTo>
                  <a:pt x="253024" y="143380"/>
                  <a:pt x="251337" y="143380"/>
                  <a:pt x="249651" y="143380"/>
                </a:cubicBezTo>
                <a:cubicBezTo>
                  <a:pt x="247964" y="143380"/>
                  <a:pt x="246277" y="143380"/>
                  <a:pt x="244590" y="143380"/>
                </a:cubicBezTo>
                <a:cubicBezTo>
                  <a:pt x="244590" y="143380"/>
                  <a:pt x="242903" y="143380"/>
                  <a:pt x="242903" y="141694"/>
                </a:cubicBezTo>
                <a:lnTo>
                  <a:pt x="242903" y="140007"/>
                </a:lnTo>
                <a:lnTo>
                  <a:pt x="242903" y="131573"/>
                </a:lnTo>
                <a:cubicBezTo>
                  <a:pt x="237843" y="134946"/>
                  <a:pt x="234469" y="138320"/>
                  <a:pt x="229409" y="141694"/>
                </a:cubicBezTo>
                <a:cubicBezTo>
                  <a:pt x="224348" y="143380"/>
                  <a:pt x="219288" y="145067"/>
                  <a:pt x="212540" y="145067"/>
                </a:cubicBezTo>
                <a:cubicBezTo>
                  <a:pt x="209167" y="145067"/>
                  <a:pt x="204106" y="143380"/>
                  <a:pt x="200733" y="143380"/>
                </a:cubicBezTo>
                <a:cubicBezTo>
                  <a:pt x="195672" y="141694"/>
                  <a:pt x="192298" y="140007"/>
                  <a:pt x="190612" y="136633"/>
                </a:cubicBezTo>
                <a:cubicBezTo>
                  <a:pt x="187238" y="134946"/>
                  <a:pt x="185551" y="131573"/>
                  <a:pt x="183864" y="128199"/>
                </a:cubicBezTo>
                <a:cubicBezTo>
                  <a:pt x="182177" y="124825"/>
                  <a:pt x="182177" y="121452"/>
                  <a:pt x="182177" y="116391"/>
                </a:cubicBezTo>
                <a:cubicBezTo>
                  <a:pt x="182177" y="111331"/>
                  <a:pt x="182177" y="107957"/>
                  <a:pt x="185551" y="102897"/>
                </a:cubicBezTo>
                <a:cubicBezTo>
                  <a:pt x="187238" y="99523"/>
                  <a:pt x="190612" y="96149"/>
                  <a:pt x="193985" y="94462"/>
                </a:cubicBezTo>
                <a:cubicBezTo>
                  <a:pt x="197359" y="91089"/>
                  <a:pt x="202419" y="89402"/>
                  <a:pt x="207480" y="87715"/>
                </a:cubicBezTo>
                <a:cubicBezTo>
                  <a:pt x="214227" y="87715"/>
                  <a:pt x="220974" y="86028"/>
                  <a:pt x="227722" y="86028"/>
                </a:cubicBezTo>
                <a:lnTo>
                  <a:pt x="239530" y="86028"/>
                </a:lnTo>
                <a:lnTo>
                  <a:pt x="239530" y="79281"/>
                </a:lnTo>
                <a:cubicBezTo>
                  <a:pt x="239530" y="75907"/>
                  <a:pt x="239530" y="72534"/>
                  <a:pt x="239530" y="69160"/>
                </a:cubicBezTo>
                <a:cubicBezTo>
                  <a:pt x="237843" y="67473"/>
                  <a:pt x="237843" y="64099"/>
                  <a:pt x="236156" y="62413"/>
                </a:cubicBezTo>
                <a:cubicBezTo>
                  <a:pt x="234469" y="60726"/>
                  <a:pt x="231095" y="60726"/>
                  <a:pt x="229409" y="59039"/>
                </a:cubicBezTo>
                <a:cubicBezTo>
                  <a:pt x="226035" y="57352"/>
                  <a:pt x="222661" y="57352"/>
                  <a:pt x="219288" y="57352"/>
                </a:cubicBezTo>
                <a:cubicBezTo>
                  <a:pt x="214227" y="57352"/>
                  <a:pt x="210853" y="57352"/>
                  <a:pt x="207480" y="59039"/>
                </a:cubicBezTo>
                <a:cubicBezTo>
                  <a:pt x="204106" y="60726"/>
                  <a:pt x="202419" y="60726"/>
                  <a:pt x="199046" y="62413"/>
                </a:cubicBezTo>
                <a:cubicBezTo>
                  <a:pt x="197359" y="64099"/>
                  <a:pt x="193985" y="64099"/>
                  <a:pt x="192298" y="65786"/>
                </a:cubicBezTo>
                <a:cubicBezTo>
                  <a:pt x="192298" y="67473"/>
                  <a:pt x="190612" y="67473"/>
                  <a:pt x="188925" y="67473"/>
                </a:cubicBezTo>
                <a:lnTo>
                  <a:pt x="187238" y="67473"/>
                </a:lnTo>
                <a:lnTo>
                  <a:pt x="187238" y="65786"/>
                </a:lnTo>
                <a:lnTo>
                  <a:pt x="185551" y="64099"/>
                </a:lnTo>
                <a:cubicBezTo>
                  <a:pt x="185551" y="62413"/>
                  <a:pt x="185551" y="62413"/>
                  <a:pt x="185551" y="60726"/>
                </a:cubicBezTo>
                <a:cubicBezTo>
                  <a:pt x="185551" y="59039"/>
                  <a:pt x="185551" y="57352"/>
                  <a:pt x="187238" y="57352"/>
                </a:cubicBezTo>
                <a:cubicBezTo>
                  <a:pt x="187238" y="55665"/>
                  <a:pt x="187238" y="53978"/>
                  <a:pt x="188925" y="53978"/>
                </a:cubicBezTo>
                <a:cubicBezTo>
                  <a:pt x="188925" y="52292"/>
                  <a:pt x="190612" y="52292"/>
                  <a:pt x="192298" y="50605"/>
                </a:cubicBezTo>
                <a:cubicBezTo>
                  <a:pt x="195672" y="48918"/>
                  <a:pt x="197359" y="48918"/>
                  <a:pt x="200733" y="47231"/>
                </a:cubicBezTo>
                <a:cubicBezTo>
                  <a:pt x="204106" y="47231"/>
                  <a:pt x="207480" y="45544"/>
                  <a:pt x="210853" y="45544"/>
                </a:cubicBezTo>
                <a:cubicBezTo>
                  <a:pt x="214227" y="43858"/>
                  <a:pt x="217601" y="43858"/>
                  <a:pt x="220974" y="43858"/>
                </a:cubicBezTo>
                <a:cubicBezTo>
                  <a:pt x="227722" y="43858"/>
                  <a:pt x="232782" y="45544"/>
                  <a:pt x="237843" y="45544"/>
                </a:cubicBezTo>
                <a:cubicBezTo>
                  <a:pt x="242903" y="47231"/>
                  <a:pt x="246277" y="50605"/>
                  <a:pt x="247964" y="52292"/>
                </a:cubicBezTo>
                <a:cubicBezTo>
                  <a:pt x="251337" y="55665"/>
                  <a:pt x="253024" y="59039"/>
                  <a:pt x="254711" y="64099"/>
                </a:cubicBezTo>
                <a:cubicBezTo>
                  <a:pt x="256398" y="67473"/>
                  <a:pt x="256398" y="72534"/>
                  <a:pt x="256398" y="79281"/>
                </a:cubicBezTo>
                <a:lnTo>
                  <a:pt x="256398" y="140007"/>
                </a:lnTo>
                <a:close/>
                <a:moveTo>
                  <a:pt x="168683" y="53978"/>
                </a:moveTo>
                <a:cubicBezTo>
                  <a:pt x="168683" y="55665"/>
                  <a:pt x="168683" y="57352"/>
                  <a:pt x="168683" y="59039"/>
                </a:cubicBezTo>
                <a:lnTo>
                  <a:pt x="168683" y="60726"/>
                </a:lnTo>
                <a:lnTo>
                  <a:pt x="166996" y="62413"/>
                </a:lnTo>
                <a:lnTo>
                  <a:pt x="165309" y="62413"/>
                </a:lnTo>
                <a:lnTo>
                  <a:pt x="163622" y="62413"/>
                </a:lnTo>
                <a:lnTo>
                  <a:pt x="161935" y="60726"/>
                </a:lnTo>
                <a:cubicBezTo>
                  <a:pt x="160249" y="60726"/>
                  <a:pt x="158562" y="60726"/>
                  <a:pt x="158562" y="60726"/>
                </a:cubicBezTo>
                <a:cubicBezTo>
                  <a:pt x="156875" y="60726"/>
                  <a:pt x="155188" y="60726"/>
                  <a:pt x="153501" y="60726"/>
                </a:cubicBezTo>
                <a:cubicBezTo>
                  <a:pt x="151815" y="60726"/>
                  <a:pt x="150128" y="60726"/>
                  <a:pt x="148441" y="60726"/>
                </a:cubicBezTo>
                <a:cubicBezTo>
                  <a:pt x="146754" y="62413"/>
                  <a:pt x="145067" y="62413"/>
                  <a:pt x="143380" y="64099"/>
                </a:cubicBezTo>
                <a:cubicBezTo>
                  <a:pt x="141694" y="65786"/>
                  <a:pt x="140007" y="67473"/>
                  <a:pt x="138320" y="70847"/>
                </a:cubicBezTo>
                <a:cubicBezTo>
                  <a:pt x="136633" y="72534"/>
                  <a:pt x="134946" y="75907"/>
                  <a:pt x="131573" y="79281"/>
                </a:cubicBezTo>
                <a:lnTo>
                  <a:pt x="131573" y="140007"/>
                </a:lnTo>
                <a:lnTo>
                  <a:pt x="131573" y="141694"/>
                </a:lnTo>
                <a:cubicBezTo>
                  <a:pt x="131573" y="141694"/>
                  <a:pt x="129886" y="141694"/>
                  <a:pt x="129886" y="143380"/>
                </a:cubicBezTo>
                <a:lnTo>
                  <a:pt x="128199" y="143380"/>
                </a:lnTo>
                <a:cubicBezTo>
                  <a:pt x="126512" y="143380"/>
                  <a:pt x="124825" y="143380"/>
                  <a:pt x="123138" y="143380"/>
                </a:cubicBezTo>
                <a:cubicBezTo>
                  <a:pt x="121452" y="143380"/>
                  <a:pt x="119765" y="143380"/>
                  <a:pt x="119765" y="143380"/>
                </a:cubicBezTo>
                <a:cubicBezTo>
                  <a:pt x="118078" y="143380"/>
                  <a:pt x="118078" y="143380"/>
                  <a:pt x="116391" y="143380"/>
                </a:cubicBezTo>
                <a:cubicBezTo>
                  <a:pt x="116391" y="141694"/>
                  <a:pt x="116391" y="141694"/>
                  <a:pt x="114704" y="141694"/>
                </a:cubicBezTo>
                <a:lnTo>
                  <a:pt x="114704" y="140007"/>
                </a:lnTo>
                <a:lnTo>
                  <a:pt x="114704" y="48918"/>
                </a:lnTo>
                <a:lnTo>
                  <a:pt x="114704" y="47231"/>
                </a:lnTo>
                <a:cubicBezTo>
                  <a:pt x="114704" y="47231"/>
                  <a:pt x="116391" y="47231"/>
                  <a:pt x="116391" y="45544"/>
                </a:cubicBezTo>
                <a:lnTo>
                  <a:pt x="118078" y="45544"/>
                </a:lnTo>
                <a:cubicBezTo>
                  <a:pt x="119765" y="45544"/>
                  <a:pt x="121452" y="45544"/>
                  <a:pt x="123138" y="45544"/>
                </a:cubicBezTo>
                <a:cubicBezTo>
                  <a:pt x="124825" y="45544"/>
                  <a:pt x="124825" y="45544"/>
                  <a:pt x="126512" y="45544"/>
                </a:cubicBezTo>
                <a:lnTo>
                  <a:pt x="128199" y="45544"/>
                </a:lnTo>
                <a:lnTo>
                  <a:pt x="129886" y="47231"/>
                </a:lnTo>
                <a:lnTo>
                  <a:pt x="129886" y="48918"/>
                </a:lnTo>
                <a:lnTo>
                  <a:pt x="129886" y="62413"/>
                </a:lnTo>
                <a:cubicBezTo>
                  <a:pt x="133259" y="59039"/>
                  <a:pt x="134946" y="55665"/>
                  <a:pt x="136633" y="52292"/>
                </a:cubicBezTo>
                <a:cubicBezTo>
                  <a:pt x="140007" y="50605"/>
                  <a:pt x="141694" y="48918"/>
                  <a:pt x="143380" y="47231"/>
                </a:cubicBezTo>
                <a:cubicBezTo>
                  <a:pt x="145067" y="45544"/>
                  <a:pt x="146754" y="45544"/>
                  <a:pt x="150128" y="45544"/>
                </a:cubicBezTo>
                <a:cubicBezTo>
                  <a:pt x="151815" y="43858"/>
                  <a:pt x="153501" y="43858"/>
                  <a:pt x="155188" y="43858"/>
                </a:cubicBezTo>
                <a:cubicBezTo>
                  <a:pt x="156875" y="43858"/>
                  <a:pt x="156875" y="43858"/>
                  <a:pt x="158562" y="43858"/>
                </a:cubicBezTo>
                <a:cubicBezTo>
                  <a:pt x="158562" y="43858"/>
                  <a:pt x="160249" y="43858"/>
                  <a:pt x="161935" y="45544"/>
                </a:cubicBezTo>
                <a:cubicBezTo>
                  <a:pt x="163622" y="45544"/>
                  <a:pt x="163622" y="45544"/>
                  <a:pt x="165309" y="45544"/>
                </a:cubicBezTo>
                <a:cubicBezTo>
                  <a:pt x="165309" y="45544"/>
                  <a:pt x="166996" y="45544"/>
                  <a:pt x="166996" y="47231"/>
                </a:cubicBezTo>
                <a:lnTo>
                  <a:pt x="168683" y="47231"/>
                </a:lnTo>
                <a:lnTo>
                  <a:pt x="168683" y="48918"/>
                </a:lnTo>
                <a:lnTo>
                  <a:pt x="168683" y="50605"/>
                </a:lnTo>
                <a:cubicBezTo>
                  <a:pt x="168683" y="52292"/>
                  <a:pt x="168683" y="52292"/>
                  <a:pt x="168683" y="53978"/>
                </a:cubicBezTo>
                <a:close/>
                <a:moveTo>
                  <a:pt x="97836" y="18555"/>
                </a:moveTo>
                <a:cubicBezTo>
                  <a:pt x="97836" y="20242"/>
                  <a:pt x="97836" y="20242"/>
                  <a:pt x="97836" y="21929"/>
                </a:cubicBezTo>
                <a:lnTo>
                  <a:pt x="97836" y="23616"/>
                </a:lnTo>
                <a:lnTo>
                  <a:pt x="96149" y="25302"/>
                </a:lnTo>
                <a:lnTo>
                  <a:pt x="94462" y="25302"/>
                </a:lnTo>
                <a:lnTo>
                  <a:pt x="57352" y="25302"/>
                </a:lnTo>
                <a:lnTo>
                  <a:pt x="57352" y="140007"/>
                </a:lnTo>
                <a:lnTo>
                  <a:pt x="57352" y="141694"/>
                </a:lnTo>
                <a:lnTo>
                  <a:pt x="55665" y="141694"/>
                </a:lnTo>
                <a:cubicBezTo>
                  <a:pt x="55665" y="143380"/>
                  <a:pt x="53978" y="143380"/>
                  <a:pt x="52292" y="143380"/>
                </a:cubicBezTo>
                <a:cubicBezTo>
                  <a:pt x="52292" y="143380"/>
                  <a:pt x="50605" y="143380"/>
                  <a:pt x="48918" y="143380"/>
                </a:cubicBezTo>
                <a:cubicBezTo>
                  <a:pt x="47231" y="143380"/>
                  <a:pt x="45544" y="143380"/>
                  <a:pt x="43858" y="143380"/>
                </a:cubicBezTo>
                <a:cubicBezTo>
                  <a:pt x="43858" y="143380"/>
                  <a:pt x="42171" y="143380"/>
                  <a:pt x="42171" y="141694"/>
                </a:cubicBezTo>
                <a:lnTo>
                  <a:pt x="40484" y="141694"/>
                </a:lnTo>
                <a:lnTo>
                  <a:pt x="40484" y="140007"/>
                </a:lnTo>
                <a:lnTo>
                  <a:pt x="40484" y="25302"/>
                </a:lnTo>
                <a:lnTo>
                  <a:pt x="3374" y="25302"/>
                </a:lnTo>
                <a:lnTo>
                  <a:pt x="1687" y="25302"/>
                </a:lnTo>
                <a:cubicBezTo>
                  <a:pt x="1687" y="25302"/>
                  <a:pt x="0" y="25302"/>
                  <a:pt x="0" y="23616"/>
                </a:cubicBezTo>
                <a:lnTo>
                  <a:pt x="0" y="21929"/>
                </a:lnTo>
                <a:cubicBezTo>
                  <a:pt x="0" y="20242"/>
                  <a:pt x="0" y="20242"/>
                  <a:pt x="0" y="18555"/>
                </a:cubicBezTo>
                <a:cubicBezTo>
                  <a:pt x="0" y="16868"/>
                  <a:pt x="0" y="16868"/>
                  <a:pt x="0" y="15181"/>
                </a:cubicBezTo>
                <a:lnTo>
                  <a:pt x="0" y="13495"/>
                </a:lnTo>
                <a:cubicBezTo>
                  <a:pt x="0" y="11808"/>
                  <a:pt x="1687" y="11808"/>
                  <a:pt x="1687" y="11808"/>
                </a:cubicBezTo>
                <a:lnTo>
                  <a:pt x="3374" y="11808"/>
                </a:lnTo>
                <a:lnTo>
                  <a:pt x="94462" y="11808"/>
                </a:lnTo>
                <a:lnTo>
                  <a:pt x="96149" y="11808"/>
                </a:lnTo>
                <a:lnTo>
                  <a:pt x="97836" y="13495"/>
                </a:lnTo>
                <a:lnTo>
                  <a:pt x="97836" y="15181"/>
                </a:lnTo>
                <a:cubicBezTo>
                  <a:pt x="97836" y="16868"/>
                  <a:pt x="97836" y="16868"/>
                  <a:pt x="97836" y="185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5A150-58A0-4BEF-B9B2-4D523BBC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583" y="3709704"/>
            <a:ext cx="119765" cy="140007"/>
          </a:xfrm>
          <a:custGeom xmlns:a="http://schemas.openxmlformats.org/drawingml/2006/main">
            <a:pathLst>
              <a:path w="119765" h="140007">
                <a:moveTo>
                  <a:pt x="119765" y="0"/>
                </a:moveTo>
                <a:lnTo>
                  <a:pt x="113017" y="32050"/>
                </a:lnTo>
                <a:lnTo>
                  <a:pt x="102897" y="32050"/>
                </a:lnTo>
                <a:cubicBezTo>
                  <a:pt x="102897" y="25302"/>
                  <a:pt x="102897" y="21929"/>
                  <a:pt x="101210" y="18555"/>
                </a:cubicBezTo>
                <a:cubicBezTo>
                  <a:pt x="101210" y="15181"/>
                  <a:pt x="99523" y="13495"/>
                  <a:pt x="99523" y="11808"/>
                </a:cubicBezTo>
                <a:cubicBezTo>
                  <a:pt x="97836" y="10121"/>
                  <a:pt x="96149" y="10121"/>
                  <a:pt x="96149" y="10121"/>
                </a:cubicBezTo>
                <a:cubicBezTo>
                  <a:pt x="94462" y="10121"/>
                  <a:pt x="91089" y="8434"/>
                  <a:pt x="89402" y="8434"/>
                </a:cubicBezTo>
                <a:lnTo>
                  <a:pt x="55665" y="8434"/>
                </a:lnTo>
                <a:lnTo>
                  <a:pt x="43858" y="62413"/>
                </a:lnTo>
                <a:lnTo>
                  <a:pt x="64099" y="62413"/>
                </a:lnTo>
                <a:cubicBezTo>
                  <a:pt x="69160" y="62413"/>
                  <a:pt x="72534" y="60726"/>
                  <a:pt x="74220" y="59039"/>
                </a:cubicBezTo>
                <a:cubicBezTo>
                  <a:pt x="77594" y="57352"/>
                  <a:pt x="79281" y="53978"/>
                  <a:pt x="82655" y="47231"/>
                </a:cubicBezTo>
                <a:lnTo>
                  <a:pt x="91089" y="47231"/>
                </a:lnTo>
                <a:lnTo>
                  <a:pt x="82655" y="87715"/>
                </a:lnTo>
                <a:lnTo>
                  <a:pt x="74220" y="87715"/>
                </a:lnTo>
                <a:cubicBezTo>
                  <a:pt x="74220" y="80968"/>
                  <a:pt x="74220" y="77594"/>
                  <a:pt x="72534" y="75907"/>
                </a:cubicBezTo>
                <a:cubicBezTo>
                  <a:pt x="72534" y="74220"/>
                  <a:pt x="70847" y="72534"/>
                  <a:pt x="70847" y="72534"/>
                </a:cubicBezTo>
                <a:cubicBezTo>
                  <a:pt x="69160" y="72534"/>
                  <a:pt x="65786" y="70847"/>
                  <a:pt x="62413" y="70847"/>
                </a:cubicBezTo>
                <a:lnTo>
                  <a:pt x="42171" y="70847"/>
                </a:lnTo>
                <a:lnTo>
                  <a:pt x="28676" y="129886"/>
                </a:lnTo>
                <a:lnTo>
                  <a:pt x="59039" y="129886"/>
                </a:lnTo>
                <a:cubicBezTo>
                  <a:pt x="64099" y="129886"/>
                  <a:pt x="67473" y="129886"/>
                  <a:pt x="69160" y="129886"/>
                </a:cubicBezTo>
                <a:cubicBezTo>
                  <a:pt x="70847" y="128199"/>
                  <a:pt x="74220" y="126512"/>
                  <a:pt x="75907" y="124825"/>
                </a:cubicBezTo>
                <a:cubicBezTo>
                  <a:pt x="77594" y="123138"/>
                  <a:pt x="79281" y="121452"/>
                  <a:pt x="82655" y="118078"/>
                </a:cubicBezTo>
                <a:cubicBezTo>
                  <a:pt x="84341" y="114704"/>
                  <a:pt x="86028" y="109644"/>
                  <a:pt x="89402" y="104583"/>
                </a:cubicBezTo>
                <a:lnTo>
                  <a:pt x="99523" y="104583"/>
                </a:lnTo>
                <a:lnTo>
                  <a:pt x="89402" y="140007"/>
                </a:lnTo>
                <a:lnTo>
                  <a:pt x="0" y="140007"/>
                </a:lnTo>
                <a:lnTo>
                  <a:pt x="1687" y="134946"/>
                </a:lnTo>
                <a:cubicBezTo>
                  <a:pt x="3374" y="133259"/>
                  <a:pt x="5060" y="133259"/>
                  <a:pt x="6747" y="131573"/>
                </a:cubicBezTo>
                <a:cubicBezTo>
                  <a:pt x="8434" y="131573"/>
                  <a:pt x="8434" y="129886"/>
                  <a:pt x="10121" y="128199"/>
                </a:cubicBezTo>
                <a:cubicBezTo>
                  <a:pt x="11808" y="126512"/>
                  <a:pt x="11808" y="124825"/>
                  <a:pt x="11808" y="123138"/>
                </a:cubicBezTo>
                <a:cubicBezTo>
                  <a:pt x="13495" y="119765"/>
                  <a:pt x="15181" y="116391"/>
                  <a:pt x="15181" y="109644"/>
                </a:cubicBezTo>
                <a:lnTo>
                  <a:pt x="33737" y="30363"/>
                </a:lnTo>
                <a:cubicBezTo>
                  <a:pt x="35423" y="23616"/>
                  <a:pt x="35423" y="18555"/>
                  <a:pt x="35423" y="13495"/>
                </a:cubicBezTo>
                <a:cubicBezTo>
                  <a:pt x="35423" y="10121"/>
                  <a:pt x="35423" y="8434"/>
                  <a:pt x="33737" y="6747"/>
                </a:cubicBezTo>
                <a:cubicBezTo>
                  <a:pt x="32050" y="6747"/>
                  <a:pt x="28676" y="5060"/>
                  <a:pt x="25302" y="5060"/>
                </a:cubicBezTo>
                <a:lnTo>
                  <a:pt x="26989" y="0"/>
                </a:lnTo>
                <a:lnTo>
                  <a:pt x="11976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59982-6EAB-4FA0-9531-E2A8C151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963" y="3679341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5544" y="80968"/>
                  <a:pt x="42171" y="84341"/>
                  <a:pt x="40484" y="86028"/>
                </a:cubicBezTo>
                <a:cubicBezTo>
                  <a:pt x="37110" y="87715"/>
                  <a:pt x="35423" y="89402"/>
                  <a:pt x="33737" y="91089"/>
                </a:cubicBezTo>
                <a:cubicBezTo>
                  <a:pt x="32050" y="92776"/>
                  <a:pt x="28676" y="92776"/>
                  <a:pt x="26989" y="94462"/>
                </a:cubicBezTo>
                <a:cubicBezTo>
                  <a:pt x="25302" y="94462"/>
                  <a:pt x="21929" y="94462"/>
                  <a:pt x="20242" y="94462"/>
                </a:cubicBezTo>
                <a:cubicBezTo>
                  <a:pt x="15181" y="94462"/>
                  <a:pt x="10121" y="92776"/>
                  <a:pt x="6747" y="91089"/>
                </a:cubicBezTo>
                <a:cubicBezTo>
                  <a:pt x="3374" y="87715"/>
                  <a:pt x="3374" y="82655"/>
                  <a:pt x="3374" y="77594"/>
                </a:cubicBezTo>
                <a:cubicBezTo>
                  <a:pt x="3374" y="75907"/>
                  <a:pt x="3374" y="74220"/>
                  <a:pt x="3374" y="72534"/>
                </a:cubicBezTo>
                <a:cubicBezTo>
                  <a:pt x="3374" y="69160"/>
                  <a:pt x="3374" y="67473"/>
                  <a:pt x="5060" y="65786"/>
                </a:cubicBezTo>
                <a:lnTo>
                  <a:pt x="13495" y="26989"/>
                </a:lnTo>
                <a:lnTo>
                  <a:pt x="0" y="26989"/>
                </a:lnTo>
                <a:lnTo>
                  <a:pt x="1687" y="20242"/>
                </a:lnTo>
                <a:cubicBezTo>
                  <a:pt x="5060" y="20242"/>
                  <a:pt x="6747" y="20242"/>
                  <a:pt x="8434" y="20242"/>
                </a:cubicBezTo>
                <a:cubicBezTo>
                  <a:pt x="10121" y="20242"/>
                  <a:pt x="11808" y="18555"/>
                  <a:pt x="13495" y="18555"/>
                </a:cubicBezTo>
                <a:cubicBezTo>
                  <a:pt x="13495" y="16868"/>
                  <a:pt x="15181" y="16868"/>
                  <a:pt x="15181" y="15181"/>
                </a:cubicBezTo>
                <a:cubicBezTo>
                  <a:pt x="15181" y="13495"/>
                  <a:pt x="16868" y="13495"/>
                  <a:pt x="16868" y="11808"/>
                </a:cubicBezTo>
                <a:cubicBezTo>
                  <a:pt x="18555" y="10121"/>
                  <a:pt x="18555" y="8434"/>
                  <a:pt x="20242" y="6747"/>
                </a:cubicBezTo>
                <a:cubicBezTo>
                  <a:pt x="20242" y="5060"/>
                  <a:pt x="20242" y="1687"/>
                  <a:pt x="21929" y="0"/>
                </a:cubicBezTo>
                <a:lnTo>
                  <a:pt x="33737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20242" y="57352"/>
                </a:lnTo>
                <a:cubicBezTo>
                  <a:pt x="20242" y="60726"/>
                  <a:pt x="18555" y="62413"/>
                  <a:pt x="18555" y="64099"/>
                </a:cubicBezTo>
                <a:cubicBezTo>
                  <a:pt x="18555" y="65786"/>
                  <a:pt x="18555" y="67473"/>
                  <a:pt x="18555" y="67473"/>
                </a:cubicBezTo>
                <a:cubicBezTo>
                  <a:pt x="18555" y="69160"/>
                  <a:pt x="16868" y="70847"/>
                  <a:pt x="16868" y="72534"/>
                </a:cubicBezTo>
                <a:lnTo>
                  <a:pt x="16868" y="74220"/>
                </a:lnTo>
                <a:cubicBezTo>
                  <a:pt x="16868" y="77594"/>
                  <a:pt x="18555" y="80968"/>
                  <a:pt x="18555" y="82655"/>
                </a:cubicBezTo>
                <a:cubicBezTo>
                  <a:pt x="20242" y="84341"/>
                  <a:pt x="21929" y="84341"/>
                  <a:pt x="25302" y="84341"/>
                </a:cubicBezTo>
                <a:cubicBezTo>
                  <a:pt x="26989" y="84341"/>
                  <a:pt x="30363" y="84341"/>
                  <a:pt x="33737" y="82655"/>
                </a:cubicBezTo>
                <a:cubicBezTo>
                  <a:pt x="35423" y="79281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14614-C658-4D39-B402-8D5F8448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810" y="3826095"/>
            <a:ext cx="30363" cy="50605"/>
          </a:xfrm>
          <a:custGeom xmlns:a="http://schemas.openxmlformats.org/drawingml/2006/main">
            <a:pathLst>
              <a:path w="30363" h="50605">
                <a:moveTo>
                  <a:pt x="11808" y="0"/>
                </a:moveTo>
                <a:cubicBezTo>
                  <a:pt x="11808" y="5060"/>
                  <a:pt x="11808" y="10121"/>
                  <a:pt x="11808" y="15181"/>
                </a:cubicBezTo>
                <a:cubicBezTo>
                  <a:pt x="11808" y="20242"/>
                  <a:pt x="11808" y="23616"/>
                  <a:pt x="11808" y="26989"/>
                </a:cubicBezTo>
                <a:cubicBezTo>
                  <a:pt x="10121" y="30363"/>
                  <a:pt x="10121" y="33737"/>
                  <a:pt x="8434" y="35423"/>
                </a:cubicBezTo>
                <a:cubicBezTo>
                  <a:pt x="6747" y="38797"/>
                  <a:pt x="3374" y="42171"/>
                  <a:pt x="0" y="45544"/>
                </a:cubicBezTo>
                <a:lnTo>
                  <a:pt x="6747" y="50605"/>
                </a:lnTo>
                <a:cubicBezTo>
                  <a:pt x="11808" y="45544"/>
                  <a:pt x="16868" y="42171"/>
                  <a:pt x="20242" y="38797"/>
                </a:cubicBezTo>
                <a:cubicBezTo>
                  <a:pt x="23616" y="33737"/>
                  <a:pt x="26989" y="30363"/>
                  <a:pt x="28676" y="26989"/>
                </a:cubicBezTo>
                <a:cubicBezTo>
                  <a:pt x="30363" y="21929"/>
                  <a:pt x="30363" y="18555"/>
                  <a:pt x="30363" y="13495"/>
                </a:cubicBezTo>
                <a:cubicBezTo>
                  <a:pt x="30363" y="8434"/>
                  <a:pt x="30363" y="3374"/>
                  <a:pt x="30363" y="0"/>
                </a:cubicBezTo>
                <a:lnTo>
                  <a:pt x="118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81EE0-E361-407A-AC23-E797F2DF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333" y="3826095"/>
            <a:ext cx="121452" cy="23616"/>
          </a:xfrm>
          <a:custGeom xmlns:a="http://schemas.openxmlformats.org/drawingml/2006/main">
            <a:pathLst>
              <a:path w="121452" h="23616">
                <a:moveTo>
                  <a:pt x="0" y="0"/>
                </a:moveTo>
                <a:lnTo>
                  <a:pt x="0" y="23616"/>
                </a:lnTo>
                <a:lnTo>
                  <a:pt x="21929" y="23616"/>
                </a:lnTo>
                <a:lnTo>
                  <a:pt x="21929" y="0"/>
                </a:lnTo>
                <a:lnTo>
                  <a:pt x="0" y="0"/>
                </a:lnTo>
                <a:close/>
                <a:moveTo>
                  <a:pt x="50605" y="0"/>
                </a:moveTo>
                <a:lnTo>
                  <a:pt x="50605" y="23616"/>
                </a:lnTo>
                <a:lnTo>
                  <a:pt x="70847" y="23616"/>
                </a:lnTo>
                <a:lnTo>
                  <a:pt x="70847" y="0"/>
                </a:lnTo>
                <a:lnTo>
                  <a:pt x="50605" y="0"/>
                </a:lnTo>
                <a:close/>
                <a:moveTo>
                  <a:pt x="101210" y="0"/>
                </a:moveTo>
                <a:lnTo>
                  <a:pt x="101210" y="23616"/>
                </a:lnTo>
                <a:lnTo>
                  <a:pt x="121452" y="23616"/>
                </a:lnTo>
                <a:lnTo>
                  <a:pt x="121452" y="0"/>
                </a:lnTo>
                <a:lnTo>
                  <a:pt x="1012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D89644-33EF-4C26-895B-090508A9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3016" y="3826095"/>
            <a:ext cx="32050" cy="50605"/>
          </a:xfrm>
          <a:custGeom xmlns:a="http://schemas.openxmlformats.org/drawingml/2006/main">
            <a:pathLst>
              <a:path w="32050" h="50605">
                <a:moveTo>
                  <a:pt x="11808" y="0"/>
                </a:moveTo>
                <a:cubicBezTo>
                  <a:pt x="11808" y="5060"/>
                  <a:pt x="11808" y="10121"/>
                  <a:pt x="11808" y="15181"/>
                </a:cubicBezTo>
                <a:cubicBezTo>
                  <a:pt x="11808" y="20242"/>
                  <a:pt x="11808" y="23616"/>
                  <a:pt x="11808" y="26989"/>
                </a:cubicBezTo>
                <a:cubicBezTo>
                  <a:pt x="10121" y="30363"/>
                  <a:pt x="10121" y="33737"/>
                  <a:pt x="8434" y="35423"/>
                </a:cubicBezTo>
                <a:cubicBezTo>
                  <a:pt x="6747" y="38797"/>
                  <a:pt x="3374" y="42171"/>
                  <a:pt x="0" y="45544"/>
                </a:cubicBezTo>
                <a:lnTo>
                  <a:pt x="6747" y="50605"/>
                </a:lnTo>
                <a:cubicBezTo>
                  <a:pt x="11808" y="45544"/>
                  <a:pt x="16868" y="42171"/>
                  <a:pt x="20242" y="38797"/>
                </a:cubicBezTo>
                <a:cubicBezTo>
                  <a:pt x="25302" y="33737"/>
                  <a:pt x="26989" y="30363"/>
                  <a:pt x="28676" y="26989"/>
                </a:cubicBezTo>
                <a:cubicBezTo>
                  <a:pt x="30363" y="21929"/>
                  <a:pt x="32050" y="18555"/>
                  <a:pt x="32050" y="13495"/>
                </a:cubicBezTo>
                <a:cubicBezTo>
                  <a:pt x="32050" y="8434"/>
                  <a:pt x="30363" y="3374"/>
                  <a:pt x="30363" y="0"/>
                </a:cubicBezTo>
                <a:lnTo>
                  <a:pt x="118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767B5-CA76-416C-8956-0F6E1F2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670" y="3709704"/>
            <a:ext cx="119765" cy="140007"/>
          </a:xfrm>
          <a:custGeom xmlns:a="http://schemas.openxmlformats.org/drawingml/2006/main">
            <a:pathLst>
              <a:path w="119765" h="140007">
                <a:moveTo>
                  <a:pt x="119765" y="0"/>
                </a:moveTo>
                <a:lnTo>
                  <a:pt x="113017" y="32050"/>
                </a:lnTo>
                <a:lnTo>
                  <a:pt x="102897" y="32050"/>
                </a:lnTo>
                <a:cubicBezTo>
                  <a:pt x="102897" y="25302"/>
                  <a:pt x="101210" y="21929"/>
                  <a:pt x="101210" y="18555"/>
                </a:cubicBezTo>
                <a:cubicBezTo>
                  <a:pt x="101210" y="15181"/>
                  <a:pt x="99523" y="13495"/>
                  <a:pt x="97836" y="11808"/>
                </a:cubicBezTo>
                <a:cubicBezTo>
                  <a:pt x="97836" y="10121"/>
                  <a:pt x="96149" y="10121"/>
                  <a:pt x="94462" y="10121"/>
                </a:cubicBezTo>
                <a:cubicBezTo>
                  <a:pt x="92776" y="10121"/>
                  <a:pt x="91089" y="8434"/>
                  <a:pt x="87715" y="8434"/>
                </a:cubicBezTo>
                <a:lnTo>
                  <a:pt x="55665" y="8434"/>
                </a:lnTo>
                <a:lnTo>
                  <a:pt x="43858" y="62413"/>
                </a:lnTo>
                <a:lnTo>
                  <a:pt x="62413" y="62413"/>
                </a:lnTo>
                <a:cubicBezTo>
                  <a:pt x="67473" y="62413"/>
                  <a:pt x="70847" y="60726"/>
                  <a:pt x="74220" y="59039"/>
                </a:cubicBezTo>
                <a:cubicBezTo>
                  <a:pt x="75907" y="57352"/>
                  <a:pt x="79281" y="53978"/>
                  <a:pt x="82655" y="47231"/>
                </a:cubicBezTo>
                <a:lnTo>
                  <a:pt x="91089" y="47231"/>
                </a:lnTo>
                <a:lnTo>
                  <a:pt x="82655" y="87715"/>
                </a:lnTo>
                <a:lnTo>
                  <a:pt x="72534" y="87715"/>
                </a:lnTo>
                <a:cubicBezTo>
                  <a:pt x="72534" y="80968"/>
                  <a:pt x="72534" y="77594"/>
                  <a:pt x="72534" y="75907"/>
                </a:cubicBezTo>
                <a:cubicBezTo>
                  <a:pt x="70847" y="74220"/>
                  <a:pt x="70847" y="72534"/>
                  <a:pt x="69160" y="72534"/>
                </a:cubicBezTo>
                <a:cubicBezTo>
                  <a:pt x="67473" y="72534"/>
                  <a:pt x="65786" y="70847"/>
                  <a:pt x="62413" y="70847"/>
                </a:cubicBezTo>
                <a:lnTo>
                  <a:pt x="42171" y="70847"/>
                </a:lnTo>
                <a:lnTo>
                  <a:pt x="28676" y="129886"/>
                </a:lnTo>
                <a:lnTo>
                  <a:pt x="59039" y="129886"/>
                </a:lnTo>
                <a:cubicBezTo>
                  <a:pt x="62413" y="129886"/>
                  <a:pt x="65786" y="129886"/>
                  <a:pt x="69160" y="129886"/>
                </a:cubicBezTo>
                <a:cubicBezTo>
                  <a:pt x="70847" y="128199"/>
                  <a:pt x="72534" y="126512"/>
                  <a:pt x="74220" y="124825"/>
                </a:cubicBezTo>
                <a:cubicBezTo>
                  <a:pt x="77594" y="123138"/>
                  <a:pt x="79281" y="121452"/>
                  <a:pt x="80968" y="118078"/>
                </a:cubicBezTo>
                <a:cubicBezTo>
                  <a:pt x="82655" y="114704"/>
                  <a:pt x="86028" y="109644"/>
                  <a:pt x="89402" y="104583"/>
                </a:cubicBezTo>
                <a:lnTo>
                  <a:pt x="97836" y="104583"/>
                </a:lnTo>
                <a:lnTo>
                  <a:pt x="89402" y="140007"/>
                </a:lnTo>
                <a:lnTo>
                  <a:pt x="0" y="140007"/>
                </a:lnTo>
                <a:lnTo>
                  <a:pt x="0" y="134946"/>
                </a:lnTo>
                <a:cubicBezTo>
                  <a:pt x="3374" y="133259"/>
                  <a:pt x="5060" y="133259"/>
                  <a:pt x="6747" y="131573"/>
                </a:cubicBezTo>
                <a:cubicBezTo>
                  <a:pt x="6747" y="131573"/>
                  <a:pt x="8434" y="129886"/>
                  <a:pt x="10121" y="128199"/>
                </a:cubicBezTo>
                <a:cubicBezTo>
                  <a:pt x="10121" y="126512"/>
                  <a:pt x="11808" y="124825"/>
                  <a:pt x="11808" y="123138"/>
                </a:cubicBezTo>
                <a:cubicBezTo>
                  <a:pt x="11808" y="119765"/>
                  <a:pt x="13495" y="116391"/>
                  <a:pt x="15181" y="109644"/>
                </a:cubicBezTo>
                <a:lnTo>
                  <a:pt x="32050" y="30363"/>
                </a:lnTo>
                <a:cubicBezTo>
                  <a:pt x="33737" y="23616"/>
                  <a:pt x="35423" y="18555"/>
                  <a:pt x="35423" y="13495"/>
                </a:cubicBezTo>
                <a:cubicBezTo>
                  <a:pt x="35423" y="10121"/>
                  <a:pt x="33737" y="8434"/>
                  <a:pt x="32050" y="6747"/>
                </a:cubicBezTo>
                <a:cubicBezTo>
                  <a:pt x="30363" y="6747"/>
                  <a:pt x="28676" y="5060"/>
                  <a:pt x="25302" y="5060"/>
                </a:cubicBezTo>
                <a:lnTo>
                  <a:pt x="25302" y="0"/>
                </a:lnTo>
                <a:lnTo>
                  <a:pt x="11976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D6888-ECAD-470B-AA80-11D26D63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051" y="3679341"/>
            <a:ext cx="53978" cy="94462"/>
          </a:xfrm>
          <a:custGeom xmlns:a="http://schemas.openxmlformats.org/drawingml/2006/main">
            <a:pathLst>
              <a:path w="53978" h="94462">
                <a:moveTo>
                  <a:pt x="47231" y="79281"/>
                </a:moveTo>
                <a:cubicBezTo>
                  <a:pt x="43858" y="80968"/>
                  <a:pt x="42171" y="84341"/>
                  <a:pt x="38797" y="86028"/>
                </a:cubicBezTo>
                <a:cubicBezTo>
                  <a:pt x="37110" y="87715"/>
                  <a:pt x="35423" y="89402"/>
                  <a:pt x="32050" y="91089"/>
                </a:cubicBezTo>
                <a:cubicBezTo>
                  <a:pt x="30363" y="92776"/>
                  <a:pt x="28676" y="92776"/>
                  <a:pt x="26989" y="94462"/>
                </a:cubicBezTo>
                <a:cubicBezTo>
                  <a:pt x="23616" y="94462"/>
                  <a:pt x="21929" y="94462"/>
                  <a:pt x="20242" y="94462"/>
                </a:cubicBezTo>
                <a:cubicBezTo>
                  <a:pt x="13495" y="94462"/>
                  <a:pt x="8434" y="92776"/>
                  <a:pt x="6747" y="91089"/>
                </a:cubicBezTo>
                <a:cubicBezTo>
                  <a:pt x="3374" y="87715"/>
                  <a:pt x="1687" y="82655"/>
                  <a:pt x="1687" y="77594"/>
                </a:cubicBezTo>
                <a:cubicBezTo>
                  <a:pt x="1687" y="75907"/>
                  <a:pt x="1687" y="74220"/>
                  <a:pt x="1687" y="72534"/>
                </a:cubicBezTo>
                <a:cubicBezTo>
                  <a:pt x="3374" y="69160"/>
                  <a:pt x="3374" y="67473"/>
                  <a:pt x="3374" y="65786"/>
                </a:cubicBezTo>
                <a:lnTo>
                  <a:pt x="11808" y="26989"/>
                </a:lnTo>
                <a:lnTo>
                  <a:pt x="0" y="26989"/>
                </a:lnTo>
                <a:lnTo>
                  <a:pt x="1687" y="20242"/>
                </a:lnTo>
                <a:cubicBezTo>
                  <a:pt x="3374" y="20242"/>
                  <a:pt x="6747" y="20242"/>
                  <a:pt x="8434" y="20242"/>
                </a:cubicBezTo>
                <a:cubicBezTo>
                  <a:pt x="10121" y="20242"/>
                  <a:pt x="11808" y="18555"/>
                  <a:pt x="11808" y="18555"/>
                </a:cubicBezTo>
                <a:cubicBezTo>
                  <a:pt x="13495" y="16868"/>
                  <a:pt x="13495" y="16868"/>
                  <a:pt x="15181" y="15181"/>
                </a:cubicBezTo>
                <a:cubicBezTo>
                  <a:pt x="15181" y="13495"/>
                  <a:pt x="15181" y="13495"/>
                  <a:pt x="16868" y="11808"/>
                </a:cubicBezTo>
                <a:cubicBezTo>
                  <a:pt x="16868" y="10121"/>
                  <a:pt x="18555" y="8434"/>
                  <a:pt x="18555" y="6747"/>
                </a:cubicBezTo>
                <a:cubicBezTo>
                  <a:pt x="18555" y="5060"/>
                  <a:pt x="20242" y="1687"/>
                  <a:pt x="21929" y="0"/>
                </a:cubicBezTo>
                <a:lnTo>
                  <a:pt x="32050" y="0"/>
                </a:lnTo>
                <a:lnTo>
                  <a:pt x="28676" y="18555"/>
                </a:lnTo>
                <a:lnTo>
                  <a:pt x="53978" y="18555"/>
                </a:lnTo>
                <a:lnTo>
                  <a:pt x="52292" y="26989"/>
                </a:lnTo>
                <a:lnTo>
                  <a:pt x="26989" y="26989"/>
                </a:lnTo>
                <a:lnTo>
                  <a:pt x="18555" y="57352"/>
                </a:lnTo>
                <a:cubicBezTo>
                  <a:pt x="18555" y="60726"/>
                  <a:pt x="18555" y="62413"/>
                  <a:pt x="18555" y="64099"/>
                </a:cubicBezTo>
                <a:cubicBezTo>
                  <a:pt x="16868" y="65786"/>
                  <a:pt x="16868" y="67473"/>
                  <a:pt x="16868" y="67473"/>
                </a:cubicBezTo>
                <a:cubicBezTo>
                  <a:pt x="16868" y="69160"/>
                  <a:pt x="16868" y="70847"/>
                  <a:pt x="16868" y="72534"/>
                </a:cubicBezTo>
                <a:lnTo>
                  <a:pt x="16868" y="74220"/>
                </a:lnTo>
                <a:cubicBezTo>
                  <a:pt x="16868" y="77594"/>
                  <a:pt x="16868" y="80968"/>
                  <a:pt x="18555" y="82655"/>
                </a:cubicBezTo>
                <a:cubicBezTo>
                  <a:pt x="20242" y="84341"/>
                  <a:pt x="21929" y="84341"/>
                  <a:pt x="25302" y="84341"/>
                </a:cubicBezTo>
                <a:cubicBezTo>
                  <a:pt x="26989" y="84341"/>
                  <a:pt x="30363" y="84341"/>
                  <a:pt x="32050" y="82655"/>
                </a:cubicBezTo>
                <a:cubicBezTo>
                  <a:pt x="35423" y="79281"/>
                  <a:pt x="38797" y="77594"/>
                  <a:pt x="42171" y="74220"/>
                </a:cubicBezTo>
                <a:lnTo>
                  <a:pt x="47231" y="79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1377A-550D-497D-AE6F-58A4595F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9897" y="3723199"/>
            <a:ext cx="92776" cy="11808"/>
          </a:xfrm>
          <a:custGeom xmlns:a="http://schemas.openxmlformats.org/drawingml/2006/main">
            <a:pathLst>
              <a:path w="92776" h="11808">
                <a:moveTo>
                  <a:pt x="92776" y="0"/>
                </a:moveTo>
                <a:lnTo>
                  <a:pt x="92776" y="11808"/>
                </a:lnTo>
                <a:lnTo>
                  <a:pt x="0" y="11808"/>
                </a:lnTo>
                <a:lnTo>
                  <a:pt x="0" y="0"/>
                </a:lnTo>
                <a:lnTo>
                  <a:pt x="9277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Text 3">
            <a:extLst xmlns:a="http://schemas.openxmlformats.org/drawingml/2006/main">
              <a:ext uri="{FF2B5EF4-FFF2-40B4-BE49-F238E27FC236}">
                <a16:creationId xmlns:a16="http://schemas.microsoft.com/office/drawing/2014/main" id="{D66E929E-F61A-457D-83D9-ACF1B3D4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227" y="3668655"/>
            <a:ext cx="61911" cy="104709"/>
          </a:xfrm>
          <a:custGeom xmlns:a="http://schemas.openxmlformats.org/drawingml/2006/main">
            <a:pathLst>
              <a:path w="61911" h="104709">
                <a:moveTo>
                  <a:pt x="1124" y="22411"/>
                </a:moveTo>
                <a:lnTo>
                  <a:pt x="1124" y="8170"/>
                </a:lnTo>
                <a:cubicBezTo>
                  <a:pt x="6921" y="5422"/>
                  <a:pt x="12342" y="3373"/>
                  <a:pt x="17389" y="2024"/>
                </a:cubicBezTo>
                <a:cubicBezTo>
                  <a:pt x="22436" y="675"/>
                  <a:pt x="27308" y="0"/>
                  <a:pt x="32005" y="0"/>
                </a:cubicBezTo>
                <a:cubicBezTo>
                  <a:pt x="37651" y="0"/>
                  <a:pt x="42598" y="874"/>
                  <a:pt x="46845" y="2623"/>
                </a:cubicBezTo>
                <a:cubicBezTo>
                  <a:pt x="51093" y="4372"/>
                  <a:pt x="54341" y="6883"/>
                  <a:pt x="56589" y="10156"/>
                </a:cubicBezTo>
                <a:cubicBezTo>
                  <a:pt x="58838" y="13429"/>
                  <a:pt x="59962" y="17339"/>
                  <a:pt x="59962" y="21886"/>
                </a:cubicBezTo>
                <a:cubicBezTo>
                  <a:pt x="59962" y="26133"/>
                  <a:pt x="59113" y="29869"/>
                  <a:pt x="57414" y="33092"/>
                </a:cubicBezTo>
                <a:cubicBezTo>
                  <a:pt x="55715" y="36314"/>
                  <a:pt x="53329" y="39125"/>
                  <a:pt x="50256" y="41524"/>
                </a:cubicBezTo>
                <a:cubicBezTo>
                  <a:pt x="47183" y="43922"/>
                  <a:pt x="43198" y="46271"/>
                  <a:pt x="38301" y="48569"/>
                </a:cubicBezTo>
                <a:lnTo>
                  <a:pt x="38301" y="49244"/>
                </a:lnTo>
                <a:cubicBezTo>
                  <a:pt x="41349" y="49793"/>
                  <a:pt x="44284" y="50730"/>
                  <a:pt x="47108" y="52055"/>
                </a:cubicBezTo>
                <a:cubicBezTo>
                  <a:pt x="49931" y="53379"/>
                  <a:pt x="52442" y="55090"/>
                  <a:pt x="54640" y="57189"/>
                </a:cubicBezTo>
                <a:cubicBezTo>
                  <a:pt x="56839" y="59287"/>
                  <a:pt x="58600" y="61798"/>
                  <a:pt x="59925" y="64721"/>
                </a:cubicBezTo>
                <a:cubicBezTo>
                  <a:pt x="61249" y="67645"/>
                  <a:pt x="61911" y="70980"/>
                  <a:pt x="61911" y="74728"/>
                </a:cubicBezTo>
                <a:cubicBezTo>
                  <a:pt x="61911" y="80524"/>
                  <a:pt x="60649" y="85671"/>
                  <a:pt x="58126" y="90168"/>
                </a:cubicBezTo>
                <a:cubicBezTo>
                  <a:pt x="55602" y="94665"/>
                  <a:pt x="51742" y="98213"/>
                  <a:pt x="46546" y="100811"/>
                </a:cubicBezTo>
                <a:cubicBezTo>
                  <a:pt x="41349" y="103409"/>
                  <a:pt x="35028" y="104709"/>
                  <a:pt x="27583" y="104709"/>
                </a:cubicBezTo>
                <a:cubicBezTo>
                  <a:pt x="23285" y="104709"/>
                  <a:pt x="18651" y="104221"/>
                  <a:pt x="13679" y="103247"/>
                </a:cubicBezTo>
                <a:cubicBezTo>
                  <a:pt x="8707" y="102273"/>
                  <a:pt x="4147" y="100986"/>
                  <a:pt x="0" y="99387"/>
                </a:cubicBezTo>
                <a:lnTo>
                  <a:pt x="0" y="83497"/>
                </a:lnTo>
                <a:lnTo>
                  <a:pt x="8994" y="83497"/>
                </a:lnTo>
                <a:cubicBezTo>
                  <a:pt x="10743" y="88694"/>
                  <a:pt x="13054" y="92466"/>
                  <a:pt x="15927" y="94815"/>
                </a:cubicBezTo>
                <a:cubicBezTo>
                  <a:pt x="18801" y="97163"/>
                  <a:pt x="22711" y="98338"/>
                  <a:pt x="27657" y="98338"/>
                </a:cubicBezTo>
                <a:cubicBezTo>
                  <a:pt x="34153" y="98338"/>
                  <a:pt x="39063" y="96564"/>
                  <a:pt x="42386" y="93016"/>
                </a:cubicBezTo>
                <a:cubicBezTo>
                  <a:pt x="45709" y="89468"/>
                  <a:pt x="47370" y="84222"/>
                  <a:pt x="47370" y="77276"/>
                </a:cubicBezTo>
                <a:cubicBezTo>
                  <a:pt x="47370" y="69981"/>
                  <a:pt x="45171" y="64409"/>
                  <a:pt x="40774" y="60562"/>
                </a:cubicBezTo>
                <a:cubicBezTo>
                  <a:pt x="36377" y="56714"/>
                  <a:pt x="29931" y="54790"/>
                  <a:pt x="21436" y="54790"/>
                </a:cubicBezTo>
                <a:lnTo>
                  <a:pt x="14691" y="54790"/>
                </a:lnTo>
                <a:lnTo>
                  <a:pt x="14691" y="48194"/>
                </a:lnTo>
                <a:cubicBezTo>
                  <a:pt x="21436" y="47795"/>
                  <a:pt x="27120" y="46496"/>
                  <a:pt x="31742" y="44297"/>
                </a:cubicBezTo>
                <a:cubicBezTo>
                  <a:pt x="36364" y="42098"/>
                  <a:pt x="39800" y="39275"/>
                  <a:pt x="42048" y="35827"/>
                </a:cubicBezTo>
                <a:cubicBezTo>
                  <a:pt x="44297" y="32379"/>
                  <a:pt x="45421" y="28507"/>
                  <a:pt x="45421" y="24210"/>
                </a:cubicBezTo>
                <a:cubicBezTo>
                  <a:pt x="45421" y="18663"/>
                  <a:pt x="43947" y="14391"/>
                  <a:pt x="40999" y="11393"/>
                </a:cubicBezTo>
                <a:cubicBezTo>
                  <a:pt x="38051" y="8395"/>
                  <a:pt x="33754" y="6896"/>
                  <a:pt x="28107" y="6896"/>
                </a:cubicBezTo>
                <a:cubicBezTo>
                  <a:pt x="23410" y="6896"/>
                  <a:pt x="19588" y="8170"/>
                  <a:pt x="16639" y="10718"/>
                </a:cubicBezTo>
                <a:cubicBezTo>
                  <a:pt x="13691" y="13267"/>
                  <a:pt x="11518" y="17164"/>
                  <a:pt x="10119" y="22411"/>
                </a:cubicBezTo>
                <a:lnTo>
                  <a:pt x="1124" y="224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1628B5-E3A3-43A2-8E4B-C62996BA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516" y="3630424"/>
            <a:ext cx="263145" cy="261458"/>
          </a:xfrm>
          <a:custGeom xmlns:a="http://schemas.openxmlformats.org/drawingml/2006/main">
            <a:pathLst>
              <a:path w="263145" h="261458">
                <a:moveTo>
                  <a:pt x="0" y="129886"/>
                </a:moveTo>
                <a:cubicBezTo>
                  <a:pt x="0" y="57352"/>
                  <a:pt x="59039" y="0"/>
                  <a:pt x="131573" y="0"/>
                </a:cubicBezTo>
                <a:cubicBezTo>
                  <a:pt x="204106" y="0"/>
                  <a:pt x="263145" y="57352"/>
                  <a:pt x="263145" y="129886"/>
                </a:cubicBezTo>
                <a:cubicBezTo>
                  <a:pt x="263145" y="202419"/>
                  <a:pt x="204106" y="261458"/>
                  <a:pt x="131573" y="261458"/>
                </a:cubicBezTo>
                <a:cubicBezTo>
                  <a:pt x="59039" y="261458"/>
                  <a:pt x="0" y="202419"/>
                  <a:pt x="0" y="12988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93EA1A-86D8-420D-8206-97DE45BF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081" y="3620303"/>
            <a:ext cx="280013" cy="280013"/>
          </a:xfrm>
          <a:custGeom xmlns:a="http://schemas.openxmlformats.org/drawingml/2006/main">
            <a:pathLst>
              <a:path w="280013" h="280013">
                <a:moveTo>
                  <a:pt x="8434" y="140007"/>
                </a:moveTo>
                <a:lnTo>
                  <a:pt x="0" y="140007"/>
                </a:lnTo>
                <a:cubicBezTo>
                  <a:pt x="0" y="64099"/>
                  <a:pt x="62413" y="0"/>
                  <a:pt x="140007" y="0"/>
                </a:cubicBezTo>
                <a:cubicBezTo>
                  <a:pt x="217601" y="0"/>
                  <a:pt x="280013" y="64099"/>
                  <a:pt x="280013" y="140007"/>
                </a:cubicBezTo>
                <a:cubicBezTo>
                  <a:pt x="280013" y="217601"/>
                  <a:pt x="217601" y="280013"/>
                  <a:pt x="140007" y="280013"/>
                </a:cubicBezTo>
                <a:cubicBezTo>
                  <a:pt x="62413" y="280013"/>
                  <a:pt x="0" y="217601"/>
                  <a:pt x="0" y="140007"/>
                </a:cubicBezTo>
                <a:lnTo>
                  <a:pt x="8434" y="140007"/>
                </a:lnTo>
                <a:lnTo>
                  <a:pt x="16868" y="140007"/>
                </a:lnTo>
                <a:cubicBezTo>
                  <a:pt x="16868" y="209167"/>
                  <a:pt x="72534" y="263145"/>
                  <a:pt x="140007" y="263145"/>
                </a:cubicBezTo>
                <a:cubicBezTo>
                  <a:pt x="207480" y="263145"/>
                  <a:pt x="261458" y="209167"/>
                  <a:pt x="261458" y="140007"/>
                </a:cubicBezTo>
                <a:cubicBezTo>
                  <a:pt x="261458" y="72534"/>
                  <a:pt x="207480" y="18555"/>
                  <a:pt x="140007" y="18555"/>
                </a:cubicBezTo>
                <a:cubicBezTo>
                  <a:pt x="72534" y="18555"/>
                  <a:pt x="16868" y="72534"/>
                  <a:pt x="16868" y="140007"/>
                </a:cubicBezTo>
                <a:lnTo>
                  <a:pt x="8434" y="140007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B4355-0882-477F-A463-AEB32D30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5979" y="3706331"/>
            <a:ext cx="77594" cy="119765"/>
          </a:xfrm>
          <a:custGeom xmlns:a="http://schemas.openxmlformats.org/drawingml/2006/main">
            <a:pathLst>
              <a:path w="77594" h="119765">
                <a:moveTo>
                  <a:pt x="60726" y="80968"/>
                </a:moveTo>
                <a:cubicBezTo>
                  <a:pt x="60726" y="77594"/>
                  <a:pt x="60726" y="74220"/>
                  <a:pt x="60726" y="72534"/>
                </a:cubicBezTo>
                <a:cubicBezTo>
                  <a:pt x="59039" y="69160"/>
                  <a:pt x="59039" y="65786"/>
                  <a:pt x="57352" y="64099"/>
                </a:cubicBezTo>
                <a:cubicBezTo>
                  <a:pt x="55665" y="62413"/>
                  <a:pt x="52292" y="60726"/>
                  <a:pt x="50605" y="60726"/>
                </a:cubicBezTo>
                <a:cubicBezTo>
                  <a:pt x="47231" y="59039"/>
                  <a:pt x="43858" y="59039"/>
                  <a:pt x="40484" y="59039"/>
                </a:cubicBezTo>
                <a:cubicBezTo>
                  <a:pt x="38797" y="59039"/>
                  <a:pt x="35423" y="59039"/>
                  <a:pt x="33737" y="59039"/>
                </a:cubicBezTo>
                <a:cubicBezTo>
                  <a:pt x="32050" y="59039"/>
                  <a:pt x="28676" y="59039"/>
                  <a:pt x="26989" y="60726"/>
                </a:cubicBezTo>
                <a:cubicBezTo>
                  <a:pt x="25302" y="60726"/>
                  <a:pt x="23616" y="62413"/>
                  <a:pt x="21929" y="62413"/>
                </a:cubicBezTo>
                <a:cubicBezTo>
                  <a:pt x="18555" y="64099"/>
                  <a:pt x="16868" y="64099"/>
                  <a:pt x="15181" y="65786"/>
                </a:cubicBezTo>
                <a:cubicBezTo>
                  <a:pt x="15181" y="74220"/>
                  <a:pt x="16868" y="80968"/>
                  <a:pt x="16868" y="86028"/>
                </a:cubicBezTo>
                <a:cubicBezTo>
                  <a:pt x="18555" y="91089"/>
                  <a:pt x="20242" y="94462"/>
                  <a:pt x="21929" y="97836"/>
                </a:cubicBezTo>
                <a:cubicBezTo>
                  <a:pt x="23616" y="101210"/>
                  <a:pt x="25302" y="102897"/>
                  <a:pt x="28676" y="104583"/>
                </a:cubicBezTo>
                <a:cubicBezTo>
                  <a:pt x="32050" y="106270"/>
                  <a:pt x="35423" y="106270"/>
                  <a:pt x="38797" y="106270"/>
                </a:cubicBezTo>
                <a:cubicBezTo>
                  <a:pt x="42171" y="106270"/>
                  <a:pt x="45544" y="106270"/>
                  <a:pt x="48918" y="104583"/>
                </a:cubicBezTo>
                <a:cubicBezTo>
                  <a:pt x="52292" y="102897"/>
                  <a:pt x="53978" y="101210"/>
                  <a:pt x="55665" y="99523"/>
                </a:cubicBezTo>
                <a:cubicBezTo>
                  <a:pt x="57352" y="96149"/>
                  <a:pt x="59039" y="94462"/>
                  <a:pt x="60726" y="91089"/>
                </a:cubicBezTo>
                <a:cubicBezTo>
                  <a:pt x="60726" y="87715"/>
                  <a:pt x="60726" y="84341"/>
                  <a:pt x="60726" y="80968"/>
                </a:cubicBezTo>
                <a:close/>
                <a:moveTo>
                  <a:pt x="77594" y="79281"/>
                </a:moveTo>
                <a:cubicBezTo>
                  <a:pt x="77594" y="84341"/>
                  <a:pt x="75907" y="89402"/>
                  <a:pt x="74220" y="94462"/>
                </a:cubicBezTo>
                <a:cubicBezTo>
                  <a:pt x="72534" y="99523"/>
                  <a:pt x="70847" y="104583"/>
                  <a:pt x="67473" y="107957"/>
                </a:cubicBezTo>
                <a:cubicBezTo>
                  <a:pt x="64099" y="111331"/>
                  <a:pt x="60726" y="114704"/>
                  <a:pt x="55665" y="116391"/>
                </a:cubicBezTo>
                <a:cubicBezTo>
                  <a:pt x="50605" y="118078"/>
                  <a:pt x="43858" y="119765"/>
                  <a:pt x="37110" y="119765"/>
                </a:cubicBezTo>
                <a:cubicBezTo>
                  <a:pt x="32050" y="119765"/>
                  <a:pt x="28676" y="118078"/>
                  <a:pt x="25302" y="118078"/>
                </a:cubicBezTo>
                <a:cubicBezTo>
                  <a:pt x="20242" y="116391"/>
                  <a:pt x="16868" y="114704"/>
                  <a:pt x="15181" y="113017"/>
                </a:cubicBezTo>
                <a:cubicBezTo>
                  <a:pt x="11808" y="109644"/>
                  <a:pt x="10121" y="107957"/>
                  <a:pt x="8434" y="104583"/>
                </a:cubicBezTo>
                <a:cubicBezTo>
                  <a:pt x="6747" y="101210"/>
                  <a:pt x="5060" y="97836"/>
                  <a:pt x="3374" y="92776"/>
                </a:cubicBezTo>
                <a:cubicBezTo>
                  <a:pt x="1687" y="89402"/>
                  <a:pt x="1687" y="84341"/>
                  <a:pt x="1687" y="79281"/>
                </a:cubicBezTo>
                <a:cubicBezTo>
                  <a:pt x="0" y="74220"/>
                  <a:pt x="0" y="69160"/>
                  <a:pt x="0" y="64099"/>
                </a:cubicBezTo>
                <a:cubicBezTo>
                  <a:pt x="0" y="59039"/>
                  <a:pt x="0" y="53978"/>
                  <a:pt x="1687" y="48918"/>
                </a:cubicBezTo>
                <a:cubicBezTo>
                  <a:pt x="1687" y="43858"/>
                  <a:pt x="3374" y="38797"/>
                  <a:pt x="3374" y="33737"/>
                </a:cubicBezTo>
                <a:cubicBezTo>
                  <a:pt x="5060" y="28676"/>
                  <a:pt x="6747" y="25302"/>
                  <a:pt x="10121" y="20242"/>
                </a:cubicBezTo>
                <a:cubicBezTo>
                  <a:pt x="11808" y="16868"/>
                  <a:pt x="15181" y="11808"/>
                  <a:pt x="18555" y="10121"/>
                </a:cubicBezTo>
                <a:cubicBezTo>
                  <a:pt x="21929" y="6747"/>
                  <a:pt x="26989" y="3374"/>
                  <a:pt x="32050" y="1687"/>
                </a:cubicBezTo>
                <a:cubicBezTo>
                  <a:pt x="37110" y="0"/>
                  <a:pt x="42171" y="0"/>
                  <a:pt x="48918" y="0"/>
                </a:cubicBezTo>
                <a:cubicBezTo>
                  <a:pt x="50605" y="0"/>
                  <a:pt x="53978" y="0"/>
                  <a:pt x="55665" y="0"/>
                </a:cubicBezTo>
                <a:cubicBezTo>
                  <a:pt x="57352" y="0"/>
                  <a:pt x="60726" y="0"/>
                  <a:pt x="62413" y="0"/>
                </a:cubicBezTo>
                <a:cubicBezTo>
                  <a:pt x="64099" y="1687"/>
                  <a:pt x="65786" y="1687"/>
                  <a:pt x="67473" y="1687"/>
                </a:cubicBezTo>
                <a:cubicBezTo>
                  <a:pt x="67473" y="3374"/>
                  <a:pt x="69160" y="3374"/>
                  <a:pt x="69160" y="3374"/>
                </a:cubicBezTo>
                <a:lnTo>
                  <a:pt x="70847" y="5060"/>
                </a:lnTo>
                <a:lnTo>
                  <a:pt x="70847" y="6747"/>
                </a:lnTo>
                <a:cubicBezTo>
                  <a:pt x="70847" y="8434"/>
                  <a:pt x="70847" y="8434"/>
                  <a:pt x="70847" y="10121"/>
                </a:cubicBezTo>
                <a:lnTo>
                  <a:pt x="70847" y="11808"/>
                </a:lnTo>
                <a:lnTo>
                  <a:pt x="70847" y="13495"/>
                </a:lnTo>
                <a:lnTo>
                  <a:pt x="70847" y="15181"/>
                </a:lnTo>
                <a:lnTo>
                  <a:pt x="69160" y="15181"/>
                </a:lnTo>
                <a:cubicBezTo>
                  <a:pt x="67473" y="15181"/>
                  <a:pt x="67473" y="15181"/>
                  <a:pt x="65786" y="15181"/>
                </a:cubicBezTo>
                <a:cubicBezTo>
                  <a:pt x="64099" y="15181"/>
                  <a:pt x="64099" y="13495"/>
                  <a:pt x="62413" y="13495"/>
                </a:cubicBezTo>
                <a:cubicBezTo>
                  <a:pt x="60726" y="13495"/>
                  <a:pt x="59039" y="13495"/>
                  <a:pt x="55665" y="11808"/>
                </a:cubicBezTo>
                <a:cubicBezTo>
                  <a:pt x="53978" y="11808"/>
                  <a:pt x="50605" y="11808"/>
                  <a:pt x="47231" y="11808"/>
                </a:cubicBezTo>
                <a:cubicBezTo>
                  <a:pt x="42171" y="11808"/>
                  <a:pt x="37110" y="13495"/>
                  <a:pt x="33737" y="15181"/>
                </a:cubicBezTo>
                <a:cubicBezTo>
                  <a:pt x="28676" y="16868"/>
                  <a:pt x="25302" y="20242"/>
                  <a:pt x="23616" y="23616"/>
                </a:cubicBezTo>
                <a:cubicBezTo>
                  <a:pt x="20242" y="28676"/>
                  <a:pt x="18555" y="32050"/>
                  <a:pt x="18555" y="37110"/>
                </a:cubicBezTo>
                <a:cubicBezTo>
                  <a:pt x="16868" y="42171"/>
                  <a:pt x="15181" y="48918"/>
                  <a:pt x="15181" y="53978"/>
                </a:cubicBezTo>
                <a:cubicBezTo>
                  <a:pt x="16868" y="52292"/>
                  <a:pt x="18555" y="52292"/>
                  <a:pt x="20242" y="50605"/>
                </a:cubicBezTo>
                <a:cubicBezTo>
                  <a:pt x="23616" y="50605"/>
                  <a:pt x="25302" y="48918"/>
                  <a:pt x="26989" y="48918"/>
                </a:cubicBezTo>
                <a:cubicBezTo>
                  <a:pt x="30363" y="47231"/>
                  <a:pt x="32050" y="47231"/>
                  <a:pt x="35423" y="47231"/>
                </a:cubicBezTo>
                <a:cubicBezTo>
                  <a:pt x="37110" y="45544"/>
                  <a:pt x="40484" y="45544"/>
                  <a:pt x="43858" y="45544"/>
                </a:cubicBezTo>
                <a:cubicBezTo>
                  <a:pt x="48918" y="45544"/>
                  <a:pt x="53978" y="47231"/>
                  <a:pt x="59039" y="48918"/>
                </a:cubicBezTo>
                <a:cubicBezTo>
                  <a:pt x="64099" y="50605"/>
                  <a:pt x="67473" y="52292"/>
                  <a:pt x="69160" y="55665"/>
                </a:cubicBezTo>
                <a:cubicBezTo>
                  <a:pt x="72534" y="59039"/>
                  <a:pt x="74220" y="62413"/>
                  <a:pt x="75907" y="65786"/>
                </a:cubicBezTo>
                <a:cubicBezTo>
                  <a:pt x="75907" y="70847"/>
                  <a:pt x="77594" y="75907"/>
                  <a:pt x="77594" y="792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682E7-1B20-484D-A271-05D395F1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490" y="3959355"/>
            <a:ext cx="263145" cy="261458"/>
          </a:xfrm>
          <a:custGeom xmlns:a="http://schemas.openxmlformats.org/drawingml/2006/main">
            <a:pathLst>
              <a:path w="263145" h="261458">
                <a:moveTo>
                  <a:pt x="0" y="129886"/>
                </a:moveTo>
                <a:cubicBezTo>
                  <a:pt x="0" y="57352"/>
                  <a:pt x="59039" y="0"/>
                  <a:pt x="131573" y="0"/>
                </a:cubicBezTo>
                <a:cubicBezTo>
                  <a:pt x="204106" y="0"/>
                  <a:pt x="263145" y="57352"/>
                  <a:pt x="263145" y="129886"/>
                </a:cubicBezTo>
                <a:cubicBezTo>
                  <a:pt x="263145" y="202419"/>
                  <a:pt x="204106" y="261458"/>
                  <a:pt x="131573" y="261458"/>
                </a:cubicBezTo>
                <a:cubicBezTo>
                  <a:pt x="59039" y="261458"/>
                  <a:pt x="0" y="202419"/>
                  <a:pt x="0" y="12988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C46D6E-F9DF-4D46-9A98-6D7C87E2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055" y="3949234"/>
            <a:ext cx="280013" cy="281700"/>
          </a:xfrm>
          <a:custGeom xmlns:a="http://schemas.openxmlformats.org/drawingml/2006/main">
            <a:pathLst>
              <a:path w="280013" h="281700">
                <a:moveTo>
                  <a:pt x="8434" y="140007"/>
                </a:moveTo>
                <a:lnTo>
                  <a:pt x="0" y="140007"/>
                </a:lnTo>
                <a:cubicBezTo>
                  <a:pt x="0" y="64099"/>
                  <a:pt x="62413" y="0"/>
                  <a:pt x="140007" y="0"/>
                </a:cubicBezTo>
                <a:cubicBezTo>
                  <a:pt x="217601" y="0"/>
                  <a:pt x="280013" y="64099"/>
                  <a:pt x="280013" y="140007"/>
                </a:cubicBezTo>
                <a:cubicBezTo>
                  <a:pt x="280013" y="217601"/>
                  <a:pt x="217601" y="280013"/>
                  <a:pt x="140007" y="281700"/>
                </a:cubicBezTo>
                <a:cubicBezTo>
                  <a:pt x="62413" y="280013"/>
                  <a:pt x="0" y="217601"/>
                  <a:pt x="0" y="140007"/>
                </a:cubicBezTo>
                <a:lnTo>
                  <a:pt x="8434" y="140007"/>
                </a:lnTo>
                <a:lnTo>
                  <a:pt x="16868" y="140007"/>
                </a:lnTo>
                <a:cubicBezTo>
                  <a:pt x="16868" y="209167"/>
                  <a:pt x="72534" y="263145"/>
                  <a:pt x="140007" y="263145"/>
                </a:cubicBezTo>
                <a:cubicBezTo>
                  <a:pt x="207480" y="263145"/>
                  <a:pt x="261458" y="209167"/>
                  <a:pt x="261458" y="140007"/>
                </a:cubicBezTo>
                <a:cubicBezTo>
                  <a:pt x="261458" y="72534"/>
                  <a:pt x="207480" y="18555"/>
                  <a:pt x="140007" y="18555"/>
                </a:cubicBezTo>
                <a:cubicBezTo>
                  <a:pt x="72534" y="18555"/>
                  <a:pt x="16868" y="72534"/>
                  <a:pt x="16868" y="140007"/>
                </a:cubicBezTo>
                <a:lnTo>
                  <a:pt x="8434" y="140007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0CE94C-34BC-447E-868B-AB9BF2BE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265" y="4036949"/>
            <a:ext cx="75907" cy="118078"/>
          </a:xfrm>
          <a:custGeom xmlns:a="http://schemas.openxmlformats.org/drawingml/2006/main">
            <a:pathLst>
              <a:path w="75907" h="118078">
                <a:moveTo>
                  <a:pt x="75907" y="6747"/>
                </a:moveTo>
                <a:cubicBezTo>
                  <a:pt x="75907" y="8434"/>
                  <a:pt x="75907" y="8434"/>
                  <a:pt x="75907" y="10121"/>
                </a:cubicBezTo>
                <a:lnTo>
                  <a:pt x="75907" y="11808"/>
                </a:lnTo>
                <a:cubicBezTo>
                  <a:pt x="75907" y="13495"/>
                  <a:pt x="75907" y="13495"/>
                  <a:pt x="75907" y="15181"/>
                </a:cubicBezTo>
                <a:lnTo>
                  <a:pt x="74220" y="16868"/>
                </a:lnTo>
                <a:lnTo>
                  <a:pt x="32050" y="114704"/>
                </a:lnTo>
                <a:lnTo>
                  <a:pt x="32050" y="116391"/>
                </a:lnTo>
                <a:lnTo>
                  <a:pt x="30363" y="116391"/>
                </a:lnTo>
                <a:cubicBezTo>
                  <a:pt x="28676" y="118078"/>
                  <a:pt x="28676" y="118078"/>
                  <a:pt x="26989" y="118078"/>
                </a:cubicBezTo>
                <a:cubicBezTo>
                  <a:pt x="25302" y="118078"/>
                  <a:pt x="25302" y="118078"/>
                  <a:pt x="23616" y="118078"/>
                </a:cubicBezTo>
                <a:cubicBezTo>
                  <a:pt x="20242" y="118078"/>
                  <a:pt x="18555" y="118078"/>
                  <a:pt x="18555" y="118078"/>
                </a:cubicBezTo>
                <a:cubicBezTo>
                  <a:pt x="16868" y="118078"/>
                  <a:pt x="16868" y="116391"/>
                  <a:pt x="15181" y="116391"/>
                </a:cubicBezTo>
                <a:lnTo>
                  <a:pt x="15181" y="114704"/>
                </a:lnTo>
                <a:lnTo>
                  <a:pt x="15181" y="113017"/>
                </a:lnTo>
                <a:lnTo>
                  <a:pt x="60726" y="13495"/>
                </a:lnTo>
                <a:lnTo>
                  <a:pt x="3374" y="13495"/>
                </a:lnTo>
                <a:cubicBezTo>
                  <a:pt x="3374" y="13495"/>
                  <a:pt x="1687" y="13495"/>
                  <a:pt x="1687" y="11808"/>
                </a:cubicBezTo>
                <a:cubicBezTo>
                  <a:pt x="0" y="11808"/>
                  <a:pt x="0" y="10121"/>
                  <a:pt x="0" y="6747"/>
                </a:cubicBezTo>
                <a:cubicBezTo>
                  <a:pt x="0" y="6747"/>
                  <a:pt x="0" y="5060"/>
                  <a:pt x="0" y="3374"/>
                </a:cubicBezTo>
                <a:cubicBezTo>
                  <a:pt x="0" y="3374"/>
                  <a:pt x="1687" y="3374"/>
                  <a:pt x="1687" y="1687"/>
                </a:cubicBezTo>
                <a:lnTo>
                  <a:pt x="1687" y="0"/>
                </a:lnTo>
                <a:lnTo>
                  <a:pt x="3374" y="0"/>
                </a:lnTo>
                <a:lnTo>
                  <a:pt x="72534" y="0"/>
                </a:lnTo>
                <a:lnTo>
                  <a:pt x="74220" y="0"/>
                </a:lnTo>
                <a:lnTo>
                  <a:pt x="75907" y="1687"/>
                </a:lnTo>
                <a:lnTo>
                  <a:pt x="75907" y="3374"/>
                </a:lnTo>
                <a:cubicBezTo>
                  <a:pt x="75907" y="5060"/>
                  <a:pt x="75907" y="5060"/>
                  <a:pt x="75907" y="67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109C9-53E0-4C15-9235-D2753748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27" y="5555094"/>
            <a:ext cx="1526579" cy="325558"/>
          </a:xfrm>
          <a:custGeom xmlns:a="http://schemas.openxmlformats.org/drawingml/2006/main">
            <a:pathLst>
              <a:path w="1526579" h="325558">
                <a:moveTo>
                  <a:pt x="106270" y="317124"/>
                </a:moveTo>
                <a:lnTo>
                  <a:pt x="106270" y="308690"/>
                </a:lnTo>
                <a:lnTo>
                  <a:pt x="1418622" y="308690"/>
                </a:lnTo>
                <a:cubicBezTo>
                  <a:pt x="1469227" y="308690"/>
                  <a:pt x="1508024" y="268206"/>
                  <a:pt x="1508024" y="219288"/>
                </a:cubicBezTo>
                <a:lnTo>
                  <a:pt x="1508024" y="106270"/>
                </a:lnTo>
                <a:cubicBezTo>
                  <a:pt x="1508024" y="57352"/>
                  <a:pt x="1469227" y="16868"/>
                  <a:pt x="1418622" y="16868"/>
                </a:cubicBezTo>
                <a:lnTo>
                  <a:pt x="106270" y="16868"/>
                </a:lnTo>
                <a:cubicBezTo>
                  <a:pt x="57352" y="16868"/>
                  <a:pt x="16868" y="57352"/>
                  <a:pt x="16868" y="106270"/>
                </a:cubicBezTo>
                <a:lnTo>
                  <a:pt x="16868" y="219288"/>
                </a:lnTo>
                <a:cubicBezTo>
                  <a:pt x="16868" y="268206"/>
                  <a:pt x="57352" y="308690"/>
                  <a:pt x="106270" y="308690"/>
                </a:cubicBezTo>
                <a:lnTo>
                  <a:pt x="106270" y="317124"/>
                </a:lnTo>
                <a:lnTo>
                  <a:pt x="106270" y="325558"/>
                </a:lnTo>
                <a:cubicBezTo>
                  <a:pt x="47231" y="325558"/>
                  <a:pt x="0" y="278327"/>
                  <a:pt x="0" y="219288"/>
                </a:cubicBezTo>
                <a:lnTo>
                  <a:pt x="0" y="106270"/>
                </a:lnTo>
                <a:cubicBezTo>
                  <a:pt x="0" y="47231"/>
                  <a:pt x="47231" y="0"/>
                  <a:pt x="106270" y="0"/>
                </a:cubicBezTo>
                <a:lnTo>
                  <a:pt x="1418622" y="0"/>
                </a:lnTo>
                <a:cubicBezTo>
                  <a:pt x="1477661" y="0"/>
                  <a:pt x="1526579" y="47231"/>
                  <a:pt x="1526579" y="106270"/>
                </a:cubicBezTo>
                <a:lnTo>
                  <a:pt x="1526579" y="219288"/>
                </a:lnTo>
                <a:cubicBezTo>
                  <a:pt x="1526579" y="278327"/>
                  <a:pt x="1477661" y="325558"/>
                  <a:pt x="1418622" y="325558"/>
                </a:cubicBezTo>
                <a:lnTo>
                  <a:pt x="106270" y="325558"/>
                </a:lnTo>
                <a:lnTo>
                  <a:pt x="106270" y="317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E21C3-BD88-4136-98F4-EFE51206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98" y="5663051"/>
            <a:ext cx="350860" cy="119765"/>
          </a:xfrm>
          <a:custGeom xmlns:a="http://schemas.openxmlformats.org/drawingml/2006/main">
            <a:pathLst>
              <a:path w="350860" h="119765">
                <a:moveTo>
                  <a:pt x="350860" y="109644"/>
                </a:moveTo>
                <a:cubicBezTo>
                  <a:pt x="350860" y="111331"/>
                  <a:pt x="349173" y="113017"/>
                  <a:pt x="349173" y="113017"/>
                </a:cubicBezTo>
                <a:cubicBezTo>
                  <a:pt x="349173" y="114704"/>
                  <a:pt x="349173" y="114704"/>
                  <a:pt x="349173" y="116391"/>
                </a:cubicBezTo>
                <a:cubicBezTo>
                  <a:pt x="347487" y="116391"/>
                  <a:pt x="347487" y="116391"/>
                  <a:pt x="345800" y="118078"/>
                </a:cubicBezTo>
                <a:cubicBezTo>
                  <a:pt x="345800" y="118078"/>
                  <a:pt x="344113" y="118078"/>
                  <a:pt x="342426" y="118078"/>
                </a:cubicBezTo>
                <a:cubicBezTo>
                  <a:pt x="342426" y="118078"/>
                  <a:pt x="340739" y="118078"/>
                  <a:pt x="339052" y="119765"/>
                </a:cubicBezTo>
                <a:cubicBezTo>
                  <a:pt x="337366" y="119765"/>
                  <a:pt x="335679" y="119765"/>
                  <a:pt x="335679" y="119765"/>
                </a:cubicBezTo>
                <a:cubicBezTo>
                  <a:pt x="330618" y="119765"/>
                  <a:pt x="327245" y="118078"/>
                  <a:pt x="323871" y="118078"/>
                </a:cubicBezTo>
                <a:cubicBezTo>
                  <a:pt x="320497" y="116391"/>
                  <a:pt x="318810" y="114704"/>
                  <a:pt x="317124" y="113017"/>
                </a:cubicBezTo>
                <a:cubicBezTo>
                  <a:pt x="315437" y="109644"/>
                  <a:pt x="313750" y="107957"/>
                  <a:pt x="312063" y="104583"/>
                </a:cubicBezTo>
                <a:cubicBezTo>
                  <a:pt x="312063" y="101210"/>
                  <a:pt x="312063" y="96149"/>
                  <a:pt x="312063" y="91089"/>
                </a:cubicBezTo>
                <a:lnTo>
                  <a:pt x="312063" y="43858"/>
                </a:lnTo>
                <a:lnTo>
                  <a:pt x="300255" y="43858"/>
                </a:lnTo>
                <a:cubicBezTo>
                  <a:pt x="298569" y="43858"/>
                  <a:pt x="298569" y="43858"/>
                  <a:pt x="298569" y="42171"/>
                </a:cubicBezTo>
                <a:cubicBezTo>
                  <a:pt x="296882" y="42171"/>
                  <a:pt x="296882" y="40484"/>
                  <a:pt x="296882" y="38797"/>
                </a:cubicBezTo>
                <a:cubicBezTo>
                  <a:pt x="296882" y="37110"/>
                  <a:pt x="296882" y="35423"/>
                  <a:pt x="296882" y="35423"/>
                </a:cubicBezTo>
                <a:cubicBezTo>
                  <a:pt x="296882" y="33737"/>
                  <a:pt x="296882" y="33737"/>
                  <a:pt x="298569" y="33737"/>
                </a:cubicBezTo>
                <a:lnTo>
                  <a:pt x="298569" y="32050"/>
                </a:lnTo>
                <a:lnTo>
                  <a:pt x="300255" y="32050"/>
                </a:lnTo>
                <a:lnTo>
                  <a:pt x="312063" y="32050"/>
                </a:lnTo>
                <a:lnTo>
                  <a:pt x="312063" y="11808"/>
                </a:lnTo>
                <a:lnTo>
                  <a:pt x="312063" y="10121"/>
                </a:lnTo>
                <a:cubicBezTo>
                  <a:pt x="313750" y="10121"/>
                  <a:pt x="313750" y="10121"/>
                  <a:pt x="315437" y="10121"/>
                </a:cubicBezTo>
                <a:cubicBezTo>
                  <a:pt x="315437" y="10121"/>
                  <a:pt x="317124" y="10121"/>
                  <a:pt x="318810" y="10121"/>
                </a:cubicBezTo>
                <a:cubicBezTo>
                  <a:pt x="320497" y="10121"/>
                  <a:pt x="322184" y="10121"/>
                  <a:pt x="322184" y="10121"/>
                </a:cubicBezTo>
                <a:cubicBezTo>
                  <a:pt x="323871" y="10121"/>
                  <a:pt x="323871" y="10121"/>
                  <a:pt x="325558" y="10121"/>
                </a:cubicBezTo>
                <a:lnTo>
                  <a:pt x="325558" y="11808"/>
                </a:lnTo>
                <a:lnTo>
                  <a:pt x="325558" y="32050"/>
                </a:lnTo>
                <a:lnTo>
                  <a:pt x="347487" y="32050"/>
                </a:lnTo>
                <a:lnTo>
                  <a:pt x="349173" y="32050"/>
                </a:lnTo>
                <a:lnTo>
                  <a:pt x="349173" y="33737"/>
                </a:lnTo>
                <a:lnTo>
                  <a:pt x="349173" y="35423"/>
                </a:lnTo>
                <a:cubicBezTo>
                  <a:pt x="350860" y="35423"/>
                  <a:pt x="350860" y="37110"/>
                  <a:pt x="350860" y="38797"/>
                </a:cubicBezTo>
                <a:cubicBezTo>
                  <a:pt x="350860" y="40484"/>
                  <a:pt x="349173" y="42171"/>
                  <a:pt x="349173" y="42171"/>
                </a:cubicBezTo>
                <a:cubicBezTo>
                  <a:pt x="349173" y="43858"/>
                  <a:pt x="347487" y="43858"/>
                  <a:pt x="347487" y="43858"/>
                </a:cubicBezTo>
                <a:lnTo>
                  <a:pt x="325558" y="43858"/>
                </a:lnTo>
                <a:lnTo>
                  <a:pt x="325558" y="89402"/>
                </a:lnTo>
                <a:cubicBezTo>
                  <a:pt x="325558" y="94462"/>
                  <a:pt x="327245" y="99523"/>
                  <a:pt x="328931" y="102897"/>
                </a:cubicBezTo>
                <a:cubicBezTo>
                  <a:pt x="330618" y="104583"/>
                  <a:pt x="333992" y="106270"/>
                  <a:pt x="337366" y="106270"/>
                </a:cubicBezTo>
                <a:cubicBezTo>
                  <a:pt x="339052" y="106270"/>
                  <a:pt x="340739" y="106270"/>
                  <a:pt x="340739" y="106270"/>
                </a:cubicBezTo>
                <a:cubicBezTo>
                  <a:pt x="342426" y="106270"/>
                  <a:pt x="344113" y="106270"/>
                  <a:pt x="344113" y="104583"/>
                </a:cubicBezTo>
                <a:lnTo>
                  <a:pt x="345800" y="104583"/>
                </a:lnTo>
                <a:lnTo>
                  <a:pt x="347487" y="104583"/>
                </a:lnTo>
                <a:lnTo>
                  <a:pt x="349173" y="104583"/>
                </a:lnTo>
                <a:lnTo>
                  <a:pt x="349173" y="106270"/>
                </a:lnTo>
                <a:cubicBezTo>
                  <a:pt x="350860" y="107957"/>
                  <a:pt x="350860" y="107957"/>
                  <a:pt x="350860" y="109644"/>
                </a:cubicBezTo>
                <a:close/>
                <a:moveTo>
                  <a:pt x="291821" y="38797"/>
                </a:moveTo>
                <a:cubicBezTo>
                  <a:pt x="291821" y="40484"/>
                  <a:pt x="291821" y="42171"/>
                  <a:pt x="291821" y="42171"/>
                </a:cubicBezTo>
                <a:cubicBezTo>
                  <a:pt x="291821" y="43858"/>
                  <a:pt x="291821" y="43858"/>
                  <a:pt x="290134" y="45544"/>
                </a:cubicBezTo>
                <a:cubicBezTo>
                  <a:pt x="290134" y="47231"/>
                  <a:pt x="290134" y="47231"/>
                  <a:pt x="288448" y="47231"/>
                </a:cubicBezTo>
                <a:lnTo>
                  <a:pt x="286761" y="45544"/>
                </a:lnTo>
                <a:lnTo>
                  <a:pt x="285074" y="45544"/>
                </a:lnTo>
                <a:cubicBezTo>
                  <a:pt x="283387" y="45544"/>
                  <a:pt x="283387" y="45544"/>
                  <a:pt x="281700" y="43858"/>
                </a:cubicBezTo>
                <a:cubicBezTo>
                  <a:pt x="281700" y="43858"/>
                  <a:pt x="280013" y="43858"/>
                  <a:pt x="278327" y="43858"/>
                </a:cubicBezTo>
                <a:cubicBezTo>
                  <a:pt x="276640" y="43858"/>
                  <a:pt x="274953" y="43858"/>
                  <a:pt x="274953" y="45544"/>
                </a:cubicBezTo>
                <a:cubicBezTo>
                  <a:pt x="273266" y="45544"/>
                  <a:pt x="271579" y="47231"/>
                  <a:pt x="269892" y="48918"/>
                </a:cubicBezTo>
                <a:cubicBezTo>
                  <a:pt x="268206" y="48918"/>
                  <a:pt x="266519" y="50605"/>
                  <a:pt x="264832" y="53978"/>
                </a:cubicBezTo>
                <a:cubicBezTo>
                  <a:pt x="263145" y="55665"/>
                  <a:pt x="261458" y="59039"/>
                  <a:pt x="258085" y="62413"/>
                </a:cubicBezTo>
                <a:lnTo>
                  <a:pt x="258085" y="114704"/>
                </a:lnTo>
                <a:lnTo>
                  <a:pt x="258085" y="116391"/>
                </a:lnTo>
                <a:lnTo>
                  <a:pt x="258085" y="118078"/>
                </a:lnTo>
                <a:cubicBezTo>
                  <a:pt x="256398" y="118078"/>
                  <a:pt x="256398" y="118078"/>
                  <a:pt x="254711" y="118078"/>
                </a:cubicBezTo>
                <a:cubicBezTo>
                  <a:pt x="254711" y="118078"/>
                  <a:pt x="253024" y="118078"/>
                  <a:pt x="251337" y="118078"/>
                </a:cubicBezTo>
                <a:cubicBezTo>
                  <a:pt x="249651" y="118078"/>
                  <a:pt x="247964" y="118078"/>
                  <a:pt x="247964" y="118078"/>
                </a:cubicBezTo>
                <a:cubicBezTo>
                  <a:pt x="246277" y="118078"/>
                  <a:pt x="246277" y="118078"/>
                  <a:pt x="244590" y="118078"/>
                </a:cubicBezTo>
                <a:lnTo>
                  <a:pt x="244590" y="116391"/>
                </a:lnTo>
                <a:lnTo>
                  <a:pt x="244590" y="114704"/>
                </a:lnTo>
                <a:lnTo>
                  <a:pt x="244590" y="33737"/>
                </a:lnTo>
                <a:lnTo>
                  <a:pt x="244590" y="32050"/>
                </a:lnTo>
                <a:cubicBezTo>
                  <a:pt x="246277" y="32050"/>
                  <a:pt x="246277" y="32050"/>
                  <a:pt x="247964" y="32050"/>
                </a:cubicBezTo>
                <a:cubicBezTo>
                  <a:pt x="247964" y="32050"/>
                  <a:pt x="249651" y="32050"/>
                  <a:pt x="251337" y="32050"/>
                </a:cubicBezTo>
                <a:cubicBezTo>
                  <a:pt x="251337" y="32050"/>
                  <a:pt x="253024" y="32050"/>
                  <a:pt x="254711" y="32050"/>
                </a:cubicBezTo>
                <a:lnTo>
                  <a:pt x="256398" y="32050"/>
                </a:lnTo>
                <a:lnTo>
                  <a:pt x="256398" y="33737"/>
                </a:lnTo>
                <a:lnTo>
                  <a:pt x="258085" y="33737"/>
                </a:lnTo>
                <a:lnTo>
                  <a:pt x="258085" y="45544"/>
                </a:lnTo>
                <a:cubicBezTo>
                  <a:pt x="259772" y="42171"/>
                  <a:pt x="261458" y="40484"/>
                  <a:pt x="263145" y="38797"/>
                </a:cubicBezTo>
                <a:cubicBezTo>
                  <a:pt x="264832" y="35423"/>
                  <a:pt x="268206" y="33737"/>
                  <a:pt x="269892" y="33737"/>
                </a:cubicBezTo>
                <a:cubicBezTo>
                  <a:pt x="271579" y="32050"/>
                  <a:pt x="273266" y="32050"/>
                  <a:pt x="274953" y="30363"/>
                </a:cubicBezTo>
                <a:cubicBezTo>
                  <a:pt x="276640" y="30363"/>
                  <a:pt x="278327" y="30363"/>
                  <a:pt x="280013" y="30363"/>
                </a:cubicBezTo>
                <a:lnTo>
                  <a:pt x="281700" y="30363"/>
                </a:lnTo>
                <a:cubicBezTo>
                  <a:pt x="283387" y="30363"/>
                  <a:pt x="285074" y="30363"/>
                  <a:pt x="285074" y="30363"/>
                </a:cubicBezTo>
                <a:cubicBezTo>
                  <a:pt x="286761" y="30363"/>
                  <a:pt x="286761" y="32050"/>
                  <a:pt x="288448" y="32050"/>
                </a:cubicBezTo>
                <a:lnTo>
                  <a:pt x="290134" y="32050"/>
                </a:lnTo>
                <a:lnTo>
                  <a:pt x="290134" y="33737"/>
                </a:lnTo>
                <a:lnTo>
                  <a:pt x="291821" y="33737"/>
                </a:lnTo>
                <a:lnTo>
                  <a:pt x="291821" y="35423"/>
                </a:lnTo>
                <a:cubicBezTo>
                  <a:pt x="291821" y="37110"/>
                  <a:pt x="291821" y="38797"/>
                  <a:pt x="291821" y="38797"/>
                </a:cubicBezTo>
                <a:close/>
                <a:moveTo>
                  <a:pt x="200733" y="79281"/>
                </a:moveTo>
                <a:lnTo>
                  <a:pt x="188925" y="79281"/>
                </a:lnTo>
                <a:cubicBezTo>
                  <a:pt x="183864" y="79281"/>
                  <a:pt x="180491" y="79281"/>
                  <a:pt x="177117" y="79281"/>
                </a:cubicBezTo>
                <a:cubicBezTo>
                  <a:pt x="175430" y="80968"/>
                  <a:pt x="172056" y="80968"/>
                  <a:pt x="170370" y="82655"/>
                </a:cubicBezTo>
                <a:cubicBezTo>
                  <a:pt x="168683" y="84341"/>
                  <a:pt x="166996" y="86028"/>
                  <a:pt x="165309" y="87715"/>
                </a:cubicBezTo>
                <a:cubicBezTo>
                  <a:pt x="165309" y="89402"/>
                  <a:pt x="163622" y="91089"/>
                  <a:pt x="163622" y="94462"/>
                </a:cubicBezTo>
                <a:cubicBezTo>
                  <a:pt x="163622" y="97836"/>
                  <a:pt x="165309" y="101210"/>
                  <a:pt x="168683" y="104583"/>
                </a:cubicBezTo>
                <a:cubicBezTo>
                  <a:pt x="170370" y="106270"/>
                  <a:pt x="175430" y="107957"/>
                  <a:pt x="178804" y="107957"/>
                </a:cubicBezTo>
                <a:cubicBezTo>
                  <a:pt x="183864" y="107957"/>
                  <a:pt x="187238" y="106270"/>
                  <a:pt x="190612" y="104583"/>
                </a:cubicBezTo>
                <a:cubicBezTo>
                  <a:pt x="193985" y="102897"/>
                  <a:pt x="197359" y="99523"/>
                  <a:pt x="200733" y="96149"/>
                </a:cubicBezTo>
                <a:lnTo>
                  <a:pt x="200733" y="79281"/>
                </a:lnTo>
                <a:close/>
                <a:moveTo>
                  <a:pt x="215914" y="116391"/>
                </a:moveTo>
                <a:lnTo>
                  <a:pt x="215914" y="116391"/>
                </a:lnTo>
                <a:cubicBezTo>
                  <a:pt x="214227" y="118078"/>
                  <a:pt x="214227" y="118078"/>
                  <a:pt x="212540" y="118078"/>
                </a:cubicBezTo>
                <a:cubicBezTo>
                  <a:pt x="212540" y="118078"/>
                  <a:pt x="210853" y="118078"/>
                  <a:pt x="209167" y="118078"/>
                </a:cubicBezTo>
                <a:cubicBezTo>
                  <a:pt x="207480" y="118078"/>
                  <a:pt x="205793" y="118078"/>
                  <a:pt x="205793" y="118078"/>
                </a:cubicBezTo>
                <a:cubicBezTo>
                  <a:pt x="204106" y="118078"/>
                  <a:pt x="204106" y="118078"/>
                  <a:pt x="204106" y="116391"/>
                </a:cubicBezTo>
                <a:lnTo>
                  <a:pt x="202419" y="116391"/>
                </a:lnTo>
                <a:lnTo>
                  <a:pt x="202419" y="107957"/>
                </a:lnTo>
                <a:cubicBezTo>
                  <a:pt x="199046" y="111331"/>
                  <a:pt x="195672" y="114704"/>
                  <a:pt x="190612" y="116391"/>
                </a:cubicBezTo>
                <a:cubicBezTo>
                  <a:pt x="187238" y="118078"/>
                  <a:pt x="182177" y="119765"/>
                  <a:pt x="177117" y="119765"/>
                </a:cubicBezTo>
                <a:cubicBezTo>
                  <a:pt x="173743" y="119765"/>
                  <a:pt x="168683" y="118078"/>
                  <a:pt x="165309" y="118078"/>
                </a:cubicBezTo>
                <a:cubicBezTo>
                  <a:pt x="161935" y="116391"/>
                  <a:pt x="158562" y="114704"/>
                  <a:pt x="156875" y="113017"/>
                </a:cubicBezTo>
                <a:cubicBezTo>
                  <a:pt x="155188" y="111331"/>
                  <a:pt x="151815" y="107957"/>
                  <a:pt x="151815" y="104583"/>
                </a:cubicBezTo>
                <a:cubicBezTo>
                  <a:pt x="150128" y="102897"/>
                  <a:pt x="148441" y="97836"/>
                  <a:pt x="148441" y="94462"/>
                </a:cubicBezTo>
                <a:cubicBezTo>
                  <a:pt x="148441" y="89402"/>
                  <a:pt x="150128" y="86028"/>
                  <a:pt x="151815" y="82655"/>
                </a:cubicBezTo>
                <a:cubicBezTo>
                  <a:pt x="153501" y="79281"/>
                  <a:pt x="156875" y="75907"/>
                  <a:pt x="160249" y="74220"/>
                </a:cubicBezTo>
                <a:cubicBezTo>
                  <a:pt x="163622" y="72534"/>
                  <a:pt x="166996" y="70847"/>
                  <a:pt x="172056" y="69160"/>
                </a:cubicBezTo>
                <a:cubicBezTo>
                  <a:pt x="177117" y="67473"/>
                  <a:pt x="183864" y="67473"/>
                  <a:pt x="190612" y="67473"/>
                </a:cubicBezTo>
                <a:lnTo>
                  <a:pt x="200733" y="67473"/>
                </a:lnTo>
                <a:lnTo>
                  <a:pt x="200733" y="60726"/>
                </a:lnTo>
                <a:cubicBezTo>
                  <a:pt x="200733" y="59039"/>
                  <a:pt x="200733" y="55665"/>
                  <a:pt x="200733" y="52292"/>
                </a:cubicBezTo>
                <a:cubicBezTo>
                  <a:pt x="199046" y="50605"/>
                  <a:pt x="199046" y="48918"/>
                  <a:pt x="197359" y="47231"/>
                </a:cubicBezTo>
                <a:cubicBezTo>
                  <a:pt x="195672" y="45544"/>
                  <a:pt x="193985" y="43858"/>
                  <a:pt x="190612" y="43858"/>
                </a:cubicBezTo>
                <a:cubicBezTo>
                  <a:pt x="188925" y="42171"/>
                  <a:pt x="185551" y="42171"/>
                  <a:pt x="182177" y="42171"/>
                </a:cubicBezTo>
                <a:cubicBezTo>
                  <a:pt x="178804" y="42171"/>
                  <a:pt x="175430" y="42171"/>
                  <a:pt x="172056" y="43858"/>
                </a:cubicBezTo>
                <a:cubicBezTo>
                  <a:pt x="170370" y="43858"/>
                  <a:pt x="166996" y="45544"/>
                  <a:pt x="165309" y="47231"/>
                </a:cubicBezTo>
                <a:cubicBezTo>
                  <a:pt x="161935" y="47231"/>
                  <a:pt x="160249" y="48918"/>
                  <a:pt x="158562" y="48918"/>
                </a:cubicBezTo>
                <a:cubicBezTo>
                  <a:pt x="158562" y="50605"/>
                  <a:pt x="156875" y="50605"/>
                  <a:pt x="156875" y="50605"/>
                </a:cubicBezTo>
                <a:lnTo>
                  <a:pt x="155188" y="50605"/>
                </a:lnTo>
                <a:lnTo>
                  <a:pt x="153501" y="48918"/>
                </a:lnTo>
                <a:lnTo>
                  <a:pt x="153501" y="47231"/>
                </a:lnTo>
                <a:lnTo>
                  <a:pt x="153501" y="45544"/>
                </a:lnTo>
                <a:cubicBezTo>
                  <a:pt x="153501" y="43858"/>
                  <a:pt x="153501" y="42171"/>
                  <a:pt x="153501" y="40484"/>
                </a:cubicBezTo>
                <a:cubicBezTo>
                  <a:pt x="153501" y="40484"/>
                  <a:pt x="153501" y="38797"/>
                  <a:pt x="155188" y="38797"/>
                </a:cubicBezTo>
                <a:cubicBezTo>
                  <a:pt x="155188" y="38797"/>
                  <a:pt x="156875" y="37110"/>
                  <a:pt x="158562" y="35423"/>
                </a:cubicBezTo>
                <a:cubicBezTo>
                  <a:pt x="161935" y="35423"/>
                  <a:pt x="163622" y="33737"/>
                  <a:pt x="165309" y="33737"/>
                </a:cubicBezTo>
                <a:cubicBezTo>
                  <a:pt x="168683" y="32050"/>
                  <a:pt x="172056" y="32050"/>
                  <a:pt x="173743" y="30363"/>
                </a:cubicBezTo>
                <a:cubicBezTo>
                  <a:pt x="177117" y="30363"/>
                  <a:pt x="180491" y="30363"/>
                  <a:pt x="183864" y="30363"/>
                </a:cubicBezTo>
                <a:cubicBezTo>
                  <a:pt x="188925" y="30363"/>
                  <a:pt x="193985" y="30363"/>
                  <a:pt x="199046" y="32050"/>
                </a:cubicBezTo>
                <a:cubicBezTo>
                  <a:pt x="202419" y="33737"/>
                  <a:pt x="205793" y="35423"/>
                  <a:pt x="209167" y="38797"/>
                </a:cubicBezTo>
                <a:cubicBezTo>
                  <a:pt x="210853" y="40484"/>
                  <a:pt x="212540" y="43858"/>
                  <a:pt x="214227" y="47231"/>
                </a:cubicBezTo>
                <a:cubicBezTo>
                  <a:pt x="215914" y="50605"/>
                  <a:pt x="215914" y="55665"/>
                  <a:pt x="215914" y="60726"/>
                </a:cubicBezTo>
                <a:lnTo>
                  <a:pt x="215914" y="116391"/>
                </a:lnTo>
                <a:close/>
                <a:moveTo>
                  <a:pt x="134946" y="109644"/>
                </a:moveTo>
                <a:cubicBezTo>
                  <a:pt x="134946" y="111331"/>
                  <a:pt x="134946" y="113017"/>
                  <a:pt x="134946" y="113017"/>
                </a:cubicBezTo>
                <a:cubicBezTo>
                  <a:pt x="134946" y="114704"/>
                  <a:pt x="133259" y="114704"/>
                  <a:pt x="133259" y="116391"/>
                </a:cubicBezTo>
                <a:cubicBezTo>
                  <a:pt x="133259" y="116391"/>
                  <a:pt x="131573" y="116391"/>
                  <a:pt x="131573" y="118078"/>
                </a:cubicBezTo>
                <a:cubicBezTo>
                  <a:pt x="129886" y="118078"/>
                  <a:pt x="129886" y="118078"/>
                  <a:pt x="128199" y="118078"/>
                </a:cubicBezTo>
                <a:cubicBezTo>
                  <a:pt x="126512" y="118078"/>
                  <a:pt x="124825" y="118078"/>
                  <a:pt x="124825" y="119765"/>
                </a:cubicBezTo>
                <a:cubicBezTo>
                  <a:pt x="123138" y="119765"/>
                  <a:pt x="121452" y="119765"/>
                  <a:pt x="119765" y="119765"/>
                </a:cubicBezTo>
                <a:cubicBezTo>
                  <a:pt x="116391" y="119765"/>
                  <a:pt x="111331" y="118078"/>
                  <a:pt x="109644" y="118078"/>
                </a:cubicBezTo>
                <a:cubicBezTo>
                  <a:pt x="106270" y="116391"/>
                  <a:pt x="102897" y="114704"/>
                  <a:pt x="101210" y="113017"/>
                </a:cubicBezTo>
                <a:cubicBezTo>
                  <a:pt x="99523" y="109644"/>
                  <a:pt x="97836" y="107957"/>
                  <a:pt x="97836" y="104583"/>
                </a:cubicBezTo>
                <a:cubicBezTo>
                  <a:pt x="96149" y="101210"/>
                  <a:pt x="96149" y="96149"/>
                  <a:pt x="96149" y="91089"/>
                </a:cubicBezTo>
                <a:lnTo>
                  <a:pt x="96149" y="43858"/>
                </a:lnTo>
                <a:lnTo>
                  <a:pt x="84341" y="43858"/>
                </a:lnTo>
                <a:cubicBezTo>
                  <a:pt x="84341" y="43858"/>
                  <a:pt x="82655" y="43858"/>
                  <a:pt x="82655" y="42171"/>
                </a:cubicBezTo>
                <a:cubicBezTo>
                  <a:pt x="82655" y="42171"/>
                  <a:pt x="82655" y="40484"/>
                  <a:pt x="82655" y="38797"/>
                </a:cubicBezTo>
                <a:cubicBezTo>
                  <a:pt x="82655" y="37110"/>
                  <a:pt x="82655" y="35423"/>
                  <a:pt x="82655" y="35423"/>
                </a:cubicBezTo>
                <a:lnTo>
                  <a:pt x="82655" y="33737"/>
                </a:lnTo>
                <a:cubicBezTo>
                  <a:pt x="82655" y="32050"/>
                  <a:pt x="82655" y="32050"/>
                  <a:pt x="84341" y="32050"/>
                </a:cubicBezTo>
                <a:lnTo>
                  <a:pt x="96149" y="32050"/>
                </a:lnTo>
                <a:lnTo>
                  <a:pt x="96149" y="11808"/>
                </a:lnTo>
                <a:lnTo>
                  <a:pt x="97836" y="10121"/>
                </a:lnTo>
                <a:lnTo>
                  <a:pt x="99523" y="10121"/>
                </a:lnTo>
                <a:cubicBezTo>
                  <a:pt x="101210" y="10121"/>
                  <a:pt x="102897" y="10121"/>
                  <a:pt x="102897" y="10121"/>
                </a:cubicBezTo>
                <a:cubicBezTo>
                  <a:pt x="104583" y="10121"/>
                  <a:pt x="106270" y="10121"/>
                  <a:pt x="107957" y="10121"/>
                </a:cubicBezTo>
                <a:lnTo>
                  <a:pt x="109644" y="10121"/>
                </a:lnTo>
                <a:lnTo>
                  <a:pt x="111331" y="11808"/>
                </a:lnTo>
                <a:lnTo>
                  <a:pt x="111331" y="32050"/>
                </a:lnTo>
                <a:lnTo>
                  <a:pt x="131573" y="32050"/>
                </a:lnTo>
                <a:lnTo>
                  <a:pt x="133259" y="32050"/>
                </a:lnTo>
                <a:lnTo>
                  <a:pt x="134946" y="33737"/>
                </a:lnTo>
                <a:lnTo>
                  <a:pt x="134946" y="35423"/>
                </a:lnTo>
                <a:cubicBezTo>
                  <a:pt x="134946" y="35423"/>
                  <a:pt x="134946" y="37110"/>
                  <a:pt x="134946" y="38797"/>
                </a:cubicBezTo>
                <a:cubicBezTo>
                  <a:pt x="134946" y="40484"/>
                  <a:pt x="134946" y="42171"/>
                  <a:pt x="134946" y="42171"/>
                </a:cubicBezTo>
                <a:cubicBezTo>
                  <a:pt x="133259" y="43858"/>
                  <a:pt x="133259" y="43858"/>
                  <a:pt x="131573" y="43858"/>
                </a:cubicBezTo>
                <a:lnTo>
                  <a:pt x="111331" y="43858"/>
                </a:lnTo>
                <a:lnTo>
                  <a:pt x="111331" y="89402"/>
                </a:lnTo>
                <a:cubicBezTo>
                  <a:pt x="111331" y="94462"/>
                  <a:pt x="111331" y="99523"/>
                  <a:pt x="113017" y="102897"/>
                </a:cubicBezTo>
                <a:cubicBezTo>
                  <a:pt x="114704" y="104583"/>
                  <a:pt x="118078" y="106270"/>
                  <a:pt x="123138" y="106270"/>
                </a:cubicBezTo>
                <a:cubicBezTo>
                  <a:pt x="123138" y="106270"/>
                  <a:pt x="124825" y="106270"/>
                  <a:pt x="126512" y="106270"/>
                </a:cubicBezTo>
                <a:cubicBezTo>
                  <a:pt x="126512" y="106270"/>
                  <a:pt x="128199" y="106270"/>
                  <a:pt x="129886" y="104583"/>
                </a:cubicBezTo>
                <a:lnTo>
                  <a:pt x="131573" y="104583"/>
                </a:lnTo>
                <a:lnTo>
                  <a:pt x="133259" y="104583"/>
                </a:lnTo>
                <a:lnTo>
                  <a:pt x="134946" y="104583"/>
                </a:lnTo>
                <a:lnTo>
                  <a:pt x="134946" y="106270"/>
                </a:lnTo>
                <a:cubicBezTo>
                  <a:pt x="134946" y="107957"/>
                  <a:pt x="134946" y="107957"/>
                  <a:pt x="134946" y="109644"/>
                </a:cubicBezTo>
                <a:close/>
                <a:moveTo>
                  <a:pt x="72534" y="84341"/>
                </a:moveTo>
                <a:cubicBezTo>
                  <a:pt x="72534" y="91089"/>
                  <a:pt x="70847" y="94462"/>
                  <a:pt x="69160" y="99523"/>
                </a:cubicBezTo>
                <a:cubicBezTo>
                  <a:pt x="67473" y="104583"/>
                  <a:pt x="64099" y="107957"/>
                  <a:pt x="60726" y="109644"/>
                </a:cubicBezTo>
                <a:cubicBezTo>
                  <a:pt x="57352" y="113017"/>
                  <a:pt x="52292" y="116391"/>
                  <a:pt x="48918" y="116391"/>
                </a:cubicBezTo>
                <a:cubicBezTo>
                  <a:pt x="43858" y="118078"/>
                  <a:pt x="38797" y="119765"/>
                  <a:pt x="32050" y="119765"/>
                </a:cubicBezTo>
                <a:cubicBezTo>
                  <a:pt x="28676" y="119765"/>
                  <a:pt x="25302" y="119765"/>
                  <a:pt x="21929" y="118078"/>
                </a:cubicBezTo>
                <a:cubicBezTo>
                  <a:pt x="18555" y="118078"/>
                  <a:pt x="15181" y="116391"/>
                  <a:pt x="13495" y="116391"/>
                </a:cubicBezTo>
                <a:cubicBezTo>
                  <a:pt x="10121" y="114704"/>
                  <a:pt x="8434" y="114704"/>
                  <a:pt x="6747" y="113017"/>
                </a:cubicBezTo>
                <a:cubicBezTo>
                  <a:pt x="5060" y="111331"/>
                  <a:pt x="3374" y="111331"/>
                  <a:pt x="1687" y="109644"/>
                </a:cubicBezTo>
                <a:lnTo>
                  <a:pt x="1687" y="107957"/>
                </a:lnTo>
                <a:cubicBezTo>
                  <a:pt x="0" y="106270"/>
                  <a:pt x="0" y="104583"/>
                  <a:pt x="0" y="102897"/>
                </a:cubicBezTo>
                <a:cubicBezTo>
                  <a:pt x="0" y="101210"/>
                  <a:pt x="0" y="101210"/>
                  <a:pt x="0" y="99523"/>
                </a:cubicBezTo>
                <a:lnTo>
                  <a:pt x="1687" y="97836"/>
                </a:lnTo>
                <a:lnTo>
                  <a:pt x="1687" y="96149"/>
                </a:lnTo>
                <a:lnTo>
                  <a:pt x="3374" y="96149"/>
                </a:lnTo>
                <a:cubicBezTo>
                  <a:pt x="3374" y="96149"/>
                  <a:pt x="5060" y="96149"/>
                  <a:pt x="6747" y="97836"/>
                </a:cubicBezTo>
                <a:cubicBezTo>
                  <a:pt x="8434" y="99523"/>
                  <a:pt x="10121" y="99523"/>
                  <a:pt x="13495" y="101210"/>
                </a:cubicBezTo>
                <a:cubicBezTo>
                  <a:pt x="15181" y="102897"/>
                  <a:pt x="18555" y="102897"/>
                  <a:pt x="21929" y="104583"/>
                </a:cubicBezTo>
                <a:cubicBezTo>
                  <a:pt x="25302" y="106270"/>
                  <a:pt x="28676" y="106270"/>
                  <a:pt x="33737" y="106270"/>
                </a:cubicBezTo>
                <a:cubicBezTo>
                  <a:pt x="37110" y="106270"/>
                  <a:pt x="40484" y="106270"/>
                  <a:pt x="42171" y="104583"/>
                </a:cubicBezTo>
                <a:cubicBezTo>
                  <a:pt x="45544" y="104583"/>
                  <a:pt x="47231" y="102897"/>
                  <a:pt x="48918" y="101210"/>
                </a:cubicBezTo>
                <a:cubicBezTo>
                  <a:pt x="52292" y="99523"/>
                  <a:pt x="53978" y="97836"/>
                  <a:pt x="53978" y="94462"/>
                </a:cubicBezTo>
                <a:cubicBezTo>
                  <a:pt x="55665" y="92776"/>
                  <a:pt x="55665" y="89402"/>
                  <a:pt x="55665" y="86028"/>
                </a:cubicBezTo>
                <a:cubicBezTo>
                  <a:pt x="55665" y="82655"/>
                  <a:pt x="55665" y="80968"/>
                  <a:pt x="53978" y="77594"/>
                </a:cubicBezTo>
                <a:cubicBezTo>
                  <a:pt x="52292" y="75907"/>
                  <a:pt x="50605" y="74220"/>
                  <a:pt x="47231" y="72534"/>
                </a:cubicBezTo>
                <a:cubicBezTo>
                  <a:pt x="45544" y="70847"/>
                  <a:pt x="42171" y="69160"/>
                  <a:pt x="38797" y="67473"/>
                </a:cubicBezTo>
                <a:cubicBezTo>
                  <a:pt x="35423" y="65786"/>
                  <a:pt x="33737" y="64099"/>
                  <a:pt x="30363" y="62413"/>
                </a:cubicBezTo>
                <a:cubicBezTo>
                  <a:pt x="26989" y="60726"/>
                  <a:pt x="23616" y="59039"/>
                  <a:pt x="20242" y="57352"/>
                </a:cubicBezTo>
                <a:cubicBezTo>
                  <a:pt x="16868" y="55665"/>
                  <a:pt x="13495" y="53978"/>
                  <a:pt x="11808" y="50605"/>
                </a:cubicBezTo>
                <a:cubicBezTo>
                  <a:pt x="8434" y="48918"/>
                  <a:pt x="6747" y="45544"/>
                  <a:pt x="5060" y="42171"/>
                </a:cubicBezTo>
                <a:cubicBezTo>
                  <a:pt x="3374" y="38797"/>
                  <a:pt x="3374" y="33737"/>
                  <a:pt x="3374" y="30363"/>
                </a:cubicBezTo>
                <a:cubicBezTo>
                  <a:pt x="3374" y="25302"/>
                  <a:pt x="3374" y="20242"/>
                  <a:pt x="6747" y="16868"/>
                </a:cubicBezTo>
                <a:cubicBezTo>
                  <a:pt x="8434" y="13495"/>
                  <a:pt x="10121" y="10121"/>
                  <a:pt x="13495" y="6747"/>
                </a:cubicBezTo>
                <a:cubicBezTo>
                  <a:pt x="16868" y="5060"/>
                  <a:pt x="20242" y="3374"/>
                  <a:pt x="25302" y="1687"/>
                </a:cubicBezTo>
                <a:cubicBezTo>
                  <a:pt x="28676" y="0"/>
                  <a:pt x="33737" y="0"/>
                  <a:pt x="38797" y="0"/>
                </a:cubicBezTo>
                <a:cubicBezTo>
                  <a:pt x="42171" y="0"/>
                  <a:pt x="43858" y="0"/>
                  <a:pt x="47231" y="0"/>
                </a:cubicBezTo>
                <a:cubicBezTo>
                  <a:pt x="48918" y="0"/>
                  <a:pt x="52292" y="1687"/>
                  <a:pt x="53978" y="1687"/>
                </a:cubicBezTo>
                <a:cubicBezTo>
                  <a:pt x="55665" y="1687"/>
                  <a:pt x="59039" y="3374"/>
                  <a:pt x="60726" y="3374"/>
                </a:cubicBezTo>
                <a:cubicBezTo>
                  <a:pt x="62413" y="5060"/>
                  <a:pt x="62413" y="5060"/>
                  <a:pt x="64099" y="6747"/>
                </a:cubicBezTo>
                <a:lnTo>
                  <a:pt x="64099" y="8434"/>
                </a:lnTo>
                <a:lnTo>
                  <a:pt x="65786" y="8434"/>
                </a:lnTo>
                <a:lnTo>
                  <a:pt x="65786" y="10121"/>
                </a:lnTo>
                <a:cubicBezTo>
                  <a:pt x="65786" y="11808"/>
                  <a:pt x="65786" y="11808"/>
                  <a:pt x="65786" y="13495"/>
                </a:cubicBezTo>
                <a:cubicBezTo>
                  <a:pt x="65786" y="15181"/>
                  <a:pt x="65786" y="15181"/>
                  <a:pt x="65786" y="16868"/>
                </a:cubicBezTo>
                <a:lnTo>
                  <a:pt x="65786" y="18555"/>
                </a:lnTo>
                <a:lnTo>
                  <a:pt x="64099" y="20242"/>
                </a:lnTo>
                <a:lnTo>
                  <a:pt x="62413" y="20242"/>
                </a:lnTo>
                <a:cubicBezTo>
                  <a:pt x="62413" y="20242"/>
                  <a:pt x="60726" y="20242"/>
                  <a:pt x="60726" y="18555"/>
                </a:cubicBezTo>
                <a:cubicBezTo>
                  <a:pt x="59039" y="18555"/>
                  <a:pt x="57352" y="16868"/>
                  <a:pt x="55665" y="16868"/>
                </a:cubicBezTo>
                <a:cubicBezTo>
                  <a:pt x="52292" y="15181"/>
                  <a:pt x="50605" y="13495"/>
                  <a:pt x="47231" y="13495"/>
                </a:cubicBezTo>
                <a:cubicBezTo>
                  <a:pt x="45544" y="11808"/>
                  <a:pt x="42171" y="11808"/>
                  <a:pt x="38797" y="11808"/>
                </a:cubicBezTo>
                <a:cubicBezTo>
                  <a:pt x="35423" y="11808"/>
                  <a:pt x="32050" y="11808"/>
                  <a:pt x="30363" y="13495"/>
                </a:cubicBezTo>
                <a:cubicBezTo>
                  <a:pt x="26989" y="13495"/>
                  <a:pt x="25302" y="15181"/>
                  <a:pt x="23616" y="16868"/>
                </a:cubicBezTo>
                <a:cubicBezTo>
                  <a:pt x="21929" y="18555"/>
                  <a:pt x="20242" y="20242"/>
                  <a:pt x="20242" y="21929"/>
                </a:cubicBezTo>
                <a:cubicBezTo>
                  <a:pt x="20242" y="23616"/>
                  <a:pt x="18555" y="25302"/>
                  <a:pt x="18555" y="28676"/>
                </a:cubicBezTo>
                <a:cubicBezTo>
                  <a:pt x="18555" y="32050"/>
                  <a:pt x="20242" y="33737"/>
                  <a:pt x="21929" y="37110"/>
                </a:cubicBezTo>
                <a:cubicBezTo>
                  <a:pt x="23616" y="38797"/>
                  <a:pt x="25302" y="40484"/>
                  <a:pt x="26989" y="42171"/>
                </a:cubicBezTo>
                <a:cubicBezTo>
                  <a:pt x="30363" y="45544"/>
                  <a:pt x="32050" y="47231"/>
                  <a:pt x="35423" y="47231"/>
                </a:cubicBezTo>
                <a:cubicBezTo>
                  <a:pt x="38797" y="48918"/>
                  <a:pt x="42171" y="50605"/>
                  <a:pt x="45544" y="52292"/>
                </a:cubicBezTo>
                <a:cubicBezTo>
                  <a:pt x="48918" y="53978"/>
                  <a:pt x="52292" y="55665"/>
                  <a:pt x="55665" y="57352"/>
                </a:cubicBezTo>
                <a:cubicBezTo>
                  <a:pt x="59039" y="59039"/>
                  <a:pt x="60726" y="60726"/>
                  <a:pt x="64099" y="64099"/>
                </a:cubicBezTo>
                <a:cubicBezTo>
                  <a:pt x="65786" y="65786"/>
                  <a:pt x="69160" y="69160"/>
                  <a:pt x="69160" y="72534"/>
                </a:cubicBezTo>
                <a:cubicBezTo>
                  <a:pt x="70847" y="75907"/>
                  <a:pt x="72534" y="80968"/>
                  <a:pt x="72534" y="843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E97E5-F11B-4477-9443-78FEEA4A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10" y="5664738"/>
            <a:ext cx="86028" cy="116391"/>
          </a:xfrm>
          <a:custGeom xmlns:a="http://schemas.openxmlformats.org/drawingml/2006/main">
            <a:pathLst>
              <a:path w="86028" h="116391">
                <a:moveTo>
                  <a:pt x="70847" y="25302"/>
                </a:moveTo>
                <a:cubicBezTo>
                  <a:pt x="70847" y="23616"/>
                  <a:pt x="69160" y="20242"/>
                  <a:pt x="69160" y="20242"/>
                </a:cubicBezTo>
                <a:cubicBezTo>
                  <a:pt x="69160" y="18555"/>
                  <a:pt x="67473" y="16868"/>
                  <a:pt x="65786" y="15181"/>
                </a:cubicBezTo>
                <a:cubicBezTo>
                  <a:pt x="64099" y="13495"/>
                  <a:pt x="62413" y="13495"/>
                  <a:pt x="60726" y="13495"/>
                </a:cubicBezTo>
                <a:cubicBezTo>
                  <a:pt x="57352" y="11808"/>
                  <a:pt x="55665" y="11808"/>
                  <a:pt x="50605" y="11808"/>
                </a:cubicBezTo>
                <a:lnTo>
                  <a:pt x="35423" y="11808"/>
                </a:lnTo>
                <a:lnTo>
                  <a:pt x="26989" y="48918"/>
                </a:lnTo>
                <a:lnTo>
                  <a:pt x="45544" y="48918"/>
                </a:lnTo>
                <a:cubicBezTo>
                  <a:pt x="50605" y="48918"/>
                  <a:pt x="53978" y="48918"/>
                  <a:pt x="57352" y="47231"/>
                </a:cubicBezTo>
                <a:cubicBezTo>
                  <a:pt x="59039" y="45544"/>
                  <a:pt x="62413" y="43858"/>
                  <a:pt x="64099" y="42171"/>
                </a:cubicBezTo>
                <a:cubicBezTo>
                  <a:pt x="65786" y="38797"/>
                  <a:pt x="67473" y="35423"/>
                  <a:pt x="69160" y="33737"/>
                </a:cubicBezTo>
                <a:cubicBezTo>
                  <a:pt x="69160" y="30363"/>
                  <a:pt x="70847" y="26989"/>
                  <a:pt x="70847" y="25302"/>
                </a:cubicBezTo>
                <a:close/>
                <a:moveTo>
                  <a:pt x="65786" y="77594"/>
                </a:moveTo>
                <a:cubicBezTo>
                  <a:pt x="65786" y="72534"/>
                  <a:pt x="64099" y="69160"/>
                  <a:pt x="60726" y="65786"/>
                </a:cubicBezTo>
                <a:cubicBezTo>
                  <a:pt x="57352" y="64099"/>
                  <a:pt x="52292" y="62413"/>
                  <a:pt x="45544" y="62413"/>
                </a:cubicBezTo>
                <a:lnTo>
                  <a:pt x="25302" y="62413"/>
                </a:lnTo>
                <a:lnTo>
                  <a:pt x="16868" y="102897"/>
                </a:lnTo>
                <a:lnTo>
                  <a:pt x="38797" y="102897"/>
                </a:lnTo>
                <a:cubicBezTo>
                  <a:pt x="43858" y="102897"/>
                  <a:pt x="47231" y="102897"/>
                  <a:pt x="50605" y="101210"/>
                </a:cubicBezTo>
                <a:cubicBezTo>
                  <a:pt x="53978" y="99523"/>
                  <a:pt x="57352" y="97836"/>
                  <a:pt x="59039" y="96149"/>
                </a:cubicBezTo>
                <a:cubicBezTo>
                  <a:pt x="62413" y="92776"/>
                  <a:pt x="64099" y="91089"/>
                  <a:pt x="64099" y="87715"/>
                </a:cubicBezTo>
                <a:cubicBezTo>
                  <a:pt x="65786" y="84341"/>
                  <a:pt x="65786" y="80968"/>
                  <a:pt x="65786" y="77594"/>
                </a:cubicBezTo>
                <a:close/>
                <a:moveTo>
                  <a:pt x="86028" y="21929"/>
                </a:moveTo>
                <a:cubicBezTo>
                  <a:pt x="86028" y="25302"/>
                  <a:pt x="86028" y="28676"/>
                  <a:pt x="84341" y="32050"/>
                </a:cubicBezTo>
                <a:cubicBezTo>
                  <a:pt x="84341" y="35423"/>
                  <a:pt x="82655" y="38797"/>
                  <a:pt x="80968" y="42171"/>
                </a:cubicBezTo>
                <a:cubicBezTo>
                  <a:pt x="79281" y="43858"/>
                  <a:pt x="77594" y="47231"/>
                  <a:pt x="74220" y="48918"/>
                </a:cubicBezTo>
                <a:cubicBezTo>
                  <a:pt x="70847" y="50605"/>
                  <a:pt x="69160" y="52292"/>
                  <a:pt x="65786" y="53978"/>
                </a:cubicBezTo>
                <a:cubicBezTo>
                  <a:pt x="67473" y="53978"/>
                  <a:pt x="70847" y="55665"/>
                  <a:pt x="72534" y="57352"/>
                </a:cubicBezTo>
                <a:cubicBezTo>
                  <a:pt x="74220" y="57352"/>
                  <a:pt x="75907" y="59039"/>
                  <a:pt x="77594" y="60726"/>
                </a:cubicBezTo>
                <a:cubicBezTo>
                  <a:pt x="79281" y="64099"/>
                  <a:pt x="80968" y="65786"/>
                  <a:pt x="80968" y="67473"/>
                </a:cubicBezTo>
                <a:cubicBezTo>
                  <a:pt x="82655" y="70847"/>
                  <a:pt x="82655" y="74220"/>
                  <a:pt x="82655" y="75907"/>
                </a:cubicBezTo>
                <a:cubicBezTo>
                  <a:pt x="82655" y="79281"/>
                  <a:pt x="82655" y="82655"/>
                  <a:pt x="80968" y="86028"/>
                </a:cubicBezTo>
                <a:cubicBezTo>
                  <a:pt x="80968" y="89402"/>
                  <a:pt x="79281" y="92776"/>
                  <a:pt x="77594" y="96149"/>
                </a:cubicBezTo>
                <a:cubicBezTo>
                  <a:pt x="75907" y="97836"/>
                  <a:pt x="74220" y="101210"/>
                  <a:pt x="70847" y="102897"/>
                </a:cubicBezTo>
                <a:cubicBezTo>
                  <a:pt x="69160" y="106270"/>
                  <a:pt x="65786" y="107957"/>
                  <a:pt x="62413" y="109644"/>
                </a:cubicBezTo>
                <a:cubicBezTo>
                  <a:pt x="59039" y="111331"/>
                  <a:pt x="55665" y="113017"/>
                  <a:pt x="50605" y="114704"/>
                </a:cubicBezTo>
                <a:cubicBezTo>
                  <a:pt x="47231" y="114704"/>
                  <a:pt x="42171" y="116391"/>
                  <a:pt x="35423" y="116391"/>
                </a:cubicBezTo>
                <a:lnTo>
                  <a:pt x="5060" y="116391"/>
                </a:lnTo>
                <a:cubicBezTo>
                  <a:pt x="3374" y="116391"/>
                  <a:pt x="1687" y="114704"/>
                  <a:pt x="0" y="114704"/>
                </a:cubicBezTo>
                <a:cubicBezTo>
                  <a:pt x="0" y="113017"/>
                  <a:pt x="0" y="111331"/>
                  <a:pt x="0" y="109644"/>
                </a:cubicBezTo>
                <a:lnTo>
                  <a:pt x="20242" y="5060"/>
                </a:lnTo>
                <a:cubicBezTo>
                  <a:pt x="21929" y="3374"/>
                  <a:pt x="21929" y="1687"/>
                  <a:pt x="23616" y="0"/>
                </a:cubicBezTo>
                <a:cubicBezTo>
                  <a:pt x="25302" y="0"/>
                  <a:pt x="26989" y="0"/>
                  <a:pt x="28676" y="0"/>
                </a:cubicBezTo>
                <a:lnTo>
                  <a:pt x="53978" y="0"/>
                </a:lnTo>
                <a:cubicBezTo>
                  <a:pt x="59039" y="0"/>
                  <a:pt x="64099" y="0"/>
                  <a:pt x="69160" y="0"/>
                </a:cubicBezTo>
                <a:cubicBezTo>
                  <a:pt x="72534" y="1687"/>
                  <a:pt x="75907" y="3374"/>
                  <a:pt x="79281" y="5060"/>
                </a:cubicBezTo>
                <a:cubicBezTo>
                  <a:pt x="80968" y="6747"/>
                  <a:pt x="82655" y="10121"/>
                  <a:pt x="84341" y="11808"/>
                </a:cubicBezTo>
                <a:cubicBezTo>
                  <a:pt x="86028" y="15181"/>
                  <a:pt x="86028" y="18555"/>
                  <a:pt x="86028" y="219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0F9D1B-FFDF-4590-A8BA-DEE54A7E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46" y="5745706"/>
            <a:ext cx="148441" cy="80968"/>
          </a:xfrm>
          <a:custGeom xmlns:a="http://schemas.openxmlformats.org/drawingml/2006/main">
            <a:pathLst>
              <a:path w="148441" h="80968">
                <a:moveTo>
                  <a:pt x="148441" y="74220"/>
                </a:moveTo>
                <a:lnTo>
                  <a:pt x="148441" y="74220"/>
                </a:lnTo>
                <a:lnTo>
                  <a:pt x="148441" y="75907"/>
                </a:lnTo>
                <a:lnTo>
                  <a:pt x="148441" y="77594"/>
                </a:lnTo>
                <a:lnTo>
                  <a:pt x="146754" y="77594"/>
                </a:lnTo>
                <a:lnTo>
                  <a:pt x="146754" y="79281"/>
                </a:lnTo>
                <a:lnTo>
                  <a:pt x="145067" y="79281"/>
                </a:lnTo>
                <a:lnTo>
                  <a:pt x="104583" y="79281"/>
                </a:lnTo>
                <a:lnTo>
                  <a:pt x="102897" y="79281"/>
                </a:lnTo>
                <a:lnTo>
                  <a:pt x="102897" y="77594"/>
                </a:lnTo>
                <a:lnTo>
                  <a:pt x="102897" y="75907"/>
                </a:lnTo>
                <a:lnTo>
                  <a:pt x="102897" y="74220"/>
                </a:lnTo>
                <a:cubicBezTo>
                  <a:pt x="102897" y="72534"/>
                  <a:pt x="104583" y="72534"/>
                  <a:pt x="104583" y="72534"/>
                </a:cubicBezTo>
                <a:lnTo>
                  <a:pt x="104583" y="70847"/>
                </a:lnTo>
                <a:lnTo>
                  <a:pt x="106270" y="70847"/>
                </a:lnTo>
                <a:lnTo>
                  <a:pt x="123138" y="70847"/>
                </a:lnTo>
                <a:lnTo>
                  <a:pt x="134946" y="11808"/>
                </a:lnTo>
                <a:lnTo>
                  <a:pt x="116391" y="21929"/>
                </a:lnTo>
                <a:lnTo>
                  <a:pt x="114704" y="21929"/>
                </a:lnTo>
                <a:lnTo>
                  <a:pt x="114704" y="20242"/>
                </a:lnTo>
                <a:lnTo>
                  <a:pt x="114704" y="18555"/>
                </a:lnTo>
                <a:lnTo>
                  <a:pt x="114704" y="16868"/>
                </a:lnTo>
                <a:lnTo>
                  <a:pt x="114704" y="15181"/>
                </a:lnTo>
                <a:lnTo>
                  <a:pt x="116391" y="13495"/>
                </a:lnTo>
                <a:lnTo>
                  <a:pt x="136633" y="1687"/>
                </a:lnTo>
                <a:lnTo>
                  <a:pt x="138320" y="1687"/>
                </a:lnTo>
                <a:lnTo>
                  <a:pt x="140007" y="1687"/>
                </a:lnTo>
                <a:lnTo>
                  <a:pt x="141694" y="0"/>
                </a:lnTo>
                <a:cubicBezTo>
                  <a:pt x="143380" y="0"/>
                  <a:pt x="143380" y="1687"/>
                  <a:pt x="145067" y="1687"/>
                </a:cubicBezTo>
                <a:lnTo>
                  <a:pt x="146754" y="1687"/>
                </a:lnTo>
                <a:lnTo>
                  <a:pt x="133259" y="70847"/>
                </a:lnTo>
                <a:lnTo>
                  <a:pt x="146754" y="70847"/>
                </a:lnTo>
                <a:cubicBezTo>
                  <a:pt x="146754" y="70847"/>
                  <a:pt x="148441" y="70847"/>
                  <a:pt x="148441" y="72534"/>
                </a:cubicBezTo>
                <a:lnTo>
                  <a:pt x="148441" y="74220"/>
                </a:lnTo>
                <a:close/>
                <a:moveTo>
                  <a:pt x="94462" y="42171"/>
                </a:moveTo>
                <a:lnTo>
                  <a:pt x="94462" y="43858"/>
                </a:lnTo>
                <a:lnTo>
                  <a:pt x="94462" y="45544"/>
                </a:lnTo>
                <a:lnTo>
                  <a:pt x="92776" y="47231"/>
                </a:lnTo>
                <a:lnTo>
                  <a:pt x="92776" y="48918"/>
                </a:lnTo>
                <a:lnTo>
                  <a:pt x="91089" y="48918"/>
                </a:lnTo>
                <a:lnTo>
                  <a:pt x="70847" y="48918"/>
                </a:lnTo>
                <a:lnTo>
                  <a:pt x="67473" y="70847"/>
                </a:lnTo>
                <a:cubicBezTo>
                  <a:pt x="65786" y="70847"/>
                  <a:pt x="65786" y="70847"/>
                  <a:pt x="65786" y="72534"/>
                </a:cubicBezTo>
                <a:lnTo>
                  <a:pt x="64099" y="72534"/>
                </a:lnTo>
                <a:lnTo>
                  <a:pt x="62413" y="72534"/>
                </a:lnTo>
                <a:cubicBezTo>
                  <a:pt x="60726" y="72534"/>
                  <a:pt x="60726" y="72534"/>
                  <a:pt x="59039" y="72534"/>
                </a:cubicBezTo>
                <a:lnTo>
                  <a:pt x="57352" y="72534"/>
                </a:lnTo>
                <a:lnTo>
                  <a:pt x="57352" y="70847"/>
                </a:lnTo>
                <a:lnTo>
                  <a:pt x="62413" y="48918"/>
                </a:lnTo>
                <a:lnTo>
                  <a:pt x="42171" y="48918"/>
                </a:lnTo>
                <a:lnTo>
                  <a:pt x="40484" y="48918"/>
                </a:lnTo>
                <a:lnTo>
                  <a:pt x="40484" y="47231"/>
                </a:lnTo>
                <a:lnTo>
                  <a:pt x="40484" y="45544"/>
                </a:lnTo>
                <a:lnTo>
                  <a:pt x="40484" y="43858"/>
                </a:lnTo>
                <a:lnTo>
                  <a:pt x="42171" y="43858"/>
                </a:lnTo>
                <a:lnTo>
                  <a:pt x="42171" y="42171"/>
                </a:lnTo>
                <a:lnTo>
                  <a:pt x="42171" y="40484"/>
                </a:lnTo>
                <a:lnTo>
                  <a:pt x="43858" y="40484"/>
                </a:lnTo>
                <a:lnTo>
                  <a:pt x="64099" y="40484"/>
                </a:lnTo>
                <a:lnTo>
                  <a:pt x="67473" y="18555"/>
                </a:lnTo>
                <a:cubicBezTo>
                  <a:pt x="69160" y="18555"/>
                  <a:pt x="69160" y="18555"/>
                  <a:pt x="69160" y="16868"/>
                </a:cubicBezTo>
                <a:lnTo>
                  <a:pt x="70847" y="16868"/>
                </a:lnTo>
                <a:lnTo>
                  <a:pt x="72534" y="16868"/>
                </a:lnTo>
                <a:cubicBezTo>
                  <a:pt x="74220" y="16868"/>
                  <a:pt x="74220" y="16868"/>
                  <a:pt x="75907" y="16868"/>
                </a:cubicBezTo>
                <a:lnTo>
                  <a:pt x="77594" y="16868"/>
                </a:lnTo>
                <a:lnTo>
                  <a:pt x="77594" y="18555"/>
                </a:lnTo>
                <a:lnTo>
                  <a:pt x="72534" y="40484"/>
                </a:lnTo>
                <a:lnTo>
                  <a:pt x="92776" y="40484"/>
                </a:lnTo>
                <a:lnTo>
                  <a:pt x="94462" y="40484"/>
                </a:lnTo>
                <a:lnTo>
                  <a:pt x="94462" y="42171"/>
                </a:lnTo>
                <a:close/>
                <a:moveTo>
                  <a:pt x="37110" y="23616"/>
                </a:moveTo>
                <a:lnTo>
                  <a:pt x="37110" y="25302"/>
                </a:lnTo>
                <a:lnTo>
                  <a:pt x="37110" y="26989"/>
                </a:lnTo>
                <a:cubicBezTo>
                  <a:pt x="37110" y="26989"/>
                  <a:pt x="35423" y="26989"/>
                  <a:pt x="35423" y="28676"/>
                </a:cubicBezTo>
                <a:cubicBezTo>
                  <a:pt x="35423" y="30363"/>
                  <a:pt x="35423" y="30363"/>
                  <a:pt x="33737" y="30363"/>
                </a:cubicBezTo>
                <a:lnTo>
                  <a:pt x="20242" y="30363"/>
                </a:lnTo>
                <a:lnTo>
                  <a:pt x="13495" y="60726"/>
                </a:lnTo>
                <a:cubicBezTo>
                  <a:pt x="13495" y="60726"/>
                  <a:pt x="13495" y="62413"/>
                  <a:pt x="13495" y="64099"/>
                </a:cubicBezTo>
                <a:lnTo>
                  <a:pt x="13495" y="65786"/>
                </a:lnTo>
                <a:cubicBezTo>
                  <a:pt x="13495" y="67473"/>
                  <a:pt x="13495" y="69160"/>
                  <a:pt x="13495" y="70847"/>
                </a:cubicBezTo>
                <a:cubicBezTo>
                  <a:pt x="15181" y="70847"/>
                  <a:pt x="16868" y="72534"/>
                  <a:pt x="18555" y="72534"/>
                </a:cubicBezTo>
                <a:cubicBezTo>
                  <a:pt x="20242" y="72534"/>
                  <a:pt x="20242" y="72534"/>
                  <a:pt x="21929" y="72534"/>
                </a:cubicBezTo>
                <a:cubicBezTo>
                  <a:pt x="21929" y="70847"/>
                  <a:pt x="23616" y="70847"/>
                  <a:pt x="23616" y="70847"/>
                </a:cubicBezTo>
                <a:lnTo>
                  <a:pt x="25302" y="70847"/>
                </a:lnTo>
                <a:lnTo>
                  <a:pt x="26989" y="70847"/>
                </a:lnTo>
                <a:lnTo>
                  <a:pt x="26989" y="72534"/>
                </a:lnTo>
                <a:lnTo>
                  <a:pt x="26989" y="74220"/>
                </a:lnTo>
                <a:lnTo>
                  <a:pt x="26989" y="75907"/>
                </a:lnTo>
                <a:lnTo>
                  <a:pt x="25302" y="77594"/>
                </a:lnTo>
                <a:cubicBezTo>
                  <a:pt x="25302" y="79281"/>
                  <a:pt x="23616" y="79281"/>
                  <a:pt x="23616" y="79281"/>
                </a:cubicBezTo>
                <a:lnTo>
                  <a:pt x="21929" y="79281"/>
                </a:lnTo>
                <a:cubicBezTo>
                  <a:pt x="20242" y="79281"/>
                  <a:pt x="20242" y="80968"/>
                  <a:pt x="18555" y="80968"/>
                </a:cubicBezTo>
                <a:lnTo>
                  <a:pt x="16868" y="80968"/>
                </a:lnTo>
                <a:cubicBezTo>
                  <a:pt x="13495" y="80968"/>
                  <a:pt x="11808" y="80968"/>
                  <a:pt x="10121" y="79281"/>
                </a:cubicBezTo>
                <a:cubicBezTo>
                  <a:pt x="8434" y="79281"/>
                  <a:pt x="6747" y="79281"/>
                  <a:pt x="6747" y="77594"/>
                </a:cubicBezTo>
                <a:cubicBezTo>
                  <a:pt x="5060" y="75907"/>
                  <a:pt x="3374" y="75907"/>
                  <a:pt x="3374" y="74220"/>
                </a:cubicBezTo>
                <a:cubicBezTo>
                  <a:pt x="3374" y="72534"/>
                  <a:pt x="3374" y="70847"/>
                  <a:pt x="3374" y="67473"/>
                </a:cubicBezTo>
                <a:lnTo>
                  <a:pt x="3374" y="65786"/>
                </a:lnTo>
                <a:lnTo>
                  <a:pt x="3374" y="64099"/>
                </a:lnTo>
                <a:lnTo>
                  <a:pt x="3374" y="62413"/>
                </a:lnTo>
                <a:lnTo>
                  <a:pt x="3374" y="60726"/>
                </a:lnTo>
                <a:lnTo>
                  <a:pt x="10121" y="30363"/>
                </a:lnTo>
                <a:lnTo>
                  <a:pt x="1687" y="30363"/>
                </a:lnTo>
                <a:lnTo>
                  <a:pt x="0" y="28676"/>
                </a:lnTo>
                <a:cubicBezTo>
                  <a:pt x="0" y="28676"/>
                  <a:pt x="0" y="26989"/>
                  <a:pt x="1687" y="26989"/>
                </a:cubicBezTo>
                <a:cubicBezTo>
                  <a:pt x="1687" y="25302"/>
                  <a:pt x="1687" y="25302"/>
                  <a:pt x="1687" y="23616"/>
                </a:cubicBezTo>
                <a:lnTo>
                  <a:pt x="1687" y="21929"/>
                </a:lnTo>
                <a:lnTo>
                  <a:pt x="3374" y="21929"/>
                </a:lnTo>
                <a:lnTo>
                  <a:pt x="11808" y="21929"/>
                </a:lnTo>
                <a:lnTo>
                  <a:pt x="13495" y="8434"/>
                </a:lnTo>
                <a:lnTo>
                  <a:pt x="15181" y="8434"/>
                </a:lnTo>
                <a:cubicBezTo>
                  <a:pt x="15181" y="6747"/>
                  <a:pt x="16868" y="6747"/>
                  <a:pt x="16868" y="6747"/>
                </a:cubicBezTo>
                <a:lnTo>
                  <a:pt x="18555" y="6747"/>
                </a:lnTo>
                <a:cubicBezTo>
                  <a:pt x="20242" y="6747"/>
                  <a:pt x="21929" y="6747"/>
                  <a:pt x="21929" y="6747"/>
                </a:cubicBezTo>
                <a:cubicBezTo>
                  <a:pt x="21929" y="6747"/>
                  <a:pt x="23616" y="6747"/>
                  <a:pt x="23616" y="8434"/>
                </a:cubicBezTo>
                <a:lnTo>
                  <a:pt x="21929" y="21929"/>
                </a:lnTo>
                <a:lnTo>
                  <a:pt x="35423" y="21929"/>
                </a:lnTo>
                <a:lnTo>
                  <a:pt x="37110" y="21929"/>
                </a:lnTo>
                <a:lnTo>
                  <a:pt x="37110" y="236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92AB5E-9A65-4A73-BB29-7FC91B6A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52" y="5661364"/>
            <a:ext cx="603884" cy="151815"/>
          </a:xfrm>
          <a:custGeom xmlns:a="http://schemas.openxmlformats.org/drawingml/2006/main">
            <a:pathLst>
              <a:path w="603884" h="151815">
                <a:moveTo>
                  <a:pt x="580269" y="60726"/>
                </a:moveTo>
                <a:cubicBezTo>
                  <a:pt x="580269" y="55665"/>
                  <a:pt x="578582" y="50605"/>
                  <a:pt x="575208" y="47231"/>
                </a:cubicBezTo>
                <a:cubicBezTo>
                  <a:pt x="571835" y="45544"/>
                  <a:pt x="568461" y="43858"/>
                  <a:pt x="563401" y="43858"/>
                </a:cubicBezTo>
                <a:cubicBezTo>
                  <a:pt x="560027" y="43858"/>
                  <a:pt x="556653" y="43858"/>
                  <a:pt x="554966" y="45544"/>
                </a:cubicBezTo>
                <a:cubicBezTo>
                  <a:pt x="553280" y="45544"/>
                  <a:pt x="551593" y="47231"/>
                  <a:pt x="549906" y="48918"/>
                </a:cubicBezTo>
                <a:cubicBezTo>
                  <a:pt x="548219" y="50605"/>
                  <a:pt x="546532" y="52292"/>
                  <a:pt x="546532" y="53978"/>
                </a:cubicBezTo>
                <a:cubicBezTo>
                  <a:pt x="546532" y="57352"/>
                  <a:pt x="544845" y="59039"/>
                  <a:pt x="544845" y="60726"/>
                </a:cubicBezTo>
                <a:cubicBezTo>
                  <a:pt x="544845" y="67473"/>
                  <a:pt x="546532" y="70847"/>
                  <a:pt x="549906" y="74220"/>
                </a:cubicBezTo>
                <a:cubicBezTo>
                  <a:pt x="553280" y="77594"/>
                  <a:pt x="556653" y="79281"/>
                  <a:pt x="563401" y="79281"/>
                </a:cubicBezTo>
                <a:cubicBezTo>
                  <a:pt x="565087" y="79281"/>
                  <a:pt x="568461" y="77594"/>
                  <a:pt x="570148" y="77594"/>
                </a:cubicBezTo>
                <a:cubicBezTo>
                  <a:pt x="573522" y="75907"/>
                  <a:pt x="575208" y="75907"/>
                  <a:pt x="575208" y="74220"/>
                </a:cubicBezTo>
                <a:cubicBezTo>
                  <a:pt x="576895" y="72534"/>
                  <a:pt x="578582" y="69160"/>
                  <a:pt x="578582" y="67473"/>
                </a:cubicBezTo>
                <a:cubicBezTo>
                  <a:pt x="580269" y="65786"/>
                  <a:pt x="580269" y="64099"/>
                  <a:pt x="580269" y="60726"/>
                </a:cubicBezTo>
                <a:close/>
                <a:moveTo>
                  <a:pt x="587016" y="124825"/>
                </a:moveTo>
                <a:cubicBezTo>
                  <a:pt x="587016" y="121452"/>
                  <a:pt x="585329" y="119765"/>
                  <a:pt x="583642" y="118078"/>
                </a:cubicBezTo>
                <a:cubicBezTo>
                  <a:pt x="580269" y="114704"/>
                  <a:pt x="576895" y="114704"/>
                  <a:pt x="571835" y="114704"/>
                </a:cubicBezTo>
                <a:lnTo>
                  <a:pt x="549906" y="113017"/>
                </a:lnTo>
                <a:cubicBezTo>
                  <a:pt x="548219" y="114704"/>
                  <a:pt x="546532" y="116391"/>
                  <a:pt x="546532" y="118078"/>
                </a:cubicBezTo>
                <a:cubicBezTo>
                  <a:pt x="544845" y="119765"/>
                  <a:pt x="543159" y="119765"/>
                  <a:pt x="543159" y="121452"/>
                </a:cubicBezTo>
                <a:cubicBezTo>
                  <a:pt x="541472" y="123138"/>
                  <a:pt x="541472" y="124825"/>
                  <a:pt x="541472" y="124825"/>
                </a:cubicBezTo>
                <a:cubicBezTo>
                  <a:pt x="541472" y="126512"/>
                  <a:pt x="541472" y="128199"/>
                  <a:pt x="541472" y="129886"/>
                </a:cubicBezTo>
                <a:cubicBezTo>
                  <a:pt x="541472" y="133259"/>
                  <a:pt x="543159" y="136633"/>
                  <a:pt x="546532" y="138320"/>
                </a:cubicBezTo>
                <a:cubicBezTo>
                  <a:pt x="551593" y="140007"/>
                  <a:pt x="556653" y="141694"/>
                  <a:pt x="563401" y="141694"/>
                </a:cubicBezTo>
                <a:cubicBezTo>
                  <a:pt x="568461" y="141694"/>
                  <a:pt x="571835" y="140007"/>
                  <a:pt x="575208" y="140007"/>
                </a:cubicBezTo>
                <a:cubicBezTo>
                  <a:pt x="578582" y="138320"/>
                  <a:pt x="580269" y="138320"/>
                  <a:pt x="581956" y="136633"/>
                </a:cubicBezTo>
                <a:cubicBezTo>
                  <a:pt x="583642" y="134946"/>
                  <a:pt x="585329" y="133259"/>
                  <a:pt x="587016" y="131573"/>
                </a:cubicBezTo>
                <a:cubicBezTo>
                  <a:pt x="587016" y="129886"/>
                  <a:pt x="587016" y="128199"/>
                  <a:pt x="587016" y="124825"/>
                </a:cubicBezTo>
                <a:close/>
                <a:moveTo>
                  <a:pt x="603884" y="38797"/>
                </a:moveTo>
                <a:cubicBezTo>
                  <a:pt x="603884" y="42171"/>
                  <a:pt x="603884" y="43858"/>
                  <a:pt x="602198" y="43858"/>
                </a:cubicBezTo>
                <a:cubicBezTo>
                  <a:pt x="602198" y="45544"/>
                  <a:pt x="600511" y="45544"/>
                  <a:pt x="600511" y="45544"/>
                </a:cubicBezTo>
                <a:lnTo>
                  <a:pt x="588703" y="45544"/>
                </a:lnTo>
                <a:cubicBezTo>
                  <a:pt x="590390" y="47231"/>
                  <a:pt x="592077" y="50605"/>
                  <a:pt x="593763" y="52292"/>
                </a:cubicBezTo>
                <a:cubicBezTo>
                  <a:pt x="593763" y="55665"/>
                  <a:pt x="593763" y="57352"/>
                  <a:pt x="593763" y="60726"/>
                </a:cubicBezTo>
                <a:cubicBezTo>
                  <a:pt x="593763" y="65786"/>
                  <a:pt x="593763" y="69160"/>
                  <a:pt x="592077" y="72534"/>
                </a:cubicBezTo>
                <a:cubicBezTo>
                  <a:pt x="590390" y="77594"/>
                  <a:pt x="588703" y="79281"/>
                  <a:pt x="585329" y="82655"/>
                </a:cubicBezTo>
                <a:cubicBezTo>
                  <a:pt x="583642" y="84341"/>
                  <a:pt x="580269" y="87715"/>
                  <a:pt x="575208" y="87715"/>
                </a:cubicBezTo>
                <a:cubicBezTo>
                  <a:pt x="571835" y="89402"/>
                  <a:pt x="566774" y="91089"/>
                  <a:pt x="563401" y="91089"/>
                </a:cubicBezTo>
                <a:cubicBezTo>
                  <a:pt x="560027" y="91089"/>
                  <a:pt x="556653" y="89402"/>
                  <a:pt x="553280" y="89402"/>
                </a:cubicBezTo>
                <a:cubicBezTo>
                  <a:pt x="549906" y="87715"/>
                  <a:pt x="548219" y="87715"/>
                  <a:pt x="546532" y="86028"/>
                </a:cubicBezTo>
                <a:cubicBezTo>
                  <a:pt x="544845" y="86028"/>
                  <a:pt x="544845" y="87715"/>
                  <a:pt x="543159" y="89402"/>
                </a:cubicBezTo>
                <a:cubicBezTo>
                  <a:pt x="543159" y="91089"/>
                  <a:pt x="543159" y="92776"/>
                  <a:pt x="543159" y="94462"/>
                </a:cubicBezTo>
                <a:cubicBezTo>
                  <a:pt x="543159" y="96149"/>
                  <a:pt x="543159" y="97836"/>
                  <a:pt x="546532" y="99523"/>
                </a:cubicBezTo>
                <a:cubicBezTo>
                  <a:pt x="548219" y="101210"/>
                  <a:pt x="549906" y="101210"/>
                  <a:pt x="553280" y="101210"/>
                </a:cubicBezTo>
                <a:lnTo>
                  <a:pt x="575208" y="102897"/>
                </a:lnTo>
                <a:cubicBezTo>
                  <a:pt x="578582" y="102897"/>
                  <a:pt x="581956" y="102897"/>
                  <a:pt x="585329" y="104583"/>
                </a:cubicBezTo>
                <a:cubicBezTo>
                  <a:pt x="588703" y="104583"/>
                  <a:pt x="592077" y="106270"/>
                  <a:pt x="595450" y="107957"/>
                </a:cubicBezTo>
                <a:cubicBezTo>
                  <a:pt x="597137" y="109644"/>
                  <a:pt x="598824" y="113017"/>
                  <a:pt x="600511" y="114704"/>
                </a:cubicBezTo>
                <a:cubicBezTo>
                  <a:pt x="602198" y="118078"/>
                  <a:pt x="602198" y="121452"/>
                  <a:pt x="602198" y="124825"/>
                </a:cubicBezTo>
                <a:cubicBezTo>
                  <a:pt x="602198" y="128199"/>
                  <a:pt x="602198" y="131573"/>
                  <a:pt x="600511" y="134946"/>
                </a:cubicBezTo>
                <a:cubicBezTo>
                  <a:pt x="598824" y="138320"/>
                  <a:pt x="595450" y="141694"/>
                  <a:pt x="593763" y="143380"/>
                </a:cubicBezTo>
                <a:cubicBezTo>
                  <a:pt x="590390" y="146754"/>
                  <a:pt x="585329" y="148441"/>
                  <a:pt x="580269" y="150128"/>
                </a:cubicBezTo>
                <a:cubicBezTo>
                  <a:pt x="575208" y="151815"/>
                  <a:pt x="570148" y="151815"/>
                  <a:pt x="563401" y="151815"/>
                </a:cubicBezTo>
                <a:cubicBezTo>
                  <a:pt x="556653" y="151815"/>
                  <a:pt x="551593" y="151815"/>
                  <a:pt x="546532" y="150128"/>
                </a:cubicBezTo>
                <a:cubicBezTo>
                  <a:pt x="541472" y="150128"/>
                  <a:pt x="538098" y="148441"/>
                  <a:pt x="534724" y="146754"/>
                </a:cubicBezTo>
                <a:cubicBezTo>
                  <a:pt x="531351" y="143380"/>
                  <a:pt x="529664" y="141694"/>
                  <a:pt x="527977" y="140007"/>
                </a:cubicBezTo>
                <a:cubicBezTo>
                  <a:pt x="526290" y="136633"/>
                  <a:pt x="526290" y="133259"/>
                  <a:pt x="526290" y="129886"/>
                </a:cubicBezTo>
                <a:cubicBezTo>
                  <a:pt x="526290" y="128199"/>
                  <a:pt x="526290" y="126512"/>
                  <a:pt x="527977" y="124825"/>
                </a:cubicBezTo>
                <a:cubicBezTo>
                  <a:pt x="527977" y="123138"/>
                  <a:pt x="527977" y="121452"/>
                  <a:pt x="529664" y="119765"/>
                </a:cubicBezTo>
                <a:cubicBezTo>
                  <a:pt x="529664" y="118078"/>
                  <a:pt x="531351" y="116391"/>
                  <a:pt x="533038" y="114704"/>
                </a:cubicBezTo>
                <a:cubicBezTo>
                  <a:pt x="534724" y="113017"/>
                  <a:pt x="536411" y="111331"/>
                  <a:pt x="538098" y="109644"/>
                </a:cubicBezTo>
                <a:cubicBezTo>
                  <a:pt x="534724" y="107957"/>
                  <a:pt x="533038" y="106270"/>
                  <a:pt x="531351" y="104583"/>
                </a:cubicBezTo>
                <a:cubicBezTo>
                  <a:pt x="529664" y="101210"/>
                  <a:pt x="529664" y="99523"/>
                  <a:pt x="529664" y="96149"/>
                </a:cubicBezTo>
                <a:cubicBezTo>
                  <a:pt x="529664" y="92776"/>
                  <a:pt x="529664" y="89402"/>
                  <a:pt x="531351" y="87715"/>
                </a:cubicBezTo>
                <a:cubicBezTo>
                  <a:pt x="533038" y="84341"/>
                  <a:pt x="534724" y="80968"/>
                  <a:pt x="538098" y="79281"/>
                </a:cubicBezTo>
                <a:cubicBezTo>
                  <a:pt x="534724" y="77594"/>
                  <a:pt x="534724" y="74220"/>
                  <a:pt x="533038" y="72534"/>
                </a:cubicBezTo>
                <a:cubicBezTo>
                  <a:pt x="531351" y="69160"/>
                  <a:pt x="531351" y="65786"/>
                  <a:pt x="531351" y="62413"/>
                </a:cubicBezTo>
                <a:cubicBezTo>
                  <a:pt x="531351" y="57352"/>
                  <a:pt x="531351" y="52292"/>
                  <a:pt x="533038" y="48918"/>
                </a:cubicBezTo>
                <a:cubicBezTo>
                  <a:pt x="534724" y="45544"/>
                  <a:pt x="538098" y="42171"/>
                  <a:pt x="539785" y="40484"/>
                </a:cubicBezTo>
                <a:cubicBezTo>
                  <a:pt x="543159" y="37110"/>
                  <a:pt x="546532" y="35423"/>
                  <a:pt x="549906" y="33737"/>
                </a:cubicBezTo>
                <a:cubicBezTo>
                  <a:pt x="553280" y="32050"/>
                  <a:pt x="558340" y="32050"/>
                  <a:pt x="563401" y="32050"/>
                </a:cubicBezTo>
                <a:cubicBezTo>
                  <a:pt x="565087" y="32050"/>
                  <a:pt x="566774" y="32050"/>
                  <a:pt x="570148" y="32050"/>
                </a:cubicBezTo>
                <a:cubicBezTo>
                  <a:pt x="571835" y="32050"/>
                  <a:pt x="573522" y="33737"/>
                  <a:pt x="575208" y="33737"/>
                </a:cubicBezTo>
                <a:lnTo>
                  <a:pt x="600511" y="33737"/>
                </a:lnTo>
                <a:cubicBezTo>
                  <a:pt x="600511" y="33737"/>
                  <a:pt x="602198" y="33737"/>
                  <a:pt x="602198" y="35423"/>
                </a:cubicBezTo>
                <a:cubicBezTo>
                  <a:pt x="603884" y="35423"/>
                  <a:pt x="603884" y="37110"/>
                  <a:pt x="603884" y="38797"/>
                </a:cubicBezTo>
                <a:close/>
                <a:moveTo>
                  <a:pt x="507735" y="116391"/>
                </a:moveTo>
                <a:lnTo>
                  <a:pt x="507735" y="118078"/>
                </a:lnTo>
                <a:cubicBezTo>
                  <a:pt x="507735" y="118078"/>
                  <a:pt x="507735" y="119765"/>
                  <a:pt x="506048" y="119765"/>
                </a:cubicBezTo>
                <a:lnTo>
                  <a:pt x="504362" y="119765"/>
                </a:lnTo>
                <a:cubicBezTo>
                  <a:pt x="504362" y="119765"/>
                  <a:pt x="502675" y="119765"/>
                  <a:pt x="500988" y="119765"/>
                </a:cubicBezTo>
                <a:cubicBezTo>
                  <a:pt x="499301" y="119765"/>
                  <a:pt x="497614" y="119765"/>
                  <a:pt x="497614" y="119765"/>
                </a:cubicBezTo>
                <a:cubicBezTo>
                  <a:pt x="495927" y="119765"/>
                  <a:pt x="495927" y="119765"/>
                  <a:pt x="494241" y="119765"/>
                </a:cubicBezTo>
                <a:lnTo>
                  <a:pt x="494241" y="118078"/>
                </a:lnTo>
                <a:lnTo>
                  <a:pt x="494241" y="116391"/>
                </a:lnTo>
                <a:lnTo>
                  <a:pt x="494241" y="69160"/>
                </a:lnTo>
                <a:cubicBezTo>
                  <a:pt x="494241" y="64099"/>
                  <a:pt x="492554" y="60726"/>
                  <a:pt x="492554" y="59039"/>
                </a:cubicBezTo>
                <a:cubicBezTo>
                  <a:pt x="490867" y="55665"/>
                  <a:pt x="490867" y="52292"/>
                  <a:pt x="489180" y="50605"/>
                </a:cubicBezTo>
                <a:cubicBezTo>
                  <a:pt x="487493" y="48918"/>
                  <a:pt x="485806" y="47231"/>
                  <a:pt x="484120" y="45544"/>
                </a:cubicBezTo>
                <a:cubicBezTo>
                  <a:pt x="482433" y="45544"/>
                  <a:pt x="479059" y="45544"/>
                  <a:pt x="475685" y="45544"/>
                </a:cubicBezTo>
                <a:cubicBezTo>
                  <a:pt x="472312" y="45544"/>
                  <a:pt x="468938" y="45544"/>
                  <a:pt x="465565" y="48918"/>
                </a:cubicBezTo>
                <a:cubicBezTo>
                  <a:pt x="460504" y="50605"/>
                  <a:pt x="457130" y="55665"/>
                  <a:pt x="453757" y="60726"/>
                </a:cubicBezTo>
                <a:lnTo>
                  <a:pt x="453757" y="116391"/>
                </a:lnTo>
                <a:lnTo>
                  <a:pt x="453757" y="118078"/>
                </a:lnTo>
                <a:cubicBezTo>
                  <a:pt x="452070" y="118078"/>
                  <a:pt x="452070" y="119765"/>
                  <a:pt x="452070" y="119765"/>
                </a:cubicBezTo>
                <a:lnTo>
                  <a:pt x="450383" y="119765"/>
                </a:lnTo>
                <a:cubicBezTo>
                  <a:pt x="448696" y="119765"/>
                  <a:pt x="447009" y="119765"/>
                  <a:pt x="445323" y="119765"/>
                </a:cubicBezTo>
                <a:cubicBezTo>
                  <a:pt x="443636" y="119765"/>
                  <a:pt x="443636" y="119765"/>
                  <a:pt x="441949" y="119765"/>
                </a:cubicBezTo>
                <a:lnTo>
                  <a:pt x="440262" y="119765"/>
                </a:lnTo>
                <a:cubicBezTo>
                  <a:pt x="438575" y="119765"/>
                  <a:pt x="438575" y="118078"/>
                  <a:pt x="438575" y="118078"/>
                </a:cubicBezTo>
                <a:lnTo>
                  <a:pt x="438575" y="116391"/>
                </a:lnTo>
                <a:lnTo>
                  <a:pt x="438575" y="35423"/>
                </a:lnTo>
                <a:cubicBezTo>
                  <a:pt x="438575" y="33737"/>
                  <a:pt x="438575" y="33737"/>
                  <a:pt x="440262" y="33737"/>
                </a:cubicBezTo>
                <a:lnTo>
                  <a:pt x="441949" y="33737"/>
                </a:lnTo>
                <a:cubicBezTo>
                  <a:pt x="441949" y="33737"/>
                  <a:pt x="443636" y="33737"/>
                  <a:pt x="445323" y="33737"/>
                </a:cubicBezTo>
                <a:cubicBezTo>
                  <a:pt x="447009" y="33737"/>
                  <a:pt x="447009" y="33737"/>
                  <a:pt x="448696" y="33737"/>
                </a:cubicBezTo>
                <a:lnTo>
                  <a:pt x="450383" y="33737"/>
                </a:lnTo>
                <a:cubicBezTo>
                  <a:pt x="450383" y="33737"/>
                  <a:pt x="452070" y="33737"/>
                  <a:pt x="452070" y="35423"/>
                </a:cubicBezTo>
                <a:lnTo>
                  <a:pt x="452070" y="47231"/>
                </a:lnTo>
                <a:cubicBezTo>
                  <a:pt x="457130" y="42171"/>
                  <a:pt x="460504" y="37110"/>
                  <a:pt x="465565" y="35423"/>
                </a:cubicBezTo>
                <a:cubicBezTo>
                  <a:pt x="470625" y="33737"/>
                  <a:pt x="473999" y="32050"/>
                  <a:pt x="479059" y="32050"/>
                </a:cubicBezTo>
                <a:cubicBezTo>
                  <a:pt x="484120" y="32050"/>
                  <a:pt x="489180" y="32050"/>
                  <a:pt x="492554" y="35423"/>
                </a:cubicBezTo>
                <a:cubicBezTo>
                  <a:pt x="495927" y="37110"/>
                  <a:pt x="499301" y="38797"/>
                  <a:pt x="502675" y="42171"/>
                </a:cubicBezTo>
                <a:cubicBezTo>
                  <a:pt x="504362" y="45544"/>
                  <a:pt x="506048" y="48918"/>
                  <a:pt x="507735" y="52292"/>
                </a:cubicBezTo>
                <a:cubicBezTo>
                  <a:pt x="507735" y="57352"/>
                  <a:pt x="507735" y="62413"/>
                  <a:pt x="507735" y="67473"/>
                </a:cubicBezTo>
                <a:lnTo>
                  <a:pt x="507735" y="116391"/>
                </a:lnTo>
                <a:close/>
                <a:moveTo>
                  <a:pt x="409899" y="116391"/>
                </a:moveTo>
                <a:lnTo>
                  <a:pt x="409899" y="118078"/>
                </a:lnTo>
                <a:cubicBezTo>
                  <a:pt x="409899" y="118078"/>
                  <a:pt x="409899" y="119765"/>
                  <a:pt x="408212" y="119765"/>
                </a:cubicBezTo>
                <a:lnTo>
                  <a:pt x="406526" y="119765"/>
                </a:lnTo>
                <a:cubicBezTo>
                  <a:pt x="404839" y="119765"/>
                  <a:pt x="404839" y="119765"/>
                  <a:pt x="403152" y="119765"/>
                </a:cubicBezTo>
                <a:cubicBezTo>
                  <a:pt x="401465" y="119765"/>
                  <a:pt x="399778" y="119765"/>
                  <a:pt x="399778" y="119765"/>
                </a:cubicBezTo>
                <a:cubicBezTo>
                  <a:pt x="398091" y="119765"/>
                  <a:pt x="398091" y="119765"/>
                  <a:pt x="396405" y="119765"/>
                </a:cubicBezTo>
                <a:lnTo>
                  <a:pt x="396405" y="118078"/>
                </a:lnTo>
                <a:cubicBezTo>
                  <a:pt x="394718" y="118078"/>
                  <a:pt x="394718" y="118078"/>
                  <a:pt x="394718" y="116391"/>
                </a:cubicBezTo>
                <a:lnTo>
                  <a:pt x="394718" y="35423"/>
                </a:lnTo>
                <a:lnTo>
                  <a:pt x="396405" y="35423"/>
                </a:lnTo>
                <a:lnTo>
                  <a:pt x="396405" y="33737"/>
                </a:lnTo>
                <a:cubicBezTo>
                  <a:pt x="398091" y="33737"/>
                  <a:pt x="398091" y="33737"/>
                  <a:pt x="399778" y="33737"/>
                </a:cubicBezTo>
                <a:cubicBezTo>
                  <a:pt x="399778" y="33737"/>
                  <a:pt x="401465" y="33737"/>
                  <a:pt x="403152" y="33737"/>
                </a:cubicBezTo>
                <a:cubicBezTo>
                  <a:pt x="404839" y="33737"/>
                  <a:pt x="404839" y="33737"/>
                  <a:pt x="406526" y="33737"/>
                </a:cubicBezTo>
                <a:lnTo>
                  <a:pt x="408212" y="33737"/>
                </a:lnTo>
                <a:cubicBezTo>
                  <a:pt x="409899" y="33737"/>
                  <a:pt x="409899" y="33737"/>
                  <a:pt x="409899" y="35423"/>
                </a:cubicBezTo>
                <a:lnTo>
                  <a:pt x="409899" y="116391"/>
                </a:lnTo>
                <a:close/>
                <a:moveTo>
                  <a:pt x="411586" y="8434"/>
                </a:moveTo>
                <a:cubicBezTo>
                  <a:pt x="411586" y="11808"/>
                  <a:pt x="411586" y="13495"/>
                  <a:pt x="409899" y="15181"/>
                </a:cubicBezTo>
                <a:cubicBezTo>
                  <a:pt x="408212" y="16868"/>
                  <a:pt x="406526" y="16868"/>
                  <a:pt x="403152" y="16868"/>
                </a:cubicBezTo>
                <a:cubicBezTo>
                  <a:pt x="399778" y="16868"/>
                  <a:pt x="396405" y="16868"/>
                  <a:pt x="394718" y="15181"/>
                </a:cubicBezTo>
                <a:cubicBezTo>
                  <a:pt x="394718" y="15181"/>
                  <a:pt x="393031" y="11808"/>
                  <a:pt x="393031" y="8434"/>
                </a:cubicBezTo>
                <a:cubicBezTo>
                  <a:pt x="393031" y="5060"/>
                  <a:pt x="394718" y="3374"/>
                  <a:pt x="394718" y="1687"/>
                </a:cubicBezTo>
                <a:cubicBezTo>
                  <a:pt x="396405" y="0"/>
                  <a:pt x="399778" y="0"/>
                  <a:pt x="403152" y="0"/>
                </a:cubicBezTo>
                <a:cubicBezTo>
                  <a:pt x="406526" y="0"/>
                  <a:pt x="408212" y="0"/>
                  <a:pt x="409899" y="1687"/>
                </a:cubicBezTo>
                <a:cubicBezTo>
                  <a:pt x="411586" y="3374"/>
                  <a:pt x="411586" y="5060"/>
                  <a:pt x="411586" y="8434"/>
                </a:cubicBezTo>
                <a:close/>
                <a:moveTo>
                  <a:pt x="367728" y="116391"/>
                </a:moveTo>
                <a:lnTo>
                  <a:pt x="367728" y="118078"/>
                </a:lnTo>
                <a:cubicBezTo>
                  <a:pt x="367728" y="118078"/>
                  <a:pt x="367728" y="119765"/>
                  <a:pt x="366042" y="119765"/>
                </a:cubicBezTo>
                <a:lnTo>
                  <a:pt x="364355" y="119765"/>
                </a:lnTo>
                <a:cubicBezTo>
                  <a:pt x="364355" y="119765"/>
                  <a:pt x="362668" y="119765"/>
                  <a:pt x="360981" y="119765"/>
                </a:cubicBezTo>
                <a:cubicBezTo>
                  <a:pt x="359294" y="119765"/>
                  <a:pt x="357608" y="119765"/>
                  <a:pt x="357608" y="119765"/>
                </a:cubicBezTo>
                <a:cubicBezTo>
                  <a:pt x="355921" y="119765"/>
                  <a:pt x="355921" y="119765"/>
                  <a:pt x="354234" y="119765"/>
                </a:cubicBezTo>
                <a:lnTo>
                  <a:pt x="354234" y="118078"/>
                </a:lnTo>
                <a:cubicBezTo>
                  <a:pt x="354234" y="118078"/>
                  <a:pt x="352547" y="118078"/>
                  <a:pt x="352547" y="116391"/>
                </a:cubicBezTo>
                <a:lnTo>
                  <a:pt x="352547" y="69160"/>
                </a:lnTo>
                <a:cubicBezTo>
                  <a:pt x="352547" y="64099"/>
                  <a:pt x="352547" y="60726"/>
                  <a:pt x="352547" y="59039"/>
                </a:cubicBezTo>
                <a:cubicBezTo>
                  <a:pt x="350860" y="55665"/>
                  <a:pt x="350860" y="52292"/>
                  <a:pt x="349173" y="50605"/>
                </a:cubicBezTo>
                <a:cubicBezTo>
                  <a:pt x="347487" y="48918"/>
                  <a:pt x="345800" y="47231"/>
                  <a:pt x="344113" y="45544"/>
                </a:cubicBezTo>
                <a:cubicBezTo>
                  <a:pt x="340739" y="45544"/>
                  <a:pt x="339052" y="45544"/>
                  <a:pt x="335679" y="45544"/>
                </a:cubicBezTo>
                <a:cubicBezTo>
                  <a:pt x="332305" y="45544"/>
                  <a:pt x="328931" y="45544"/>
                  <a:pt x="325558" y="48918"/>
                </a:cubicBezTo>
                <a:cubicBezTo>
                  <a:pt x="320497" y="50605"/>
                  <a:pt x="317124" y="55665"/>
                  <a:pt x="313750" y="60726"/>
                </a:cubicBezTo>
                <a:lnTo>
                  <a:pt x="313750" y="116391"/>
                </a:lnTo>
                <a:cubicBezTo>
                  <a:pt x="313750" y="118078"/>
                  <a:pt x="313750" y="118078"/>
                  <a:pt x="312063" y="118078"/>
                </a:cubicBezTo>
                <a:lnTo>
                  <a:pt x="312063" y="119765"/>
                </a:lnTo>
                <a:cubicBezTo>
                  <a:pt x="310376" y="119765"/>
                  <a:pt x="310376" y="119765"/>
                  <a:pt x="308690" y="119765"/>
                </a:cubicBezTo>
                <a:cubicBezTo>
                  <a:pt x="308690" y="119765"/>
                  <a:pt x="307003" y="119765"/>
                  <a:pt x="305316" y="119765"/>
                </a:cubicBezTo>
                <a:cubicBezTo>
                  <a:pt x="303629" y="119765"/>
                  <a:pt x="303629" y="119765"/>
                  <a:pt x="301942" y="119765"/>
                </a:cubicBezTo>
                <a:lnTo>
                  <a:pt x="300255" y="119765"/>
                </a:lnTo>
                <a:cubicBezTo>
                  <a:pt x="298569" y="119765"/>
                  <a:pt x="298569" y="118078"/>
                  <a:pt x="298569" y="118078"/>
                </a:cubicBezTo>
                <a:lnTo>
                  <a:pt x="298569" y="116391"/>
                </a:lnTo>
                <a:lnTo>
                  <a:pt x="298569" y="35423"/>
                </a:lnTo>
                <a:cubicBezTo>
                  <a:pt x="298569" y="33737"/>
                  <a:pt x="298569" y="33737"/>
                  <a:pt x="300255" y="33737"/>
                </a:cubicBezTo>
                <a:lnTo>
                  <a:pt x="301942" y="33737"/>
                </a:lnTo>
                <a:cubicBezTo>
                  <a:pt x="301942" y="33737"/>
                  <a:pt x="303629" y="33737"/>
                  <a:pt x="305316" y="33737"/>
                </a:cubicBezTo>
                <a:cubicBezTo>
                  <a:pt x="307003" y="33737"/>
                  <a:pt x="307003" y="33737"/>
                  <a:pt x="308690" y="33737"/>
                </a:cubicBezTo>
                <a:lnTo>
                  <a:pt x="310376" y="33737"/>
                </a:lnTo>
                <a:cubicBezTo>
                  <a:pt x="310376" y="33737"/>
                  <a:pt x="312063" y="33737"/>
                  <a:pt x="312063" y="35423"/>
                </a:cubicBezTo>
                <a:lnTo>
                  <a:pt x="312063" y="47231"/>
                </a:lnTo>
                <a:cubicBezTo>
                  <a:pt x="317124" y="42171"/>
                  <a:pt x="320497" y="37110"/>
                  <a:pt x="325558" y="35423"/>
                </a:cubicBezTo>
                <a:cubicBezTo>
                  <a:pt x="330618" y="33737"/>
                  <a:pt x="333992" y="32050"/>
                  <a:pt x="339052" y="32050"/>
                </a:cubicBezTo>
                <a:cubicBezTo>
                  <a:pt x="344113" y="32050"/>
                  <a:pt x="349173" y="32050"/>
                  <a:pt x="352547" y="35423"/>
                </a:cubicBezTo>
                <a:cubicBezTo>
                  <a:pt x="355921" y="37110"/>
                  <a:pt x="359294" y="38797"/>
                  <a:pt x="362668" y="42171"/>
                </a:cubicBezTo>
                <a:cubicBezTo>
                  <a:pt x="364355" y="45544"/>
                  <a:pt x="366042" y="48918"/>
                  <a:pt x="366042" y="52292"/>
                </a:cubicBezTo>
                <a:cubicBezTo>
                  <a:pt x="367728" y="57352"/>
                  <a:pt x="367728" y="62413"/>
                  <a:pt x="367728" y="67473"/>
                </a:cubicBezTo>
                <a:lnTo>
                  <a:pt x="367728" y="116391"/>
                </a:lnTo>
                <a:close/>
                <a:moveTo>
                  <a:pt x="269892" y="116391"/>
                </a:moveTo>
                <a:lnTo>
                  <a:pt x="269892" y="118078"/>
                </a:lnTo>
                <a:cubicBezTo>
                  <a:pt x="269892" y="118078"/>
                  <a:pt x="269892" y="119765"/>
                  <a:pt x="268206" y="119765"/>
                </a:cubicBezTo>
                <a:lnTo>
                  <a:pt x="266519" y="119765"/>
                </a:lnTo>
                <a:cubicBezTo>
                  <a:pt x="264832" y="119765"/>
                  <a:pt x="264832" y="119765"/>
                  <a:pt x="263145" y="119765"/>
                </a:cubicBezTo>
                <a:cubicBezTo>
                  <a:pt x="261458" y="119765"/>
                  <a:pt x="259772" y="119765"/>
                  <a:pt x="259772" y="119765"/>
                </a:cubicBezTo>
                <a:cubicBezTo>
                  <a:pt x="258085" y="119765"/>
                  <a:pt x="258085" y="119765"/>
                  <a:pt x="256398" y="119765"/>
                </a:cubicBezTo>
                <a:lnTo>
                  <a:pt x="256398" y="118078"/>
                </a:lnTo>
                <a:cubicBezTo>
                  <a:pt x="254711" y="118078"/>
                  <a:pt x="254711" y="118078"/>
                  <a:pt x="254711" y="116391"/>
                </a:cubicBezTo>
                <a:lnTo>
                  <a:pt x="254711" y="35423"/>
                </a:lnTo>
                <a:lnTo>
                  <a:pt x="256398" y="35423"/>
                </a:lnTo>
                <a:lnTo>
                  <a:pt x="256398" y="33737"/>
                </a:lnTo>
                <a:cubicBezTo>
                  <a:pt x="258085" y="33737"/>
                  <a:pt x="258085" y="33737"/>
                  <a:pt x="259772" y="33737"/>
                </a:cubicBezTo>
                <a:cubicBezTo>
                  <a:pt x="259772" y="33737"/>
                  <a:pt x="261458" y="33737"/>
                  <a:pt x="263145" y="33737"/>
                </a:cubicBezTo>
                <a:cubicBezTo>
                  <a:pt x="264832" y="33737"/>
                  <a:pt x="264832" y="33737"/>
                  <a:pt x="266519" y="33737"/>
                </a:cubicBezTo>
                <a:lnTo>
                  <a:pt x="268206" y="33737"/>
                </a:lnTo>
                <a:cubicBezTo>
                  <a:pt x="269892" y="33737"/>
                  <a:pt x="269892" y="33737"/>
                  <a:pt x="269892" y="35423"/>
                </a:cubicBezTo>
                <a:lnTo>
                  <a:pt x="269892" y="116391"/>
                </a:lnTo>
                <a:close/>
                <a:moveTo>
                  <a:pt x="271579" y="8434"/>
                </a:moveTo>
                <a:cubicBezTo>
                  <a:pt x="271579" y="11808"/>
                  <a:pt x="271579" y="13495"/>
                  <a:pt x="269892" y="15181"/>
                </a:cubicBezTo>
                <a:cubicBezTo>
                  <a:pt x="268206" y="16868"/>
                  <a:pt x="266519" y="16868"/>
                  <a:pt x="263145" y="16868"/>
                </a:cubicBezTo>
                <a:cubicBezTo>
                  <a:pt x="259772" y="16868"/>
                  <a:pt x="256398" y="16868"/>
                  <a:pt x="254711" y="15181"/>
                </a:cubicBezTo>
                <a:cubicBezTo>
                  <a:pt x="254711" y="15181"/>
                  <a:pt x="253024" y="11808"/>
                  <a:pt x="253024" y="8434"/>
                </a:cubicBezTo>
                <a:cubicBezTo>
                  <a:pt x="253024" y="5060"/>
                  <a:pt x="254711" y="3374"/>
                  <a:pt x="254711" y="1687"/>
                </a:cubicBezTo>
                <a:cubicBezTo>
                  <a:pt x="256398" y="0"/>
                  <a:pt x="259772" y="0"/>
                  <a:pt x="263145" y="0"/>
                </a:cubicBezTo>
                <a:cubicBezTo>
                  <a:pt x="266519" y="0"/>
                  <a:pt x="268206" y="0"/>
                  <a:pt x="269892" y="1687"/>
                </a:cubicBezTo>
                <a:cubicBezTo>
                  <a:pt x="271579" y="3374"/>
                  <a:pt x="271579" y="5060"/>
                  <a:pt x="271579" y="8434"/>
                </a:cubicBezTo>
                <a:close/>
                <a:moveTo>
                  <a:pt x="212540" y="80968"/>
                </a:moveTo>
                <a:lnTo>
                  <a:pt x="200733" y="80968"/>
                </a:lnTo>
                <a:cubicBezTo>
                  <a:pt x="195672" y="80968"/>
                  <a:pt x="192298" y="80968"/>
                  <a:pt x="188925" y="80968"/>
                </a:cubicBezTo>
                <a:cubicBezTo>
                  <a:pt x="187238" y="82655"/>
                  <a:pt x="183864" y="82655"/>
                  <a:pt x="182177" y="84341"/>
                </a:cubicBezTo>
                <a:cubicBezTo>
                  <a:pt x="180491" y="86028"/>
                  <a:pt x="178804" y="87715"/>
                  <a:pt x="177117" y="89402"/>
                </a:cubicBezTo>
                <a:cubicBezTo>
                  <a:pt x="177117" y="91089"/>
                  <a:pt x="177117" y="92776"/>
                  <a:pt x="177117" y="96149"/>
                </a:cubicBezTo>
                <a:cubicBezTo>
                  <a:pt x="177117" y="99523"/>
                  <a:pt x="177117" y="102897"/>
                  <a:pt x="180491" y="106270"/>
                </a:cubicBezTo>
                <a:cubicBezTo>
                  <a:pt x="183864" y="107957"/>
                  <a:pt x="187238" y="109644"/>
                  <a:pt x="192298" y="109644"/>
                </a:cubicBezTo>
                <a:cubicBezTo>
                  <a:pt x="195672" y="109644"/>
                  <a:pt x="199046" y="107957"/>
                  <a:pt x="202419" y="106270"/>
                </a:cubicBezTo>
                <a:cubicBezTo>
                  <a:pt x="205793" y="104583"/>
                  <a:pt x="209167" y="101210"/>
                  <a:pt x="212540" y="97836"/>
                </a:cubicBezTo>
                <a:lnTo>
                  <a:pt x="212540" y="80968"/>
                </a:lnTo>
                <a:close/>
                <a:moveTo>
                  <a:pt x="227722" y="118078"/>
                </a:moveTo>
                <a:lnTo>
                  <a:pt x="227722" y="118078"/>
                </a:lnTo>
                <a:cubicBezTo>
                  <a:pt x="226035" y="119765"/>
                  <a:pt x="226035" y="119765"/>
                  <a:pt x="224348" y="119765"/>
                </a:cubicBezTo>
                <a:cubicBezTo>
                  <a:pt x="224348" y="119765"/>
                  <a:pt x="222661" y="119765"/>
                  <a:pt x="220974" y="119765"/>
                </a:cubicBezTo>
                <a:cubicBezTo>
                  <a:pt x="219288" y="119765"/>
                  <a:pt x="219288" y="119765"/>
                  <a:pt x="217601" y="119765"/>
                </a:cubicBezTo>
                <a:cubicBezTo>
                  <a:pt x="217601" y="119765"/>
                  <a:pt x="215914" y="119765"/>
                  <a:pt x="215914" y="118078"/>
                </a:cubicBezTo>
                <a:lnTo>
                  <a:pt x="214227" y="118078"/>
                </a:lnTo>
                <a:lnTo>
                  <a:pt x="214227" y="109644"/>
                </a:lnTo>
                <a:cubicBezTo>
                  <a:pt x="210853" y="113017"/>
                  <a:pt x="207480" y="116391"/>
                  <a:pt x="202419" y="118078"/>
                </a:cubicBezTo>
                <a:cubicBezTo>
                  <a:pt x="199046" y="119765"/>
                  <a:pt x="193985" y="121452"/>
                  <a:pt x="188925" y="121452"/>
                </a:cubicBezTo>
                <a:cubicBezTo>
                  <a:pt x="185551" y="121452"/>
                  <a:pt x="180491" y="119765"/>
                  <a:pt x="177117" y="119765"/>
                </a:cubicBezTo>
                <a:cubicBezTo>
                  <a:pt x="173743" y="118078"/>
                  <a:pt x="172056" y="116391"/>
                  <a:pt x="168683" y="114704"/>
                </a:cubicBezTo>
                <a:cubicBezTo>
                  <a:pt x="166996" y="113017"/>
                  <a:pt x="165309" y="109644"/>
                  <a:pt x="163622" y="106270"/>
                </a:cubicBezTo>
                <a:cubicBezTo>
                  <a:pt x="161935" y="104583"/>
                  <a:pt x="161935" y="99523"/>
                  <a:pt x="161935" y="96149"/>
                </a:cubicBezTo>
                <a:cubicBezTo>
                  <a:pt x="161935" y="91089"/>
                  <a:pt x="161935" y="87715"/>
                  <a:pt x="163622" y="84341"/>
                </a:cubicBezTo>
                <a:cubicBezTo>
                  <a:pt x="165309" y="80968"/>
                  <a:pt x="168683" y="77594"/>
                  <a:pt x="172056" y="75907"/>
                </a:cubicBezTo>
                <a:cubicBezTo>
                  <a:pt x="175430" y="74220"/>
                  <a:pt x="180491" y="72534"/>
                  <a:pt x="185551" y="70847"/>
                </a:cubicBezTo>
                <a:cubicBezTo>
                  <a:pt x="190612" y="69160"/>
                  <a:pt x="195672" y="69160"/>
                  <a:pt x="202419" y="69160"/>
                </a:cubicBezTo>
                <a:lnTo>
                  <a:pt x="212540" y="69160"/>
                </a:lnTo>
                <a:lnTo>
                  <a:pt x="212540" y="62413"/>
                </a:lnTo>
                <a:cubicBezTo>
                  <a:pt x="212540" y="60726"/>
                  <a:pt x="212540" y="57352"/>
                  <a:pt x="212540" y="53978"/>
                </a:cubicBezTo>
                <a:cubicBezTo>
                  <a:pt x="210853" y="52292"/>
                  <a:pt x="210853" y="50605"/>
                  <a:pt x="209167" y="48918"/>
                </a:cubicBezTo>
                <a:cubicBezTo>
                  <a:pt x="207480" y="47231"/>
                  <a:pt x="205793" y="45544"/>
                  <a:pt x="202419" y="45544"/>
                </a:cubicBezTo>
                <a:cubicBezTo>
                  <a:pt x="200733" y="43858"/>
                  <a:pt x="197359" y="43858"/>
                  <a:pt x="193985" y="43858"/>
                </a:cubicBezTo>
                <a:cubicBezTo>
                  <a:pt x="190612" y="43858"/>
                  <a:pt x="187238" y="43858"/>
                  <a:pt x="183864" y="45544"/>
                </a:cubicBezTo>
                <a:cubicBezTo>
                  <a:pt x="182177" y="45544"/>
                  <a:pt x="178804" y="47231"/>
                  <a:pt x="177117" y="48918"/>
                </a:cubicBezTo>
                <a:cubicBezTo>
                  <a:pt x="175430" y="48918"/>
                  <a:pt x="172056" y="50605"/>
                  <a:pt x="172056" y="50605"/>
                </a:cubicBezTo>
                <a:cubicBezTo>
                  <a:pt x="170370" y="52292"/>
                  <a:pt x="168683" y="52292"/>
                  <a:pt x="168683" y="52292"/>
                </a:cubicBezTo>
                <a:lnTo>
                  <a:pt x="166996" y="52292"/>
                </a:lnTo>
                <a:cubicBezTo>
                  <a:pt x="166996" y="52292"/>
                  <a:pt x="166996" y="50605"/>
                  <a:pt x="165309" y="50605"/>
                </a:cubicBezTo>
                <a:lnTo>
                  <a:pt x="165309" y="48918"/>
                </a:lnTo>
                <a:lnTo>
                  <a:pt x="165309" y="47231"/>
                </a:lnTo>
                <a:cubicBezTo>
                  <a:pt x="165309" y="45544"/>
                  <a:pt x="165309" y="43858"/>
                  <a:pt x="165309" y="42171"/>
                </a:cubicBezTo>
                <a:lnTo>
                  <a:pt x="166996" y="40484"/>
                </a:lnTo>
                <a:cubicBezTo>
                  <a:pt x="166996" y="40484"/>
                  <a:pt x="168683" y="38797"/>
                  <a:pt x="170370" y="37110"/>
                </a:cubicBezTo>
                <a:cubicBezTo>
                  <a:pt x="173743" y="37110"/>
                  <a:pt x="175430" y="35423"/>
                  <a:pt x="178804" y="35423"/>
                </a:cubicBezTo>
                <a:cubicBezTo>
                  <a:pt x="180491" y="33737"/>
                  <a:pt x="183864" y="33737"/>
                  <a:pt x="187238" y="32050"/>
                </a:cubicBezTo>
                <a:cubicBezTo>
                  <a:pt x="188925" y="32050"/>
                  <a:pt x="192298" y="32050"/>
                  <a:pt x="195672" y="32050"/>
                </a:cubicBezTo>
                <a:cubicBezTo>
                  <a:pt x="202419" y="32050"/>
                  <a:pt x="207480" y="32050"/>
                  <a:pt x="210853" y="33737"/>
                </a:cubicBezTo>
                <a:cubicBezTo>
                  <a:pt x="214227" y="35423"/>
                  <a:pt x="217601" y="37110"/>
                  <a:pt x="220974" y="40484"/>
                </a:cubicBezTo>
                <a:cubicBezTo>
                  <a:pt x="222661" y="42171"/>
                  <a:pt x="224348" y="45544"/>
                  <a:pt x="226035" y="48918"/>
                </a:cubicBezTo>
                <a:cubicBezTo>
                  <a:pt x="227722" y="52292"/>
                  <a:pt x="227722" y="57352"/>
                  <a:pt x="227722" y="62413"/>
                </a:cubicBezTo>
                <a:lnTo>
                  <a:pt x="227722" y="118078"/>
                </a:lnTo>
                <a:close/>
                <a:moveTo>
                  <a:pt x="150128" y="40484"/>
                </a:moveTo>
                <a:cubicBezTo>
                  <a:pt x="150128" y="42171"/>
                  <a:pt x="150128" y="43858"/>
                  <a:pt x="150128" y="43858"/>
                </a:cubicBezTo>
                <a:cubicBezTo>
                  <a:pt x="150128" y="45544"/>
                  <a:pt x="150128" y="45544"/>
                  <a:pt x="148441" y="47231"/>
                </a:cubicBezTo>
                <a:cubicBezTo>
                  <a:pt x="148441" y="48918"/>
                  <a:pt x="148441" y="48918"/>
                  <a:pt x="146754" y="48918"/>
                </a:cubicBezTo>
                <a:lnTo>
                  <a:pt x="145067" y="47231"/>
                </a:lnTo>
                <a:lnTo>
                  <a:pt x="143380" y="47231"/>
                </a:lnTo>
                <a:cubicBezTo>
                  <a:pt x="141694" y="47231"/>
                  <a:pt x="141694" y="47231"/>
                  <a:pt x="140007" y="45544"/>
                </a:cubicBezTo>
                <a:cubicBezTo>
                  <a:pt x="140007" y="45544"/>
                  <a:pt x="138320" y="45544"/>
                  <a:pt x="136633" y="45544"/>
                </a:cubicBezTo>
                <a:cubicBezTo>
                  <a:pt x="134946" y="45544"/>
                  <a:pt x="133259" y="45544"/>
                  <a:pt x="131573" y="47231"/>
                </a:cubicBezTo>
                <a:cubicBezTo>
                  <a:pt x="131573" y="47231"/>
                  <a:pt x="129886" y="48918"/>
                  <a:pt x="128199" y="50605"/>
                </a:cubicBezTo>
                <a:cubicBezTo>
                  <a:pt x="126512" y="50605"/>
                  <a:pt x="124825" y="52292"/>
                  <a:pt x="123138" y="55665"/>
                </a:cubicBezTo>
                <a:cubicBezTo>
                  <a:pt x="121452" y="57352"/>
                  <a:pt x="119765" y="60726"/>
                  <a:pt x="116391" y="64099"/>
                </a:cubicBezTo>
                <a:lnTo>
                  <a:pt x="116391" y="116391"/>
                </a:lnTo>
                <a:lnTo>
                  <a:pt x="116391" y="118078"/>
                </a:lnTo>
                <a:cubicBezTo>
                  <a:pt x="116391" y="118078"/>
                  <a:pt x="116391" y="119765"/>
                  <a:pt x="114704" y="119765"/>
                </a:cubicBezTo>
                <a:lnTo>
                  <a:pt x="113017" y="119765"/>
                </a:lnTo>
                <a:cubicBezTo>
                  <a:pt x="113017" y="119765"/>
                  <a:pt x="111331" y="119765"/>
                  <a:pt x="109644" y="119765"/>
                </a:cubicBezTo>
                <a:cubicBezTo>
                  <a:pt x="107957" y="119765"/>
                  <a:pt x="106270" y="119765"/>
                  <a:pt x="106270" y="119765"/>
                </a:cubicBezTo>
                <a:cubicBezTo>
                  <a:pt x="104583" y="119765"/>
                  <a:pt x="104583" y="119765"/>
                  <a:pt x="102897" y="119765"/>
                </a:cubicBezTo>
                <a:lnTo>
                  <a:pt x="102897" y="118078"/>
                </a:lnTo>
                <a:lnTo>
                  <a:pt x="102897" y="116391"/>
                </a:lnTo>
                <a:lnTo>
                  <a:pt x="102897" y="35423"/>
                </a:lnTo>
                <a:lnTo>
                  <a:pt x="102897" y="33737"/>
                </a:lnTo>
                <a:cubicBezTo>
                  <a:pt x="104583" y="33737"/>
                  <a:pt x="104583" y="33737"/>
                  <a:pt x="106270" y="33737"/>
                </a:cubicBezTo>
                <a:cubicBezTo>
                  <a:pt x="106270" y="33737"/>
                  <a:pt x="107957" y="33737"/>
                  <a:pt x="109644" y="33737"/>
                </a:cubicBezTo>
                <a:cubicBezTo>
                  <a:pt x="109644" y="33737"/>
                  <a:pt x="111331" y="33737"/>
                  <a:pt x="113017" y="33737"/>
                </a:cubicBezTo>
                <a:lnTo>
                  <a:pt x="114704" y="33737"/>
                </a:lnTo>
                <a:lnTo>
                  <a:pt x="114704" y="35423"/>
                </a:lnTo>
                <a:lnTo>
                  <a:pt x="116391" y="35423"/>
                </a:lnTo>
                <a:lnTo>
                  <a:pt x="116391" y="47231"/>
                </a:lnTo>
                <a:cubicBezTo>
                  <a:pt x="118078" y="43858"/>
                  <a:pt x="119765" y="42171"/>
                  <a:pt x="121452" y="40484"/>
                </a:cubicBezTo>
                <a:cubicBezTo>
                  <a:pt x="123138" y="37110"/>
                  <a:pt x="126512" y="35423"/>
                  <a:pt x="128199" y="35423"/>
                </a:cubicBezTo>
                <a:cubicBezTo>
                  <a:pt x="129886" y="33737"/>
                  <a:pt x="131573" y="33737"/>
                  <a:pt x="133259" y="32050"/>
                </a:cubicBezTo>
                <a:cubicBezTo>
                  <a:pt x="134946" y="32050"/>
                  <a:pt x="136633" y="32050"/>
                  <a:pt x="138320" y="32050"/>
                </a:cubicBezTo>
                <a:lnTo>
                  <a:pt x="140007" y="32050"/>
                </a:lnTo>
                <a:cubicBezTo>
                  <a:pt x="141694" y="32050"/>
                  <a:pt x="141694" y="32050"/>
                  <a:pt x="143380" y="32050"/>
                </a:cubicBezTo>
                <a:cubicBezTo>
                  <a:pt x="145067" y="32050"/>
                  <a:pt x="145067" y="33737"/>
                  <a:pt x="146754" y="33737"/>
                </a:cubicBezTo>
                <a:lnTo>
                  <a:pt x="148441" y="33737"/>
                </a:lnTo>
                <a:lnTo>
                  <a:pt x="148441" y="35423"/>
                </a:lnTo>
                <a:lnTo>
                  <a:pt x="150128" y="35423"/>
                </a:lnTo>
                <a:lnTo>
                  <a:pt x="150128" y="37110"/>
                </a:lnTo>
                <a:cubicBezTo>
                  <a:pt x="150128" y="38797"/>
                  <a:pt x="150128" y="40484"/>
                  <a:pt x="150128" y="40484"/>
                </a:cubicBezTo>
                <a:close/>
                <a:moveTo>
                  <a:pt x="87715" y="10121"/>
                </a:moveTo>
                <a:cubicBezTo>
                  <a:pt x="87715" y="10121"/>
                  <a:pt x="87715" y="11808"/>
                  <a:pt x="86028" y="11808"/>
                </a:cubicBezTo>
                <a:lnTo>
                  <a:pt x="86028" y="13495"/>
                </a:lnTo>
                <a:lnTo>
                  <a:pt x="86028" y="15181"/>
                </a:lnTo>
                <a:lnTo>
                  <a:pt x="84341" y="15181"/>
                </a:lnTo>
                <a:lnTo>
                  <a:pt x="50605" y="15181"/>
                </a:lnTo>
                <a:lnTo>
                  <a:pt x="50605" y="116391"/>
                </a:lnTo>
                <a:lnTo>
                  <a:pt x="50605" y="118078"/>
                </a:lnTo>
                <a:cubicBezTo>
                  <a:pt x="50605" y="118078"/>
                  <a:pt x="50605" y="119765"/>
                  <a:pt x="48918" y="119765"/>
                </a:cubicBezTo>
                <a:lnTo>
                  <a:pt x="47231" y="119765"/>
                </a:lnTo>
                <a:cubicBezTo>
                  <a:pt x="45544" y="119765"/>
                  <a:pt x="45544" y="119765"/>
                  <a:pt x="43858" y="119765"/>
                </a:cubicBezTo>
                <a:cubicBezTo>
                  <a:pt x="42171" y="119765"/>
                  <a:pt x="40484" y="119765"/>
                  <a:pt x="40484" y="119765"/>
                </a:cubicBezTo>
                <a:cubicBezTo>
                  <a:pt x="38797" y="119765"/>
                  <a:pt x="37110" y="119765"/>
                  <a:pt x="37110" y="119765"/>
                </a:cubicBezTo>
                <a:lnTo>
                  <a:pt x="35423" y="118078"/>
                </a:lnTo>
                <a:lnTo>
                  <a:pt x="35423" y="116391"/>
                </a:lnTo>
                <a:lnTo>
                  <a:pt x="35423" y="15181"/>
                </a:lnTo>
                <a:lnTo>
                  <a:pt x="3374" y="15181"/>
                </a:lnTo>
                <a:lnTo>
                  <a:pt x="1687" y="15181"/>
                </a:lnTo>
                <a:cubicBezTo>
                  <a:pt x="1687" y="15181"/>
                  <a:pt x="0" y="15181"/>
                  <a:pt x="0" y="13495"/>
                </a:cubicBezTo>
                <a:lnTo>
                  <a:pt x="0" y="11808"/>
                </a:lnTo>
                <a:lnTo>
                  <a:pt x="0" y="10121"/>
                </a:lnTo>
                <a:cubicBezTo>
                  <a:pt x="0" y="8434"/>
                  <a:pt x="0" y="6747"/>
                  <a:pt x="0" y="6747"/>
                </a:cubicBezTo>
                <a:cubicBezTo>
                  <a:pt x="0" y="5060"/>
                  <a:pt x="0" y="5060"/>
                  <a:pt x="0" y="3374"/>
                </a:cubicBezTo>
                <a:lnTo>
                  <a:pt x="1687" y="3374"/>
                </a:lnTo>
                <a:lnTo>
                  <a:pt x="3374" y="3374"/>
                </a:lnTo>
                <a:lnTo>
                  <a:pt x="84341" y="3374"/>
                </a:lnTo>
                <a:lnTo>
                  <a:pt x="86028" y="3374"/>
                </a:lnTo>
                <a:cubicBezTo>
                  <a:pt x="86028" y="5060"/>
                  <a:pt x="86028" y="5060"/>
                  <a:pt x="86028" y="6747"/>
                </a:cubicBezTo>
                <a:cubicBezTo>
                  <a:pt x="87715" y="6747"/>
                  <a:pt x="87715" y="8434"/>
                  <a:pt x="87715" y="101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39CB4-B3BE-4300-8D96-B142E24C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167" y="5944751"/>
            <a:ext cx="263145" cy="261458"/>
          </a:xfrm>
          <a:custGeom xmlns:a="http://schemas.openxmlformats.org/drawingml/2006/main">
            <a:pathLst>
              <a:path w="263145" h="261458">
                <a:moveTo>
                  <a:pt x="0" y="129886"/>
                </a:moveTo>
                <a:cubicBezTo>
                  <a:pt x="0" y="57352"/>
                  <a:pt x="59039" y="0"/>
                  <a:pt x="131573" y="0"/>
                </a:cubicBezTo>
                <a:cubicBezTo>
                  <a:pt x="204106" y="0"/>
                  <a:pt x="263145" y="57352"/>
                  <a:pt x="263145" y="129886"/>
                </a:cubicBezTo>
                <a:cubicBezTo>
                  <a:pt x="263145" y="202419"/>
                  <a:pt x="204106" y="261458"/>
                  <a:pt x="131573" y="261458"/>
                </a:cubicBezTo>
                <a:cubicBezTo>
                  <a:pt x="59039" y="261458"/>
                  <a:pt x="0" y="202419"/>
                  <a:pt x="0" y="12988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F0E5A-C1A1-4933-A7DC-97A8EED0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33" y="5934631"/>
            <a:ext cx="280013" cy="280013"/>
          </a:xfrm>
          <a:custGeom xmlns:a="http://schemas.openxmlformats.org/drawingml/2006/main">
            <a:pathLst>
              <a:path w="280013" h="280013">
                <a:moveTo>
                  <a:pt x="8434" y="140007"/>
                </a:moveTo>
                <a:lnTo>
                  <a:pt x="0" y="140007"/>
                </a:lnTo>
                <a:cubicBezTo>
                  <a:pt x="0" y="64099"/>
                  <a:pt x="62413" y="0"/>
                  <a:pt x="140007" y="0"/>
                </a:cubicBezTo>
                <a:cubicBezTo>
                  <a:pt x="217601" y="0"/>
                  <a:pt x="280013" y="64099"/>
                  <a:pt x="280013" y="140007"/>
                </a:cubicBezTo>
                <a:cubicBezTo>
                  <a:pt x="280013" y="217601"/>
                  <a:pt x="217601" y="280013"/>
                  <a:pt x="140007" y="280013"/>
                </a:cubicBezTo>
                <a:cubicBezTo>
                  <a:pt x="62413" y="280013"/>
                  <a:pt x="0" y="217601"/>
                  <a:pt x="0" y="140007"/>
                </a:cubicBezTo>
                <a:lnTo>
                  <a:pt x="8434" y="140007"/>
                </a:lnTo>
                <a:lnTo>
                  <a:pt x="16868" y="140007"/>
                </a:lnTo>
                <a:cubicBezTo>
                  <a:pt x="16868" y="209167"/>
                  <a:pt x="72534" y="263145"/>
                  <a:pt x="140007" y="263145"/>
                </a:cubicBezTo>
                <a:cubicBezTo>
                  <a:pt x="207480" y="263145"/>
                  <a:pt x="261458" y="209167"/>
                  <a:pt x="261458" y="140007"/>
                </a:cubicBezTo>
                <a:cubicBezTo>
                  <a:pt x="261458" y="72534"/>
                  <a:pt x="207480" y="18555"/>
                  <a:pt x="140007" y="18555"/>
                </a:cubicBezTo>
                <a:cubicBezTo>
                  <a:pt x="72534" y="18555"/>
                  <a:pt x="16868" y="72534"/>
                  <a:pt x="16868" y="140007"/>
                </a:cubicBezTo>
                <a:lnTo>
                  <a:pt x="8434" y="140007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C1AB2-ECF8-44A9-AF61-A0B44FA3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85" y="6015598"/>
            <a:ext cx="165309" cy="119765"/>
          </a:xfrm>
          <a:custGeom xmlns:a="http://schemas.openxmlformats.org/drawingml/2006/main">
            <a:pathLst>
              <a:path w="165309" h="119765">
                <a:moveTo>
                  <a:pt x="148441" y="60726"/>
                </a:moveTo>
                <a:cubicBezTo>
                  <a:pt x="148441" y="53978"/>
                  <a:pt x="148441" y="48918"/>
                  <a:pt x="148441" y="45544"/>
                </a:cubicBezTo>
                <a:cubicBezTo>
                  <a:pt x="148441" y="40484"/>
                  <a:pt x="146754" y="35423"/>
                  <a:pt x="146754" y="32050"/>
                </a:cubicBezTo>
                <a:cubicBezTo>
                  <a:pt x="145067" y="28676"/>
                  <a:pt x="145067" y="25302"/>
                  <a:pt x="143380" y="23616"/>
                </a:cubicBezTo>
                <a:cubicBezTo>
                  <a:pt x="141694" y="20242"/>
                  <a:pt x="140007" y="18555"/>
                  <a:pt x="138320" y="16868"/>
                </a:cubicBezTo>
                <a:cubicBezTo>
                  <a:pt x="136633" y="15181"/>
                  <a:pt x="134946" y="13495"/>
                  <a:pt x="131573" y="13495"/>
                </a:cubicBezTo>
                <a:cubicBezTo>
                  <a:pt x="129886" y="13495"/>
                  <a:pt x="126512" y="11808"/>
                  <a:pt x="124825" y="11808"/>
                </a:cubicBezTo>
                <a:cubicBezTo>
                  <a:pt x="119765" y="11808"/>
                  <a:pt x="114704" y="13495"/>
                  <a:pt x="111331" y="16868"/>
                </a:cubicBezTo>
                <a:cubicBezTo>
                  <a:pt x="107957" y="18555"/>
                  <a:pt x="106270" y="21929"/>
                  <a:pt x="104583" y="25302"/>
                </a:cubicBezTo>
                <a:cubicBezTo>
                  <a:pt x="102897" y="30363"/>
                  <a:pt x="101210" y="35423"/>
                  <a:pt x="101210" y="40484"/>
                </a:cubicBezTo>
                <a:cubicBezTo>
                  <a:pt x="99523" y="47231"/>
                  <a:pt x="99523" y="52292"/>
                  <a:pt x="99523" y="59039"/>
                </a:cubicBezTo>
                <a:cubicBezTo>
                  <a:pt x="99523" y="67473"/>
                  <a:pt x="99523" y="75907"/>
                  <a:pt x="101210" y="80968"/>
                </a:cubicBezTo>
                <a:cubicBezTo>
                  <a:pt x="101210" y="87715"/>
                  <a:pt x="102897" y="92776"/>
                  <a:pt x="104583" y="96149"/>
                </a:cubicBezTo>
                <a:cubicBezTo>
                  <a:pt x="107957" y="99523"/>
                  <a:pt x="109644" y="102897"/>
                  <a:pt x="113017" y="104583"/>
                </a:cubicBezTo>
                <a:cubicBezTo>
                  <a:pt x="116391" y="106270"/>
                  <a:pt x="119765" y="107957"/>
                  <a:pt x="123138" y="107957"/>
                </a:cubicBezTo>
                <a:cubicBezTo>
                  <a:pt x="126512" y="107957"/>
                  <a:pt x="129886" y="106270"/>
                  <a:pt x="133259" y="106270"/>
                </a:cubicBezTo>
                <a:cubicBezTo>
                  <a:pt x="134946" y="104583"/>
                  <a:pt x="138320" y="102897"/>
                  <a:pt x="140007" y="101210"/>
                </a:cubicBezTo>
                <a:cubicBezTo>
                  <a:pt x="141694" y="99523"/>
                  <a:pt x="143380" y="96149"/>
                  <a:pt x="143380" y="94462"/>
                </a:cubicBezTo>
                <a:cubicBezTo>
                  <a:pt x="145067" y="91089"/>
                  <a:pt x="146754" y="87715"/>
                  <a:pt x="146754" y="84341"/>
                </a:cubicBezTo>
                <a:cubicBezTo>
                  <a:pt x="146754" y="80968"/>
                  <a:pt x="148441" y="77594"/>
                  <a:pt x="148441" y="72534"/>
                </a:cubicBezTo>
                <a:cubicBezTo>
                  <a:pt x="148441" y="69160"/>
                  <a:pt x="148441" y="65786"/>
                  <a:pt x="148441" y="60726"/>
                </a:cubicBezTo>
                <a:close/>
                <a:moveTo>
                  <a:pt x="165309" y="59039"/>
                </a:moveTo>
                <a:cubicBezTo>
                  <a:pt x="165309" y="69160"/>
                  <a:pt x="163622" y="75907"/>
                  <a:pt x="161935" y="84341"/>
                </a:cubicBezTo>
                <a:cubicBezTo>
                  <a:pt x="160249" y="91089"/>
                  <a:pt x="158562" y="97836"/>
                  <a:pt x="155188" y="102897"/>
                </a:cubicBezTo>
                <a:cubicBezTo>
                  <a:pt x="151815" y="107957"/>
                  <a:pt x="148441" y="113017"/>
                  <a:pt x="143380" y="116391"/>
                </a:cubicBezTo>
                <a:cubicBezTo>
                  <a:pt x="136633" y="118078"/>
                  <a:pt x="131573" y="119765"/>
                  <a:pt x="123138" y="119765"/>
                </a:cubicBezTo>
                <a:cubicBezTo>
                  <a:pt x="116391" y="119765"/>
                  <a:pt x="109644" y="118078"/>
                  <a:pt x="104583" y="116391"/>
                </a:cubicBezTo>
                <a:cubicBezTo>
                  <a:pt x="99523" y="113017"/>
                  <a:pt x="96149" y="109644"/>
                  <a:pt x="92776" y="104583"/>
                </a:cubicBezTo>
                <a:cubicBezTo>
                  <a:pt x="89402" y="99523"/>
                  <a:pt x="87715" y="92776"/>
                  <a:pt x="86028" y="86028"/>
                </a:cubicBezTo>
                <a:cubicBezTo>
                  <a:pt x="84341" y="77594"/>
                  <a:pt x="84341" y="69160"/>
                  <a:pt x="84341" y="60726"/>
                </a:cubicBezTo>
                <a:cubicBezTo>
                  <a:pt x="84341" y="50605"/>
                  <a:pt x="84341" y="42171"/>
                  <a:pt x="86028" y="35423"/>
                </a:cubicBezTo>
                <a:cubicBezTo>
                  <a:pt x="87715" y="28676"/>
                  <a:pt x="89402" y="21929"/>
                  <a:pt x="92776" y="16868"/>
                </a:cubicBezTo>
                <a:cubicBezTo>
                  <a:pt x="96149" y="11808"/>
                  <a:pt x="101210" y="6747"/>
                  <a:pt x="106270" y="3374"/>
                </a:cubicBezTo>
                <a:cubicBezTo>
                  <a:pt x="111331" y="1687"/>
                  <a:pt x="118078" y="0"/>
                  <a:pt x="124825" y="0"/>
                </a:cubicBezTo>
                <a:cubicBezTo>
                  <a:pt x="133259" y="0"/>
                  <a:pt x="138320" y="1687"/>
                  <a:pt x="143380" y="3374"/>
                </a:cubicBezTo>
                <a:cubicBezTo>
                  <a:pt x="148441" y="6747"/>
                  <a:pt x="153501" y="10121"/>
                  <a:pt x="156875" y="15181"/>
                </a:cubicBezTo>
                <a:cubicBezTo>
                  <a:pt x="158562" y="20242"/>
                  <a:pt x="161935" y="26989"/>
                  <a:pt x="161935" y="33737"/>
                </a:cubicBezTo>
                <a:cubicBezTo>
                  <a:pt x="163622" y="42171"/>
                  <a:pt x="165309" y="50605"/>
                  <a:pt x="165309" y="59039"/>
                </a:cubicBezTo>
                <a:close/>
                <a:moveTo>
                  <a:pt x="67473" y="111331"/>
                </a:moveTo>
                <a:cubicBezTo>
                  <a:pt x="67473" y="113017"/>
                  <a:pt x="67473" y="114704"/>
                  <a:pt x="67473" y="114704"/>
                </a:cubicBezTo>
                <a:lnTo>
                  <a:pt x="67473" y="116391"/>
                </a:lnTo>
                <a:lnTo>
                  <a:pt x="65786" y="118078"/>
                </a:lnTo>
                <a:lnTo>
                  <a:pt x="64099" y="118078"/>
                </a:lnTo>
                <a:lnTo>
                  <a:pt x="3374" y="118078"/>
                </a:lnTo>
                <a:lnTo>
                  <a:pt x="1687" y="118078"/>
                </a:lnTo>
                <a:lnTo>
                  <a:pt x="1687" y="116391"/>
                </a:lnTo>
                <a:cubicBezTo>
                  <a:pt x="1687" y="116391"/>
                  <a:pt x="0" y="116391"/>
                  <a:pt x="0" y="114704"/>
                </a:cubicBezTo>
                <a:cubicBezTo>
                  <a:pt x="0" y="114704"/>
                  <a:pt x="0" y="113017"/>
                  <a:pt x="0" y="111331"/>
                </a:cubicBezTo>
                <a:lnTo>
                  <a:pt x="0" y="109644"/>
                </a:lnTo>
                <a:cubicBezTo>
                  <a:pt x="0" y="107957"/>
                  <a:pt x="1687" y="107957"/>
                  <a:pt x="1687" y="107957"/>
                </a:cubicBezTo>
                <a:lnTo>
                  <a:pt x="1687" y="106270"/>
                </a:lnTo>
                <a:lnTo>
                  <a:pt x="3374" y="106270"/>
                </a:lnTo>
                <a:lnTo>
                  <a:pt x="28676" y="106270"/>
                </a:lnTo>
                <a:lnTo>
                  <a:pt x="28676" y="16868"/>
                </a:lnTo>
                <a:lnTo>
                  <a:pt x="5060" y="30363"/>
                </a:lnTo>
                <a:lnTo>
                  <a:pt x="3374" y="32050"/>
                </a:lnTo>
                <a:cubicBezTo>
                  <a:pt x="1687" y="32050"/>
                  <a:pt x="1687" y="32050"/>
                  <a:pt x="1687" y="30363"/>
                </a:cubicBezTo>
                <a:cubicBezTo>
                  <a:pt x="0" y="30363"/>
                  <a:pt x="0" y="30363"/>
                  <a:pt x="0" y="28676"/>
                </a:cubicBezTo>
                <a:cubicBezTo>
                  <a:pt x="0" y="28676"/>
                  <a:pt x="0" y="26989"/>
                  <a:pt x="0" y="25302"/>
                </a:cubicBezTo>
                <a:lnTo>
                  <a:pt x="0" y="23616"/>
                </a:lnTo>
                <a:lnTo>
                  <a:pt x="0" y="21929"/>
                </a:lnTo>
                <a:cubicBezTo>
                  <a:pt x="0" y="20242"/>
                  <a:pt x="1687" y="20242"/>
                  <a:pt x="1687" y="20242"/>
                </a:cubicBezTo>
                <a:lnTo>
                  <a:pt x="1687" y="18555"/>
                </a:lnTo>
                <a:lnTo>
                  <a:pt x="28676" y="1687"/>
                </a:lnTo>
                <a:lnTo>
                  <a:pt x="30363" y="1687"/>
                </a:lnTo>
                <a:lnTo>
                  <a:pt x="32050" y="1687"/>
                </a:lnTo>
                <a:cubicBezTo>
                  <a:pt x="32050" y="0"/>
                  <a:pt x="32050" y="0"/>
                  <a:pt x="33737" y="0"/>
                </a:cubicBezTo>
                <a:cubicBezTo>
                  <a:pt x="33737" y="0"/>
                  <a:pt x="35423" y="0"/>
                  <a:pt x="37110" y="0"/>
                </a:cubicBezTo>
                <a:cubicBezTo>
                  <a:pt x="37110" y="0"/>
                  <a:pt x="38797" y="0"/>
                  <a:pt x="40484" y="0"/>
                </a:cubicBezTo>
                <a:cubicBezTo>
                  <a:pt x="40484" y="1687"/>
                  <a:pt x="42171" y="1687"/>
                  <a:pt x="42171" y="1687"/>
                </a:cubicBezTo>
                <a:lnTo>
                  <a:pt x="43858" y="1687"/>
                </a:lnTo>
                <a:lnTo>
                  <a:pt x="43858" y="3374"/>
                </a:lnTo>
                <a:lnTo>
                  <a:pt x="43858" y="106270"/>
                </a:lnTo>
                <a:lnTo>
                  <a:pt x="64099" y="106270"/>
                </a:lnTo>
                <a:lnTo>
                  <a:pt x="65786" y="106270"/>
                </a:lnTo>
                <a:cubicBezTo>
                  <a:pt x="65786" y="106270"/>
                  <a:pt x="67473" y="106270"/>
                  <a:pt x="67473" y="107957"/>
                </a:cubicBezTo>
                <a:lnTo>
                  <a:pt x="67473" y="109644"/>
                </a:lnTo>
                <a:lnTo>
                  <a:pt x="67473" y="1113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33F0D-1B52-478A-9B77-3A58713B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08" y="2805565"/>
            <a:ext cx="2671936" cy="669671"/>
          </a:xfrm>
          <a:custGeom xmlns:a="http://schemas.openxmlformats.org/drawingml/2006/main">
            <a:pathLst>
              <a:path w="2671936" h="669671">
                <a:moveTo>
                  <a:pt x="107957" y="661237"/>
                </a:moveTo>
                <a:lnTo>
                  <a:pt x="107957" y="652802"/>
                </a:lnTo>
                <a:lnTo>
                  <a:pt x="2563979" y="652802"/>
                </a:lnTo>
                <a:cubicBezTo>
                  <a:pt x="2612897" y="652802"/>
                  <a:pt x="2653380" y="607258"/>
                  <a:pt x="2653380" y="551593"/>
                </a:cubicBezTo>
                <a:lnTo>
                  <a:pt x="2653380" y="118078"/>
                </a:lnTo>
                <a:cubicBezTo>
                  <a:pt x="2653380" y="62413"/>
                  <a:pt x="2612897" y="16868"/>
                  <a:pt x="2563979" y="16868"/>
                </a:cubicBezTo>
                <a:lnTo>
                  <a:pt x="107957" y="16868"/>
                </a:lnTo>
                <a:cubicBezTo>
                  <a:pt x="59039" y="16868"/>
                  <a:pt x="16868" y="62413"/>
                  <a:pt x="16868" y="118078"/>
                </a:cubicBezTo>
                <a:lnTo>
                  <a:pt x="16868" y="551593"/>
                </a:lnTo>
                <a:cubicBezTo>
                  <a:pt x="16868" y="607258"/>
                  <a:pt x="59039" y="652802"/>
                  <a:pt x="107957" y="652802"/>
                </a:cubicBezTo>
                <a:lnTo>
                  <a:pt x="107957" y="661237"/>
                </a:lnTo>
                <a:lnTo>
                  <a:pt x="107957" y="669671"/>
                </a:lnTo>
                <a:cubicBezTo>
                  <a:pt x="47231" y="669671"/>
                  <a:pt x="0" y="615692"/>
                  <a:pt x="0" y="551593"/>
                </a:cubicBezTo>
                <a:lnTo>
                  <a:pt x="0" y="118078"/>
                </a:lnTo>
                <a:cubicBezTo>
                  <a:pt x="0" y="53978"/>
                  <a:pt x="47231" y="0"/>
                  <a:pt x="107957" y="0"/>
                </a:cubicBezTo>
                <a:lnTo>
                  <a:pt x="2563979" y="0"/>
                </a:lnTo>
                <a:cubicBezTo>
                  <a:pt x="2623017" y="0"/>
                  <a:pt x="2670249" y="53978"/>
                  <a:pt x="2671936" y="118078"/>
                </a:cubicBezTo>
                <a:lnTo>
                  <a:pt x="2671936" y="551593"/>
                </a:lnTo>
                <a:cubicBezTo>
                  <a:pt x="2670249" y="615692"/>
                  <a:pt x="2623017" y="669671"/>
                  <a:pt x="2563979" y="669671"/>
                </a:cubicBezTo>
                <a:lnTo>
                  <a:pt x="107957" y="669671"/>
                </a:lnTo>
                <a:lnTo>
                  <a:pt x="107957" y="6612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7A7D7-B25D-4D00-9E12-3B61C5DA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647" y="2932076"/>
            <a:ext cx="757386" cy="145067"/>
          </a:xfrm>
          <a:custGeom xmlns:a="http://schemas.openxmlformats.org/drawingml/2006/main">
            <a:pathLst>
              <a:path w="757386" h="145067">
                <a:moveTo>
                  <a:pt x="740517" y="86028"/>
                </a:moveTo>
                <a:cubicBezTo>
                  <a:pt x="740517" y="75907"/>
                  <a:pt x="738831" y="69160"/>
                  <a:pt x="733770" y="64099"/>
                </a:cubicBezTo>
                <a:cubicBezTo>
                  <a:pt x="730397" y="59039"/>
                  <a:pt x="723649" y="57352"/>
                  <a:pt x="716902" y="57352"/>
                </a:cubicBezTo>
                <a:cubicBezTo>
                  <a:pt x="711841" y="57352"/>
                  <a:pt x="708468" y="57352"/>
                  <a:pt x="705094" y="59039"/>
                </a:cubicBezTo>
                <a:cubicBezTo>
                  <a:pt x="701720" y="60726"/>
                  <a:pt x="700034" y="62413"/>
                  <a:pt x="696660" y="65786"/>
                </a:cubicBezTo>
                <a:cubicBezTo>
                  <a:pt x="694973" y="67473"/>
                  <a:pt x="693286" y="70847"/>
                  <a:pt x="691599" y="74220"/>
                </a:cubicBezTo>
                <a:cubicBezTo>
                  <a:pt x="691599" y="77594"/>
                  <a:pt x="689913" y="80968"/>
                  <a:pt x="689913" y="86028"/>
                </a:cubicBezTo>
                <a:lnTo>
                  <a:pt x="740517" y="86028"/>
                </a:lnTo>
                <a:close/>
                <a:moveTo>
                  <a:pt x="757386" y="91089"/>
                </a:moveTo>
                <a:cubicBezTo>
                  <a:pt x="757386" y="92776"/>
                  <a:pt x="757386" y="94462"/>
                  <a:pt x="755699" y="96149"/>
                </a:cubicBezTo>
                <a:cubicBezTo>
                  <a:pt x="754012" y="97836"/>
                  <a:pt x="752325" y="97836"/>
                  <a:pt x="750638" y="97836"/>
                </a:cubicBezTo>
                <a:lnTo>
                  <a:pt x="689913" y="97836"/>
                </a:lnTo>
                <a:cubicBezTo>
                  <a:pt x="689913" y="102897"/>
                  <a:pt x="691599" y="107957"/>
                  <a:pt x="691599" y="111331"/>
                </a:cubicBezTo>
                <a:cubicBezTo>
                  <a:pt x="693286" y="114704"/>
                  <a:pt x="694973" y="119765"/>
                  <a:pt x="696660" y="121452"/>
                </a:cubicBezTo>
                <a:cubicBezTo>
                  <a:pt x="700034" y="124825"/>
                  <a:pt x="701720" y="126512"/>
                  <a:pt x="706781" y="128199"/>
                </a:cubicBezTo>
                <a:cubicBezTo>
                  <a:pt x="710155" y="129886"/>
                  <a:pt x="715215" y="131573"/>
                  <a:pt x="720276" y="131573"/>
                </a:cubicBezTo>
                <a:cubicBezTo>
                  <a:pt x="725336" y="131573"/>
                  <a:pt x="728710" y="129886"/>
                  <a:pt x="732083" y="129886"/>
                </a:cubicBezTo>
                <a:cubicBezTo>
                  <a:pt x="735457" y="129886"/>
                  <a:pt x="738831" y="128199"/>
                  <a:pt x="740517" y="128199"/>
                </a:cubicBezTo>
                <a:cubicBezTo>
                  <a:pt x="743891" y="126512"/>
                  <a:pt x="745578" y="126512"/>
                  <a:pt x="747265" y="124825"/>
                </a:cubicBezTo>
                <a:cubicBezTo>
                  <a:pt x="748952" y="124825"/>
                  <a:pt x="748952" y="124825"/>
                  <a:pt x="750638" y="124825"/>
                </a:cubicBezTo>
                <a:lnTo>
                  <a:pt x="752325" y="124825"/>
                </a:lnTo>
                <a:cubicBezTo>
                  <a:pt x="752325" y="126512"/>
                  <a:pt x="752325" y="126512"/>
                  <a:pt x="754012" y="128199"/>
                </a:cubicBezTo>
                <a:lnTo>
                  <a:pt x="754012" y="129886"/>
                </a:lnTo>
                <a:cubicBezTo>
                  <a:pt x="754012" y="131573"/>
                  <a:pt x="754012" y="131573"/>
                  <a:pt x="754012" y="133259"/>
                </a:cubicBezTo>
                <a:cubicBezTo>
                  <a:pt x="754012" y="133259"/>
                  <a:pt x="752325" y="133259"/>
                  <a:pt x="752325" y="134946"/>
                </a:cubicBezTo>
                <a:lnTo>
                  <a:pt x="752325" y="136633"/>
                </a:lnTo>
                <a:cubicBezTo>
                  <a:pt x="750638" y="136633"/>
                  <a:pt x="750638" y="138320"/>
                  <a:pt x="748952" y="138320"/>
                </a:cubicBezTo>
                <a:cubicBezTo>
                  <a:pt x="747265" y="140007"/>
                  <a:pt x="743891" y="140007"/>
                  <a:pt x="740517" y="141694"/>
                </a:cubicBezTo>
                <a:cubicBezTo>
                  <a:pt x="738831" y="141694"/>
                  <a:pt x="735457" y="143380"/>
                  <a:pt x="730397" y="143380"/>
                </a:cubicBezTo>
                <a:cubicBezTo>
                  <a:pt x="727023" y="143380"/>
                  <a:pt x="723649" y="145067"/>
                  <a:pt x="718589" y="145067"/>
                </a:cubicBezTo>
                <a:cubicBezTo>
                  <a:pt x="711841" y="145067"/>
                  <a:pt x="705094" y="143380"/>
                  <a:pt x="698347" y="141694"/>
                </a:cubicBezTo>
                <a:cubicBezTo>
                  <a:pt x="693286" y="140007"/>
                  <a:pt x="688226" y="136633"/>
                  <a:pt x="684852" y="131573"/>
                </a:cubicBezTo>
                <a:cubicBezTo>
                  <a:pt x="681478" y="128199"/>
                  <a:pt x="678105" y="123138"/>
                  <a:pt x="676418" y="116391"/>
                </a:cubicBezTo>
                <a:cubicBezTo>
                  <a:pt x="674731" y="109644"/>
                  <a:pt x="673044" y="102897"/>
                  <a:pt x="673044" y="94462"/>
                </a:cubicBezTo>
                <a:cubicBezTo>
                  <a:pt x="673044" y="86028"/>
                  <a:pt x="674731" y="79281"/>
                  <a:pt x="676418" y="74220"/>
                </a:cubicBezTo>
                <a:cubicBezTo>
                  <a:pt x="678105" y="67473"/>
                  <a:pt x="681478" y="62413"/>
                  <a:pt x="684852" y="57352"/>
                </a:cubicBezTo>
                <a:cubicBezTo>
                  <a:pt x="688226" y="52292"/>
                  <a:pt x="693286" y="48918"/>
                  <a:pt x="698347" y="47231"/>
                </a:cubicBezTo>
                <a:cubicBezTo>
                  <a:pt x="703407" y="45544"/>
                  <a:pt x="710155" y="43858"/>
                  <a:pt x="716902" y="43858"/>
                </a:cubicBezTo>
                <a:cubicBezTo>
                  <a:pt x="723649" y="43858"/>
                  <a:pt x="730397" y="45544"/>
                  <a:pt x="735457" y="47231"/>
                </a:cubicBezTo>
                <a:cubicBezTo>
                  <a:pt x="740517" y="48918"/>
                  <a:pt x="743891" y="52292"/>
                  <a:pt x="747265" y="57352"/>
                </a:cubicBezTo>
                <a:cubicBezTo>
                  <a:pt x="750638" y="60726"/>
                  <a:pt x="754012" y="65786"/>
                  <a:pt x="755699" y="70847"/>
                </a:cubicBezTo>
                <a:cubicBezTo>
                  <a:pt x="755699" y="75907"/>
                  <a:pt x="757386" y="80968"/>
                  <a:pt x="757386" y="87715"/>
                </a:cubicBezTo>
                <a:lnTo>
                  <a:pt x="757386" y="91089"/>
                </a:lnTo>
                <a:close/>
                <a:moveTo>
                  <a:pt x="656176" y="133259"/>
                </a:moveTo>
                <a:cubicBezTo>
                  <a:pt x="656176" y="134946"/>
                  <a:pt x="656176" y="136633"/>
                  <a:pt x="656176" y="138320"/>
                </a:cubicBezTo>
                <a:cubicBezTo>
                  <a:pt x="656176" y="140007"/>
                  <a:pt x="656176" y="140007"/>
                  <a:pt x="654489" y="140007"/>
                </a:cubicBezTo>
                <a:cubicBezTo>
                  <a:pt x="654489" y="141694"/>
                  <a:pt x="654489" y="141694"/>
                  <a:pt x="652802" y="141694"/>
                </a:cubicBezTo>
                <a:cubicBezTo>
                  <a:pt x="651116" y="143380"/>
                  <a:pt x="651116" y="143380"/>
                  <a:pt x="649429" y="143380"/>
                </a:cubicBezTo>
                <a:cubicBezTo>
                  <a:pt x="647742" y="143380"/>
                  <a:pt x="646055" y="143380"/>
                  <a:pt x="644368" y="143380"/>
                </a:cubicBezTo>
                <a:cubicBezTo>
                  <a:pt x="642681" y="145067"/>
                  <a:pt x="640995" y="145067"/>
                  <a:pt x="639308" y="145067"/>
                </a:cubicBezTo>
                <a:cubicBezTo>
                  <a:pt x="635934" y="145067"/>
                  <a:pt x="630874" y="143380"/>
                  <a:pt x="627500" y="141694"/>
                </a:cubicBezTo>
                <a:cubicBezTo>
                  <a:pt x="624126" y="141694"/>
                  <a:pt x="620753" y="140007"/>
                  <a:pt x="619066" y="136633"/>
                </a:cubicBezTo>
                <a:cubicBezTo>
                  <a:pt x="617379" y="134946"/>
                  <a:pt x="615692" y="131573"/>
                  <a:pt x="614005" y="126512"/>
                </a:cubicBezTo>
                <a:cubicBezTo>
                  <a:pt x="614005" y="123138"/>
                  <a:pt x="614005" y="118078"/>
                  <a:pt x="614005" y="113017"/>
                </a:cubicBezTo>
                <a:lnTo>
                  <a:pt x="614005" y="59039"/>
                </a:lnTo>
                <a:lnTo>
                  <a:pt x="600511" y="59039"/>
                </a:lnTo>
                <a:cubicBezTo>
                  <a:pt x="598824" y="59039"/>
                  <a:pt x="598824" y="59039"/>
                  <a:pt x="597137" y="57352"/>
                </a:cubicBezTo>
                <a:cubicBezTo>
                  <a:pt x="597137" y="57352"/>
                  <a:pt x="597137" y="55665"/>
                  <a:pt x="597137" y="52292"/>
                </a:cubicBezTo>
                <a:cubicBezTo>
                  <a:pt x="597137" y="52292"/>
                  <a:pt x="597137" y="50605"/>
                  <a:pt x="597137" y="48918"/>
                </a:cubicBezTo>
                <a:lnTo>
                  <a:pt x="597137" y="47231"/>
                </a:lnTo>
                <a:cubicBezTo>
                  <a:pt x="598824" y="47231"/>
                  <a:pt x="598824" y="47231"/>
                  <a:pt x="598824" y="45544"/>
                </a:cubicBezTo>
                <a:lnTo>
                  <a:pt x="600511" y="45544"/>
                </a:lnTo>
                <a:lnTo>
                  <a:pt x="614005" y="45544"/>
                </a:lnTo>
                <a:lnTo>
                  <a:pt x="614005" y="23616"/>
                </a:lnTo>
                <a:lnTo>
                  <a:pt x="614005" y="21929"/>
                </a:lnTo>
                <a:lnTo>
                  <a:pt x="615692" y="21929"/>
                </a:lnTo>
                <a:lnTo>
                  <a:pt x="617379" y="20242"/>
                </a:lnTo>
                <a:cubicBezTo>
                  <a:pt x="619066" y="20242"/>
                  <a:pt x="619066" y="20242"/>
                  <a:pt x="620753" y="20242"/>
                </a:cubicBezTo>
                <a:cubicBezTo>
                  <a:pt x="622440" y="20242"/>
                  <a:pt x="624126" y="20242"/>
                  <a:pt x="625813" y="20242"/>
                </a:cubicBezTo>
                <a:lnTo>
                  <a:pt x="627500" y="21929"/>
                </a:lnTo>
                <a:lnTo>
                  <a:pt x="629187" y="21929"/>
                </a:lnTo>
                <a:lnTo>
                  <a:pt x="629187" y="23616"/>
                </a:lnTo>
                <a:lnTo>
                  <a:pt x="629187" y="45544"/>
                </a:lnTo>
                <a:lnTo>
                  <a:pt x="652802" y="45544"/>
                </a:lnTo>
                <a:lnTo>
                  <a:pt x="654489" y="45544"/>
                </a:lnTo>
                <a:cubicBezTo>
                  <a:pt x="654489" y="47231"/>
                  <a:pt x="656176" y="47231"/>
                  <a:pt x="656176" y="47231"/>
                </a:cubicBezTo>
                <a:lnTo>
                  <a:pt x="656176" y="48918"/>
                </a:lnTo>
                <a:cubicBezTo>
                  <a:pt x="656176" y="50605"/>
                  <a:pt x="656176" y="52292"/>
                  <a:pt x="656176" y="52292"/>
                </a:cubicBezTo>
                <a:cubicBezTo>
                  <a:pt x="656176" y="55665"/>
                  <a:pt x="656176" y="57352"/>
                  <a:pt x="656176" y="57352"/>
                </a:cubicBezTo>
                <a:cubicBezTo>
                  <a:pt x="654489" y="59039"/>
                  <a:pt x="654489" y="59039"/>
                  <a:pt x="652802" y="59039"/>
                </a:cubicBezTo>
                <a:lnTo>
                  <a:pt x="629187" y="59039"/>
                </a:lnTo>
                <a:lnTo>
                  <a:pt x="629187" y="111331"/>
                </a:lnTo>
                <a:cubicBezTo>
                  <a:pt x="629187" y="116391"/>
                  <a:pt x="630874" y="121452"/>
                  <a:pt x="632560" y="124825"/>
                </a:cubicBezTo>
                <a:cubicBezTo>
                  <a:pt x="634247" y="128199"/>
                  <a:pt x="637621" y="129886"/>
                  <a:pt x="642681" y="129886"/>
                </a:cubicBezTo>
                <a:cubicBezTo>
                  <a:pt x="644368" y="129886"/>
                  <a:pt x="646055" y="129886"/>
                  <a:pt x="647742" y="129886"/>
                </a:cubicBezTo>
                <a:lnTo>
                  <a:pt x="649429" y="128199"/>
                </a:lnTo>
                <a:cubicBezTo>
                  <a:pt x="651116" y="128199"/>
                  <a:pt x="652802" y="128199"/>
                  <a:pt x="652802" y="128199"/>
                </a:cubicBezTo>
                <a:cubicBezTo>
                  <a:pt x="652802" y="126512"/>
                  <a:pt x="654489" y="126512"/>
                  <a:pt x="654489" y="126512"/>
                </a:cubicBezTo>
                <a:lnTo>
                  <a:pt x="656176" y="128199"/>
                </a:lnTo>
                <a:lnTo>
                  <a:pt x="656176" y="129886"/>
                </a:lnTo>
                <a:cubicBezTo>
                  <a:pt x="656176" y="131573"/>
                  <a:pt x="656176" y="131573"/>
                  <a:pt x="656176" y="133259"/>
                </a:cubicBezTo>
                <a:close/>
                <a:moveTo>
                  <a:pt x="561714" y="97836"/>
                </a:moveTo>
                <a:lnTo>
                  <a:pt x="546532" y="97836"/>
                </a:lnTo>
                <a:cubicBezTo>
                  <a:pt x="543159" y="97836"/>
                  <a:pt x="538098" y="99523"/>
                  <a:pt x="534724" y="99523"/>
                </a:cubicBezTo>
                <a:cubicBezTo>
                  <a:pt x="531351" y="99523"/>
                  <a:pt x="529664" y="101210"/>
                  <a:pt x="526290" y="102897"/>
                </a:cubicBezTo>
                <a:cubicBezTo>
                  <a:pt x="524603" y="104583"/>
                  <a:pt x="522917" y="106270"/>
                  <a:pt x="521230" y="107957"/>
                </a:cubicBezTo>
                <a:cubicBezTo>
                  <a:pt x="521230" y="111331"/>
                  <a:pt x="519543" y="113017"/>
                  <a:pt x="519543" y="116391"/>
                </a:cubicBezTo>
                <a:cubicBezTo>
                  <a:pt x="519543" y="119765"/>
                  <a:pt x="521230" y="124825"/>
                  <a:pt x="524603" y="126512"/>
                </a:cubicBezTo>
                <a:cubicBezTo>
                  <a:pt x="527977" y="129886"/>
                  <a:pt x="531351" y="131573"/>
                  <a:pt x="538098" y="131573"/>
                </a:cubicBezTo>
                <a:cubicBezTo>
                  <a:pt x="541472" y="131573"/>
                  <a:pt x="546532" y="129886"/>
                  <a:pt x="549906" y="128199"/>
                </a:cubicBezTo>
                <a:cubicBezTo>
                  <a:pt x="553280" y="126512"/>
                  <a:pt x="558340" y="123138"/>
                  <a:pt x="561714" y="118078"/>
                </a:cubicBezTo>
                <a:lnTo>
                  <a:pt x="561714" y="97836"/>
                </a:lnTo>
                <a:close/>
                <a:moveTo>
                  <a:pt x="578582" y="140007"/>
                </a:moveTo>
                <a:cubicBezTo>
                  <a:pt x="578582" y="141694"/>
                  <a:pt x="578582" y="141694"/>
                  <a:pt x="576895" y="141694"/>
                </a:cubicBezTo>
                <a:cubicBezTo>
                  <a:pt x="576895" y="141694"/>
                  <a:pt x="576895" y="143380"/>
                  <a:pt x="575208" y="143380"/>
                </a:cubicBezTo>
                <a:cubicBezTo>
                  <a:pt x="573522" y="143380"/>
                  <a:pt x="573522" y="143380"/>
                  <a:pt x="571835" y="143380"/>
                </a:cubicBezTo>
                <a:cubicBezTo>
                  <a:pt x="570148" y="143380"/>
                  <a:pt x="568461" y="143380"/>
                  <a:pt x="566774" y="143380"/>
                </a:cubicBezTo>
                <a:cubicBezTo>
                  <a:pt x="565087" y="143380"/>
                  <a:pt x="565087" y="141694"/>
                  <a:pt x="565087" y="141694"/>
                </a:cubicBezTo>
                <a:cubicBezTo>
                  <a:pt x="563401" y="141694"/>
                  <a:pt x="563401" y="141694"/>
                  <a:pt x="563401" y="140007"/>
                </a:cubicBezTo>
                <a:lnTo>
                  <a:pt x="563401" y="131573"/>
                </a:lnTo>
                <a:cubicBezTo>
                  <a:pt x="560027" y="134946"/>
                  <a:pt x="554966" y="138320"/>
                  <a:pt x="549906" y="141694"/>
                </a:cubicBezTo>
                <a:cubicBezTo>
                  <a:pt x="544845" y="143380"/>
                  <a:pt x="539785" y="145067"/>
                  <a:pt x="534724" y="145067"/>
                </a:cubicBezTo>
                <a:cubicBezTo>
                  <a:pt x="529664" y="145067"/>
                  <a:pt x="526290" y="143380"/>
                  <a:pt x="521230" y="143380"/>
                </a:cubicBezTo>
                <a:cubicBezTo>
                  <a:pt x="517856" y="141694"/>
                  <a:pt x="514483" y="140007"/>
                  <a:pt x="511109" y="136633"/>
                </a:cubicBezTo>
                <a:cubicBezTo>
                  <a:pt x="509422" y="134946"/>
                  <a:pt x="507735" y="131573"/>
                  <a:pt x="506048" y="128199"/>
                </a:cubicBezTo>
                <a:cubicBezTo>
                  <a:pt x="504362" y="124825"/>
                  <a:pt x="502675" y="121452"/>
                  <a:pt x="502675" y="116391"/>
                </a:cubicBezTo>
                <a:cubicBezTo>
                  <a:pt x="502675" y="111331"/>
                  <a:pt x="504362" y="106270"/>
                  <a:pt x="506048" y="102897"/>
                </a:cubicBezTo>
                <a:cubicBezTo>
                  <a:pt x="507735" y="99523"/>
                  <a:pt x="511109" y="96149"/>
                  <a:pt x="516169" y="94462"/>
                </a:cubicBezTo>
                <a:cubicBezTo>
                  <a:pt x="519543" y="91089"/>
                  <a:pt x="524603" y="89402"/>
                  <a:pt x="529664" y="87715"/>
                </a:cubicBezTo>
                <a:cubicBezTo>
                  <a:pt x="534724" y="86028"/>
                  <a:pt x="541472" y="86028"/>
                  <a:pt x="548219" y="86028"/>
                </a:cubicBezTo>
                <a:lnTo>
                  <a:pt x="561714" y="86028"/>
                </a:lnTo>
                <a:lnTo>
                  <a:pt x="561714" y="79281"/>
                </a:lnTo>
                <a:cubicBezTo>
                  <a:pt x="561714" y="75907"/>
                  <a:pt x="561714" y="72534"/>
                  <a:pt x="560027" y="69160"/>
                </a:cubicBezTo>
                <a:cubicBezTo>
                  <a:pt x="560027" y="67473"/>
                  <a:pt x="558340" y="64099"/>
                  <a:pt x="556653" y="62413"/>
                </a:cubicBezTo>
                <a:cubicBezTo>
                  <a:pt x="554966" y="60726"/>
                  <a:pt x="553280" y="59039"/>
                  <a:pt x="549906" y="59039"/>
                </a:cubicBezTo>
                <a:cubicBezTo>
                  <a:pt x="548219" y="57352"/>
                  <a:pt x="544845" y="57352"/>
                  <a:pt x="541472" y="57352"/>
                </a:cubicBezTo>
                <a:cubicBezTo>
                  <a:pt x="536411" y="57352"/>
                  <a:pt x="533038" y="57352"/>
                  <a:pt x="529664" y="59039"/>
                </a:cubicBezTo>
                <a:cubicBezTo>
                  <a:pt x="526290" y="60726"/>
                  <a:pt x="522917" y="60726"/>
                  <a:pt x="521230" y="62413"/>
                </a:cubicBezTo>
                <a:cubicBezTo>
                  <a:pt x="517856" y="64099"/>
                  <a:pt x="516169" y="64099"/>
                  <a:pt x="514483" y="65786"/>
                </a:cubicBezTo>
                <a:cubicBezTo>
                  <a:pt x="512796" y="65786"/>
                  <a:pt x="511109" y="67473"/>
                  <a:pt x="511109" y="67473"/>
                </a:cubicBezTo>
                <a:cubicBezTo>
                  <a:pt x="511109" y="67473"/>
                  <a:pt x="509422" y="67473"/>
                  <a:pt x="509422" y="65786"/>
                </a:cubicBezTo>
                <a:lnTo>
                  <a:pt x="507735" y="65786"/>
                </a:lnTo>
                <a:cubicBezTo>
                  <a:pt x="507735" y="64099"/>
                  <a:pt x="507735" y="64099"/>
                  <a:pt x="507735" y="62413"/>
                </a:cubicBezTo>
                <a:lnTo>
                  <a:pt x="507735" y="60726"/>
                </a:lnTo>
                <a:cubicBezTo>
                  <a:pt x="507735" y="59039"/>
                  <a:pt x="507735" y="57352"/>
                  <a:pt x="507735" y="55665"/>
                </a:cubicBezTo>
                <a:lnTo>
                  <a:pt x="509422" y="53978"/>
                </a:lnTo>
                <a:cubicBezTo>
                  <a:pt x="511109" y="52292"/>
                  <a:pt x="512796" y="52292"/>
                  <a:pt x="514483" y="50605"/>
                </a:cubicBezTo>
                <a:cubicBezTo>
                  <a:pt x="516169" y="48918"/>
                  <a:pt x="519543" y="48918"/>
                  <a:pt x="522917" y="47231"/>
                </a:cubicBezTo>
                <a:cubicBezTo>
                  <a:pt x="524603" y="45544"/>
                  <a:pt x="527977" y="45544"/>
                  <a:pt x="531351" y="45544"/>
                </a:cubicBezTo>
                <a:cubicBezTo>
                  <a:pt x="534724" y="43858"/>
                  <a:pt x="538098" y="43858"/>
                  <a:pt x="541472" y="43858"/>
                </a:cubicBezTo>
                <a:cubicBezTo>
                  <a:pt x="548219" y="43858"/>
                  <a:pt x="554966" y="43858"/>
                  <a:pt x="558340" y="45544"/>
                </a:cubicBezTo>
                <a:cubicBezTo>
                  <a:pt x="563401" y="47231"/>
                  <a:pt x="566774" y="50605"/>
                  <a:pt x="570148" y="52292"/>
                </a:cubicBezTo>
                <a:cubicBezTo>
                  <a:pt x="573522" y="55665"/>
                  <a:pt x="575208" y="59039"/>
                  <a:pt x="576895" y="64099"/>
                </a:cubicBezTo>
                <a:cubicBezTo>
                  <a:pt x="576895" y="67473"/>
                  <a:pt x="578582" y="72534"/>
                  <a:pt x="578582" y="77594"/>
                </a:cubicBezTo>
                <a:lnTo>
                  <a:pt x="578582" y="140007"/>
                </a:lnTo>
                <a:close/>
                <a:moveTo>
                  <a:pt x="477372" y="140007"/>
                </a:moveTo>
                <a:lnTo>
                  <a:pt x="477372" y="141694"/>
                </a:lnTo>
                <a:lnTo>
                  <a:pt x="475685" y="141694"/>
                </a:lnTo>
                <a:cubicBezTo>
                  <a:pt x="475685" y="143380"/>
                  <a:pt x="475685" y="143380"/>
                  <a:pt x="473999" y="143380"/>
                </a:cubicBezTo>
                <a:cubicBezTo>
                  <a:pt x="472312" y="143380"/>
                  <a:pt x="470625" y="143380"/>
                  <a:pt x="468938" y="143380"/>
                </a:cubicBezTo>
                <a:cubicBezTo>
                  <a:pt x="468938" y="143380"/>
                  <a:pt x="467251" y="143380"/>
                  <a:pt x="465565" y="143380"/>
                </a:cubicBezTo>
                <a:cubicBezTo>
                  <a:pt x="463878" y="143380"/>
                  <a:pt x="463878" y="143380"/>
                  <a:pt x="463878" y="141694"/>
                </a:cubicBezTo>
                <a:lnTo>
                  <a:pt x="462191" y="141694"/>
                </a:lnTo>
                <a:lnTo>
                  <a:pt x="462191" y="140007"/>
                </a:lnTo>
                <a:lnTo>
                  <a:pt x="462191" y="3374"/>
                </a:lnTo>
                <a:cubicBezTo>
                  <a:pt x="462191" y="1687"/>
                  <a:pt x="462191" y="1687"/>
                  <a:pt x="463878" y="1687"/>
                </a:cubicBezTo>
                <a:lnTo>
                  <a:pt x="465565" y="1687"/>
                </a:lnTo>
                <a:cubicBezTo>
                  <a:pt x="467251" y="1687"/>
                  <a:pt x="468938" y="0"/>
                  <a:pt x="468938" y="0"/>
                </a:cubicBezTo>
                <a:cubicBezTo>
                  <a:pt x="470625" y="0"/>
                  <a:pt x="472312" y="1687"/>
                  <a:pt x="473999" y="1687"/>
                </a:cubicBezTo>
                <a:lnTo>
                  <a:pt x="475685" y="1687"/>
                </a:lnTo>
                <a:cubicBezTo>
                  <a:pt x="477372" y="1687"/>
                  <a:pt x="477372" y="1687"/>
                  <a:pt x="477372" y="3374"/>
                </a:cubicBezTo>
                <a:lnTo>
                  <a:pt x="477372" y="140007"/>
                </a:lnTo>
                <a:close/>
                <a:moveTo>
                  <a:pt x="430141" y="140007"/>
                </a:moveTo>
                <a:lnTo>
                  <a:pt x="430141" y="141694"/>
                </a:lnTo>
                <a:lnTo>
                  <a:pt x="428454" y="141694"/>
                </a:lnTo>
                <a:cubicBezTo>
                  <a:pt x="428454" y="143380"/>
                  <a:pt x="426767" y="143380"/>
                  <a:pt x="426767" y="143380"/>
                </a:cubicBezTo>
                <a:cubicBezTo>
                  <a:pt x="425081" y="143380"/>
                  <a:pt x="423394" y="143380"/>
                  <a:pt x="423394" y="143380"/>
                </a:cubicBezTo>
                <a:cubicBezTo>
                  <a:pt x="421707" y="143380"/>
                  <a:pt x="420020" y="143380"/>
                  <a:pt x="418333" y="143380"/>
                </a:cubicBezTo>
                <a:cubicBezTo>
                  <a:pt x="418333" y="143380"/>
                  <a:pt x="416647" y="143380"/>
                  <a:pt x="416647" y="141694"/>
                </a:cubicBezTo>
                <a:lnTo>
                  <a:pt x="414960" y="141694"/>
                </a:lnTo>
                <a:lnTo>
                  <a:pt x="414960" y="140007"/>
                </a:lnTo>
                <a:lnTo>
                  <a:pt x="414960" y="128199"/>
                </a:lnTo>
                <a:cubicBezTo>
                  <a:pt x="409899" y="133259"/>
                  <a:pt x="404839" y="138320"/>
                  <a:pt x="399778" y="140007"/>
                </a:cubicBezTo>
                <a:cubicBezTo>
                  <a:pt x="394718" y="143380"/>
                  <a:pt x="389657" y="145067"/>
                  <a:pt x="384597" y="145067"/>
                </a:cubicBezTo>
                <a:cubicBezTo>
                  <a:pt x="377849" y="145067"/>
                  <a:pt x="372789" y="143380"/>
                  <a:pt x="369415" y="141694"/>
                </a:cubicBezTo>
                <a:cubicBezTo>
                  <a:pt x="364355" y="140007"/>
                  <a:pt x="360981" y="136633"/>
                  <a:pt x="359294" y="133259"/>
                </a:cubicBezTo>
                <a:cubicBezTo>
                  <a:pt x="355921" y="129886"/>
                  <a:pt x="354234" y="124825"/>
                  <a:pt x="352547" y="121452"/>
                </a:cubicBezTo>
                <a:cubicBezTo>
                  <a:pt x="352547" y="116391"/>
                  <a:pt x="350860" y="111331"/>
                  <a:pt x="350860" y="104583"/>
                </a:cubicBezTo>
                <a:lnTo>
                  <a:pt x="350860" y="48918"/>
                </a:lnTo>
                <a:cubicBezTo>
                  <a:pt x="350860" y="47231"/>
                  <a:pt x="350860" y="47231"/>
                  <a:pt x="352547" y="47231"/>
                </a:cubicBezTo>
                <a:lnTo>
                  <a:pt x="352547" y="45544"/>
                </a:lnTo>
                <a:cubicBezTo>
                  <a:pt x="354234" y="45544"/>
                  <a:pt x="354234" y="45544"/>
                  <a:pt x="355921" y="45544"/>
                </a:cubicBezTo>
                <a:cubicBezTo>
                  <a:pt x="357608" y="45544"/>
                  <a:pt x="357608" y="45544"/>
                  <a:pt x="359294" y="45544"/>
                </a:cubicBezTo>
                <a:cubicBezTo>
                  <a:pt x="360981" y="45544"/>
                  <a:pt x="362668" y="45544"/>
                  <a:pt x="364355" y="45544"/>
                </a:cubicBezTo>
                <a:lnTo>
                  <a:pt x="366042" y="45544"/>
                </a:lnTo>
                <a:cubicBezTo>
                  <a:pt x="367728" y="45544"/>
                  <a:pt x="367728" y="47231"/>
                  <a:pt x="367728" y="47231"/>
                </a:cubicBezTo>
                <a:lnTo>
                  <a:pt x="367728" y="48918"/>
                </a:lnTo>
                <a:lnTo>
                  <a:pt x="367728" y="101210"/>
                </a:lnTo>
                <a:cubicBezTo>
                  <a:pt x="367728" y="107957"/>
                  <a:pt x="369415" y="111331"/>
                  <a:pt x="369415" y="114704"/>
                </a:cubicBezTo>
                <a:cubicBezTo>
                  <a:pt x="369415" y="118078"/>
                  <a:pt x="371102" y="121452"/>
                  <a:pt x="372789" y="123138"/>
                </a:cubicBezTo>
                <a:cubicBezTo>
                  <a:pt x="374476" y="124825"/>
                  <a:pt x="376163" y="126512"/>
                  <a:pt x="379536" y="128199"/>
                </a:cubicBezTo>
                <a:cubicBezTo>
                  <a:pt x="381223" y="129886"/>
                  <a:pt x="384597" y="129886"/>
                  <a:pt x="387970" y="129886"/>
                </a:cubicBezTo>
                <a:cubicBezTo>
                  <a:pt x="391344" y="129886"/>
                  <a:pt x="396405" y="128199"/>
                  <a:pt x="399778" y="124825"/>
                </a:cubicBezTo>
                <a:cubicBezTo>
                  <a:pt x="404839" y="123138"/>
                  <a:pt x="408212" y="118078"/>
                  <a:pt x="413273" y="113017"/>
                </a:cubicBezTo>
                <a:lnTo>
                  <a:pt x="413273" y="48918"/>
                </a:lnTo>
                <a:lnTo>
                  <a:pt x="413273" y="47231"/>
                </a:lnTo>
                <a:lnTo>
                  <a:pt x="414960" y="45544"/>
                </a:lnTo>
                <a:cubicBezTo>
                  <a:pt x="416647" y="45544"/>
                  <a:pt x="416647" y="45544"/>
                  <a:pt x="418333" y="45544"/>
                </a:cubicBezTo>
                <a:cubicBezTo>
                  <a:pt x="418333" y="45544"/>
                  <a:pt x="420020" y="45544"/>
                  <a:pt x="421707" y="45544"/>
                </a:cubicBezTo>
                <a:cubicBezTo>
                  <a:pt x="423394" y="45544"/>
                  <a:pt x="425081" y="45544"/>
                  <a:pt x="426767" y="45544"/>
                </a:cubicBezTo>
                <a:lnTo>
                  <a:pt x="428454" y="45544"/>
                </a:lnTo>
                <a:lnTo>
                  <a:pt x="430141" y="47231"/>
                </a:lnTo>
                <a:lnTo>
                  <a:pt x="430141" y="48918"/>
                </a:lnTo>
                <a:lnTo>
                  <a:pt x="430141" y="140007"/>
                </a:lnTo>
                <a:close/>
                <a:moveTo>
                  <a:pt x="330618" y="126512"/>
                </a:moveTo>
                <a:cubicBezTo>
                  <a:pt x="330618" y="126512"/>
                  <a:pt x="330618" y="128199"/>
                  <a:pt x="330618" y="129886"/>
                </a:cubicBezTo>
                <a:lnTo>
                  <a:pt x="330618" y="131573"/>
                </a:lnTo>
                <a:lnTo>
                  <a:pt x="328931" y="133259"/>
                </a:lnTo>
                <a:lnTo>
                  <a:pt x="327245" y="134946"/>
                </a:lnTo>
                <a:cubicBezTo>
                  <a:pt x="327245" y="134946"/>
                  <a:pt x="325558" y="136633"/>
                  <a:pt x="323871" y="138320"/>
                </a:cubicBezTo>
                <a:cubicBezTo>
                  <a:pt x="322184" y="138320"/>
                  <a:pt x="318810" y="140007"/>
                  <a:pt x="317124" y="141694"/>
                </a:cubicBezTo>
                <a:cubicBezTo>
                  <a:pt x="313750" y="141694"/>
                  <a:pt x="312063" y="143380"/>
                  <a:pt x="308690" y="143380"/>
                </a:cubicBezTo>
                <a:cubicBezTo>
                  <a:pt x="305316" y="145067"/>
                  <a:pt x="301942" y="145067"/>
                  <a:pt x="298569" y="145067"/>
                </a:cubicBezTo>
                <a:cubicBezTo>
                  <a:pt x="291821" y="145067"/>
                  <a:pt x="286761" y="143380"/>
                  <a:pt x="281700" y="141694"/>
                </a:cubicBezTo>
                <a:cubicBezTo>
                  <a:pt x="276640" y="138320"/>
                  <a:pt x="271579" y="136633"/>
                  <a:pt x="268206" y="131573"/>
                </a:cubicBezTo>
                <a:cubicBezTo>
                  <a:pt x="264832" y="128199"/>
                  <a:pt x="263145" y="123138"/>
                  <a:pt x="261458" y="116391"/>
                </a:cubicBezTo>
                <a:cubicBezTo>
                  <a:pt x="259772" y="109644"/>
                  <a:pt x="258085" y="102897"/>
                  <a:pt x="258085" y="96149"/>
                </a:cubicBezTo>
                <a:cubicBezTo>
                  <a:pt x="258085" y="86028"/>
                  <a:pt x="259772" y="79281"/>
                  <a:pt x="261458" y="72534"/>
                </a:cubicBezTo>
                <a:cubicBezTo>
                  <a:pt x="263145" y="65786"/>
                  <a:pt x="266519" y="60726"/>
                  <a:pt x="269892" y="55665"/>
                </a:cubicBezTo>
                <a:cubicBezTo>
                  <a:pt x="274953" y="52292"/>
                  <a:pt x="278327" y="48918"/>
                  <a:pt x="285074" y="47231"/>
                </a:cubicBezTo>
                <a:cubicBezTo>
                  <a:pt x="290134" y="45544"/>
                  <a:pt x="295195" y="43858"/>
                  <a:pt x="301942" y="43858"/>
                </a:cubicBezTo>
                <a:cubicBezTo>
                  <a:pt x="303629" y="43858"/>
                  <a:pt x="307003" y="43858"/>
                  <a:pt x="310376" y="45544"/>
                </a:cubicBezTo>
                <a:cubicBezTo>
                  <a:pt x="312063" y="45544"/>
                  <a:pt x="315437" y="45544"/>
                  <a:pt x="317124" y="47231"/>
                </a:cubicBezTo>
                <a:cubicBezTo>
                  <a:pt x="318810" y="47231"/>
                  <a:pt x="322184" y="48918"/>
                  <a:pt x="323871" y="50605"/>
                </a:cubicBezTo>
                <a:cubicBezTo>
                  <a:pt x="325558" y="50605"/>
                  <a:pt x="327245" y="52292"/>
                  <a:pt x="327245" y="52292"/>
                </a:cubicBezTo>
                <a:cubicBezTo>
                  <a:pt x="328931" y="53978"/>
                  <a:pt x="328931" y="53978"/>
                  <a:pt x="328931" y="55665"/>
                </a:cubicBezTo>
                <a:lnTo>
                  <a:pt x="328931" y="57352"/>
                </a:lnTo>
                <a:cubicBezTo>
                  <a:pt x="330618" y="57352"/>
                  <a:pt x="330618" y="57352"/>
                  <a:pt x="330618" y="59039"/>
                </a:cubicBezTo>
                <a:cubicBezTo>
                  <a:pt x="330618" y="59039"/>
                  <a:pt x="330618" y="60726"/>
                  <a:pt x="330618" y="62413"/>
                </a:cubicBezTo>
                <a:cubicBezTo>
                  <a:pt x="330618" y="64099"/>
                  <a:pt x="330618" y="65786"/>
                  <a:pt x="328931" y="67473"/>
                </a:cubicBezTo>
                <a:cubicBezTo>
                  <a:pt x="328931" y="69160"/>
                  <a:pt x="327245" y="69160"/>
                  <a:pt x="327245" y="69160"/>
                </a:cubicBezTo>
                <a:cubicBezTo>
                  <a:pt x="325558" y="69160"/>
                  <a:pt x="325558" y="69160"/>
                  <a:pt x="323871" y="67473"/>
                </a:cubicBezTo>
                <a:cubicBezTo>
                  <a:pt x="322184" y="65786"/>
                  <a:pt x="320497" y="64099"/>
                  <a:pt x="318810" y="64099"/>
                </a:cubicBezTo>
                <a:cubicBezTo>
                  <a:pt x="317124" y="62413"/>
                  <a:pt x="313750" y="60726"/>
                  <a:pt x="310376" y="59039"/>
                </a:cubicBezTo>
                <a:cubicBezTo>
                  <a:pt x="308690" y="59039"/>
                  <a:pt x="305316" y="57352"/>
                  <a:pt x="300255" y="57352"/>
                </a:cubicBezTo>
                <a:cubicBezTo>
                  <a:pt x="293508" y="57352"/>
                  <a:pt x="286761" y="60726"/>
                  <a:pt x="281700" y="67473"/>
                </a:cubicBezTo>
                <a:cubicBezTo>
                  <a:pt x="278327" y="74220"/>
                  <a:pt x="276640" y="82655"/>
                  <a:pt x="276640" y="94462"/>
                </a:cubicBezTo>
                <a:cubicBezTo>
                  <a:pt x="276640" y="101210"/>
                  <a:pt x="276640" y="106270"/>
                  <a:pt x="278327" y="109644"/>
                </a:cubicBezTo>
                <a:cubicBezTo>
                  <a:pt x="278327" y="114704"/>
                  <a:pt x="280013" y="118078"/>
                  <a:pt x="281700" y="121452"/>
                </a:cubicBezTo>
                <a:cubicBezTo>
                  <a:pt x="285074" y="124825"/>
                  <a:pt x="286761" y="126512"/>
                  <a:pt x="290134" y="128199"/>
                </a:cubicBezTo>
                <a:cubicBezTo>
                  <a:pt x="293508" y="129886"/>
                  <a:pt x="296882" y="129886"/>
                  <a:pt x="301942" y="129886"/>
                </a:cubicBezTo>
                <a:cubicBezTo>
                  <a:pt x="305316" y="129886"/>
                  <a:pt x="308690" y="129886"/>
                  <a:pt x="312063" y="128199"/>
                </a:cubicBezTo>
                <a:cubicBezTo>
                  <a:pt x="313750" y="126512"/>
                  <a:pt x="317124" y="124825"/>
                  <a:pt x="318810" y="124825"/>
                </a:cubicBezTo>
                <a:cubicBezTo>
                  <a:pt x="320497" y="123138"/>
                  <a:pt x="322184" y="121452"/>
                  <a:pt x="323871" y="119765"/>
                </a:cubicBezTo>
                <a:cubicBezTo>
                  <a:pt x="325558" y="119765"/>
                  <a:pt x="327245" y="118078"/>
                  <a:pt x="327245" y="118078"/>
                </a:cubicBezTo>
                <a:lnTo>
                  <a:pt x="328931" y="118078"/>
                </a:lnTo>
                <a:cubicBezTo>
                  <a:pt x="328931" y="119765"/>
                  <a:pt x="328931" y="119765"/>
                  <a:pt x="330618" y="119765"/>
                </a:cubicBezTo>
                <a:cubicBezTo>
                  <a:pt x="330618" y="121452"/>
                  <a:pt x="330618" y="121452"/>
                  <a:pt x="330618" y="123138"/>
                </a:cubicBezTo>
                <a:cubicBezTo>
                  <a:pt x="330618" y="123138"/>
                  <a:pt x="330618" y="124825"/>
                  <a:pt x="330618" y="126512"/>
                </a:cubicBezTo>
                <a:close/>
                <a:moveTo>
                  <a:pt x="232782" y="140007"/>
                </a:moveTo>
                <a:lnTo>
                  <a:pt x="232782" y="141694"/>
                </a:lnTo>
                <a:lnTo>
                  <a:pt x="231095" y="141694"/>
                </a:lnTo>
                <a:cubicBezTo>
                  <a:pt x="231095" y="143380"/>
                  <a:pt x="231095" y="143380"/>
                  <a:pt x="229409" y="143380"/>
                </a:cubicBezTo>
                <a:cubicBezTo>
                  <a:pt x="227722" y="143380"/>
                  <a:pt x="226035" y="143380"/>
                  <a:pt x="224348" y="143380"/>
                </a:cubicBezTo>
                <a:cubicBezTo>
                  <a:pt x="224348" y="143380"/>
                  <a:pt x="222661" y="143380"/>
                  <a:pt x="220974" y="143380"/>
                </a:cubicBezTo>
                <a:cubicBezTo>
                  <a:pt x="219288" y="143380"/>
                  <a:pt x="219288" y="143380"/>
                  <a:pt x="219288" y="141694"/>
                </a:cubicBezTo>
                <a:lnTo>
                  <a:pt x="217601" y="141694"/>
                </a:lnTo>
                <a:lnTo>
                  <a:pt x="217601" y="140007"/>
                </a:lnTo>
                <a:lnTo>
                  <a:pt x="217601" y="3374"/>
                </a:lnTo>
                <a:cubicBezTo>
                  <a:pt x="217601" y="1687"/>
                  <a:pt x="217601" y="1687"/>
                  <a:pt x="219288" y="1687"/>
                </a:cubicBezTo>
                <a:lnTo>
                  <a:pt x="220974" y="1687"/>
                </a:lnTo>
                <a:cubicBezTo>
                  <a:pt x="222661" y="1687"/>
                  <a:pt x="224348" y="0"/>
                  <a:pt x="224348" y="0"/>
                </a:cubicBezTo>
                <a:cubicBezTo>
                  <a:pt x="226035" y="0"/>
                  <a:pt x="227722" y="1687"/>
                  <a:pt x="229409" y="1687"/>
                </a:cubicBezTo>
                <a:lnTo>
                  <a:pt x="231095" y="1687"/>
                </a:lnTo>
                <a:cubicBezTo>
                  <a:pt x="232782" y="1687"/>
                  <a:pt x="232782" y="1687"/>
                  <a:pt x="232782" y="3374"/>
                </a:cubicBezTo>
                <a:lnTo>
                  <a:pt x="232782" y="140007"/>
                </a:lnTo>
                <a:close/>
                <a:moveTo>
                  <a:pt x="168683" y="97836"/>
                </a:moveTo>
                <a:lnTo>
                  <a:pt x="155188" y="97836"/>
                </a:lnTo>
                <a:cubicBezTo>
                  <a:pt x="150128" y="97836"/>
                  <a:pt x="146754" y="99523"/>
                  <a:pt x="143380" y="99523"/>
                </a:cubicBezTo>
                <a:cubicBezTo>
                  <a:pt x="140007" y="99523"/>
                  <a:pt x="136633" y="101210"/>
                  <a:pt x="134946" y="102897"/>
                </a:cubicBezTo>
                <a:cubicBezTo>
                  <a:pt x="131573" y="104583"/>
                  <a:pt x="129886" y="106270"/>
                  <a:pt x="129886" y="107957"/>
                </a:cubicBezTo>
                <a:cubicBezTo>
                  <a:pt x="128199" y="111331"/>
                  <a:pt x="128199" y="113017"/>
                  <a:pt x="128199" y="116391"/>
                </a:cubicBezTo>
                <a:cubicBezTo>
                  <a:pt x="128199" y="119765"/>
                  <a:pt x="129886" y="124825"/>
                  <a:pt x="133259" y="126512"/>
                </a:cubicBezTo>
                <a:cubicBezTo>
                  <a:pt x="134946" y="129886"/>
                  <a:pt x="140007" y="131573"/>
                  <a:pt x="145067" y="131573"/>
                </a:cubicBezTo>
                <a:cubicBezTo>
                  <a:pt x="150128" y="131573"/>
                  <a:pt x="153501" y="129886"/>
                  <a:pt x="156875" y="128199"/>
                </a:cubicBezTo>
                <a:cubicBezTo>
                  <a:pt x="161935" y="126512"/>
                  <a:pt x="165309" y="123138"/>
                  <a:pt x="168683" y="118078"/>
                </a:cubicBezTo>
                <a:lnTo>
                  <a:pt x="168683" y="97836"/>
                </a:lnTo>
                <a:close/>
                <a:moveTo>
                  <a:pt x="185551" y="140007"/>
                </a:moveTo>
                <a:lnTo>
                  <a:pt x="185551" y="141694"/>
                </a:lnTo>
                <a:cubicBezTo>
                  <a:pt x="183864" y="141694"/>
                  <a:pt x="183864" y="143380"/>
                  <a:pt x="182177" y="143380"/>
                </a:cubicBezTo>
                <a:cubicBezTo>
                  <a:pt x="182177" y="143380"/>
                  <a:pt x="180491" y="143380"/>
                  <a:pt x="178804" y="143380"/>
                </a:cubicBezTo>
                <a:cubicBezTo>
                  <a:pt x="177117" y="143380"/>
                  <a:pt x="175430" y="143380"/>
                  <a:pt x="173743" y="143380"/>
                </a:cubicBezTo>
                <a:lnTo>
                  <a:pt x="172056" y="141694"/>
                </a:lnTo>
                <a:lnTo>
                  <a:pt x="172056" y="140007"/>
                </a:lnTo>
                <a:lnTo>
                  <a:pt x="172056" y="131573"/>
                </a:lnTo>
                <a:cubicBezTo>
                  <a:pt x="166996" y="134946"/>
                  <a:pt x="163622" y="138320"/>
                  <a:pt x="158562" y="141694"/>
                </a:cubicBezTo>
                <a:cubicBezTo>
                  <a:pt x="153501" y="143380"/>
                  <a:pt x="148441" y="145067"/>
                  <a:pt x="141694" y="145067"/>
                </a:cubicBezTo>
                <a:cubicBezTo>
                  <a:pt x="138320" y="145067"/>
                  <a:pt x="133259" y="143380"/>
                  <a:pt x="129886" y="143380"/>
                </a:cubicBezTo>
                <a:cubicBezTo>
                  <a:pt x="124825" y="141694"/>
                  <a:pt x="121452" y="140007"/>
                  <a:pt x="119765" y="136633"/>
                </a:cubicBezTo>
                <a:cubicBezTo>
                  <a:pt x="116391" y="134946"/>
                  <a:pt x="114704" y="131573"/>
                  <a:pt x="113017" y="128199"/>
                </a:cubicBezTo>
                <a:cubicBezTo>
                  <a:pt x="111331" y="124825"/>
                  <a:pt x="111331" y="121452"/>
                  <a:pt x="111331" y="116391"/>
                </a:cubicBezTo>
                <a:cubicBezTo>
                  <a:pt x="111331" y="111331"/>
                  <a:pt x="111331" y="106270"/>
                  <a:pt x="114704" y="102897"/>
                </a:cubicBezTo>
                <a:cubicBezTo>
                  <a:pt x="116391" y="99523"/>
                  <a:pt x="119765" y="96149"/>
                  <a:pt x="123138" y="94462"/>
                </a:cubicBezTo>
                <a:cubicBezTo>
                  <a:pt x="126512" y="91089"/>
                  <a:pt x="131573" y="89402"/>
                  <a:pt x="136633" y="87715"/>
                </a:cubicBezTo>
                <a:cubicBezTo>
                  <a:pt x="143380" y="86028"/>
                  <a:pt x="150128" y="86028"/>
                  <a:pt x="156875" y="86028"/>
                </a:cubicBezTo>
                <a:lnTo>
                  <a:pt x="168683" y="86028"/>
                </a:lnTo>
                <a:lnTo>
                  <a:pt x="168683" y="79281"/>
                </a:lnTo>
                <a:cubicBezTo>
                  <a:pt x="168683" y="75907"/>
                  <a:pt x="168683" y="72534"/>
                  <a:pt x="168683" y="69160"/>
                </a:cubicBezTo>
                <a:cubicBezTo>
                  <a:pt x="166996" y="67473"/>
                  <a:pt x="166996" y="64099"/>
                  <a:pt x="165309" y="62413"/>
                </a:cubicBezTo>
                <a:cubicBezTo>
                  <a:pt x="163622" y="60726"/>
                  <a:pt x="160249" y="59039"/>
                  <a:pt x="158562" y="59039"/>
                </a:cubicBezTo>
                <a:cubicBezTo>
                  <a:pt x="155188" y="57352"/>
                  <a:pt x="151815" y="57352"/>
                  <a:pt x="148441" y="57352"/>
                </a:cubicBezTo>
                <a:cubicBezTo>
                  <a:pt x="143380" y="57352"/>
                  <a:pt x="140007" y="57352"/>
                  <a:pt x="136633" y="59039"/>
                </a:cubicBezTo>
                <a:cubicBezTo>
                  <a:pt x="133259" y="60726"/>
                  <a:pt x="131573" y="60726"/>
                  <a:pt x="128199" y="62413"/>
                </a:cubicBezTo>
                <a:cubicBezTo>
                  <a:pt x="126512" y="64099"/>
                  <a:pt x="123138" y="64099"/>
                  <a:pt x="121452" y="65786"/>
                </a:cubicBezTo>
                <a:cubicBezTo>
                  <a:pt x="121452" y="65786"/>
                  <a:pt x="119765" y="67473"/>
                  <a:pt x="118078" y="67473"/>
                </a:cubicBezTo>
                <a:lnTo>
                  <a:pt x="116391" y="65786"/>
                </a:lnTo>
                <a:cubicBezTo>
                  <a:pt x="116391" y="64099"/>
                  <a:pt x="114704" y="64099"/>
                  <a:pt x="114704" y="62413"/>
                </a:cubicBezTo>
                <a:lnTo>
                  <a:pt x="114704" y="60726"/>
                </a:lnTo>
                <a:cubicBezTo>
                  <a:pt x="114704" y="59039"/>
                  <a:pt x="114704" y="57352"/>
                  <a:pt x="116391" y="55665"/>
                </a:cubicBezTo>
                <a:cubicBezTo>
                  <a:pt x="116391" y="55665"/>
                  <a:pt x="116391" y="53978"/>
                  <a:pt x="118078" y="53978"/>
                </a:cubicBezTo>
                <a:cubicBezTo>
                  <a:pt x="118078" y="52292"/>
                  <a:pt x="119765" y="52292"/>
                  <a:pt x="121452" y="50605"/>
                </a:cubicBezTo>
                <a:cubicBezTo>
                  <a:pt x="124825" y="48918"/>
                  <a:pt x="126512" y="48918"/>
                  <a:pt x="129886" y="47231"/>
                </a:cubicBezTo>
                <a:cubicBezTo>
                  <a:pt x="133259" y="45544"/>
                  <a:pt x="136633" y="45544"/>
                  <a:pt x="140007" y="45544"/>
                </a:cubicBezTo>
                <a:cubicBezTo>
                  <a:pt x="143380" y="43858"/>
                  <a:pt x="146754" y="43858"/>
                  <a:pt x="150128" y="43858"/>
                </a:cubicBezTo>
                <a:cubicBezTo>
                  <a:pt x="156875" y="43858"/>
                  <a:pt x="161935" y="43858"/>
                  <a:pt x="166996" y="45544"/>
                </a:cubicBezTo>
                <a:cubicBezTo>
                  <a:pt x="172056" y="47231"/>
                  <a:pt x="175430" y="50605"/>
                  <a:pt x="177117" y="52292"/>
                </a:cubicBezTo>
                <a:cubicBezTo>
                  <a:pt x="180491" y="55665"/>
                  <a:pt x="182177" y="59039"/>
                  <a:pt x="183864" y="64099"/>
                </a:cubicBezTo>
                <a:cubicBezTo>
                  <a:pt x="185551" y="67473"/>
                  <a:pt x="185551" y="72534"/>
                  <a:pt x="185551" y="77594"/>
                </a:cubicBezTo>
                <a:lnTo>
                  <a:pt x="185551" y="140007"/>
                </a:lnTo>
                <a:close/>
                <a:moveTo>
                  <a:pt x="96149" y="124825"/>
                </a:moveTo>
                <a:lnTo>
                  <a:pt x="96149" y="126512"/>
                </a:lnTo>
                <a:cubicBezTo>
                  <a:pt x="96149" y="128199"/>
                  <a:pt x="96149" y="128199"/>
                  <a:pt x="94462" y="128199"/>
                </a:cubicBezTo>
                <a:lnTo>
                  <a:pt x="94462" y="129886"/>
                </a:lnTo>
                <a:cubicBezTo>
                  <a:pt x="94462" y="131573"/>
                  <a:pt x="94462" y="131573"/>
                  <a:pt x="92776" y="131573"/>
                </a:cubicBezTo>
                <a:cubicBezTo>
                  <a:pt x="92776" y="133259"/>
                  <a:pt x="91089" y="133259"/>
                  <a:pt x="89402" y="134946"/>
                </a:cubicBezTo>
                <a:cubicBezTo>
                  <a:pt x="86028" y="136633"/>
                  <a:pt x="84341" y="138320"/>
                  <a:pt x="80968" y="140007"/>
                </a:cubicBezTo>
                <a:cubicBezTo>
                  <a:pt x="77594" y="140007"/>
                  <a:pt x="74220" y="141694"/>
                  <a:pt x="69160" y="143380"/>
                </a:cubicBezTo>
                <a:cubicBezTo>
                  <a:pt x="65786" y="143380"/>
                  <a:pt x="60726" y="145067"/>
                  <a:pt x="55665" y="145067"/>
                </a:cubicBezTo>
                <a:cubicBezTo>
                  <a:pt x="47231" y="145067"/>
                  <a:pt x="40484" y="143380"/>
                  <a:pt x="32050" y="140007"/>
                </a:cubicBezTo>
                <a:cubicBezTo>
                  <a:pt x="25302" y="136633"/>
                  <a:pt x="20242" y="133259"/>
                  <a:pt x="15181" y="126512"/>
                </a:cubicBezTo>
                <a:cubicBezTo>
                  <a:pt x="10121" y="121452"/>
                  <a:pt x="6747" y="114704"/>
                  <a:pt x="3374" y="106270"/>
                </a:cubicBezTo>
                <a:cubicBezTo>
                  <a:pt x="1687" y="97836"/>
                  <a:pt x="0" y="89402"/>
                  <a:pt x="0" y="79281"/>
                </a:cubicBezTo>
                <a:cubicBezTo>
                  <a:pt x="0" y="67473"/>
                  <a:pt x="1687" y="57352"/>
                  <a:pt x="5060" y="48918"/>
                </a:cubicBezTo>
                <a:cubicBezTo>
                  <a:pt x="6747" y="40484"/>
                  <a:pt x="11808" y="33737"/>
                  <a:pt x="16868" y="26989"/>
                </a:cubicBezTo>
                <a:cubicBezTo>
                  <a:pt x="21929" y="21929"/>
                  <a:pt x="26989" y="16868"/>
                  <a:pt x="33737" y="13495"/>
                </a:cubicBezTo>
                <a:cubicBezTo>
                  <a:pt x="42171" y="10121"/>
                  <a:pt x="48918" y="8434"/>
                  <a:pt x="57352" y="8434"/>
                </a:cubicBezTo>
                <a:cubicBezTo>
                  <a:pt x="62413" y="8434"/>
                  <a:pt x="65786" y="10121"/>
                  <a:pt x="69160" y="10121"/>
                </a:cubicBezTo>
                <a:cubicBezTo>
                  <a:pt x="72534" y="11808"/>
                  <a:pt x="75907" y="11808"/>
                  <a:pt x="79281" y="13495"/>
                </a:cubicBezTo>
                <a:cubicBezTo>
                  <a:pt x="82655" y="13495"/>
                  <a:pt x="84341" y="15181"/>
                  <a:pt x="87715" y="16868"/>
                </a:cubicBezTo>
                <a:cubicBezTo>
                  <a:pt x="89402" y="18555"/>
                  <a:pt x="91089" y="18555"/>
                  <a:pt x="92776" y="20242"/>
                </a:cubicBezTo>
                <a:cubicBezTo>
                  <a:pt x="92776" y="21929"/>
                  <a:pt x="94462" y="21929"/>
                  <a:pt x="94462" y="21929"/>
                </a:cubicBezTo>
                <a:lnTo>
                  <a:pt x="94462" y="23616"/>
                </a:lnTo>
                <a:cubicBezTo>
                  <a:pt x="94462" y="25302"/>
                  <a:pt x="94462" y="25302"/>
                  <a:pt x="94462" y="26989"/>
                </a:cubicBezTo>
                <a:lnTo>
                  <a:pt x="94462" y="28676"/>
                </a:lnTo>
                <a:cubicBezTo>
                  <a:pt x="94462" y="30363"/>
                  <a:pt x="94462" y="32050"/>
                  <a:pt x="94462" y="33737"/>
                </a:cubicBezTo>
                <a:lnTo>
                  <a:pt x="94462" y="35423"/>
                </a:lnTo>
                <a:cubicBezTo>
                  <a:pt x="94462" y="35423"/>
                  <a:pt x="94462" y="37110"/>
                  <a:pt x="92776" y="37110"/>
                </a:cubicBezTo>
                <a:cubicBezTo>
                  <a:pt x="91089" y="37110"/>
                  <a:pt x="89402" y="37110"/>
                  <a:pt x="87715" y="35423"/>
                </a:cubicBezTo>
                <a:cubicBezTo>
                  <a:pt x="86028" y="33737"/>
                  <a:pt x="84341" y="32050"/>
                  <a:pt x="80968" y="30363"/>
                </a:cubicBezTo>
                <a:cubicBezTo>
                  <a:pt x="79281" y="28676"/>
                  <a:pt x="75907" y="28676"/>
                  <a:pt x="70847" y="26989"/>
                </a:cubicBezTo>
                <a:cubicBezTo>
                  <a:pt x="67473" y="25302"/>
                  <a:pt x="62413" y="25302"/>
                  <a:pt x="57352" y="25302"/>
                </a:cubicBezTo>
                <a:cubicBezTo>
                  <a:pt x="52292" y="25302"/>
                  <a:pt x="47231" y="25302"/>
                  <a:pt x="42171" y="28676"/>
                </a:cubicBezTo>
                <a:cubicBezTo>
                  <a:pt x="37110" y="30363"/>
                  <a:pt x="32050" y="33737"/>
                  <a:pt x="28676" y="38797"/>
                </a:cubicBezTo>
                <a:cubicBezTo>
                  <a:pt x="25302" y="42171"/>
                  <a:pt x="23616" y="48918"/>
                  <a:pt x="21929" y="55665"/>
                </a:cubicBezTo>
                <a:cubicBezTo>
                  <a:pt x="20242" y="60726"/>
                  <a:pt x="18555" y="69160"/>
                  <a:pt x="18555" y="77594"/>
                </a:cubicBezTo>
                <a:cubicBezTo>
                  <a:pt x="18555" y="86028"/>
                  <a:pt x="20242" y="92776"/>
                  <a:pt x="21929" y="99523"/>
                </a:cubicBezTo>
                <a:cubicBezTo>
                  <a:pt x="23616" y="106270"/>
                  <a:pt x="25302" y="111331"/>
                  <a:pt x="28676" y="116391"/>
                </a:cubicBezTo>
                <a:cubicBezTo>
                  <a:pt x="32050" y="119765"/>
                  <a:pt x="37110" y="123138"/>
                  <a:pt x="42171" y="124825"/>
                </a:cubicBezTo>
                <a:cubicBezTo>
                  <a:pt x="47231" y="128199"/>
                  <a:pt x="52292" y="128199"/>
                  <a:pt x="59039" y="128199"/>
                </a:cubicBezTo>
                <a:cubicBezTo>
                  <a:pt x="64099" y="128199"/>
                  <a:pt x="67473" y="128199"/>
                  <a:pt x="72534" y="126512"/>
                </a:cubicBezTo>
                <a:cubicBezTo>
                  <a:pt x="75907" y="124825"/>
                  <a:pt x="79281" y="124825"/>
                  <a:pt x="82655" y="123138"/>
                </a:cubicBezTo>
                <a:cubicBezTo>
                  <a:pt x="84341" y="121452"/>
                  <a:pt x="87715" y="119765"/>
                  <a:pt x="89402" y="118078"/>
                </a:cubicBezTo>
                <a:cubicBezTo>
                  <a:pt x="91089" y="116391"/>
                  <a:pt x="92776" y="116391"/>
                  <a:pt x="92776" y="116391"/>
                </a:cubicBezTo>
                <a:lnTo>
                  <a:pt x="94462" y="116391"/>
                </a:lnTo>
                <a:lnTo>
                  <a:pt x="94462" y="118078"/>
                </a:lnTo>
                <a:lnTo>
                  <a:pt x="96149" y="119765"/>
                </a:lnTo>
                <a:cubicBezTo>
                  <a:pt x="96149" y="121452"/>
                  <a:pt x="96149" y="123138"/>
                  <a:pt x="96149" y="1248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ACABC0-99AA-4066-9DAF-282CA85D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627" y="2932076"/>
            <a:ext cx="1594052" cy="145067"/>
          </a:xfrm>
          <a:custGeom xmlns:a="http://schemas.openxmlformats.org/drawingml/2006/main">
            <a:pathLst>
              <a:path w="1594052" h="145067">
                <a:moveTo>
                  <a:pt x="1594052" y="114704"/>
                </a:moveTo>
                <a:cubicBezTo>
                  <a:pt x="1594052" y="119765"/>
                  <a:pt x="1592366" y="124825"/>
                  <a:pt x="1590679" y="128199"/>
                </a:cubicBezTo>
                <a:cubicBezTo>
                  <a:pt x="1588992" y="131573"/>
                  <a:pt x="1587305" y="134946"/>
                  <a:pt x="1583931" y="136633"/>
                </a:cubicBezTo>
                <a:cubicBezTo>
                  <a:pt x="1580558" y="140007"/>
                  <a:pt x="1577184" y="141694"/>
                  <a:pt x="1572124" y="143380"/>
                </a:cubicBezTo>
                <a:cubicBezTo>
                  <a:pt x="1567063" y="143380"/>
                  <a:pt x="1563690" y="145067"/>
                  <a:pt x="1556942" y="145067"/>
                </a:cubicBezTo>
                <a:cubicBezTo>
                  <a:pt x="1555255" y="145067"/>
                  <a:pt x="1551882" y="145067"/>
                  <a:pt x="1548508" y="143380"/>
                </a:cubicBezTo>
                <a:cubicBezTo>
                  <a:pt x="1545134" y="143380"/>
                  <a:pt x="1543448" y="143380"/>
                  <a:pt x="1540074" y="141694"/>
                </a:cubicBezTo>
                <a:cubicBezTo>
                  <a:pt x="1538387" y="141694"/>
                  <a:pt x="1536700" y="140007"/>
                  <a:pt x="1535013" y="140007"/>
                </a:cubicBezTo>
                <a:cubicBezTo>
                  <a:pt x="1533327" y="138320"/>
                  <a:pt x="1531640" y="138320"/>
                  <a:pt x="1531640" y="136633"/>
                </a:cubicBezTo>
                <a:cubicBezTo>
                  <a:pt x="1529953" y="136633"/>
                  <a:pt x="1529953" y="134946"/>
                  <a:pt x="1529953" y="134946"/>
                </a:cubicBezTo>
                <a:cubicBezTo>
                  <a:pt x="1528266" y="133259"/>
                  <a:pt x="1528266" y="131573"/>
                  <a:pt x="1528266" y="129886"/>
                </a:cubicBezTo>
                <a:cubicBezTo>
                  <a:pt x="1528266" y="128199"/>
                  <a:pt x="1528266" y="126512"/>
                  <a:pt x="1528266" y="126512"/>
                </a:cubicBezTo>
                <a:cubicBezTo>
                  <a:pt x="1529953" y="124825"/>
                  <a:pt x="1529953" y="124825"/>
                  <a:pt x="1529953" y="123138"/>
                </a:cubicBezTo>
                <a:lnTo>
                  <a:pt x="1531640" y="123138"/>
                </a:lnTo>
                <a:cubicBezTo>
                  <a:pt x="1531640" y="123138"/>
                  <a:pt x="1533327" y="123138"/>
                  <a:pt x="1535013" y="123138"/>
                </a:cubicBezTo>
                <a:cubicBezTo>
                  <a:pt x="1536700" y="124825"/>
                  <a:pt x="1538387" y="124825"/>
                  <a:pt x="1540074" y="126512"/>
                </a:cubicBezTo>
                <a:cubicBezTo>
                  <a:pt x="1541761" y="128199"/>
                  <a:pt x="1545134" y="128199"/>
                  <a:pt x="1548508" y="129886"/>
                </a:cubicBezTo>
                <a:cubicBezTo>
                  <a:pt x="1550195" y="129886"/>
                  <a:pt x="1553569" y="131573"/>
                  <a:pt x="1558629" y="131573"/>
                </a:cubicBezTo>
                <a:cubicBezTo>
                  <a:pt x="1560316" y="131573"/>
                  <a:pt x="1563690" y="131573"/>
                  <a:pt x="1565376" y="129886"/>
                </a:cubicBezTo>
                <a:cubicBezTo>
                  <a:pt x="1568750" y="129886"/>
                  <a:pt x="1570437" y="128199"/>
                  <a:pt x="1572124" y="128199"/>
                </a:cubicBezTo>
                <a:cubicBezTo>
                  <a:pt x="1573810" y="126512"/>
                  <a:pt x="1575497" y="124825"/>
                  <a:pt x="1575497" y="123138"/>
                </a:cubicBezTo>
                <a:cubicBezTo>
                  <a:pt x="1577184" y="121452"/>
                  <a:pt x="1577184" y="119765"/>
                  <a:pt x="1577184" y="116391"/>
                </a:cubicBezTo>
                <a:cubicBezTo>
                  <a:pt x="1577184" y="114704"/>
                  <a:pt x="1577184" y="111331"/>
                  <a:pt x="1575497" y="109644"/>
                </a:cubicBezTo>
                <a:cubicBezTo>
                  <a:pt x="1573810" y="107957"/>
                  <a:pt x="1572124" y="106270"/>
                  <a:pt x="1570437" y="104583"/>
                </a:cubicBezTo>
                <a:cubicBezTo>
                  <a:pt x="1567063" y="104583"/>
                  <a:pt x="1565376" y="102897"/>
                  <a:pt x="1562003" y="101210"/>
                </a:cubicBezTo>
                <a:cubicBezTo>
                  <a:pt x="1560316" y="101210"/>
                  <a:pt x="1556942" y="99523"/>
                  <a:pt x="1553569" y="97836"/>
                </a:cubicBezTo>
                <a:cubicBezTo>
                  <a:pt x="1551882" y="97836"/>
                  <a:pt x="1548508" y="96149"/>
                  <a:pt x="1545134" y="94462"/>
                </a:cubicBezTo>
                <a:cubicBezTo>
                  <a:pt x="1543448" y="92776"/>
                  <a:pt x="1540074" y="91089"/>
                  <a:pt x="1538387" y="89402"/>
                </a:cubicBezTo>
                <a:cubicBezTo>
                  <a:pt x="1536700" y="87715"/>
                  <a:pt x="1535013" y="84341"/>
                  <a:pt x="1533327" y="80968"/>
                </a:cubicBezTo>
                <a:cubicBezTo>
                  <a:pt x="1531640" y="79281"/>
                  <a:pt x="1531640" y="75907"/>
                  <a:pt x="1531640" y="70847"/>
                </a:cubicBezTo>
                <a:cubicBezTo>
                  <a:pt x="1531640" y="67473"/>
                  <a:pt x="1531640" y="64099"/>
                  <a:pt x="1533327" y="60726"/>
                </a:cubicBezTo>
                <a:cubicBezTo>
                  <a:pt x="1535013" y="57352"/>
                  <a:pt x="1536700" y="53978"/>
                  <a:pt x="1540074" y="52292"/>
                </a:cubicBezTo>
                <a:cubicBezTo>
                  <a:pt x="1541761" y="48918"/>
                  <a:pt x="1545134" y="47231"/>
                  <a:pt x="1550195" y="45544"/>
                </a:cubicBezTo>
                <a:cubicBezTo>
                  <a:pt x="1553569" y="43858"/>
                  <a:pt x="1558629" y="43858"/>
                  <a:pt x="1563690" y="43858"/>
                </a:cubicBezTo>
                <a:cubicBezTo>
                  <a:pt x="1567063" y="43858"/>
                  <a:pt x="1568750" y="43858"/>
                  <a:pt x="1572124" y="43858"/>
                </a:cubicBezTo>
                <a:cubicBezTo>
                  <a:pt x="1573810" y="45544"/>
                  <a:pt x="1577184" y="45544"/>
                  <a:pt x="1578871" y="45544"/>
                </a:cubicBezTo>
                <a:cubicBezTo>
                  <a:pt x="1580558" y="47231"/>
                  <a:pt x="1582245" y="47231"/>
                  <a:pt x="1583931" y="47231"/>
                </a:cubicBezTo>
                <a:cubicBezTo>
                  <a:pt x="1585618" y="48918"/>
                  <a:pt x="1585618" y="48918"/>
                  <a:pt x="1587305" y="50605"/>
                </a:cubicBezTo>
                <a:lnTo>
                  <a:pt x="1588992" y="52292"/>
                </a:lnTo>
                <a:lnTo>
                  <a:pt x="1588992" y="53978"/>
                </a:lnTo>
                <a:cubicBezTo>
                  <a:pt x="1588992" y="55665"/>
                  <a:pt x="1588992" y="55665"/>
                  <a:pt x="1588992" y="57352"/>
                </a:cubicBezTo>
                <a:cubicBezTo>
                  <a:pt x="1588992" y="59039"/>
                  <a:pt x="1588992" y="59039"/>
                  <a:pt x="1588992" y="60726"/>
                </a:cubicBezTo>
                <a:lnTo>
                  <a:pt x="1588992" y="62413"/>
                </a:lnTo>
                <a:cubicBezTo>
                  <a:pt x="1587305" y="62413"/>
                  <a:pt x="1587305" y="64099"/>
                  <a:pt x="1587305" y="64099"/>
                </a:cubicBezTo>
                <a:lnTo>
                  <a:pt x="1585618" y="64099"/>
                </a:lnTo>
                <a:lnTo>
                  <a:pt x="1583931" y="62413"/>
                </a:lnTo>
                <a:cubicBezTo>
                  <a:pt x="1582245" y="62413"/>
                  <a:pt x="1580558" y="60726"/>
                  <a:pt x="1578871" y="60726"/>
                </a:cubicBezTo>
                <a:cubicBezTo>
                  <a:pt x="1577184" y="59039"/>
                  <a:pt x="1575497" y="59039"/>
                  <a:pt x="1572124" y="57352"/>
                </a:cubicBezTo>
                <a:cubicBezTo>
                  <a:pt x="1570437" y="57352"/>
                  <a:pt x="1567063" y="57352"/>
                  <a:pt x="1563690" y="57352"/>
                </a:cubicBezTo>
                <a:cubicBezTo>
                  <a:pt x="1562003" y="57352"/>
                  <a:pt x="1558629" y="57352"/>
                  <a:pt x="1556942" y="57352"/>
                </a:cubicBezTo>
                <a:cubicBezTo>
                  <a:pt x="1555255" y="59039"/>
                  <a:pt x="1553569" y="59039"/>
                  <a:pt x="1551882" y="60726"/>
                </a:cubicBezTo>
                <a:cubicBezTo>
                  <a:pt x="1550195" y="62413"/>
                  <a:pt x="1548508" y="62413"/>
                  <a:pt x="1548508" y="64099"/>
                </a:cubicBezTo>
                <a:cubicBezTo>
                  <a:pt x="1546821" y="65786"/>
                  <a:pt x="1546821" y="67473"/>
                  <a:pt x="1546821" y="70847"/>
                </a:cubicBezTo>
                <a:cubicBezTo>
                  <a:pt x="1546821" y="72534"/>
                  <a:pt x="1548508" y="74220"/>
                  <a:pt x="1548508" y="77594"/>
                </a:cubicBezTo>
                <a:cubicBezTo>
                  <a:pt x="1550195" y="79281"/>
                  <a:pt x="1551882" y="80968"/>
                  <a:pt x="1555255" y="80968"/>
                </a:cubicBezTo>
                <a:cubicBezTo>
                  <a:pt x="1556942" y="82655"/>
                  <a:pt x="1558629" y="84341"/>
                  <a:pt x="1562003" y="86028"/>
                </a:cubicBezTo>
                <a:cubicBezTo>
                  <a:pt x="1565376" y="86028"/>
                  <a:pt x="1567063" y="87715"/>
                  <a:pt x="1570437" y="87715"/>
                </a:cubicBezTo>
                <a:cubicBezTo>
                  <a:pt x="1573810" y="89402"/>
                  <a:pt x="1575497" y="91089"/>
                  <a:pt x="1578871" y="92776"/>
                </a:cubicBezTo>
                <a:cubicBezTo>
                  <a:pt x="1582245" y="94462"/>
                  <a:pt x="1583931" y="96149"/>
                  <a:pt x="1585618" y="97836"/>
                </a:cubicBezTo>
                <a:cubicBezTo>
                  <a:pt x="1588992" y="99523"/>
                  <a:pt x="1590679" y="102897"/>
                  <a:pt x="1592366" y="104583"/>
                </a:cubicBezTo>
                <a:cubicBezTo>
                  <a:pt x="1592366" y="107957"/>
                  <a:pt x="1594052" y="111331"/>
                  <a:pt x="1594052" y="114704"/>
                </a:cubicBezTo>
                <a:close/>
                <a:moveTo>
                  <a:pt x="1492843" y="86028"/>
                </a:moveTo>
                <a:cubicBezTo>
                  <a:pt x="1494530" y="75907"/>
                  <a:pt x="1491156" y="69160"/>
                  <a:pt x="1487782" y="64099"/>
                </a:cubicBezTo>
                <a:cubicBezTo>
                  <a:pt x="1482722" y="59039"/>
                  <a:pt x="1477661" y="57352"/>
                  <a:pt x="1469227" y="57352"/>
                </a:cubicBezTo>
                <a:cubicBezTo>
                  <a:pt x="1465854" y="57352"/>
                  <a:pt x="1460793" y="57352"/>
                  <a:pt x="1459106" y="59039"/>
                </a:cubicBezTo>
                <a:cubicBezTo>
                  <a:pt x="1455733" y="60726"/>
                  <a:pt x="1452359" y="62413"/>
                  <a:pt x="1450672" y="65786"/>
                </a:cubicBezTo>
                <a:cubicBezTo>
                  <a:pt x="1448985" y="67473"/>
                  <a:pt x="1447298" y="70847"/>
                  <a:pt x="1445612" y="74220"/>
                </a:cubicBezTo>
                <a:cubicBezTo>
                  <a:pt x="1443925" y="77594"/>
                  <a:pt x="1443925" y="80968"/>
                  <a:pt x="1443925" y="86028"/>
                </a:cubicBezTo>
                <a:lnTo>
                  <a:pt x="1492843" y="86028"/>
                </a:lnTo>
                <a:close/>
                <a:moveTo>
                  <a:pt x="1509711" y="91089"/>
                </a:moveTo>
                <a:cubicBezTo>
                  <a:pt x="1509711" y="92776"/>
                  <a:pt x="1509711" y="94462"/>
                  <a:pt x="1508024" y="96149"/>
                </a:cubicBezTo>
                <a:cubicBezTo>
                  <a:pt x="1506337" y="97836"/>
                  <a:pt x="1506337" y="97836"/>
                  <a:pt x="1504651" y="97836"/>
                </a:cubicBezTo>
                <a:lnTo>
                  <a:pt x="1443925" y="97836"/>
                </a:lnTo>
                <a:cubicBezTo>
                  <a:pt x="1443925" y="102897"/>
                  <a:pt x="1443925" y="107957"/>
                  <a:pt x="1445612" y="111331"/>
                </a:cubicBezTo>
                <a:cubicBezTo>
                  <a:pt x="1445612" y="114704"/>
                  <a:pt x="1447298" y="119765"/>
                  <a:pt x="1450672" y="121452"/>
                </a:cubicBezTo>
                <a:cubicBezTo>
                  <a:pt x="1452359" y="124825"/>
                  <a:pt x="1455733" y="126512"/>
                  <a:pt x="1459106" y="128199"/>
                </a:cubicBezTo>
                <a:cubicBezTo>
                  <a:pt x="1464167" y="129886"/>
                  <a:pt x="1467540" y="131573"/>
                  <a:pt x="1474288" y="131573"/>
                </a:cubicBezTo>
                <a:cubicBezTo>
                  <a:pt x="1477661" y="131573"/>
                  <a:pt x="1481035" y="129886"/>
                  <a:pt x="1484409" y="129886"/>
                </a:cubicBezTo>
                <a:cubicBezTo>
                  <a:pt x="1489469" y="129886"/>
                  <a:pt x="1491156" y="128199"/>
                  <a:pt x="1494530" y="128199"/>
                </a:cubicBezTo>
                <a:cubicBezTo>
                  <a:pt x="1496216" y="126512"/>
                  <a:pt x="1497903" y="126512"/>
                  <a:pt x="1499590" y="124825"/>
                </a:cubicBezTo>
                <a:cubicBezTo>
                  <a:pt x="1501277" y="124825"/>
                  <a:pt x="1502964" y="124825"/>
                  <a:pt x="1504651" y="124825"/>
                </a:cubicBezTo>
                <a:lnTo>
                  <a:pt x="1506337" y="124825"/>
                </a:lnTo>
                <a:cubicBezTo>
                  <a:pt x="1506337" y="126512"/>
                  <a:pt x="1506337" y="126512"/>
                  <a:pt x="1506337" y="128199"/>
                </a:cubicBezTo>
                <a:lnTo>
                  <a:pt x="1506337" y="129886"/>
                </a:lnTo>
                <a:cubicBezTo>
                  <a:pt x="1506337" y="131573"/>
                  <a:pt x="1506337" y="131573"/>
                  <a:pt x="1506337" y="133259"/>
                </a:cubicBezTo>
                <a:lnTo>
                  <a:pt x="1506337" y="134946"/>
                </a:lnTo>
                <a:lnTo>
                  <a:pt x="1506337" y="136633"/>
                </a:lnTo>
                <a:lnTo>
                  <a:pt x="1504651" y="136633"/>
                </a:lnTo>
                <a:cubicBezTo>
                  <a:pt x="1504651" y="136633"/>
                  <a:pt x="1502964" y="138320"/>
                  <a:pt x="1501277" y="138320"/>
                </a:cubicBezTo>
                <a:cubicBezTo>
                  <a:pt x="1499590" y="140007"/>
                  <a:pt x="1497903" y="140007"/>
                  <a:pt x="1494530" y="141694"/>
                </a:cubicBezTo>
                <a:cubicBezTo>
                  <a:pt x="1491156" y="141694"/>
                  <a:pt x="1487782" y="143380"/>
                  <a:pt x="1484409" y="143380"/>
                </a:cubicBezTo>
                <a:cubicBezTo>
                  <a:pt x="1481035" y="145067"/>
                  <a:pt x="1475974" y="145067"/>
                  <a:pt x="1472601" y="145067"/>
                </a:cubicBezTo>
                <a:cubicBezTo>
                  <a:pt x="1464167" y="145067"/>
                  <a:pt x="1457419" y="143380"/>
                  <a:pt x="1452359" y="141694"/>
                </a:cubicBezTo>
                <a:cubicBezTo>
                  <a:pt x="1447298" y="140007"/>
                  <a:pt x="1442238" y="136633"/>
                  <a:pt x="1437177" y="131573"/>
                </a:cubicBezTo>
                <a:cubicBezTo>
                  <a:pt x="1433804" y="128199"/>
                  <a:pt x="1430430" y="123138"/>
                  <a:pt x="1428743" y="116391"/>
                </a:cubicBezTo>
                <a:cubicBezTo>
                  <a:pt x="1427056" y="109644"/>
                  <a:pt x="1425370" y="102897"/>
                  <a:pt x="1425370" y="94462"/>
                </a:cubicBezTo>
                <a:cubicBezTo>
                  <a:pt x="1425370" y="86028"/>
                  <a:pt x="1427056" y="79281"/>
                  <a:pt x="1428743" y="74220"/>
                </a:cubicBezTo>
                <a:cubicBezTo>
                  <a:pt x="1432117" y="67473"/>
                  <a:pt x="1433804" y="62413"/>
                  <a:pt x="1438864" y="57352"/>
                </a:cubicBezTo>
                <a:cubicBezTo>
                  <a:pt x="1442238" y="52292"/>
                  <a:pt x="1447298" y="48918"/>
                  <a:pt x="1452359" y="47231"/>
                </a:cubicBezTo>
                <a:cubicBezTo>
                  <a:pt x="1457419" y="45544"/>
                  <a:pt x="1464167" y="43858"/>
                  <a:pt x="1470914" y="43858"/>
                </a:cubicBezTo>
                <a:cubicBezTo>
                  <a:pt x="1477661" y="43858"/>
                  <a:pt x="1482722" y="45544"/>
                  <a:pt x="1487782" y="47231"/>
                </a:cubicBezTo>
                <a:cubicBezTo>
                  <a:pt x="1492843" y="48918"/>
                  <a:pt x="1497903" y="52292"/>
                  <a:pt x="1501277" y="57352"/>
                </a:cubicBezTo>
                <a:cubicBezTo>
                  <a:pt x="1504651" y="60726"/>
                  <a:pt x="1506337" y="65786"/>
                  <a:pt x="1508024" y="70847"/>
                </a:cubicBezTo>
                <a:cubicBezTo>
                  <a:pt x="1509711" y="75907"/>
                  <a:pt x="1509711" y="80968"/>
                  <a:pt x="1509711" y="87715"/>
                </a:cubicBezTo>
                <a:lnTo>
                  <a:pt x="1509711" y="91089"/>
                </a:lnTo>
                <a:close/>
                <a:moveTo>
                  <a:pt x="1410188" y="126512"/>
                </a:moveTo>
                <a:cubicBezTo>
                  <a:pt x="1410188" y="126512"/>
                  <a:pt x="1410188" y="128199"/>
                  <a:pt x="1410188" y="129886"/>
                </a:cubicBezTo>
                <a:lnTo>
                  <a:pt x="1410188" y="131573"/>
                </a:lnTo>
                <a:lnTo>
                  <a:pt x="1410188" y="133259"/>
                </a:lnTo>
                <a:cubicBezTo>
                  <a:pt x="1408501" y="133259"/>
                  <a:pt x="1408501" y="133259"/>
                  <a:pt x="1408501" y="134946"/>
                </a:cubicBezTo>
                <a:cubicBezTo>
                  <a:pt x="1406815" y="134946"/>
                  <a:pt x="1405128" y="136633"/>
                  <a:pt x="1403441" y="138320"/>
                </a:cubicBezTo>
                <a:cubicBezTo>
                  <a:pt x="1401754" y="138320"/>
                  <a:pt x="1400067" y="140007"/>
                  <a:pt x="1396694" y="141694"/>
                </a:cubicBezTo>
                <a:cubicBezTo>
                  <a:pt x="1393320" y="141694"/>
                  <a:pt x="1391633" y="143380"/>
                  <a:pt x="1388259" y="143380"/>
                </a:cubicBezTo>
                <a:cubicBezTo>
                  <a:pt x="1384886" y="145067"/>
                  <a:pt x="1381512" y="145067"/>
                  <a:pt x="1379825" y="145067"/>
                </a:cubicBezTo>
                <a:cubicBezTo>
                  <a:pt x="1373078" y="145067"/>
                  <a:pt x="1366331" y="143380"/>
                  <a:pt x="1361270" y="141694"/>
                </a:cubicBezTo>
                <a:cubicBezTo>
                  <a:pt x="1356210" y="138320"/>
                  <a:pt x="1352836" y="136633"/>
                  <a:pt x="1349462" y="131573"/>
                </a:cubicBezTo>
                <a:cubicBezTo>
                  <a:pt x="1346089" y="128199"/>
                  <a:pt x="1342715" y="123138"/>
                  <a:pt x="1341028" y="116391"/>
                </a:cubicBezTo>
                <a:cubicBezTo>
                  <a:pt x="1339341" y="109644"/>
                  <a:pt x="1337655" y="102897"/>
                  <a:pt x="1337655" y="96149"/>
                </a:cubicBezTo>
                <a:cubicBezTo>
                  <a:pt x="1337655" y="86028"/>
                  <a:pt x="1339341" y="79281"/>
                  <a:pt x="1341028" y="72534"/>
                </a:cubicBezTo>
                <a:cubicBezTo>
                  <a:pt x="1344402" y="65786"/>
                  <a:pt x="1346089" y="60726"/>
                  <a:pt x="1351149" y="55665"/>
                </a:cubicBezTo>
                <a:cubicBezTo>
                  <a:pt x="1354523" y="52292"/>
                  <a:pt x="1359583" y="48918"/>
                  <a:pt x="1364644" y="47231"/>
                </a:cubicBezTo>
                <a:cubicBezTo>
                  <a:pt x="1369704" y="45544"/>
                  <a:pt x="1374765" y="43858"/>
                  <a:pt x="1381512" y="43858"/>
                </a:cubicBezTo>
                <a:cubicBezTo>
                  <a:pt x="1383199" y="43858"/>
                  <a:pt x="1386573" y="43858"/>
                  <a:pt x="1389946" y="45544"/>
                </a:cubicBezTo>
                <a:cubicBezTo>
                  <a:pt x="1391633" y="45544"/>
                  <a:pt x="1395007" y="45544"/>
                  <a:pt x="1396694" y="47231"/>
                </a:cubicBezTo>
                <a:cubicBezTo>
                  <a:pt x="1400067" y="47231"/>
                  <a:pt x="1401754" y="48918"/>
                  <a:pt x="1403441" y="50605"/>
                </a:cubicBezTo>
                <a:cubicBezTo>
                  <a:pt x="1405128" y="50605"/>
                  <a:pt x="1406815" y="52292"/>
                  <a:pt x="1406815" y="52292"/>
                </a:cubicBezTo>
                <a:cubicBezTo>
                  <a:pt x="1408501" y="53978"/>
                  <a:pt x="1408501" y="53978"/>
                  <a:pt x="1408501" y="55665"/>
                </a:cubicBezTo>
                <a:cubicBezTo>
                  <a:pt x="1408501" y="55665"/>
                  <a:pt x="1410188" y="55665"/>
                  <a:pt x="1410188" y="57352"/>
                </a:cubicBezTo>
                <a:lnTo>
                  <a:pt x="1410188" y="59039"/>
                </a:lnTo>
                <a:cubicBezTo>
                  <a:pt x="1410188" y="59039"/>
                  <a:pt x="1410188" y="60726"/>
                  <a:pt x="1410188" y="62413"/>
                </a:cubicBezTo>
                <a:cubicBezTo>
                  <a:pt x="1410188" y="64099"/>
                  <a:pt x="1410188" y="65786"/>
                  <a:pt x="1408501" y="67473"/>
                </a:cubicBezTo>
                <a:cubicBezTo>
                  <a:pt x="1408501" y="69160"/>
                  <a:pt x="1408501" y="69160"/>
                  <a:pt x="1406815" y="69160"/>
                </a:cubicBezTo>
                <a:cubicBezTo>
                  <a:pt x="1406815" y="69160"/>
                  <a:pt x="1405128" y="69160"/>
                  <a:pt x="1403441" y="67473"/>
                </a:cubicBezTo>
                <a:cubicBezTo>
                  <a:pt x="1401754" y="65786"/>
                  <a:pt x="1400067" y="64099"/>
                  <a:pt x="1398380" y="64099"/>
                </a:cubicBezTo>
                <a:cubicBezTo>
                  <a:pt x="1396694" y="62413"/>
                  <a:pt x="1393320" y="60726"/>
                  <a:pt x="1391633" y="59039"/>
                </a:cubicBezTo>
                <a:cubicBezTo>
                  <a:pt x="1388259" y="59039"/>
                  <a:pt x="1384886" y="57352"/>
                  <a:pt x="1381512" y="57352"/>
                </a:cubicBezTo>
                <a:cubicBezTo>
                  <a:pt x="1373078" y="57352"/>
                  <a:pt x="1366331" y="60726"/>
                  <a:pt x="1362957" y="67473"/>
                </a:cubicBezTo>
                <a:cubicBezTo>
                  <a:pt x="1357897" y="74220"/>
                  <a:pt x="1356210" y="82655"/>
                  <a:pt x="1356210" y="94462"/>
                </a:cubicBezTo>
                <a:cubicBezTo>
                  <a:pt x="1356210" y="101210"/>
                  <a:pt x="1356210" y="106270"/>
                  <a:pt x="1357897" y="109644"/>
                </a:cubicBezTo>
                <a:cubicBezTo>
                  <a:pt x="1357897" y="114704"/>
                  <a:pt x="1359583" y="118078"/>
                  <a:pt x="1362957" y="121452"/>
                </a:cubicBezTo>
                <a:cubicBezTo>
                  <a:pt x="1364644" y="124825"/>
                  <a:pt x="1368017" y="126512"/>
                  <a:pt x="1369704" y="128199"/>
                </a:cubicBezTo>
                <a:cubicBezTo>
                  <a:pt x="1373078" y="129886"/>
                  <a:pt x="1376452" y="129886"/>
                  <a:pt x="1381512" y="129886"/>
                </a:cubicBezTo>
                <a:cubicBezTo>
                  <a:pt x="1384886" y="129886"/>
                  <a:pt x="1388259" y="129886"/>
                  <a:pt x="1391633" y="128199"/>
                </a:cubicBezTo>
                <a:cubicBezTo>
                  <a:pt x="1395007" y="126512"/>
                  <a:pt x="1396694" y="124825"/>
                  <a:pt x="1398380" y="124825"/>
                </a:cubicBezTo>
                <a:cubicBezTo>
                  <a:pt x="1401754" y="123138"/>
                  <a:pt x="1403441" y="121452"/>
                  <a:pt x="1405128" y="119765"/>
                </a:cubicBezTo>
                <a:cubicBezTo>
                  <a:pt x="1405128" y="119765"/>
                  <a:pt x="1406815" y="118078"/>
                  <a:pt x="1408501" y="118078"/>
                </a:cubicBezTo>
                <a:lnTo>
                  <a:pt x="1410188" y="119765"/>
                </a:lnTo>
                <a:cubicBezTo>
                  <a:pt x="1410188" y="121452"/>
                  <a:pt x="1410188" y="121452"/>
                  <a:pt x="1410188" y="123138"/>
                </a:cubicBezTo>
                <a:cubicBezTo>
                  <a:pt x="1410188" y="123138"/>
                  <a:pt x="1410188" y="124825"/>
                  <a:pt x="1410188" y="126512"/>
                </a:cubicBezTo>
                <a:close/>
                <a:moveTo>
                  <a:pt x="1314039" y="140007"/>
                </a:moveTo>
                <a:lnTo>
                  <a:pt x="1314039" y="141694"/>
                </a:lnTo>
                <a:lnTo>
                  <a:pt x="1312352" y="141694"/>
                </a:lnTo>
                <a:cubicBezTo>
                  <a:pt x="1310665" y="143380"/>
                  <a:pt x="1310665" y="143380"/>
                  <a:pt x="1308979" y="143380"/>
                </a:cubicBezTo>
                <a:cubicBezTo>
                  <a:pt x="1308979" y="143380"/>
                  <a:pt x="1307292" y="143380"/>
                  <a:pt x="1305605" y="143380"/>
                </a:cubicBezTo>
                <a:cubicBezTo>
                  <a:pt x="1303918" y="143380"/>
                  <a:pt x="1302231" y="143380"/>
                  <a:pt x="1300544" y="143380"/>
                </a:cubicBezTo>
                <a:cubicBezTo>
                  <a:pt x="1300544" y="143380"/>
                  <a:pt x="1298858" y="143380"/>
                  <a:pt x="1298858" y="141694"/>
                </a:cubicBezTo>
                <a:lnTo>
                  <a:pt x="1297171" y="141694"/>
                </a:lnTo>
                <a:lnTo>
                  <a:pt x="1297171" y="140007"/>
                </a:lnTo>
                <a:lnTo>
                  <a:pt x="1297171" y="86028"/>
                </a:lnTo>
                <a:cubicBezTo>
                  <a:pt x="1297171" y="80968"/>
                  <a:pt x="1297171" y="77594"/>
                  <a:pt x="1295484" y="74220"/>
                </a:cubicBezTo>
                <a:cubicBezTo>
                  <a:pt x="1295484" y="70847"/>
                  <a:pt x="1293797" y="67473"/>
                  <a:pt x="1292110" y="65786"/>
                </a:cubicBezTo>
                <a:cubicBezTo>
                  <a:pt x="1290423" y="62413"/>
                  <a:pt x="1288737" y="60726"/>
                  <a:pt x="1285363" y="60726"/>
                </a:cubicBezTo>
                <a:cubicBezTo>
                  <a:pt x="1283676" y="59039"/>
                  <a:pt x="1280302" y="59039"/>
                  <a:pt x="1276929" y="59039"/>
                </a:cubicBezTo>
                <a:cubicBezTo>
                  <a:pt x="1273555" y="59039"/>
                  <a:pt x="1268495" y="60726"/>
                  <a:pt x="1265121" y="62413"/>
                </a:cubicBezTo>
                <a:cubicBezTo>
                  <a:pt x="1260060" y="65786"/>
                  <a:pt x="1256687" y="70847"/>
                  <a:pt x="1251626" y="75907"/>
                </a:cubicBezTo>
                <a:lnTo>
                  <a:pt x="1251626" y="140007"/>
                </a:lnTo>
                <a:lnTo>
                  <a:pt x="1251626" y="141694"/>
                </a:lnTo>
                <a:lnTo>
                  <a:pt x="1249940" y="141694"/>
                </a:lnTo>
                <a:cubicBezTo>
                  <a:pt x="1249940" y="143380"/>
                  <a:pt x="1248253" y="143380"/>
                  <a:pt x="1246566" y="143380"/>
                </a:cubicBezTo>
                <a:cubicBezTo>
                  <a:pt x="1246566" y="143380"/>
                  <a:pt x="1244879" y="143380"/>
                  <a:pt x="1243192" y="143380"/>
                </a:cubicBezTo>
                <a:cubicBezTo>
                  <a:pt x="1241505" y="143380"/>
                  <a:pt x="1239819" y="143380"/>
                  <a:pt x="1239819" y="143380"/>
                </a:cubicBezTo>
                <a:cubicBezTo>
                  <a:pt x="1238132" y="143380"/>
                  <a:pt x="1236445" y="143380"/>
                  <a:pt x="1236445" y="141694"/>
                </a:cubicBezTo>
                <a:lnTo>
                  <a:pt x="1234758" y="141694"/>
                </a:lnTo>
                <a:lnTo>
                  <a:pt x="1234758" y="140007"/>
                </a:lnTo>
                <a:lnTo>
                  <a:pt x="1234758" y="48918"/>
                </a:lnTo>
                <a:lnTo>
                  <a:pt x="1234758" y="47231"/>
                </a:lnTo>
                <a:lnTo>
                  <a:pt x="1236445" y="45544"/>
                </a:lnTo>
                <a:lnTo>
                  <a:pt x="1238132" y="45544"/>
                </a:lnTo>
                <a:cubicBezTo>
                  <a:pt x="1239819" y="45544"/>
                  <a:pt x="1241505" y="45544"/>
                  <a:pt x="1243192" y="45544"/>
                </a:cubicBezTo>
                <a:cubicBezTo>
                  <a:pt x="1243192" y="45544"/>
                  <a:pt x="1244879" y="45544"/>
                  <a:pt x="1246566" y="45544"/>
                </a:cubicBezTo>
                <a:lnTo>
                  <a:pt x="1248253" y="45544"/>
                </a:lnTo>
                <a:lnTo>
                  <a:pt x="1249940" y="47231"/>
                </a:lnTo>
                <a:lnTo>
                  <a:pt x="1249940" y="48918"/>
                </a:lnTo>
                <a:lnTo>
                  <a:pt x="1249940" y="60726"/>
                </a:lnTo>
                <a:cubicBezTo>
                  <a:pt x="1255000" y="53978"/>
                  <a:pt x="1260060" y="50605"/>
                  <a:pt x="1265121" y="47231"/>
                </a:cubicBezTo>
                <a:cubicBezTo>
                  <a:pt x="1270181" y="45544"/>
                  <a:pt x="1275242" y="43858"/>
                  <a:pt x="1280302" y="43858"/>
                </a:cubicBezTo>
                <a:cubicBezTo>
                  <a:pt x="1287050" y="43858"/>
                  <a:pt x="1292110" y="45544"/>
                  <a:pt x="1297171" y="47231"/>
                </a:cubicBezTo>
                <a:cubicBezTo>
                  <a:pt x="1300544" y="48918"/>
                  <a:pt x="1303918" y="52292"/>
                  <a:pt x="1307292" y="55665"/>
                </a:cubicBezTo>
                <a:cubicBezTo>
                  <a:pt x="1308979" y="59039"/>
                  <a:pt x="1310665" y="62413"/>
                  <a:pt x="1312352" y="67473"/>
                </a:cubicBezTo>
                <a:cubicBezTo>
                  <a:pt x="1312352" y="72534"/>
                  <a:pt x="1314039" y="77594"/>
                  <a:pt x="1314039" y="84341"/>
                </a:cubicBezTo>
                <a:lnTo>
                  <a:pt x="1314039" y="140007"/>
                </a:lnTo>
                <a:close/>
                <a:moveTo>
                  <a:pt x="1187527" y="97836"/>
                </a:moveTo>
                <a:lnTo>
                  <a:pt x="1172345" y="97836"/>
                </a:lnTo>
                <a:cubicBezTo>
                  <a:pt x="1168972" y="97836"/>
                  <a:pt x="1163911" y="99523"/>
                  <a:pt x="1160538" y="99523"/>
                </a:cubicBezTo>
                <a:cubicBezTo>
                  <a:pt x="1157164" y="99523"/>
                  <a:pt x="1155477" y="101210"/>
                  <a:pt x="1152104" y="102897"/>
                </a:cubicBezTo>
                <a:cubicBezTo>
                  <a:pt x="1150417" y="104583"/>
                  <a:pt x="1148730" y="106270"/>
                  <a:pt x="1147043" y="107957"/>
                </a:cubicBezTo>
                <a:cubicBezTo>
                  <a:pt x="1147043" y="111331"/>
                  <a:pt x="1145356" y="113017"/>
                  <a:pt x="1145356" y="116391"/>
                </a:cubicBezTo>
                <a:cubicBezTo>
                  <a:pt x="1145356" y="119765"/>
                  <a:pt x="1147043" y="124825"/>
                  <a:pt x="1150417" y="126512"/>
                </a:cubicBezTo>
                <a:cubicBezTo>
                  <a:pt x="1153790" y="129886"/>
                  <a:pt x="1157164" y="131573"/>
                  <a:pt x="1163911" y="131573"/>
                </a:cubicBezTo>
                <a:cubicBezTo>
                  <a:pt x="1167285" y="131573"/>
                  <a:pt x="1172345" y="129886"/>
                  <a:pt x="1175719" y="128199"/>
                </a:cubicBezTo>
                <a:cubicBezTo>
                  <a:pt x="1179093" y="126512"/>
                  <a:pt x="1182466" y="123138"/>
                  <a:pt x="1187527" y="118078"/>
                </a:cubicBezTo>
                <a:lnTo>
                  <a:pt x="1187527" y="97836"/>
                </a:lnTo>
                <a:close/>
                <a:moveTo>
                  <a:pt x="1204395" y="140007"/>
                </a:moveTo>
                <a:cubicBezTo>
                  <a:pt x="1204395" y="141694"/>
                  <a:pt x="1204395" y="141694"/>
                  <a:pt x="1202708" y="141694"/>
                </a:cubicBezTo>
                <a:cubicBezTo>
                  <a:pt x="1202708" y="141694"/>
                  <a:pt x="1202708" y="143380"/>
                  <a:pt x="1201022" y="143380"/>
                </a:cubicBezTo>
                <a:cubicBezTo>
                  <a:pt x="1199335" y="143380"/>
                  <a:pt x="1199335" y="143380"/>
                  <a:pt x="1195961" y="143380"/>
                </a:cubicBezTo>
                <a:cubicBezTo>
                  <a:pt x="1194274" y="143380"/>
                  <a:pt x="1194274" y="143380"/>
                  <a:pt x="1192587" y="143380"/>
                </a:cubicBezTo>
                <a:cubicBezTo>
                  <a:pt x="1190901" y="143380"/>
                  <a:pt x="1190901" y="141694"/>
                  <a:pt x="1190901" y="141694"/>
                </a:cubicBezTo>
                <a:cubicBezTo>
                  <a:pt x="1189214" y="141694"/>
                  <a:pt x="1189214" y="141694"/>
                  <a:pt x="1189214" y="140007"/>
                </a:cubicBezTo>
                <a:lnTo>
                  <a:pt x="1189214" y="131573"/>
                </a:lnTo>
                <a:cubicBezTo>
                  <a:pt x="1185840" y="134946"/>
                  <a:pt x="1180780" y="138320"/>
                  <a:pt x="1175719" y="141694"/>
                </a:cubicBezTo>
                <a:cubicBezTo>
                  <a:pt x="1170659" y="143380"/>
                  <a:pt x="1165598" y="145067"/>
                  <a:pt x="1160538" y="145067"/>
                </a:cubicBezTo>
                <a:cubicBezTo>
                  <a:pt x="1155477" y="145067"/>
                  <a:pt x="1152104" y="143380"/>
                  <a:pt x="1147043" y="143380"/>
                </a:cubicBezTo>
                <a:cubicBezTo>
                  <a:pt x="1143669" y="141694"/>
                  <a:pt x="1140296" y="140007"/>
                  <a:pt x="1136922" y="136633"/>
                </a:cubicBezTo>
                <a:cubicBezTo>
                  <a:pt x="1135235" y="134946"/>
                  <a:pt x="1131862" y="131573"/>
                  <a:pt x="1131862" y="128199"/>
                </a:cubicBezTo>
                <a:cubicBezTo>
                  <a:pt x="1130175" y="124825"/>
                  <a:pt x="1128488" y="121452"/>
                  <a:pt x="1128488" y="116391"/>
                </a:cubicBezTo>
                <a:cubicBezTo>
                  <a:pt x="1128488" y="111331"/>
                  <a:pt x="1130175" y="106270"/>
                  <a:pt x="1131862" y="102897"/>
                </a:cubicBezTo>
                <a:cubicBezTo>
                  <a:pt x="1133548" y="99523"/>
                  <a:pt x="1136922" y="96149"/>
                  <a:pt x="1140296" y="94462"/>
                </a:cubicBezTo>
                <a:cubicBezTo>
                  <a:pt x="1145356" y="91089"/>
                  <a:pt x="1150417" y="89402"/>
                  <a:pt x="1155477" y="87715"/>
                </a:cubicBezTo>
                <a:cubicBezTo>
                  <a:pt x="1160538" y="86028"/>
                  <a:pt x="1167285" y="86028"/>
                  <a:pt x="1174032" y="86028"/>
                </a:cubicBezTo>
                <a:lnTo>
                  <a:pt x="1187527" y="86028"/>
                </a:lnTo>
                <a:lnTo>
                  <a:pt x="1187527" y="79281"/>
                </a:lnTo>
                <a:cubicBezTo>
                  <a:pt x="1187527" y="75907"/>
                  <a:pt x="1187527" y="72534"/>
                  <a:pt x="1185840" y="69160"/>
                </a:cubicBezTo>
                <a:cubicBezTo>
                  <a:pt x="1185840" y="67473"/>
                  <a:pt x="1184153" y="64099"/>
                  <a:pt x="1182466" y="62413"/>
                </a:cubicBezTo>
                <a:cubicBezTo>
                  <a:pt x="1180780" y="60726"/>
                  <a:pt x="1179093" y="59039"/>
                  <a:pt x="1175719" y="59039"/>
                </a:cubicBezTo>
                <a:cubicBezTo>
                  <a:pt x="1174032" y="57352"/>
                  <a:pt x="1170659" y="57352"/>
                  <a:pt x="1165598" y="57352"/>
                </a:cubicBezTo>
                <a:cubicBezTo>
                  <a:pt x="1162224" y="57352"/>
                  <a:pt x="1158851" y="57352"/>
                  <a:pt x="1155477" y="59039"/>
                </a:cubicBezTo>
                <a:cubicBezTo>
                  <a:pt x="1152104" y="60726"/>
                  <a:pt x="1148730" y="60726"/>
                  <a:pt x="1147043" y="62413"/>
                </a:cubicBezTo>
                <a:cubicBezTo>
                  <a:pt x="1143669" y="64099"/>
                  <a:pt x="1141983" y="64099"/>
                  <a:pt x="1140296" y="65786"/>
                </a:cubicBezTo>
                <a:cubicBezTo>
                  <a:pt x="1138609" y="65786"/>
                  <a:pt x="1136922" y="67473"/>
                  <a:pt x="1136922" y="67473"/>
                </a:cubicBezTo>
                <a:cubicBezTo>
                  <a:pt x="1135235" y="67473"/>
                  <a:pt x="1135235" y="67473"/>
                  <a:pt x="1135235" y="65786"/>
                </a:cubicBezTo>
                <a:lnTo>
                  <a:pt x="1133548" y="65786"/>
                </a:lnTo>
                <a:lnTo>
                  <a:pt x="1133548" y="64099"/>
                </a:lnTo>
                <a:cubicBezTo>
                  <a:pt x="1133548" y="62413"/>
                  <a:pt x="1133548" y="60726"/>
                  <a:pt x="1133548" y="60726"/>
                </a:cubicBezTo>
                <a:cubicBezTo>
                  <a:pt x="1133548" y="59039"/>
                  <a:pt x="1133548" y="57352"/>
                  <a:pt x="1133548" y="55665"/>
                </a:cubicBezTo>
                <a:lnTo>
                  <a:pt x="1135235" y="53978"/>
                </a:lnTo>
                <a:cubicBezTo>
                  <a:pt x="1136922" y="52292"/>
                  <a:pt x="1138609" y="52292"/>
                  <a:pt x="1140296" y="50605"/>
                </a:cubicBezTo>
                <a:cubicBezTo>
                  <a:pt x="1141983" y="48918"/>
                  <a:pt x="1145356" y="48918"/>
                  <a:pt x="1147043" y="47231"/>
                </a:cubicBezTo>
                <a:cubicBezTo>
                  <a:pt x="1150417" y="45544"/>
                  <a:pt x="1153790" y="45544"/>
                  <a:pt x="1157164" y="45544"/>
                </a:cubicBezTo>
                <a:cubicBezTo>
                  <a:pt x="1160538" y="43858"/>
                  <a:pt x="1163911" y="43858"/>
                  <a:pt x="1167285" y="43858"/>
                </a:cubicBezTo>
                <a:cubicBezTo>
                  <a:pt x="1174032" y="43858"/>
                  <a:pt x="1180780" y="43858"/>
                  <a:pt x="1184153" y="45544"/>
                </a:cubicBezTo>
                <a:cubicBezTo>
                  <a:pt x="1189214" y="47231"/>
                  <a:pt x="1192587" y="50605"/>
                  <a:pt x="1195961" y="52292"/>
                </a:cubicBezTo>
                <a:cubicBezTo>
                  <a:pt x="1199335" y="55665"/>
                  <a:pt x="1201022" y="59039"/>
                  <a:pt x="1202708" y="64099"/>
                </a:cubicBezTo>
                <a:cubicBezTo>
                  <a:pt x="1202708" y="67473"/>
                  <a:pt x="1204395" y="72534"/>
                  <a:pt x="1204395" y="77594"/>
                </a:cubicBezTo>
                <a:lnTo>
                  <a:pt x="1204395" y="140007"/>
                </a:lnTo>
                <a:close/>
                <a:moveTo>
                  <a:pt x="1113306" y="133259"/>
                </a:moveTo>
                <a:cubicBezTo>
                  <a:pt x="1113306" y="134946"/>
                  <a:pt x="1113306" y="136633"/>
                  <a:pt x="1111620" y="138320"/>
                </a:cubicBezTo>
                <a:lnTo>
                  <a:pt x="1111620" y="140007"/>
                </a:lnTo>
                <a:cubicBezTo>
                  <a:pt x="1109933" y="141694"/>
                  <a:pt x="1109933" y="141694"/>
                  <a:pt x="1108246" y="141694"/>
                </a:cubicBezTo>
                <a:cubicBezTo>
                  <a:pt x="1108246" y="143380"/>
                  <a:pt x="1106559" y="143380"/>
                  <a:pt x="1104872" y="143380"/>
                </a:cubicBezTo>
                <a:cubicBezTo>
                  <a:pt x="1103185" y="143380"/>
                  <a:pt x="1101499" y="143380"/>
                  <a:pt x="1099812" y="143380"/>
                </a:cubicBezTo>
                <a:cubicBezTo>
                  <a:pt x="1099812" y="145067"/>
                  <a:pt x="1098125" y="145067"/>
                  <a:pt x="1096438" y="145067"/>
                </a:cubicBezTo>
                <a:cubicBezTo>
                  <a:pt x="1091378" y="145067"/>
                  <a:pt x="1086317" y="143380"/>
                  <a:pt x="1082944" y="141694"/>
                </a:cubicBezTo>
                <a:cubicBezTo>
                  <a:pt x="1079570" y="141694"/>
                  <a:pt x="1077883" y="140007"/>
                  <a:pt x="1074509" y="136633"/>
                </a:cubicBezTo>
                <a:cubicBezTo>
                  <a:pt x="1072823" y="134946"/>
                  <a:pt x="1071136" y="131573"/>
                  <a:pt x="1071136" y="126512"/>
                </a:cubicBezTo>
                <a:cubicBezTo>
                  <a:pt x="1069449" y="123138"/>
                  <a:pt x="1069449" y="118078"/>
                  <a:pt x="1069449" y="113017"/>
                </a:cubicBezTo>
                <a:lnTo>
                  <a:pt x="1069449" y="59039"/>
                </a:lnTo>
                <a:lnTo>
                  <a:pt x="1055954" y="59039"/>
                </a:lnTo>
                <a:cubicBezTo>
                  <a:pt x="1055954" y="59039"/>
                  <a:pt x="1054267" y="59039"/>
                  <a:pt x="1054267" y="57352"/>
                </a:cubicBezTo>
                <a:cubicBezTo>
                  <a:pt x="1052581" y="57352"/>
                  <a:pt x="1052581" y="55665"/>
                  <a:pt x="1052581" y="52292"/>
                </a:cubicBezTo>
                <a:cubicBezTo>
                  <a:pt x="1052581" y="52292"/>
                  <a:pt x="1052581" y="50605"/>
                  <a:pt x="1052581" y="48918"/>
                </a:cubicBezTo>
                <a:lnTo>
                  <a:pt x="1054267" y="47231"/>
                </a:lnTo>
                <a:lnTo>
                  <a:pt x="1054267" y="45544"/>
                </a:lnTo>
                <a:lnTo>
                  <a:pt x="1055954" y="45544"/>
                </a:lnTo>
                <a:lnTo>
                  <a:pt x="1069449" y="45544"/>
                </a:lnTo>
                <a:lnTo>
                  <a:pt x="1069449" y="23616"/>
                </a:lnTo>
                <a:lnTo>
                  <a:pt x="1069449" y="21929"/>
                </a:lnTo>
                <a:lnTo>
                  <a:pt x="1071136" y="21929"/>
                </a:lnTo>
                <a:cubicBezTo>
                  <a:pt x="1071136" y="21929"/>
                  <a:pt x="1072823" y="21929"/>
                  <a:pt x="1072823" y="20242"/>
                </a:cubicBezTo>
                <a:cubicBezTo>
                  <a:pt x="1074509" y="20242"/>
                  <a:pt x="1076196" y="20242"/>
                  <a:pt x="1077883" y="20242"/>
                </a:cubicBezTo>
                <a:cubicBezTo>
                  <a:pt x="1079570" y="20242"/>
                  <a:pt x="1081257" y="20242"/>
                  <a:pt x="1081257" y="20242"/>
                </a:cubicBezTo>
                <a:cubicBezTo>
                  <a:pt x="1082944" y="21929"/>
                  <a:pt x="1082944" y="21929"/>
                  <a:pt x="1084630" y="21929"/>
                </a:cubicBezTo>
                <a:lnTo>
                  <a:pt x="1086317" y="21929"/>
                </a:lnTo>
                <a:lnTo>
                  <a:pt x="1086317" y="23616"/>
                </a:lnTo>
                <a:lnTo>
                  <a:pt x="1086317" y="45544"/>
                </a:lnTo>
                <a:lnTo>
                  <a:pt x="1109933" y="45544"/>
                </a:lnTo>
                <a:lnTo>
                  <a:pt x="1111620" y="45544"/>
                </a:lnTo>
                <a:lnTo>
                  <a:pt x="1111620" y="47231"/>
                </a:lnTo>
                <a:cubicBezTo>
                  <a:pt x="1111620" y="47231"/>
                  <a:pt x="1111620" y="48918"/>
                  <a:pt x="1113306" y="48918"/>
                </a:cubicBezTo>
                <a:cubicBezTo>
                  <a:pt x="1113306" y="50605"/>
                  <a:pt x="1113306" y="52292"/>
                  <a:pt x="1113306" y="52292"/>
                </a:cubicBezTo>
                <a:cubicBezTo>
                  <a:pt x="1113306" y="55665"/>
                  <a:pt x="1113306" y="57352"/>
                  <a:pt x="1111620" y="57352"/>
                </a:cubicBezTo>
                <a:cubicBezTo>
                  <a:pt x="1111620" y="59039"/>
                  <a:pt x="1109933" y="59039"/>
                  <a:pt x="1109933" y="59039"/>
                </a:cubicBezTo>
                <a:lnTo>
                  <a:pt x="1086317" y="59039"/>
                </a:lnTo>
                <a:lnTo>
                  <a:pt x="1086317" y="111331"/>
                </a:lnTo>
                <a:cubicBezTo>
                  <a:pt x="1086317" y="116391"/>
                  <a:pt x="1086317" y="121452"/>
                  <a:pt x="1088004" y="124825"/>
                </a:cubicBezTo>
                <a:cubicBezTo>
                  <a:pt x="1091378" y="128199"/>
                  <a:pt x="1093065" y="129886"/>
                  <a:pt x="1098125" y="129886"/>
                </a:cubicBezTo>
                <a:cubicBezTo>
                  <a:pt x="1099812" y="129886"/>
                  <a:pt x="1101499" y="129886"/>
                  <a:pt x="1103185" y="129886"/>
                </a:cubicBezTo>
                <a:cubicBezTo>
                  <a:pt x="1104872" y="129886"/>
                  <a:pt x="1104872" y="128199"/>
                  <a:pt x="1106559" y="128199"/>
                </a:cubicBezTo>
                <a:lnTo>
                  <a:pt x="1108246" y="128199"/>
                </a:lnTo>
                <a:lnTo>
                  <a:pt x="1109933" y="126512"/>
                </a:lnTo>
                <a:cubicBezTo>
                  <a:pt x="1109933" y="126512"/>
                  <a:pt x="1111620" y="126512"/>
                  <a:pt x="1111620" y="128199"/>
                </a:cubicBezTo>
                <a:cubicBezTo>
                  <a:pt x="1111620" y="128199"/>
                  <a:pt x="1111620" y="129886"/>
                  <a:pt x="1113306" y="129886"/>
                </a:cubicBezTo>
                <a:cubicBezTo>
                  <a:pt x="1113306" y="131573"/>
                  <a:pt x="1113306" y="131573"/>
                  <a:pt x="1113306" y="133259"/>
                </a:cubicBezTo>
                <a:close/>
                <a:moveTo>
                  <a:pt x="1040773" y="114704"/>
                </a:moveTo>
                <a:cubicBezTo>
                  <a:pt x="1040773" y="119765"/>
                  <a:pt x="1040773" y="124825"/>
                  <a:pt x="1039086" y="128199"/>
                </a:cubicBezTo>
                <a:cubicBezTo>
                  <a:pt x="1037399" y="131573"/>
                  <a:pt x="1034026" y="134946"/>
                  <a:pt x="1030652" y="136633"/>
                </a:cubicBezTo>
                <a:cubicBezTo>
                  <a:pt x="1027278" y="140007"/>
                  <a:pt x="1023905" y="141694"/>
                  <a:pt x="1020531" y="143380"/>
                </a:cubicBezTo>
                <a:cubicBezTo>
                  <a:pt x="1015470" y="143380"/>
                  <a:pt x="1010410" y="145067"/>
                  <a:pt x="1005349" y="145067"/>
                </a:cubicBezTo>
                <a:cubicBezTo>
                  <a:pt x="1001976" y="145067"/>
                  <a:pt x="998602" y="145067"/>
                  <a:pt x="995229" y="143380"/>
                </a:cubicBezTo>
                <a:cubicBezTo>
                  <a:pt x="993542" y="143380"/>
                  <a:pt x="990168" y="143380"/>
                  <a:pt x="988481" y="141694"/>
                </a:cubicBezTo>
                <a:cubicBezTo>
                  <a:pt x="985108" y="141694"/>
                  <a:pt x="983421" y="140007"/>
                  <a:pt x="981734" y="140007"/>
                </a:cubicBezTo>
                <a:cubicBezTo>
                  <a:pt x="980047" y="138320"/>
                  <a:pt x="978360" y="138320"/>
                  <a:pt x="978360" y="136633"/>
                </a:cubicBezTo>
                <a:lnTo>
                  <a:pt x="976673" y="134946"/>
                </a:lnTo>
                <a:cubicBezTo>
                  <a:pt x="976673" y="133259"/>
                  <a:pt x="976673" y="131573"/>
                  <a:pt x="976673" y="129886"/>
                </a:cubicBezTo>
                <a:cubicBezTo>
                  <a:pt x="976673" y="128199"/>
                  <a:pt x="976673" y="126512"/>
                  <a:pt x="976673" y="126512"/>
                </a:cubicBezTo>
                <a:cubicBezTo>
                  <a:pt x="976673" y="124825"/>
                  <a:pt x="976673" y="124825"/>
                  <a:pt x="976673" y="123138"/>
                </a:cubicBezTo>
                <a:lnTo>
                  <a:pt x="978360" y="123138"/>
                </a:lnTo>
                <a:cubicBezTo>
                  <a:pt x="980047" y="123138"/>
                  <a:pt x="981734" y="123138"/>
                  <a:pt x="981734" y="123138"/>
                </a:cubicBezTo>
                <a:cubicBezTo>
                  <a:pt x="983421" y="124825"/>
                  <a:pt x="985108" y="124825"/>
                  <a:pt x="988481" y="126512"/>
                </a:cubicBezTo>
                <a:cubicBezTo>
                  <a:pt x="990168" y="128199"/>
                  <a:pt x="991855" y="128199"/>
                  <a:pt x="995229" y="129886"/>
                </a:cubicBezTo>
                <a:cubicBezTo>
                  <a:pt x="998602" y="129886"/>
                  <a:pt x="1001976" y="131573"/>
                  <a:pt x="1005349" y="131573"/>
                </a:cubicBezTo>
                <a:cubicBezTo>
                  <a:pt x="1008723" y="131573"/>
                  <a:pt x="1010410" y="131573"/>
                  <a:pt x="1013784" y="129886"/>
                </a:cubicBezTo>
                <a:cubicBezTo>
                  <a:pt x="1015470" y="129886"/>
                  <a:pt x="1017157" y="128199"/>
                  <a:pt x="1018844" y="128199"/>
                </a:cubicBezTo>
                <a:cubicBezTo>
                  <a:pt x="1020531" y="126512"/>
                  <a:pt x="1022218" y="124825"/>
                  <a:pt x="1023905" y="123138"/>
                </a:cubicBezTo>
                <a:cubicBezTo>
                  <a:pt x="1023905" y="121452"/>
                  <a:pt x="1023905" y="119765"/>
                  <a:pt x="1023905" y="116391"/>
                </a:cubicBezTo>
                <a:cubicBezTo>
                  <a:pt x="1023905" y="114704"/>
                  <a:pt x="1023905" y="111331"/>
                  <a:pt x="1022218" y="109644"/>
                </a:cubicBezTo>
                <a:cubicBezTo>
                  <a:pt x="1020531" y="107957"/>
                  <a:pt x="1018844" y="106270"/>
                  <a:pt x="1017157" y="104583"/>
                </a:cubicBezTo>
                <a:cubicBezTo>
                  <a:pt x="1015470" y="104583"/>
                  <a:pt x="1012097" y="102897"/>
                  <a:pt x="1010410" y="101210"/>
                </a:cubicBezTo>
                <a:cubicBezTo>
                  <a:pt x="1007036" y="101210"/>
                  <a:pt x="1003663" y="99523"/>
                  <a:pt x="1001976" y="97836"/>
                </a:cubicBezTo>
                <a:cubicBezTo>
                  <a:pt x="998602" y="97836"/>
                  <a:pt x="995229" y="96149"/>
                  <a:pt x="993542" y="94462"/>
                </a:cubicBezTo>
                <a:cubicBezTo>
                  <a:pt x="990168" y="92776"/>
                  <a:pt x="988481" y="91089"/>
                  <a:pt x="985108" y="89402"/>
                </a:cubicBezTo>
                <a:cubicBezTo>
                  <a:pt x="983421" y="87715"/>
                  <a:pt x="981734" y="84341"/>
                  <a:pt x="980047" y="80968"/>
                </a:cubicBezTo>
                <a:cubicBezTo>
                  <a:pt x="978360" y="79281"/>
                  <a:pt x="978360" y="75907"/>
                  <a:pt x="978360" y="70847"/>
                </a:cubicBezTo>
                <a:cubicBezTo>
                  <a:pt x="978360" y="67473"/>
                  <a:pt x="978360" y="64099"/>
                  <a:pt x="980047" y="60726"/>
                </a:cubicBezTo>
                <a:cubicBezTo>
                  <a:pt x="981734" y="57352"/>
                  <a:pt x="983421" y="53978"/>
                  <a:pt x="986794" y="52292"/>
                </a:cubicBezTo>
                <a:cubicBezTo>
                  <a:pt x="990168" y="48918"/>
                  <a:pt x="993542" y="47231"/>
                  <a:pt x="996915" y="45544"/>
                </a:cubicBezTo>
                <a:cubicBezTo>
                  <a:pt x="1001976" y="43858"/>
                  <a:pt x="1007036" y="43858"/>
                  <a:pt x="1012097" y="43858"/>
                </a:cubicBezTo>
                <a:cubicBezTo>
                  <a:pt x="1013784" y="43858"/>
                  <a:pt x="1017157" y="43858"/>
                  <a:pt x="1018844" y="43858"/>
                </a:cubicBezTo>
                <a:cubicBezTo>
                  <a:pt x="1022218" y="45544"/>
                  <a:pt x="1023905" y="45544"/>
                  <a:pt x="1025591" y="45544"/>
                </a:cubicBezTo>
                <a:cubicBezTo>
                  <a:pt x="1027278" y="47231"/>
                  <a:pt x="1028965" y="47231"/>
                  <a:pt x="1030652" y="47231"/>
                </a:cubicBezTo>
                <a:cubicBezTo>
                  <a:pt x="1032339" y="48918"/>
                  <a:pt x="1034026" y="48918"/>
                  <a:pt x="1034026" y="50605"/>
                </a:cubicBezTo>
                <a:lnTo>
                  <a:pt x="1035712" y="50605"/>
                </a:lnTo>
                <a:lnTo>
                  <a:pt x="1035712" y="52292"/>
                </a:lnTo>
                <a:lnTo>
                  <a:pt x="1035712" y="53978"/>
                </a:lnTo>
                <a:cubicBezTo>
                  <a:pt x="1035712" y="55665"/>
                  <a:pt x="1035712" y="55665"/>
                  <a:pt x="1035712" y="57352"/>
                </a:cubicBezTo>
                <a:cubicBezTo>
                  <a:pt x="1035712" y="59039"/>
                  <a:pt x="1035712" y="59039"/>
                  <a:pt x="1035712" y="60726"/>
                </a:cubicBezTo>
                <a:lnTo>
                  <a:pt x="1035712" y="62413"/>
                </a:lnTo>
                <a:lnTo>
                  <a:pt x="1035712" y="64099"/>
                </a:lnTo>
                <a:lnTo>
                  <a:pt x="1034026" y="64099"/>
                </a:lnTo>
                <a:cubicBezTo>
                  <a:pt x="1032339" y="64099"/>
                  <a:pt x="1032339" y="64099"/>
                  <a:pt x="1030652" y="62413"/>
                </a:cubicBezTo>
                <a:cubicBezTo>
                  <a:pt x="1030652" y="62413"/>
                  <a:pt x="1028965" y="60726"/>
                  <a:pt x="1027278" y="60726"/>
                </a:cubicBezTo>
                <a:cubicBezTo>
                  <a:pt x="1025591" y="59039"/>
                  <a:pt x="1022218" y="59039"/>
                  <a:pt x="1020531" y="57352"/>
                </a:cubicBezTo>
                <a:cubicBezTo>
                  <a:pt x="1017157" y="57352"/>
                  <a:pt x="1015470" y="57352"/>
                  <a:pt x="1012097" y="57352"/>
                </a:cubicBezTo>
                <a:cubicBezTo>
                  <a:pt x="1008723" y="57352"/>
                  <a:pt x="1007036" y="57352"/>
                  <a:pt x="1003663" y="57352"/>
                </a:cubicBezTo>
                <a:cubicBezTo>
                  <a:pt x="1001976" y="59039"/>
                  <a:pt x="1000289" y="59039"/>
                  <a:pt x="998602" y="60726"/>
                </a:cubicBezTo>
                <a:cubicBezTo>
                  <a:pt x="996915" y="62413"/>
                  <a:pt x="996915" y="62413"/>
                  <a:pt x="995229" y="64099"/>
                </a:cubicBezTo>
                <a:cubicBezTo>
                  <a:pt x="995229" y="65786"/>
                  <a:pt x="995229" y="67473"/>
                  <a:pt x="995229" y="70847"/>
                </a:cubicBezTo>
                <a:cubicBezTo>
                  <a:pt x="995229" y="72534"/>
                  <a:pt x="995229" y="74220"/>
                  <a:pt x="996915" y="77594"/>
                </a:cubicBezTo>
                <a:cubicBezTo>
                  <a:pt x="998602" y="79281"/>
                  <a:pt x="1000289" y="80968"/>
                  <a:pt x="1001976" y="80968"/>
                </a:cubicBezTo>
                <a:cubicBezTo>
                  <a:pt x="1003663" y="82655"/>
                  <a:pt x="1007036" y="84341"/>
                  <a:pt x="1008723" y="86028"/>
                </a:cubicBezTo>
                <a:cubicBezTo>
                  <a:pt x="1012097" y="86028"/>
                  <a:pt x="1015470" y="87715"/>
                  <a:pt x="1017157" y="87715"/>
                </a:cubicBezTo>
                <a:cubicBezTo>
                  <a:pt x="1020531" y="89402"/>
                  <a:pt x="1023905" y="91089"/>
                  <a:pt x="1025591" y="92776"/>
                </a:cubicBezTo>
                <a:cubicBezTo>
                  <a:pt x="1028965" y="94462"/>
                  <a:pt x="1032339" y="96149"/>
                  <a:pt x="1034026" y="97836"/>
                </a:cubicBezTo>
                <a:cubicBezTo>
                  <a:pt x="1035712" y="99523"/>
                  <a:pt x="1037399" y="102897"/>
                  <a:pt x="1039086" y="104583"/>
                </a:cubicBezTo>
                <a:cubicBezTo>
                  <a:pt x="1040773" y="107957"/>
                  <a:pt x="1040773" y="111331"/>
                  <a:pt x="1040773" y="114704"/>
                </a:cubicBezTo>
                <a:close/>
                <a:moveTo>
                  <a:pt x="953058" y="140007"/>
                </a:moveTo>
                <a:lnTo>
                  <a:pt x="953058" y="141694"/>
                </a:lnTo>
                <a:lnTo>
                  <a:pt x="951371" y="141694"/>
                </a:lnTo>
                <a:cubicBezTo>
                  <a:pt x="951371" y="143380"/>
                  <a:pt x="949684" y="143380"/>
                  <a:pt x="949684" y="143380"/>
                </a:cubicBezTo>
                <a:cubicBezTo>
                  <a:pt x="947997" y="143380"/>
                  <a:pt x="946310" y="143380"/>
                  <a:pt x="944624" y="143380"/>
                </a:cubicBezTo>
                <a:cubicBezTo>
                  <a:pt x="942937" y="143380"/>
                  <a:pt x="941250" y="143380"/>
                  <a:pt x="941250" y="143380"/>
                </a:cubicBezTo>
                <a:cubicBezTo>
                  <a:pt x="939563" y="143380"/>
                  <a:pt x="939563" y="143380"/>
                  <a:pt x="937876" y="141694"/>
                </a:cubicBezTo>
                <a:cubicBezTo>
                  <a:pt x="936190" y="141694"/>
                  <a:pt x="936190" y="140007"/>
                  <a:pt x="936190" y="140007"/>
                </a:cubicBezTo>
                <a:lnTo>
                  <a:pt x="936190" y="48918"/>
                </a:lnTo>
                <a:cubicBezTo>
                  <a:pt x="936190" y="47231"/>
                  <a:pt x="936190" y="47231"/>
                  <a:pt x="937876" y="47231"/>
                </a:cubicBezTo>
                <a:lnTo>
                  <a:pt x="937876" y="45544"/>
                </a:lnTo>
                <a:cubicBezTo>
                  <a:pt x="939563" y="45544"/>
                  <a:pt x="939563" y="45544"/>
                  <a:pt x="941250" y="45544"/>
                </a:cubicBezTo>
                <a:cubicBezTo>
                  <a:pt x="941250" y="45544"/>
                  <a:pt x="942937" y="45544"/>
                  <a:pt x="944624" y="45544"/>
                </a:cubicBezTo>
                <a:cubicBezTo>
                  <a:pt x="946310" y="45544"/>
                  <a:pt x="947997" y="45544"/>
                  <a:pt x="949684" y="45544"/>
                </a:cubicBezTo>
                <a:lnTo>
                  <a:pt x="951371" y="45544"/>
                </a:lnTo>
                <a:cubicBezTo>
                  <a:pt x="953058" y="45544"/>
                  <a:pt x="953058" y="47231"/>
                  <a:pt x="953058" y="47231"/>
                </a:cubicBezTo>
                <a:lnTo>
                  <a:pt x="953058" y="48918"/>
                </a:lnTo>
                <a:lnTo>
                  <a:pt x="953058" y="140007"/>
                </a:lnTo>
                <a:close/>
                <a:moveTo>
                  <a:pt x="954745" y="16868"/>
                </a:moveTo>
                <a:cubicBezTo>
                  <a:pt x="954745" y="21929"/>
                  <a:pt x="954745" y="23616"/>
                  <a:pt x="953058" y="25302"/>
                </a:cubicBezTo>
                <a:cubicBezTo>
                  <a:pt x="951371" y="26989"/>
                  <a:pt x="949684" y="26989"/>
                  <a:pt x="944624" y="26989"/>
                </a:cubicBezTo>
                <a:cubicBezTo>
                  <a:pt x="941250" y="26989"/>
                  <a:pt x="937876" y="26989"/>
                  <a:pt x="936190" y="25302"/>
                </a:cubicBezTo>
                <a:cubicBezTo>
                  <a:pt x="936190" y="23616"/>
                  <a:pt x="934503" y="21929"/>
                  <a:pt x="934503" y="16868"/>
                </a:cubicBezTo>
                <a:cubicBezTo>
                  <a:pt x="934503" y="13495"/>
                  <a:pt x="936190" y="11808"/>
                  <a:pt x="936190" y="10121"/>
                </a:cubicBezTo>
                <a:cubicBezTo>
                  <a:pt x="937876" y="8434"/>
                  <a:pt x="941250" y="6747"/>
                  <a:pt x="944624" y="6747"/>
                </a:cubicBezTo>
                <a:cubicBezTo>
                  <a:pt x="949684" y="6747"/>
                  <a:pt x="951371" y="8434"/>
                  <a:pt x="953058" y="10121"/>
                </a:cubicBezTo>
                <a:cubicBezTo>
                  <a:pt x="954745" y="11808"/>
                  <a:pt x="954745" y="13495"/>
                  <a:pt x="954745" y="16868"/>
                </a:cubicBezTo>
                <a:close/>
                <a:moveTo>
                  <a:pt x="894019" y="75907"/>
                </a:moveTo>
                <a:cubicBezTo>
                  <a:pt x="894019" y="69160"/>
                  <a:pt x="892332" y="62413"/>
                  <a:pt x="890645" y="55665"/>
                </a:cubicBezTo>
                <a:cubicBezTo>
                  <a:pt x="888958" y="48918"/>
                  <a:pt x="885585" y="43858"/>
                  <a:pt x="882211" y="40484"/>
                </a:cubicBezTo>
                <a:cubicBezTo>
                  <a:pt x="878837" y="35423"/>
                  <a:pt x="873777" y="32050"/>
                  <a:pt x="868716" y="28676"/>
                </a:cubicBezTo>
                <a:cubicBezTo>
                  <a:pt x="861969" y="26989"/>
                  <a:pt x="855222" y="25302"/>
                  <a:pt x="845101" y="25302"/>
                </a:cubicBezTo>
                <a:lnTo>
                  <a:pt x="828233" y="25302"/>
                </a:lnTo>
                <a:lnTo>
                  <a:pt x="828233" y="128199"/>
                </a:lnTo>
                <a:lnTo>
                  <a:pt x="845101" y="128199"/>
                </a:lnTo>
                <a:cubicBezTo>
                  <a:pt x="853535" y="128199"/>
                  <a:pt x="861969" y="126512"/>
                  <a:pt x="867030" y="124825"/>
                </a:cubicBezTo>
                <a:cubicBezTo>
                  <a:pt x="873777" y="123138"/>
                  <a:pt x="877151" y="119765"/>
                  <a:pt x="882211" y="114704"/>
                </a:cubicBezTo>
                <a:cubicBezTo>
                  <a:pt x="885585" y="111331"/>
                  <a:pt x="888958" y="104583"/>
                  <a:pt x="890645" y="99523"/>
                </a:cubicBezTo>
                <a:cubicBezTo>
                  <a:pt x="892332" y="92776"/>
                  <a:pt x="894019" y="84341"/>
                  <a:pt x="894019" y="75907"/>
                </a:cubicBezTo>
                <a:close/>
                <a:moveTo>
                  <a:pt x="910887" y="74220"/>
                </a:moveTo>
                <a:cubicBezTo>
                  <a:pt x="910887" y="86028"/>
                  <a:pt x="910887" y="96149"/>
                  <a:pt x="907513" y="104583"/>
                </a:cubicBezTo>
                <a:cubicBezTo>
                  <a:pt x="904140" y="113017"/>
                  <a:pt x="900766" y="119765"/>
                  <a:pt x="894019" y="126512"/>
                </a:cubicBezTo>
                <a:cubicBezTo>
                  <a:pt x="888958" y="131573"/>
                  <a:pt x="882211" y="134946"/>
                  <a:pt x="873777" y="138320"/>
                </a:cubicBezTo>
                <a:cubicBezTo>
                  <a:pt x="865343" y="141694"/>
                  <a:pt x="856909" y="143380"/>
                  <a:pt x="845101" y="143380"/>
                </a:cubicBezTo>
                <a:lnTo>
                  <a:pt x="816425" y="143380"/>
                </a:lnTo>
                <a:cubicBezTo>
                  <a:pt x="814738" y="143380"/>
                  <a:pt x="813051" y="141694"/>
                  <a:pt x="813051" y="141694"/>
                </a:cubicBezTo>
                <a:cubicBezTo>
                  <a:pt x="811364" y="140007"/>
                  <a:pt x="809677" y="138320"/>
                  <a:pt x="809677" y="134946"/>
                </a:cubicBezTo>
                <a:lnTo>
                  <a:pt x="809677" y="18555"/>
                </a:lnTo>
                <a:cubicBezTo>
                  <a:pt x="809677" y="15181"/>
                  <a:pt x="811364" y="13495"/>
                  <a:pt x="813051" y="11808"/>
                </a:cubicBezTo>
                <a:cubicBezTo>
                  <a:pt x="813051" y="11808"/>
                  <a:pt x="814738" y="10121"/>
                  <a:pt x="816425" y="10121"/>
                </a:cubicBezTo>
                <a:lnTo>
                  <a:pt x="846788" y="10121"/>
                </a:lnTo>
                <a:cubicBezTo>
                  <a:pt x="858595" y="10121"/>
                  <a:pt x="867030" y="11808"/>
                  <a:pt x="875464" y="15181"/>
                </a:cubicBezTo>
                <a:cubicBezTo>
                  <a:pt x="883898" y="18555"/>
                  <a:pt x="890645" y="21929"/>
                  <a:pt x="895706" y="28676"/>
                </a:cubicBezTo>
                <a:cubicBezTo>
                  <a:pt x="900766" y="33737"/>
                  <a:pt x="904140" y="40484"/>
                  <a:pt x="907513" y="48918"/>
                </a:cubicBezTo>
                <a:cubicBezTo>
                  <a:pt x="910887" y="55665"/>
                  <a:pt x="910887" y="64099"/>
                  <a:pt x="910887" y="74220"/>
                </a:cubicBezTo>
                <a:close/>
                <a:moveTo>
                  <a:pt x="727023" y="140007"/>
                </a:moveTo>
                <a:lnTo>
                  <a:pt x="727023" y="141694"/>
                </a:lnTo>
                <a:lnTo>
                  <a:pt x="725336" y="141694"/>
                </a:lnTo>
                <a:cubicBezTo>
                  <a:pt x="725336" y="143380"/>
                  <a:pt x="725336" y="143380"/>
                  <a:pt x="723649" y="143380"/>
                </a:cubicBezTo>
                <a:cubicBezTo>
                  <a:pt x="721962" y="143380"/>
                  <a:pt x="721962" y="143380"/>
                  <a:pt x="720276" y="143380"/>
                </a:cubicBezTo>
                <a:cubicBezTo>
                  <a:pt x="718589" y="143380"/>
                  <a:pt x="716902" y="143380"/>
                  <a:pt x="715215" y="143380"/>
                </a:cubicBezTo>
                <a:cubicBezTo>
                  <a:pt x="713528" y="143380"/>
                  <a:pt x="713528" y="143380"/>
                  <a:pt x="713528" y="141694"/>
                </a:cubicBezTo>
                <a:lnTo>
                  <a:pt x="711841" y="141694"/>
                </a:lnTo>
                <a:lnTo>
                  <a:pt x="711841" y="140007"/>
                </a:lnTo>
                <a:lnTo>
                  <a:pt x="711841" y="86028"/>
                </a:lnTo>
                <a:cubicBezTo>
                  <a:pt x="711841" y="80968"/>
                  <a:pt x="710155" y="77594"/>
                  <a:pt x="710155" y="74220"/>
                </a:cubicBezTo>
                <a:cubicBezTo>
                  <a:pt x="708468" y="70847"/>
                  <a:pt x="708468" y="67473"/>
                  <a:pt x="706781" y="65786"/>
                </a:cubicBezTo>
                <a:cubicBezTo>
                  <a:pt x="705094" y="62413"/>
                  <a:pt x="703407" y="60726"/>
                  <a:pt x="700034" y="60726"/>
                </a:cubicBezTo>
                <a:cubicBezTo>
                  <a:pt x="698347" y="59039"/>
                  <a:pt x="694973" y="59039"/>
                  <a:pt x="691599" y="59039"/>
                </a:cubicBezTo>
                <a:cubicBezTo>
                  <a:pt x="688226" y="59039"/>
                  <a:pt x="683165" y="60726"/>
                  <a:pt x="679792" y="62413"/>
                </a:cubicBezTo>
                <a:cubicBezTo>
                  <a:pt x="674731" y="65786"/>
                  <a:pt x="669671" y="70847"/>
                  <a:pt x="666297" y="75907"/>
                </a:cubicBezTo>
                <a:lnTo>
                  <a:pt x="666297" y="140007"/>
                </a:lnTo>
                <a:cubicBezTo>
                  <a:pt x="666297" y="140007"/>
                  <a:pt x="666297" y="141694"/>
                  <a:pt x="664610" y="141694"/>
                </a:cubicBezTo>
                <a:cubicBezTo>
                  <a:pt x="662923" y="143380"/>
                  <a:pt x="662923" y="143380"/>
                  <a:pt x="661237" y="143380"/>
                </a:cubicBezTo>
                <a:cubicBezTo>
                  <a:pt x="659550" y="143380"/>
                  <a:pt x="659550" y="143380"/>
                  <a:pt x="657863" y="143380"/>
                </a:cubicBezTo>
                <a:cubicBezTo>
                  <a:pt x="656176" y="143380"/>
                  <a:pt x="654489" y="143380"/>
                  <a:pt x="652802" y="143380"/>
                </a:cubicBezTo>
                <a:cubicBezTo>
                  <a:pt x="652802" y="143380"/>
                  <a:pt x="651116" y="143380"/>
                  <a:pt x="651116" y="141694"/>
                </a:cubicBezTo>
                <a:lnTo>
                  <a:pt x="649429" y="141694"/>
                </a:lnTo>
                <a:lnTo>
                  <a:pt x="649429" y="140007"/>
                </a:lnTo>
                <a:lnTo>
                  <a:pt x="649429" y="48918"/>
                </a:lnTo>
                <a:lnTo>
                  <a:pt x="649429" y="47231"/>
                </a:lnTo>
                <a:cubicBezTo>
                  <a:pt x="649429" y="47231"/>
                  <a:pt x="649429" y="45544"/>
                  <a:pt x="651116" y="45544"/>
                </a:cubicBezTo>
                <a:lnTo>
                  <a:pt x="652802" y="45544"/>
                </a:lnTo>
                <a:cubicBezTo>
                  <a:pt x="654489" y="45544"/>
                  <a:pt x="654489" y="45544"/>
                  <a:pt x="656176" y="45544"/>
                </a:cubicBezTo>
                <a:cubicBezTo>
                  <a:pt x="657863" y="45544"/>
                  <a:pt x="659550" y="45544"/>
                  <a:pt x="659550" y="45544"/>
                </a:cubicBezTo>
                <a:cubicBezTo>
                  <a:pt x="661237" y="45544"/>
                  <a:pt x="661237" y="45544"/>
                  <a:pt x="662923" y="45544"/>
                </a:cubicBezTo>
                <a:cubicBezTo>
                  <a:pt x="662923" y="45544"/>
                  <a:pt x="662923" y="47231"/>
                  <a:pt x="664610" y="47231"/>
                </a:cubicBezTo>
                <a:lnTo>
                  <a:pt x="664610" y="48918"/>
                </a:lnTo>
                <a:lnTo>
                  <a:pt x="664610" y="60726"/>
                </a:lnTo>
                <a:cubicBezTo>
                  <a:pt x="669671" y="53978"/>
                  <a:pt x="674731" y="50605"/>
                  <a:pt x="679792" y="47231"/>
                </a:cubicBezTo>
                <a:cubicBezTo>
                  <a:pt x="684852" y="45544"/>
                  <a:pt x="689913" y="43858"/>
                  <a:pt x="694973" y="43858"/>
                </a:cubicBezTo>
                <a:cubicBezTo>
                  <a:pt x="701720" y="43858"/>
                  <a:pt x="706781" y="45544"/>
                  <a:pt x="710155" y="47231"/>
                </a:cubicBezTo>
                <a:cubicBezTo>
                  <a:pt x="715215" y="48918"/>
                  <a:pt x="718589" y="52292"/>
                  <a:pt x="720276" y="55665"/>
                </a:cubicBezTo>
                <a:cubicBezTo>
                  <a:pt x="723649" y="59039"/>
                  <a:pt x="725336" y="62413"/>
                  <a:pt x="727023" y="67473"/>
                </a:cubicBezTo>
                <a:cubicBezTo>
                  <a:pt x="727023" y="72534"/>
                  <a:pt x="727023" y="77594"/>
                  <a:pt x="727023" y="84341"/>
                </a:cubicBezTo>
                <a:lnTo>
                  <a:pt x="727023" y="140007"/>
                </a:lnTo>
                <a:close/>
                <a:moveTo>
                  <a:pt x="602198" y="97836"/>
                </a:moveTo>
                <a:lnTo>
                  <a:pt x="587016" y="97836"/>
                </a:lnTo>
                <a:cubicBezTo>
                  <a:pt x="581956" y="97836"/>
                  <a:pt x="578582" y="99523"/>
                  <a:pt x="575208" y="99523"/>
                </a:cubicBezTo>
                <a:cubicBezTo>
                  <a:pt x="571835" y="99523"/>
                  <a:pt x="568461" y="101210"/>
                  <a:pt x="566774" y="102897"/>
                </a:cubicBezTo>
                <a:cubicBezTo>
                  <a:pt x="565087" y="104583"/>
                  <a:pt x="563401" y="106270"/>
                  <a:pt x="561714" y="107957"/>
                </a:cubicBezTo>
                <a:cubicBezTo>
                  <a:pt x="560027" y="111331"/>
                  <a:pt x="560027" y="113017"/>
                  <a:pt x="560027" y="116391"/>
                </a:cubicBezTo>
                <a:cubicBezTo>
                  <a:pt x="560027" y="119765"/>
                  <a:pt x="561714" y="124825"/>
                  <a:pt x="565087" y="126512"/>
                </a:cubicBezTo>
                <a:cubicBezTo>
                  <a:pt x="568461" y="129886"/>
                  <a:pt x="571835" y="131573"/>
                  <a:pt x="576895" y="131573"/>
                </a:cubicBezTo>
                <a:cubicBezTo>
                  <a:pt x="581956" y="131573"/>
                  <a:pt x="585329" y="129886"/>
                  <a:pt x="590390" y="128199"/>
                </a:cubicBezTo>
                <a:cubicBezTo>
                  <a:pt x="593763" y="126512"/>
                  <a:pt x="597137" y="123138"/>
                  <a:pt x="602198" y="118078"/>
                </a:cubicBezTo>
                <a:lnTo>
                  <a:pt x="602198" y="97836"/>
                </a:lnTo>
                <a:close/>
                <a:moveTo>
                  <a:pt x="617379" y="140007"/>
                </a:moveTo>
                <a:lnTo>
                  <a:pt x="617379" y="141694"/>
                </a:lnTo>
                <a:lnTo>
                  <a:pt x="615692" y="143380"/>
                </a:lnTo>
                <a:cubicBezTo>
                  <a:pt x="614005" y="143380"/>
                  <a:pt x="612319" y="143380"/>
                  <a:pt x="610632" y="143380"/>
                </a:cubicBezTo>
                <a:cubicBezTo>
                  <a:pt x="608945" y="143380"/>
                  <a:pt x="607258" y="143380"/>
                  <a:pt x="607258" y="143380"/>
                </a:cubicBezTo>
                <a:cubicBezTo>
                  <a:pt x="605571" y="143380"/>
                  <a:pt x="605571" y="141694"/>
                  <a:pt x="603884" y="141694"/>
                </a:cubicBezTo>
                <a:lnTo>
                  <a:pt x="603884" y="140007"/>
                </a:lnTo>
                <a:lnTo>
                  <a:pt x="603884" y="131573"/>
                </a:lnTo>
                <a:cubicBezTo>
                  <a:pt x="598824" y="134946"/>
                  <a:pt x="595450" y="138320"/>
                  <a:pt x="590390" y="141694"/>
                </a:cubicBezTo>
                <a:cubicBezTo>
                  <a:pt x="585329" y="143380"/>
                  <a:pt x="580269" y="145067"/>
                  <a:pt x="575208" y="145067"/>
                </a:cubicBezTo>
                <a:cubicBezTo>
                  <a:pt x="570148" y="145067"/>
                  <a:pt x="565087" y="143380"/>
                  <a:pt x="561714" y="143380"/>
                </a:cubicBezTo>
                <a:cubicBezTo>
                  <a:pt x="558340" y="141694"/>
                  <a:pt x="554966" y="140007"/>
                  <a:pt x="551593" y="136633"/>
                </a:cubicBezTo>
                <a:cubicBezTo>
                  <a:pt x="548219" y="134946"/>
                  <a:pt x="546532" y="131573"/>
                  <a:pt x="544845" y="128199"/>
                </a:cubicBezTo>
                <a:cubicBezTo>
                  <a:pt x="543159" y="124825"/>
                  <a:pt x="543159" y="121452"/>
                  <a:pt x="543159" y="116391"/>
                </a:cubicBezTo>
                <a:cubicBezTo>
                  <a:pt x="543159" y="111331"/>
                  <a:pt x="543159" y="106270"/>
                  <a:pt x="546532" y="102897"/>
                </a:cubicBezTo>
                <a:cubicBezTo>
                  <a:pt x="548219" y="99523"/>
                  <a:pt x="551593" y="96149"/>
                  <a:pt x="554966" y="94462"/>
                </a:cubicBezTo>
                <a:cubicBezTo>
                  <a:pt x="558340" y="91089"/>
                  <a:pt x="563401" y="89402"/>
                  <a:pt x="570148" y="87715"/>
                </a:cubicBezTo>
                <a:cubicBezTo>
                  <a:pt x="575208" y="86028"/>
                  <a:pt x="581956" y="86028"/>
                  <a:pt x="588703" y="86028"/>
                </a:cubicBezTo>
                <a:lnTo>
                  <a:pt x="602198" y="86028"/>
                </a:lnTo>
                <a:lnTo>
                  <a:pt x="602198" y="79281"/>
                </a:lnTo>
                <a:cubicBezTo>
                  <a:pt x="602198" y="75907"/>
                  <a:pt x="600511" y="72534"/>
                  <a:pt x="600511" y="69160"/>
                </a:cubicBezTo>
                <a:cubicBezTo>
                  <a:pt x="598824" y="67473"/>
                  <a:pt x="598824" y="64099"/>
                  <a:pt x="597137" y="62413"/>
                </a:cubicBezTo>
                <a:cubicBezTo>
                  <a:pt x="595450" y="60726"/>
                  <a:pt x="592077" y="59039"/>
                  <a:pt x="590390" y="59039"/>
                </a:cubicBezTo>
                <a:cubicBezTo>
                  <a:pt x="587016" y="57352"/>
                  <a:pt x="583642" y="57352"/>
                  <a:pt x="580269" y="57352"/>
                </a:cubicBezTo>
                <a:cubicBezTo>
                  <a:pt x="576895" y="57352"/>
                  <a:pt x="571835" y="57352"/>
                  <a:pt x="568461" y="59039"/>
                </a:cubicBezTo>
                <a:cubicBezTo>
                  <a:pt x="566774" y="60726"/>
                  <a:pt x="563401" y="60726"/>
                  <a:pt x="560027" y="62413"/>
                </a:cubicBezTo>
                <a:cubicBezTo>
                  <a:pt x="558340" y="64099"/>
                  <a:pt x="556653" y="64099"/>
                  <a:pt x="554966" y="65786"/>
                </a:cubicBezTo>
                <a:cubicBezTo>
                  <a:pt x="553280" y="65786"/>
                  <a:pt x="551593" y="67473"/>
                  <a:pt x="549906" y="67473"/>
                </a:cubicBezTo>
                <a:lnTo>
                  <a:pt x="549906" y="65786"/>
                </a:lnTo>
                <a:lnTo>
                  <a:pt x="548219" y="65786"/>
                </a:lnTo>
                <a:lnTo>
                  <a:pt x="548219" y="64099"/>
                </a:lnTo>
                <a:cubicBezTo>
                  <a:pt x="548219" y="62413"/>
                  <a:pt x="546532" y="60726"/>
                  <a:pt x="546532" y="60726"/>
                </a:cubicBezTo>
                <a:cubicBezTo>
                  <a:pt x="546532" y="59039"/>
                  <a:pt x="548219" y="57352"/>
                  <a:pt x="548219" y="55665"/>
                </a:cubicBezTo>
                <a:cubicBezTo>
                  <a:pt x="548219" y="55665"/>
                  <a:pt x="548219" y="53978"/>
                  <a:pt x="549906" y="53978"/>
                </a:cubicBezTo>
                <a:cubicBezTo>
                  <a:pt x="549906" y="52292"/>
                  <a:pt x="551593" y="52292"/>
                  <a:pt x="554966" y="50605"/>
                </a:cubicBezTo>
                <a:cubicBezTo>
                  <a:pt x="556653" y="48918"/>
                  <a:pt x="558340" y="48918"/>
                  <a:pt x="561714" y="47231"/>
                </a:cubicBezTo>
                <a:cubicBezTo>
                  <a:pt x="565087" y="45544"/>
                  <a:pt x="568461" y="45544"/>
                  <a:pt x="571835" y="45544"/>
                </a:cubicBezTo>
                <a:cubicBezTo>
                  <a:pt x="575208" y="43858"/>
                  <a:pt x="578582" y="43858"/>
                  <a:pt x="581956" y="43858"/>
                </a:cubicBezTo>
                <a:cubicBezTo>
                  <a:pt x="588703" y="43858"/>
                  <a:pt x="593763" y="43858"/>
                  <a:pt x="598824" y="45544"/>
                </a:cubicBezTo>
                <a:cubicBezTo>
                  <a:pt x="603884" y="47231"/>
                  <a:pt x="607258" y="50605"/>
                  <a:pt x="610632" y="52292"/>
                </a:cubicBezTo>
                <a:cubicBezTo>
                  <a:pt x="612319" y="55665"/>
                  <a:pt x="615692" y="59039"/>
                  <a:pt x="615692" y="64099"/>
                </a:cubicBezTo>
                <a:cubicBezTo>
                  <a:pt x="617379" y="67473"/>
                  <a:pt x="617379" y="72534"/>
                  <a:pt x="617379" y="77594"/>
                </a:cubicBezTo>
                <a:lnTo>
                  <a:pt x="617379" y="140007"/>
                </a:lnTo>
                <a:close/>
                <a:moveTo>
                  <a:pt x="517856" y="140007"/>
                </a:moveTo>
                <a:lnTo>
                  <a:pt x="517856" y="141694"/>
                </a:lnTo>
                <a:lnTo>
                  <a:pt x="516169" y="141694"/>
                </a:lnTo>
                <a:cubicBezTo>
                  <a:pt x="516169" y="143380"/>
                  <a:pt x="514483" y="143380"/>
                  <a:pt x="514483" y="143380"/>
                </a:cubicBezTo>
                <a:cubicBezTo>
                  <a:pt x="512796" y="143380"/>
                  <a:pt x="511109" y="143380"/>
                  <a:pt x="509422" y="143380"/>
                </a:cubicBezTo>
                <a:cubicBezTo>
                  <a:pt x="507735" y="143380"/>
                  <a:pt x="506048" y="143380"/>
                  <a:pt x="506048" y="143380"/>
                </a:cubicBezTo>
                <a:cubicBezTo>
                  <a:pt x="504362" y="143380"/>
                  <a:pt x="502675" y="143380"/>
                  <a:pt x="502675" y="141694"/>
                </a:cubicBezTo>
                <a:lnTo>
                  <a:pt x="500988" y="141694"/>
                </a:lnTo>
                <a:lnTo>
                  <a:pt x="500988" y="140007"/>
                </a:lnTo>
                <a:lnTo>
                  <a:pt x="500988" y="48918"/>
                </a:lnTo>
                <a:lnTo>
                  <a:pt x="500988" y="47231"/>
                </a:lnTo>
                <a:lnTo>
                  <a:pt x="502675" y="45544"/>
                </a:lnTo>
                <a:cubicBezTo>
                  <a:pt x="502675" y="45544"/>
                  <a:pt x="504362" y="45544"/>
                  <a:pt x="506048" y="45544"/>
                </a:cubicBezTo>
                <a:cubicBezTo>
                  <a:pt x="506048" y="45544"/>
                  <a:pt x="507735" y="45544"/>
                  <a:pt x="509422" y="45544"/>
                </a:cubicBezTo>
                <a:cubicBezTo>
                  <a:pt x="511109" y="45544"/>
                  <a:pt x="512796" y="45544"/>
                  <a:pt x="514483" y="45544"/>
                </a:cubicBezTo>
                <a:lnTo>
                  <a:pt x="516169" y="45544"/>
                </a:lnTo>
                <a:lnTo>
                  <a:pt x="517856" y="47231"/>
                </a:lnTo>
                <a:lnTo>
                  <a:pt x="517856" y="48918"/>
                </a:lnTo>
                <a:lnTo>
                  <a:pt x="517856" y="140007"/>
                </a:lnTo>
                <a:close/>
                <a:moveTo>
                  <a:pt x="519543" y="16868"/>
                </a:moveTo>
                <a:cubicBezTo>
                  <a:pt x="519543" y="21929"/>
                  <a:pt x="519543" y="23616"/>
                  <a:pt x="517856" y="25302"/>
                </a:cubicBezTo>
                <a:cubicBezTo>
                  <a:pt x="516169" y="26989"/>
                  <a:pt x="512796" y="26989"/>
                  <a:pt x="509422" y="26989"/>
                </a:cubicBezTo>
                <a:cubicBezTo>
                  <a:pt x="506048" y="26989"/>
                  <a:pt x="502675" y="26989"/>
                  <a:pt x="500988" y="25302"/>
                </a:cubicBezTo>
                <a:cubicBezTo>
                  <a:pt x="499301" y="23616"/>
                  <a:pt x="499301" y="21929"/>
                  <a:pt x="499301" y="16868"/>
                </a:cubicBezTo>
                <a:cubicBezTo>
                  <a:pt x="499301" y="13495"/>
                  <a:pt x="499301" y="11808"/>
                  <a:pt x="500988" y="10121"/>
                </a:cubicBezTo>
                <a:cubicBezTo>
                  <a:pt x="502675" y="8434"/>
                  <a:pt x="506048" y="6747"/>
                  <a:pt x="509422" y="6747"/>
                </a:cubicBezTo>
                <a:cubicBezTo>
                  <a:pt x="512796" y="6747"/>
                  <a:pt x="516169" y="8434"/>
                  <a:pt x="517856" y="10121"/>
                </a:cubicBezTo>
                <a:cubicBezTo>
                  <a:pt x="519543" y="11808"/>
                  <a:pt x="519543" y="13495"/>
                  <a:pt x="519543" y="16868"/>
                </a:cubicBezTo>
                <a:close/>
                <a:moveTo>
                  <a:pt x="453757" y="75907"/>
                </a:moveTo>
                <a:cubicBezTo>
                  <a:pt x="448696" y="69160"/>
                  <a:pt x="443636" y="65786"/>
                  <a:pt x="440262" y="62413"/>
                </a:cubicBezTo>
                <a:cubicBezTo>
                  <a:pt x="435202" y="59039"/>
                  <a:pt x="431828" y="59039"/>
                  <a:pt x="426767" y="59039"/>
                </a:cubicBezTo>
                <a:cubicBezTo>
                  <a:pt x="421707" y="59039"/>
                  <a:pt x="418333" y="59039"/>
                  <a:pt x="416647" y="60726"/>
                </a:cubicBezTo>
                <a:cubicBezTo>
                  <a:pt x="413273" y="64099"/>
                  <a:pt x="409899" y="65786"/>
                  <a:pt x="408212" y="69160"/>
                </a:cubicBezTo>
                <a:cubicBezTo>
                  <a:pt x="406526" y="72534"/>
                  <a:pt x="404839" y="75907"/>
                  <a:pt x="404839" y="80968"/>
                </a:cubicBezTo>
                <a:cubicBezTo>
                  <a:pt x="403152" y="84341"/>
                  <a:pt x="403152" y="89402"/>
                  <a:pt x="403152" y="92776"/>
                </a:cubicBezTo>
                <a:cubicBezTo>
                  <a:pt x="403152" y="97836"/>
                  <a:pt x="403152" y="102897"/>
                  <a:pt x="404839" y="106270"/>
                </a:cubicBezTo>
                <a:cubicBezTo>
                  <a:pt x="404839" y="111331"/>
                  <a:pt x="406526" y="114704"/>
                  <a:pt x="408212" y="118078"/>
                </a:cubicBezTo>
                <a:cubicBezTo>
                  <a:pt x="409899" y="121452"/>
                  <a:pt x="411586" y="124825"/>
                  <a:pt x="414960" y="126512"/>
                </a:cubicBezTo>
                <a:cubicBezTo>
                  <a:pt x="418333" y="129886"/>
                  <a:pt x="421707" y="129886"/>
                  <a:pt x="426767" y="129886"/>
                </a:cubicBezTo>
                <a:cubicBezTo>
                  <a:pt x="428454" y="129886"/>
                  <a:pt x="430141" y="129886"/>
                  <a:pt x="431828" y="129886"/>
                </a:cubicBezTo>
                <a:cubicBezTo>
                  <a:pt x="435202" y="128199"/>
                  <a:pt x="436888" y="128199"/>
                  <a:pt x="438575" y="126512"/>
                </a:cubicBezTo>
                <a:cubicBezTo>
                  <a:pt x="440262" y="124825"/>
                  <a:pt x="443636" y="123138"/>
                  <a:pt x="445323" y="121452"/>
                </a:cubicBezTo>
                <a:cubicBezTo>
                  <a:pt x="448696" y="118078"/>
                  <a:pt x="450383" y="116391"/>
                  <a:pt x="453757" y="113017"/>
                </a:cubicBezTo>
                <a:lnTo>
                  <a:pt x="453757" y="75907"/>
                </a:lnTo>
                <a:close/>
                <a:moveTo>
                  <a:pt x="470625" y="140007"/>
                </a:moveTo>
                <a:lnTo>
                  <a:pt x="470625" y="141694"/>
                </a:lnTo>
                <a:lnTo>
                  <a:pt x="468938" y="141694"/>
                </a:lnTo>
                <a:cubicBezTo>
                  <a:pt x="467251" y="143380"/>
                  <a:pt x="467251" y="143380"/>
                  <a:pt x="465565" y="143380"/>
                </a:cubicBezTo>
                <a:cubicBezTo>
                  <a:pt x="465565" y="143380"/>
                  <a:pt x="463878" y="143380"/>
                  <a:pt x="462191" y="143380"/>
                </a:cubicBezTo>
                <a:cubicBezTo>
                  <a:pt x="462191" y="143380"/>
                  <a:pt x="460504" y="143380"/>
                  <a:pt x="458817" y="143380"/>
                </a:cubicBezTo>
                <a:cubicBezTo>
                  <a:pt x="458817" y="143380"/>
                  <a:pt x="457130" y="143380"/>
                  <a:pt x="457130" y="141694"/>
                </a:cubicBezTo>
                <a:lnTo>
                  <a:pt x="455444" y="141694"/>
                </a:lnTo>
                <a:lnTo>
                  <a:pt x="455444" y="140007"/>
                </a:lnTo>
                <a:lnTo>
                  <a:pt x="455444" y="128199"/>
                </a:lnTo>
                <a:cubicBezTo>
                  <a:pt x="450383" y="133259"/>
                  <a:pt x="445323" y="136633"/>
                  <a:pt x="440262" y="140007"/>
                </a:cubicBezTo>
                <a:cubicBezTo>
                  <a:pt x="435202" y="143380"/>
                  <a:pt x="430141" y="145067"/>
                  <a:pt x="423394" y="145067"/>
                </a:cubicBezTo>
                <a:cubicBezTo>
                  <a:pt x="416647" y="145067"/>
                  <a:pt x="409899" y="143380"/>
                  <a:pt x="406526" y="140007"/>
                </a:cubicBezTo>
                <a:cubicBezTo>
                  <a:pt x="401465" y="138320"/>
                  <a:pt x="398091" y="134946"/>
                  <a:pt x="394718" y="129886"/>
                </a:cubicBezTo>
                <a:cubicBezTo>
                  <a:pt x="391344" y="124825"/>
                  <a:pt x="389657" y="119765"/>
                  <a:pt x="387970" y="114704"/>
                </a:cubicBezTo>
                <a:cubicBezTo>
                  <a:pt x="386284" y="107957"/>
                  <a:pt x="386284" y="101210"/>
                  <a:pt x="386284" y="96149"/>
                </a:cubicBezTo>
                <a:cubicBezTo>
                  <a:pt x="386284" y="87715"/>
                  <a:pt x="386284" y="80968"/>
                  <a:pt x="387970" y="74220"/>
                </a:cubicBezTo>
                <a:cubicBezTo>
                  <a:pt x="389657" y="67473"/>
                  <a:pt x="393031" y="62413"/>
                  <a:pt x="396405" y="57352"/>
                </a:cubicBezTo>
                <a:cubicBezTo>
                  <a:pt x="399778" y="53978"/>
                  <a:pt x="403152" y="50605"/>
                  <a:pt x="408212" y="47231"/>
                </a:cubicBezTo>
                <a:cubicBezTo>
                  <a:pt x="413273" y="45544"/>
                  <a:pt x="418333" y="43858"/>
                  <a:pt x="425081" y="43858"/>
                </a:cubicBezTo>
                <a:cubicBezTo>
                  <a:pt x="430141" y="43858"/>
                  <a:pt x="435202" y="45544"/>
                  <a:pt x="440262" y="47231"/>
                </a:cubicBezTo>
                <a:cubicBezTo>
                  <a:pt x="445323" y="48918"/>
                  <a:pt x="448696" y="53978"/>
                  <a:pt x="453757" y="57352"/>
                </a:cubicBezTo>
                <a:lnTo>
                  <a:pt x="453757" y="5060"/>
                </a:lnTo>
                <a:lnTo>
                  <a:pt x="453757" y="3374"/>
                </a:lnTo>
                <a:cubicBezTo>
                  <a:pt x="453757" y="3374"/>
                  <a:pt x="453757" y="1687"/>
                  <a:pt x="455444" y="1687"/>
                </a:cubicBezTo>
                <a:lnTo>
                  <a:pt x="457130" y="1687"/>
                </a:lnTo>
                <a:cubicBezTo>
                  <a:pt x="458817" y="1687"/>
                  <a:pt x="460504" y="1687"/>
                  <a:pt x="462191" y="1687"/>
                </a:cubicBezTo>
                <a:cubicBezTo>
                  <a:pt x="463878" y="1687"/>
                  <a:pt x="463878" y="1687"/>
                  <a:pt x="465565" y="1687"/>
                </a:cubicBezTo>
                <a:cubicBezTo>
                  <a:pt x="467251" y="1687"/>
                  <a:pt x="467251" y="1687"/>
                  <a:pt x="468938" y="1687"/>
                </a:cubicBezTo>
                <a:lnTo>
                  <a:pt x="468938" y="3374"/>
                </a:lnTo>
                <a:cubicBezTo>
                  <a:pt x="470625" y="3374"/>
                  <a:pt x="470625" y="3374"/>
                  <a:pt x="470625" y="5060"/>
                </a:cubicBezTo>
                <a:lnTo>
                  <a:pt x="470625" y="140007"/>
                </a:lnTo>
                <a:close/>
                <a:moveTo>
                  <a:pt x="360981" y="140007"/>
                </a:moveTo>
                <a:lnTo>
                  <a:pt x="360981" y="141694"/>
                </a:lnTo>
                <a:lnTo>
                  <a:pt x="359294" y="141694"/>
                </a:lnTo>
                <a:cubicBezTo>
                  <a:pt x="359294" y="143380"/>
                  <a:pt x="357608" y="143380"/>
                  <a:pt x="357608" y="143380"/>
                </a:cubicBezTo>
                <a:cubicBezTo>
                  <a:pt x="355921" y="143380"/>
                  <a:pt x="354234" y="143380"/>
                  <a:pt x="352547" y="143380"/>
                </a:cubicBezTo>
                <a:cubicBezTo>
                  <a:pt x="350860" y="143380"/>
                  <a:pt x="349173" y="143380"/>
                  <a:pt x="349173" y="143380"/>
                </a:cubicBezTo>
                <a:cubicBezTo>
                  <a:pt x="347487" y="143380"/>
                  <a:pt x="347487" y="143380"/>
                  <a:pt x="345800" y="141694"/>
                </a:cubicBezTo>
                <a:lnTo>
                  <a:pt x="344113" y="141694"/>
                </a:lnTo>
                <a:lnTo>
                  <a:pt x="344113" y="140007"/>
                </a:lnTo>
                <a:lnTo>
                  <a:pt x="344113" y="48918"/>
                </a:lnTo>
                <a:lnTo>
                  <a:pt x="344113" y="47231"/>
                </a:lnTo>
                <a:lnTo>
                  <a:pt x="345800" y="45544"/>
                </a:lnTo>
                <a:cubicBezTo>
                  <a:pt x="347487" y="45544"/>
                  <a:pt x="347487" y="45544"/>
                  <a:pt x="349173" y="45544"/>
                </a:cubicBezTo>
                <a:cubicBezTo>
                  <a:pt x="349173" y="45544"/>
                  <a:pt x="350860" y="45544"/>
                  <a:pt x="352547" y="45544"/>
                </a:cubicBezTo>
                <a:cubicBezTo>
                  <a:pt x="354234" y="45544"/>
                  <a:pt x="355921" y="45544"/>
                  <a:pt x="357608" y="45544"/>
                </a:cubicBezTo>
                <a:lnTo>
                  <a:pt x="359294" y="45544"/>
                </a:lnTo>
                <a:lnTo>
                  <a:pt x="360981" y="47231"/>
                </a:lnTo>
                <a:lnTo>
                  <a:pt x="360981" y="48918"/>
                </a:lnTo>
                <a:lnTo>
                  <a:pt x="360981" y="140007"/>
                </a:lnTo>
                <a:close/>
                <a:moveTo>
                  <a:pt x="362668" y="16868"/>
                </a:moveTo>
                <a:cubicBezTo>
                  <a:pt x="362668" y="21929"/>
                  <a:pt x="362668" y="23616"/>
                  <a:pt x="360981" y="25302"/>
                </a:cubicBezTo>
                <a:cubicBezTo>
                  <a:pt x="359294" y="26989"/>
                  <a:pt x="355921" y="26989"/>
                  <a:pt x="352547" y="26989"/>
                </a:cubicBezTo>
                <a:cubicBezTo>
                  <a:pt x="349173" y="26989"/>
                  <a:pt x="345800" y="26989"/>
                  <a:pt x="344113" y="25302"/>
                </a:cubicBezTo>
                <a:cubicBezTo>
                  <a:pt x="342426" y="23616"/>
                  <a:pt x="342426" y="21929"/>
                  <a:pt x="342426" y="16868"/>
                </a:cubicBezTo>
                <a:cubicBezTo>
                  <a:pt x="342426" y="13495"/>
                  <a:pt x="342426" y="11808"/>
                  <a:pt x="344113" y="10121"/>
                </a:cubicBezTo>
                <a:cubicBezTo>
                  <a:pt x="345800" y="8434"/>
                  <a:pt x="349173" y="6747"/>
                  <a:pt x="352547" y="6747"/>
                </a:cubicBezTo>
                <a:cubicBezTo>
                  <a:pt x="355921" y="6747"/>
                  <a:pt x="359294" y="8434"/>
                  <a:pt x="360981" y="10121"/>
                </a:cubicBezTo>
                <a:cubicBezTo>
                  <a:pt x="362668" y="11808"/>
                  <a:pt x="362668" y="13495"/>
                  <a:pt x="362668" y="16868"/>
                </a:cubicBezTo>
                <a:close/>
                <a:moveTo>
                  <a:pt x="313750" y="140007"/>
                </a:moveTo>
                <a:lnTo>
                  <a:pt x="313750" y="141694"/>
                </a:lnTo>
                <a:lnTo>
                  <a:pt x="312063" y="141694"/>
                </a:lnTo>
                <a:cubicBezTo>
                  <a:pt x="312063" y="143380"/>
                  <a:pt x="312063" y="143380"/>
                  <a:pt x="310376" y="143380"/>
                </a:cubicBezTo>
                <a:cubicBezTo>
                  <a:pt x="308690" y="143380"/>
                  <a:pt x="307003" y="143380"/>
                  <a:pt x="305316" y="143380"/>
                </a:cubicBezTo>
                <a:cubicBezTo>
                  <a:pt x="303629" y="143380"/>
                  <a:pt x="303629" y="143380"/>
                  <a:pt x="301942" y="143380"/>
                </a:cubicBezTo>
                <a:cubicBezTo>
                  <a:pt x="300255" y="143380"/>
                  <a:pt x="300255" y="143380"/>
                  <a:pt x="298569" y="141694"/>
                </a:cubicBezTo>
                <a:lnTo>
                  <a:pt x="296882" y="140007"/>
                </a:lnTo>
                <a:lnTo>
                  <a:pt x="296882" y="3374"/>
                </a:lnTo>
                <a:lnTo>
                  <a:pt x="298569" y="3374"/>
                </a:lnTo>
                <a:lnTo>
                  <a:pt x="298569" y="1687"/>
                </a:lnTo>
                <a:cubicBezTo>
                  <a:pt x="300255" y="1687"/>
                  <a:pt x="300255" y="1687"/>
                  <a:pt x="301942" y="1687"/>
                </a:cubicBezTo>
                <a:cubicBezTo>
                  <a:pt x="303629" y="1687"/>
                  <a:pt x="303629" y="0"/>
                  <a:pt x="305316" y="0"/>
                </a:cubicBezTo>
                <a:cubicBezTo>
                  <a:pt x="307003" y="0"/>
                  <a:pt x="308690" y="1687"/>
                  <a:pt x="310376" y="1687"/>
                </a:cubicBezTo>
                <a:lnTo>
                  <a:pt x="312063" y="1687"/>
                </a:lnTo>
                <a:cubicBezTo>
                  <a:pt x="313750" y="1687"/>
                  <a:pt x="313750" y="1687"/>
                  <a:pt x="313750" y="3374"/>
                </a:cubicBezTo>
                <a:lnTo>
                  <a:pt x="313750" y="140007"/>
                </a:lnTo>
                <a:close/>
                <a:moveTo>
                  <a:pt x="274953" y="126512"/>
                </a:moveTo>
                <a:cubicBezTo>
                  <a:pt x="274953" y="126512"/>
                  <a:pt x="274953" y="128199"/>
                  <a:pt x="274953" y="129886"/>
                </a:cubicBezTo>
                <a:lnTo>
                  <a:pt x="274953" y="131573"/>
                </a:lnTo>
                <a:lnTo>
                  <a:pt x="274953" y="133259"/>
                </a:lnTo>
                <a:cubicBezTo>
                  <a:pt x="273266" y="133259"/>
                  <a:pt x="273266" y="133259"/>
                  <a:pt x="273266" y="134946"/>
                </a:cubicBezTo>
                <a:cubicBezTo>
                  <a:pt x="271579" y="134946"/>
                  <a:pt x="269892" y="136633"/>
                  <a:pt x="268206" y="138320"/>
                </a:cubicBezTo>
                <a:cubicBezTo>
                  <a:pt x="266519" y="138320"/>
                  <a:pt x="263145" y="140007"/>
                  <a:pt x="261458" y="141694"/>
                </a:cubicBezTo>
                <a:cubicBezTo>
                  <a:pt x="258085" y="141694"/>
                  <a:pt x="256398" y="143380"/>
                  <a:pt x="253024" y="143380"/>
                </a:cubicBezTo>
                <a:cubicBezTo>
                  <a:pt x="249651" y="145067"/>
                  <a:pt x="246277" y="145067"/>
                  <a:pt x="244590" y="145067"/>
                </a:cubicBezTo>
                <a:cubicBezTo>
                  <a:pt x="237843" y="145067"/>
                  <a:pt x="231095" y="143380"/>
                  <a:pt x="226035" y="141694"/>
                </a:cubicBezTo>
                <a:cubicBezTo>
                  <a:pt x="220974" y="138320"/>
                  <a:pt x="217601" y="136633"/>
                  <a:pt x="214227" y="131573"/>
                </a:cubicBezTo>
                <a:cubicBezTo>
                  <a:pt x="210853" y="128199"/>
                  <a:pt x="207480" y="123138"/>
                  <a:pt x="205793" y="116391"/>
                </a:cubicBezTo>
                <a:cubicBezTo>
                  <a:pt x="204106" y="109644"/>
                  <a:pt x="202419" y="102897"/>
                  <a:pt x="202419" y="96149"/>
                </a:cubicBezTo>
                <a:cubicBezTo>
                  <a:pt x="202419" y="86028"/>
                  <a:pt x="204106" y="79281"/>
                  <a:pt x="205793" y="72534"/>
                </a:cubicBezTo>
                <a:cubicBezTo>
                  <a:pt x="209167" y="65786"/>
                  <a:pt x="210853" y="60726"/>
                  <a:pt x="215914" y="55665"/>
                </a:cubicBezTo>
                <a:cubicBezTo>
                  <a:pt x="219288" y="52292"/>
                  <a:pt x="224348" y="48918"/>
                  <a:pt x="229409" y="47231"/>
                </a:cubicBezTo>
                <a:cubicBezTo>
                  <a:pt x="234469" y="45544"/>
                  <a:pt x="239530" y="43858"/>
                  <a:pt x="246277" y="43858"/>
                </a:cubicBezTo>
                <a:cubicBezTo>
                  <a:pt x="247964" y="43858"/>
                  <a:pt x="251337" y="43858"/>
                  <a:pt x="254711" y="45544"/>
                </a:cubicBezTo>
                <a:cubicBezTo>
                  <a:pt x="256398" y="45544"/>
                  <a:pt x="259772" y="45544"/>
                  <a:pt x="261458" y="47231"/>
                </a:cubicBezTo>
                <a:cubicBezTo>
                  <a:pt x="264832" y="47231"/>
                  <a:pt x="266519" y="48918"/>
                  <a:pt x="268206" y="50605"/>
                </a:cubicBezTo>
                <a:cubicBezTo>
                  <a:pt x="269892" y="50605"/>
                  <a:pt x="271579" y="52292"/>
                  <a:pt x="271579" y="52292"/>
                </a:cubicBezTo>
                <a:cubicBezTo>
                  <a:pt x="273266" y="53978"/>
                  <a:pt x="273266" y="53978"/>
                  <a:pt x="273266" y="55665"/>
                </a:cubicBezTo>
                <a:cubicBezTo>
                  <a:pt x="273266" y="55665"/>
                  <a:pt x="274953" y="55665"/>
                  <a:pt x="274953" y="57352"/>
                </a:cubicBezTo>
                <a:lnTo>
                  <a:pt x="274953" y="59039"/>
                </a:lnTo>
                <a:cubicBezTo>
                  <a:pt x="274953" y="59039"/>
                  <a:pt x="274953" y="60726"/>
                  <a:pt x="274953" y="62413"/>
                </a:cubicBezTo>
                <a:cubicBezTo>
                  <a:pt x="274953" y="64099"/>
                  <a:pt x="274953" y="65786"/>
                  <a:pt x="273266" y="67473"/>
                </a:cubicBezTo>
                <a:cubicBezTo>
                  <a:pt x="273266" y="69160"/>
                  <a:pt x="273266" y="69160"/>
                  <a:pt x="271579" y="69160"/>
                </a:cubicBezTo>
                <a:cubicBezTo>
                  <a:pt x="269892" y="69160"/>
                  <a:pt x="269892" y="69160"/>
                  <a:pt x="268206" y="67473"/>
                </a:cubicBezTo>
                <a:cubicBezTo>
                  <a:pt x="266519" y="65786"/>
                  <a:pt x="264832" y="64099"/>
                  <a:pt x="263145" y="64099"/>
                </a:cubicBezTo>
                <a:cubicBezTo>
                  <a:pt x="261458" y="62413"/>
                  <a:pt x="258085" y="60726"/>
                  <a:pt x="256398" y="59039"/>
                </a:cubicBezTo>
                <a:cubicBezTo>
                  <a:pt x="253024" y="59039"/>
                  <a:pt x="249651" y="57352"/>
                  <a:pt x="246277" y="57352"/>
                </a:cubicBezTo>
                <a:cubicBezTo>
                  <a:pt x="237843" y="57352"/>
                  <a:pt x="231095" y="60726"/>
                  <a:pt x="227722" y="67473"/>
                </a:cubicBezTo>
                <a:cubicBezTo>
                  <a:pt x="222661" y="74220"/>
                  <a:pt x="220974" y="82655"/>
                  <a:pt x="220974" y="94462"/>
                </a:cubicBezTo>
                <a:cubicBezTo>
                  <a:pt x="220974" y="101210"/>
                  <a:pt x="220974" y="106270"/>
                  <a:pt x="222661" y="109644"/>
                </a:cubicBezTo>
                <a:cubicBezTo>
                  <a:pt x="222661" y="114704"/>
                  <a:pt x="224348" y="118078"/>
                  <a:pt x="227722" y="121452"/>
                </a:cubicBezTo>
                <a:cubicBezTo>
                  <a:pt x="229409" y="124825"/>
                  <a:pt x="232782" y="126512"/>
                  <a:pt x="234469" y="128199"/>
                </a:cubicBezTo>
                <a:cubicBezTo>
                  <a:pt x="237843" y="129886"/>
                  <a:pt x="241216" y="129886"/>
                  <a:pt x="246277" y="129886"/>
                </a:cubicBezTo>
                <a:cubicBezTo>
                  <a:pt x="249651" y="129886"/>
                  <a:pt x="253024" y="129886"/>
                  <a:pt x="256398" y="128199"/>
                </a:cubicBezTo>
                <a:cubicBezTo>
                  <a:pt x="259772" y="126512"/>
                  <a:pt x="261458" y="124825"/>
                  <a:pt x="263145" y="124825"/>
                </a:cubicBezTo>
                <a:cubicBezTo>
                  <a:pt x="266519" y="123138"/>
                  <a:pt x="268206" y="121452"/>
                  <a:pt x="269892" y="119765"/>
                </a:cubicBezTo>
                <a:cubicBezTo>
                  <a:pt x="269892" y="119765"/>
                  <a:pt x="271579" y="118078"/>
                  <a:pt x="273266" y="118078"/>
                </a:cubicBezTo>
                <a:lnTo>
                  <a:pt x="274953" y="119765"/>
                </a:lnTo>
                <a:cubicBezTo>
                  <a:pt x="274953" y="121452"/>
                  <a:pt x="274953" y="121452"/>
                  <a:pt x="274953" y="123138"/>
                </a:cubicBezTo>
                <a:cubicBezTo>
                  <a:pt x="274953" y="123138"/>
                  <a:pt x="274953" y="124825"/>
                  <a:pt x="274953" y="126512"/>
                </a:cubicBezTo>
                <a:close/>
                <a:moveTo>
                  <a:pt x="178804" y="140007"/>
                </a:moveTo>
                <a:lnTo>
                  <a:pt x="178804" y="141694"/>
                </a:lnTo>
                <a:lnTo>
                  <a:pt x="177117" y="141694"/>
                </a:lnTo>
                <a:cubicBezTo>
                  <a:pt x="175430" y="143380"/>
                  <a:pt x="175430" y="143380"/>
                  <a:pt x="173743" y="143380"/>
                </a:cubicBezTo>
                <a:cubicBezTo>
                  <a:pt x="173743" y="143380"/>
                  <a:pt x="172056" y="143380"/>
                  <a:pt x="170370" y="143380"/>
                </a:cubicBezTo>
                <a:cubicBezTo>
                  <a:pt x="168683" y="143380"/>
                  <a:pt x="168683" y="143380"/>
                  <a:pt x="166996" y="143380"/>
                </a:cubicBezTo>
                <a:cubicBezTo>
                  <a:pt x="165309" y="143380"/>
                  <a:pt x="165309" y="143380"/>
                  <a:pt x="165309" y="141694"/>
                </a:cubicBezTo>
                <a:lnTo>
                  <a:pt x="163622" y="141694"/>
                </a:lnTo>
                <a:lnTo>
                  <a:pt x="163622" y="140007"/>
                </a:lnTo>
                <a:lnTo>
                  <a:pt x="163622" y="128199"/>
                </a:lnTo>
                <a:cubicBezTo>
                  <a:pt x="158562" y="133259"/>
                  <a:pt x="153501" y="138320"/>
                  <a:pt x="148441" y="140007"/>
                </a:cubicBezTo>
                <a:cubicBezTo>
                  <a:pt x="143380" y="143380"/>
                  <a:pt x="138320" y="145067"/>
                  <a:pt x="131573" y="145067"/>
                </a:cubicBezTo>
                <a:cubicBezTo>
                  <a:pt x="126512" y="145067"/>
                  <a:pt x="121452" y="143380"/>
                  <a:pt x="116391" y="141694"/>
                </a:cubicBezTo>
                <a:cubicBezTo>
                  <a:pt x="113017" y="140007"/>
                  <a:pt x="109644" y="136633"/>
                  <a:pt x="106270" y="133259"/>
                </a:cubicBezTo>
                <a:cubicBezTo>
                  <a:pt x="104583" y="129886"/>
                  <a:pt x="102897" y="124825"/>
                  <a:pt x="101210" y="121452"/>
                </a:cubicBezTo>
                <a:cubicBezTo>
                  <a:pt x="99523" y="116391"/>
                  <a:pt x="99523" y="111331"/>
                  <a:pt x="99523" y="104583"/>
                </a:cubicBezTo>
                <a:lnTo>
                  <a:pt x="99523" y="48918"/>
                </a:lnTo>
                <a:lnTo>
                  <a:pt x="99523" y="47231"/>
                </a:lnTo>
                <a:lnTo>
                  <a:pt x="101210" y="45544"/>
                </a:lnTo>
                <a:cubicBezTo>
                  <a:pt x="101210" y="45544"/>
                  <a:pt x="102897" y="45544"/>
                  <a:pt x="104583" y="45544"/>
                </a:cubicBezTo>
                <a:cubicBezTo>
                  <a:pt x="104583" y="45544"/>
                  <a:pt x="106270" y="45544"/>
                  <a:pt x="107957" y="45544"/>
                </a:cubicBezTo>
                <a:cubicBezTo>
                  <a:pt x="109644" y="45544"/>
                  <a:pt x="111331" y="45544"/>
                  <a:pt x="111331" y="45544"/>
                </a:cubicBezTo>
                <a:cubicBezTo>
                  <a:pt x="113017" y="45544"/>
                  <a:pt x="114704" y="45544"/>
                  <a:pt x="114704" y="45544"/>
                </a:cubicBezTo>
                <a:lnTo>
                  <a:pt x="116391" y="47231"/>
                </a:lnTo>
                <a:lnTo>
                  <a:pt x="116391" y="48918"/>
                </a:lnTo>
                <a:lnTo>
                  <a:pt x="116391" y="101210"/>
                </a:lnTo>
                <a:cubicBezTo>
                  <a:pt x="116391" y="107957"/>
                  <a:pt x="116391" y="111331"/>
                  <a:pt x="118078" y="114704"/>
                </a:cubicBezTo>
                <a:cubicBezTo>
                  <a:pt x="118078" y="118078"/>
                  <a:pt x="119765" y="121452"/>
                  <a:pt x="121452" y="123138"/>
                </a:cubicBezTo>
                <a:cubicBezTo>
                  <a:pt x="123138" y="124825"/>
                  <a:pt x="124825" y="126512"/>
                  <a:pt x="126512" y="128199"/>
                </a:cubicBezTo>
                <a:cubicBezTo>
                  <a:pt x="129886" y="129886"/>
                  <a:pt x="133259" y="129886"/>
                  <a:pt x="134946" y="129886"/>
                </a:cubicBezTo>
                <a:cubicBezTo>
                  <a:pt x="140007" y="129886"/>
                  <a:pt x="143380" y="128199"/>
                  <a:pt x="148441" y="124825"/>
                </a:cubicBezTo>
                <a:cubicBezTo>
                  <a:pt x="151815" y="123138"/>
                  <a:pt x="156875" y="118078"/>
                  <a:pt x="161935" y="113017"/>
                </a:cubicBezTo>
                <a:lnTo>
                  <a:pt x="161935" y="48918"/>
                </a:lnTo>
                <a:lnTo>
                  <a:pt x="161935" y="47231"/>
                </a:lnTo>
                <a:cubicBezTo>
                  <a:pt x="161935" y="47231"/>
                  <a:pt x="161935" y="45544"/>
                  <a:pt x="163622" y="45544"/>
                </a:cubicBezTo>
                <a:lnTo>
                  <a:pt x="165309" y="45544"/>
                </a:lnTo>
                <a:cubicBezTo>
                  <a:pt x="166996" y="45544"/>
                  <a:pt x="168683" y="45544"/>
                  <a:pt x="170370" y="45544"/>
                </a:cubicBezTo>
                <a:cubicBezTo>
                  <a:pt x="172056" y="45544"/>
                  <a:pt x="173743" y="45544"/>
                  <a:pt x="173743" y="45544"/>
                </a:cubicBezTo>
                <a:cubicBezTo>
                  <a:pt x="175430" y="45544"/>
                  <a:pt x="175430" y="45544"/>
                  <a:pt x="177117" y="45544"/>
                </a:cubicBezTo>
                <a:cubicBezTo>
                  <a:pt x="177117" y="45544"/>
                  <a:pt x="177117" y="47231"/>
                  <a:pt x="178804" y="47231"/>
                </a:cubicBezTo>
                <a:lnTo>
                  <a:pt x="178804" y="48918"/>
                </a:lnTo>
                <a:lnTo>
                  <a:pt x="178804" y="140007"/>
                </a:lnTo>
                <a:close/>
                <a:moveTo>
                  <a:pt x="74220" y="134946"/>
                </a:moveTo>
                <a:cubicBezTo>
                  <a:pt x="74220" y="136633"/>
                  <a:pt x="74220" y="138320"/>
                  <a:pt x="72534" y="138320"/>
                </a:cubicBezTo>
                <a:cubicBezTo>
                  <a:pt x="72534" y="140007"/>
                  <a:pt x="72534" y="140007"/>
                  <a:pt x="72534" y="141694"/>
                </a:cubicBezTo>
                <a:lnTo>
                  <a:pt x="70847" y="141694"/>
                </a:lnTo>
                <a:cubicBezTo>
                  <a:pt x="70847" y="141694"/>
                  <a:pt x="70847" y="143380"/>
                  <a:pt x="69160" y="143380"/>
                </a:cubicBezTo>
                <a:lnTo>
                  <a:pt x="6747" y="143380"/>
                </a:lnTo>
                <a:cubicBezTo>
                  <a:pt x="5060" y="143380"/>
                  <a:pt x="3374" y="141694"/>
                  <a:pt x="1687" y="141694"/>
                </a:cubicBezTo>
                <a:cubicBezTo>
                  <a:pt x="1687" y="140007"/>
                  <a:pt x="0" y="138320"/>
                  <a:pt x="0" y="134946"/>
                </a:cubicBezTo>
                <a:lnTo>
                  <a:pt x="0" y="18555"/>
                </a:lnTo>
                <a:cubicBezTo>
                  <a:pt x="0" y="15181"/>
                  <a:pt x="1687" y="13495"/>
                  <a:pt x="1687" y="11808"/>
                </a:cubicBezTo>
                <a:cubicBezTo>
                  <a:pt x="3374" y="11808"/>
                  <a:pt x="5060" y="10121"/>
                  <a:pt x="6747" y="10121"/>
                </a:cubicBezTo>
                <a:lnTo>
                  <a:pt x="69160" y="10121"/>
                </a:lnTo>
                <a:lnTo>
                  <a:pt x="70847" y="11808"/>
                </a:lnTo>
                <a:lnTo>
                  <a:pt x="72534" y="11808"/>
                </a:lnTo>
                <a:cubicBezTo>
                  <a:pt x="72534" y="13495"/>
                  <a:pt x="72534" y="13495"/>
                  <a:pt x="72534" y="15181"/>
                </a:cubicBezTo>
                <a:cubicBezTo>
                  <a:pt x="72534" y="15181"/>
                  <a:pt x="72534" y="16868"/>
                  <a:pt x="72534" y="18555"/>
                </a:cubicBezTo>
                <a:cubicBezTo>
                  <a:pt x="72534" y="20242"/>
                  <a:pt x="72534" y="20242"/>
                  <a:pt x="72534" y="21929"/>
                </a:cubicBezTo>
                <a:lnTo>
                  <a:pt x="72534" y="23616"/>
                </a:lnTo>
                <a:cubicBezTo>
                  <a:pt x="70847" y="23616"/>
                  <a:pt x="70847" y="25302"/>
                  <a:pt x="70847" y="25302"/>
                </a:cubicBezTo>
                <a:lnTo>
                  <a:pt x="69160" y="25302"/>
                </a:lnTo>
                <a:lnTo>
                  <a:pt x="16868" y="25302"/>
                </a:lnTo>
                <a:lnTo>
                  <a:pt x="16868" y="67473"/>
                </a:lnTo>
                <a:lnTo>
                  <a:pt x="62413" y="67473"/>
                </a:lnTo>
                <a:lnTo>
                  <a:pt x="64099" y="67473"/>
                </a:lnTo>
                <a:lnTo>
                  <a:pt x="64099" y="69160"/>
                </a:lnTo>
                <a:cubicBezTo>
                  <a:pt x="64099" y="69160"/>
                  <a:pt x="65786" y="69160"/>
                  <a:pt x="65786" y="70847"/>
                </a:cubicBezTo>
                <a:cubicBezTo>
                  <a:pt x="65786" y="72534"/>
                  <a:pt x="65786" y="72534"/>
                  <a:pt x="65786" y="74220"/>
                </a:cubicBezTo>
                <a:cubicBezTo>
                  <a:pt x="65786" y="75907"/>
                  <a:pt x="65786" y="75907"/>
                  <a:pt x="65786" y="77594"/>
                </a:cubicBezTo>
                <a:lnTo>
                  <a:pt x="64099" y="79281"/>
                </a:lnTo>
                <a:lnTo>
                  <a:pt x="64099" y="80968"/>
                </a:lnTo>
                <a:lnTo>
                  <a:pt x="62413" y="80968"/>
                </a:lnTo>
                <a:lnTo>
                  <a:pt x="16868" y="80968"/>
                </a:lnTo>
                <a:lnTo>
                  <a:pt x="16868" y="128199"/>
                </a:lnTo>
                <a:lnTo>
                  <a:pt x="69160" y="128199"/>
                </a:lnTo>
                <a:lnTo>
                  <a:pt x="70847" y="128199"/>
                </a:lnTo>
                <a:cubicBezTo>
                  <a:pt x="72534" y="128199"/>
                  <a:pt x="72534" y="129886"/>
                  <a:pt x="72534" y="129886"/>
                </a:cubicBezTo>
                <a:lnTo>
                  <a:pt x="72534" y="131573"/>
                </a:lnTo>
                <a:cubicBezTo>
                  <a:pt x="74220" y="133259"/>
                  <a:pt x="74220" y="133259"/>
                  <a:pt x="74220" y="1349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D126A-C5D5-4C81-8F91-7C52B187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3304" y="3183414"/>
            <a:ext cx="1656465" cy="178804"/>
          </a:xfrm>
          <a:custGeom xmlns:a="http://schemas.openxmlformats.org/drawingml/2006/main">
            <a:pathLst>
              <a:path w="1656465" h="178804">
                <a:moveTo>
                  <a:pt x="1622729" y="141694"/>
                </a:moveTo>
                <a:lnTo>
                  <a:pt x="1609234" y="175430"/>
                </a:lnTo>
                <a:cubicBezTo>
                  <a:pt x="1609234" y="175430"/>
                  <a:pt x="1609234" y="177117"/>
                  <a:pt x="1607547" y="177117"/>
                </a:cubicBezTo>
                <a:cubicBezTo>
                  <a:pt x="1605860" y="178804"/>
                  <a:pt x="1602487" y="178804"/>
                  <a:pt x="1599113" y="178804"/>
                </a:cubicBezTo>
                <a:cubicBezTo>
                  <a:pt x="1597426" y="178804"/>
                  <a:pt x="1595739" y="178804"/>
                  <a:pt x="1595739" y="178804"/>
                </a:cubicBezTo>
                <a:cubicBezTo>
                  <a:pt x="1594052" y="178804"/>
                  <a:pt x="1592366" y="177117"/>
                  <a:pt x="1592366" y="177117"/>
                </a:cubicBezTo>
                <a:lnTo>
                  <a:pt x="1592366" y="175430"/>
                </a:lnTo>
                <a:cubicBezTo>
                  <a:pt x="1590679" y="175430"/>
                  <a:pt x="1592366" y="173743"/>
                  <a:pt x="1592366" y="173743"/>
                </a:cubicBezTo>
                <a:lnTo>
                  <a:pt x="1604173" y="141694"/>
                </a:lnTo>
                <a:cubicBezTo>
                  <a:pt x="1604173" y="141694"/>
                  <a:pt x="1604173" y="140007"/>
                  <a:pt x="1602487" y="140007"/>
                </a:cubicBezTo>
                <a:lnTo>
                  <a:pt x="1602487" y="138320"/>
                </a:lnTo>
                <a:lnTo>
                  <a:pt x="1568750" y="50605"/>
                </a:lnTo>
                <a:cubicBezTo>
                  <a:pt x="1568750" y="48918"/>
                  <a:pt x="1568750" y="48918"/>
                  <a:pt x="1568750" y="47231"/>
                </a:cubicBezTo>
                <a:lnTo>
                  <a:pt x="1568750" y="45544"/>
                </a:lnTo>
                <a:cubicBezTo>
                  <a:pt x="1570437" y="45544"/>
                  <a:pt x="1570437" y="43858"/>
                  <a:pt x="1572124" y="43858"/>
                </a:cubicBezTo>
                <a:cubicBezTo>
                  <a:pt x="1573810" y="43858"/>
                  <a:pt x="1573810" y="43858"/>
                  <a:pt x="1577184" y="43858"/>
                </a:cubicBezTo>
                <a:cubicBezTo>
                  <a:pt x="1578871" y="43858"/>
                  <a:pt x="1580558" y="43858"/>
                  <a:pt x="1582245" y="43858"/>
                </a:cubicBezTo>
                <a:cubicBezTo>
                  <a:pt x="1582245" y="43858"/>
                  <a:pt x="1583931" y="43858"/>
                  <a:pt x="1583931" y="45544"/>
                </a:cubicBezTo>
                <a:lnTo>
                  <a:pt x="1585618" y="45544"/>
                </a:lnTo>
                <a:cubicBezTo>
                  <a:pt x="1585618" y="47231"/>
                  <a:pt x="1585618" y="47231"/>
                  <a:pt x="1587305" y="48918"/>
                </a:cubicBezTo>
                <a:lnTo>
                  <a:pt x="1612608" y="121452"/>
                </a:lnTo>
                <a:lnTo>
                  <a:pt x="1637910" y="47231"/>
                </a:lnTo>
                <a:cubicBezTo>
                  <a:pt x="1639597" y="47231"/>
                  <a:pt x="1639597" y="45544"/>
                  <a:pt x="1639597" y="45544"/>
                </a:cubicBezTo>
                <a:cubicBezTo>
                  <a:pt x="1639597" y="45544"/>
                  <a:pt x="1641284" y="43858"/>
                  <a:pt x="1642970" y="43858"/>
                </a:cubicBezTo>
                <a:cubicBezTo>
                  <a:pt x="1642970" y="43858"/>
                  <a:pt x="1644657" y="43858"/>
                  <a:pt x="1648031" y="43858"/>
                </a:cubicBezTo>
                <a:cubicBezTo>
                  <a:pt x="1649718" y="43858"/>
                  <a:pt x="1651405" y="43858"/>
                  <a:pt x="1651405" y="43858"/>
                </a:cubicBezTo>
                <a:cubicBezTo>
                  <a:pt x="1653091" y="43858"/>
                  <a:pt x="1654778" y="45544"/>
                  <a:pt x="1654778" y="45544"/>
                </a:cubicBezTo>
                <a:lnTo>
                  <a:pt x="1656465" y="47231"/>
                </a:lnTo>
                <a:cubicBezTo>
                  <a:pt x="1656465" y="48918"/>
                  <a:pt x="1654778" y="48918"/>
                  <a:pt x="1654778" y="50605"/>
                </a:cubicBezTo>
                <a:lnTo>
                  <a:pt x="1622729" y="141694"/>
                </a:lnTo>
                <a:close/>
                <a:moveTo>
                  <a:pt x="1558629" y="131573"/>
                </a:moveTo>
                <a:cubicBezTo>
                  <a:pt x="1558629" y="134946"/>
                  <a:pt x="1558629" y="134946"/>
                  <a:pt x="1558629" y="136633"/>
                </a:cubicBezTo>
                <a:cubicBezTo>
                  <a:pt x="1556942" y="138320"/>
                  <a:pt x="1556942" y="138320"/>
                  <a:pt x="1556942" y="140007"/>
                </a:cubicBezTo>
                <a:cubicBezTo>
                  <a:pt x="1555255" y="140007"/>
                  <a:pt x="1555255" y="140007"/>
                  <a:pt x="1553569" y="141694"/>
                </a:cubicBezTo>
                <a:cubicBezTo>
                  <a:pt x="1553569" y="141694"/>
                  <a:pt x="1551882" y="141694"/>
                  <a:pt x="1550195" y="141694"/>
                </a:cubicBezTo>
                <a:cubicBezTo>
                  <a:pt x="1548508" y="141694"/>
                  <a:pt x="1546821" y="143380"/>
                  <a:pt x="1546821" y="143380"/>
                </a:cubicBezTo>
                <a:cubicBezTo>
                  <a:pt x="1545134" y="143380"/>
                  <a:pt x="1543448" y="143380"/>
                  <a:pt x="1541761" y="143380"/>
                </a:cubicBezTo>
                <a:cubicBezTo>
                  <a:pt x="1536700" y="143380"/>
                  <a:pt x="1533327" y="143380"/>
                  <a:pt x="1529953" y="141694"/>
                </a:cubicBezTo>
                <a:cubicBezTo>
                  <a:pt x="1524892" y="140007"/>
                  <a:pt x="1523206" y="138320"/>
                  <a:pt x="1521519" y="134946"/>
                </a:cubicBezTo>
                <a:cubicBezTo>
                  <a:pt x="1518145" y="133259"/>
                  <a:pt x="1516458" y="129886"/>
                  <a:pt x="1516458" y="126512"/>
                </a:cubicBezTo>
                <a:cubicBezTo>
                  <a:pt x="1514772" y="121452"/>
                  <a:pt x="1514772" y="118078"/>
                  <a:pt x="1514772" y="111331"/>
                </a:cubicBezTo>
                <a:lnTo>
                  <a:pt x="1514772" y="59039"/>
                </a:lnTo>
                <a:lnTo>
                  <a:pt x="1501277" y="59039"/>
                </a:lnTo>
                <a:lnTo>
                  <a:pt x="1499590" y="57352"/>
                </a:lnTo>
                <a:cubicBezTo>
                  <a:pt x="1497903" y="55665"/>
                  <a:pt x="1497903" y="53978"/>
                  <a:pt x="1497903" y="52292"/>
                </a:cubicBezTo>
                <a:cubicBezTo>
                  <a:pt x="1497903" y="50605"/>
                  <a:pt x="1497903" y="48918"/>
                  <a:pt x="1497903" y="48918"/>
                </a:cubicBezTo>
                <a:cubicBezTo>
                  <a:pt x="1499590" y="47231"/>
                  <a:pt x="1499590" y="47231"/>
                  <a:pt x="1499590" y="45544"/>
                </a:cubicBezTo>
                <a:cubicBezTo>
                  <a:pt x="1501277" y="45544"/>
                  <a:pt x="1501277" y="43858"/>
                  <a:pt x="1501277" y="43858"/>
                </a:cubicBezTo>
                <a:lnTo>
                  <a:pt x="1514772" y="43858"/>
                </a:lnTo>
                <a:lnTo>
                  <a:pt x="1514772" y="23616"/>
                </a:lnTo>
                <a:lnTo>
                  <a:pt x="1514772" y="21929"/>
                </a:lnTo>
                <a:cubicBezTo>
                  <a:pt x="1514772" y="21929"/>
                  <a:pt x="1514772" y="20242"/>
                  <a:pt x="1516458" y="20242"/>
                </a:cubicBezTo>
                <a:lnTo>
                  <a:pt x="1518145" y="20242"/>
                </a:lnTo>
                <a:cubicBezTo>
                  <a:pt x="1519832" y="20242"/>
                  <a:pt x="1521519" y="20242"/>
                  <a:pt x="1523206" y="20242"/>
                </a:cubicBezTo>
                <a:cubicBezTo>
                  <a:pt x="1524892" y="20242"/>
                  <a:pt x="1526579" y="20242"/>
                  <a:pt x="1526579" y="20242"/>
                </a:cubicBezTo>
                <a:cubicBezTo>
                  <a:pt x="1528266" y="20242"/>
                  <a:pt x="1528266" y="20242"/>
                  <a:pt x="1529953" y="20242"/>
                </a:cubicBezTo>
                <a:cubicBezTo>
                  <a:pt x="1529953" y="20242"/>
                  <a:pt x="1529953" y="21929"/>
                  <a:pt x="1531640" y="21929"/>
                </a:cubicBezTo>
                <a:lnTo>
                  <a:pt x="1531640" y="23616"/>
                </a:lnTo>
                <a:lnTo>
                  <a:pt x="1531640" y="43858"/>
                </a:lnTo>
                <a:lnTo>
                  <a:pt x="1555255" y="43858"/>
                </a:lnTo>
                <a:cubicBezTo>
                  <a:pt x="1555255" y="43858"/>
                  <a:pt x="1555255" y="45544"/>
                  <a:pt x="1556942" y="45544"/>
                </a:cubicBezTo>
                <a:cubicBezTo>
                  <a:pt x="1556942" y="47231"/>
                  <a:pt x="1558629" y="47231"/>
                  <a:pt x="1558629" y="48918"/>
                </a:cubicBezTo>
                <a:cubicBezTo>
                  <a:pt x="1558629" y="48918"/>
                  <a:pt x="1558629" y="50605"/>
                  <a:pt x="1558629" y="52292"/>
                </a:cubicBezTo>
                <a:cubicBezTo>
                  <a:pt x="1558629" y="53978"/>
                  <a:pt x="1558629" y="55665"/>
                  <a:pt x="1556942" y="57352"/>
                </a:cubicBezTo>
                <a:lnTo>
                  <a:pt x="1555255" y="59039"/>
                </a:lnTo>
                <a:lnTo>
                  <a:pt x="1531640" y="59039"/>
                </a:lnTo>
                <a:lnTo>
                  <a:pt x="1531640" y="109644"/>
                </a:lnTo>
                <a:cubicBezTo>
                  <a:pt x="1531640" y="116391"/>
                  <a:pt x="1531640" y="121452"/>
                  <a:pt x="1533327" y="124825"/>
                </a:cubicBezTo>
                <a:cubicBezTo>
                  <a:pt x="1536700" y="126512"/>
                  <a:pt x="1540074" y="128199"/>
                  <a:pt x="1543448" y="128199"/>
                </a:cubicBezTo>
                <a:cubicBezTo>
                  <a:pt x="1545134" y="128199"/>
                  <a:pt x="1546821" y="128199"/>
                  <a:pt x="1548508" y="128199"/>
                </a:cubicBezTo>
                <a:cubicBezTo>
                  <a:pt x="1550195" y="128199"/>
                  <a:pt x="1550195" y="128199"/>
                  <a:pt x="1551882" y="128199"/>
                </a:cubicBezTo>
                <a:cubicBezTo>
                  <a:pt x="1551882" y="126512"/>
                  <a:pt x="1553569" y="126512"/>
                  <a:pt x="1553569" y="126512"/>
                </a:cubicBezTo>
                <a:lnTo>
                  <a:pt x="1555255" y="126512"/>
                </a:lnTo>
                <a:lnTo>
                  <a:pt x="1556942" y="126512"/>
                </a:lnTo>
                <a:cubicBezTo>
                  <a:pt x="1556942" y="128199"/>
                  <a:pt x="1558629" y="128199"/>
                  <a:pt x="1558629" y="129886"/>
                </a:cubicBezTo>
                <a:lnTo>
                  <a:pt x="1558629" y="131573"/>
                </a:lnTo>
                <a:close/>
                <a:moveTo>
                  <a:pt x="1479348" y="138320"/>
                </a:moveTo>
                <a:lnTo>
                  <a:pt x="1479348" y="140007"/>
                </a:lnTo>
                <a:cubicBezTo>
                  <a:pt x="1479348" y="140007"/>
                  <a:pt x="1479348" y="141694"/>
                  <a:pt x="1477661" y="141694"/>
                </a:cubicBezTo>
                <a:lnTo>
                  <a:pt x="1475974" y="141694"/>
                </a:lnTo>
                <a:cubicBezTo>
                  <a:pt x="1474288" y="141694"/>
                  <a:pt x="1472601" y="141694"/>
                  <a:pt x="1470914" y="141694"/>
                </a:cubicBezTo>
                <a:cubicBezTo>
                  <a:pt x="1469227" y="141694"/>
                  <a:pt x="1469227" y="141694"/>
                  <a:pt x="1467540" y="141694"/>
                </a:cubicBezTo>
                <a:cubicBezTo>
                  <a:pt x="1465854" y="141694"/>
                  <a:pt x="1465854" y="141694"/>
                  <a:pt x="1464167" y="141694"/>
                </a:cubicBezTo>
                <a:lnTo>
                  <a:pt x="1464167" y="140007"/>
                </a:lnTo>
                <a:cubicBezTo>
                  <a:pt x="1464167" y="140007"/>
                  <a:pt x="1462480" y="140007"/>
                  <a:pt x="1462480" y="138320"/>
                </a:cubicBezTo>
                <a:lnTo>
                  <a:pt x="1462480" y="47231"/>
                </a:lnTo>
                <a:cubicBezTo>
                  <a:pt x="1462480" y="47231"/>
                  <a:pt x="1464167" y="47231"/>
                  <a:pt x="1464167" y="45544"/>
                </a:cubicBezTo>
                <a:cubicBezTo>
                  <a:pt x="1465854" y="45544"/>
                  <a:pt x="1465854" y="43858"/>
                  <a:pt x="1467540" y="43858"/>
                </a:cubicBezTo>
                <a:cubicBezTo>
                  <a:pt x="1469227" y="43858"/>
                  <a:pt x="1469227" y="43858"/>
                  <a:pt x="1470914" y="43858"/>
                </a:cubicBezTo>
                <a:cubicBezTo>
                  <a:pt x="1472601" y="43858"/>
                  <a:pt x="1474288" y="43858"/>
                  <a:pt x="1475974" y="43858"/>
                </a:cubicBezTo>
                <a:cubicBezTo>
                  <a:pt x="1477661" y="43858"/>
                  <a:pt x="1477661" y="45544"/>
                  <a:pt x="1477661" y="45544"/>
                </a:cubicBezTo>
                <a:lnTo>
                  <a:pt x="1479348" y="45544"/>
                </a:lnTo>
                <a:lnTo>
                  <a:pt x="1479348" y="47231"/>
                </a:lnTo>
                <a:lnTo>
                  <a:pt x="1479348" y="138320"/>
                </a:lnTo>
                <a:close/>
                <a:moveTo>
                  <a:pt x="1482722" y="16868"/>
                </a:moveTo>
                <a:cubicBezTo>
                  <a:pt x="1482722" y="20242"/>
                  <a:pt x="1481035" y="23616"/>
                  <a:pt x="1479348" y="23616"/>
                </a:cubicBezTo>
                <a:cubicBezTo>
                  <a:pt x="1477661" y="25302"/>
                  <a:pt x="1475974" y="26989"/>
                  <a:pt x="1470914" y="26989"/>
                </a:cubicBezTo>
                <a:cubicBezTo>
                  <a:pt x="1467540" y="26989"/>
                  <a:pt x="1464167" y="25302"/>
                  <a:pt x="1464167" y="23616"/>
                </a:cubicBezTo>
                <a:cubicBezTo>
                  <a:pt x="1462480" y="23616"/>
                  <a:pt x="1460793" y="20242"/>
                  <a:pt x="1460793" y="16868"/>
                </a:cubicBezTo>
                <a:cubicBezTo>
                  <a:pt x="1460793" y="11808"/>
                  <a:pt x="1462480" y="10121"/>
                  <a:pt x="1464167" y="8434"/>
                </a:cubicBezTo>
                <a:cubicBezTo>
                  <a:pt x="1464167" y="6747"/>
                  <a:pt x="1467540" y="6747"/>
                  <a:pt x="1470914" y="6747"/>
                </a:cubicBezTo>
                <a:cubicBezTo>
                  <a:pt x="1475974" y="6747"/>
                  <a:pt x="1477661" y="6747"/>
                  <a:pt x="1479348" y="8434"/>
                </a:cubicBezTo>
                <a:cubicBezTo>
                  <a:pt x="1481035" y="10121"/>
                  <a:pt x="1482722" y="11808"/>
                  <a:pt x="1482722" y="16868"/>
                </a:cubicBezTo>
                <a:close/>
                <a:moveTo>
                  <a:pt x="1443925" y="53978"/>
                </a:moveTo>
                <a:cubicBezTo>
                  <a:pt x="1443925" y="53978"/>
                  <a:pt x="1443925" y="55665"/>
                  <a:pt x="1443925" y="57352"/>
                </a:cubicBezTo>
                <a:lnTo>
                  <a:pt x="1443925" y="59039"/>
                </a:lnTo>
                <a:lnTo>
                  <a:pt x="1443925" y="60726"/>
                </a:lnTo>
                <a:lnTo>
                  <a:pt x="1442238" y="60726"/>
                </a:lnTo>
                <a:lnTo>
                  <a:pt x="1440551" y="60726"/>
                </a:lnTo>
                <a:cubicBezTo>
                  <a:pt x="1438864" y="60726"/>
                  <a:pt x="1438864" y="60726"/>
                  <a:pt x="1437177" y="60726"/>
                </a:cubicBezTo>
                <a:cubicBezTo>
                  <a:pt x="1437177" y="59039"/>
                  <a:pt x="1435491" y="59039"/>
                  <a:pt x="1433804" y="59039"/>
                </a:cubicBezTo>
                <a:cubicBezTo>
                  <a:pt x="1433804" y="59039"/>
                  <a:pt x="1432117" y="59039"/>
                  <a:pt x="1430430" y="59039"/>
                </a:cubicBezTo>
                <a:cubicBezTo>
                  <a:pt x="1428743" y="59039"/>
                  <a:pt x="1427056" y="59039"/>
                  <a:pt x="1425370" y="59039"/>
                </a:cubicBezTo>
                <a:cubicBezTo>
                  <a:pt x="1423683" y="60726"/>
                  <a:pt x="1421996" y="60726"/>
                  <a:pt x="1420309" y="62413"/>
                </a:cubicBezTo>
                <a:cubicBezTo>
                  <a:pt x="1418622" y="64099"/>
                  <a:pt x="1416935" y="65786"/>
                  <a:pt x="1415249" y="69160"/>
                </a:cubicBezTo>
                <a:cubicBezTo>
                  <a:pt x="1411875" y="72534"/>
                  <a:pt x="1410188" y="74220"/>
                  <a:pt x="1408501" y="79281"/>
                </a:cubicBezTo>
                <a:lnTo>
                  <a:pt x="1408501" y="138320"/>
                </a:lnTo>
                <a:cubicBezTo>
                  <a:pt x="1408501" y="140007"/>
                  <a:pt x="1408501" y="140007"/>
                  <a:pt x="1406815" y="140007"/>
                </a:cubicBezTo>
                <a:lnTo>
                  <a:pt x="1406815" y="141694"/>
                </a:lnTo>
                <a:cubicBezTo>
                  <a:pt x="1405128" y="141694"/>
                  <a:pt x="1405128" y="141694"/>
                  <a:pt x="1403441" y="141694"/>
                </a:cubicBezTo>
                <a:cubicBezTo>
                  <a:pt x="1401754" y="141694"/>
                  <a:pt x="1401754" y="141694"/>
                  <a:pt x="1400067" y="141694"/>
                </a:cubicBezTo>
                <a:cubicBezTo>
                  <a:pt x="1398380" y="141694"/>
                  <a:pt x="1396694" y="141694"/>
                  <a:pt x="1395007" y="141694"/>
                </a:cubicBezTo>
                <a:lnTo>
                  <a:pt x="1393320" y="141694"/>
                </a:lnTo>
                <a:cubicBezTo>
                  <a:pt x="1391633" y="141694"/>
                  <a:pt x="1391633" y="140007"/>
                  <a:pt x="1391633" y="140007"/>
                </a:cubicBezTo>
                <a:lnTo>
                  <a:pt x="1391633" y="138320"/>
                </a:lnTo>
                <a:lnTo>
                  <a:pt x="1391633" y="47231"/>
                </a:lnTo>
                <a:lnTo>
                  <a:pt x="1391633" y="45544"/>
                </a:lnTo>
                <a:lnTo>
                  <a:pt x="1393320" y="45544"/>
                </a:lnTo>
                <a:cubicBezTo>
                  <a:pt x="1393320" y="43858"/>
                  <a:pt x="1393320" y="43858"/>
                  <a:pt x="1395007" y="43858"/>
                </a:cubicBezTo>
                <a:cubicBezTo>
                  <a:pt x="1396694" y="43858"/>
                  <a:pt x="1396694" y="43858"/>
                  <a:pt x="1398380" y="43858"/>
                </a:cubicBezTo>
                <a:cubicBezTo>
                  <a:pt x="1400067" y="43858"/>
                  <a:pt x="1401754" y="43858"/>
                  <a:pt x="1401754" y="43858"/>
                </a:cubicBezTo>
                <a:cubicBezTo>
                  <a:pt x="1403441" y="43858"/>
                  <a:pt x="1403441" y="43858"/>
                  <a:pt x="1405128" y="45544"/>
                </a:cubicBezTo>
                <a:cubicBezTo>
                  <a:pt x="1406815" y="45544"/>
                  <a:pt x="1406815" y="47231"/>
                  <a:pt x="1406815" y="47231"/>
                </a:cubicBezTo>
                <a:lnTo>
                  <a:pt x="1406815" y="60726"/>
                </a:lnTo>
                <a:cubicBezTo>
                  <a:pt x="1408501" y="57352"/>
                  <a:pt x="1411875" y="53978"/>
                  <a:pt x="1413562" y="52292"/>
                </a:cubicBezTo>
                <a:cubicBezTo>
                  <a:pt x="1415249" y="48918"/>
                  <a:pt x="1416935" y="47231"/>
                  <a:pt x="1420309" y="45544"/>
                </a:cubicBezTo>
                <a:cubicBezTo>
                  <a:pt x="1421996" y="45544"/>
                  <a:pt x="1423683" y="43858"/>
                  <a:pt x="1425370" y="43858"/>
                </a:cubicBezTo>
                <a:cubicBezTo>
                  <a:pt x="1427056" y="42171"/>
                  <a:pt x="1428743" y="42171"/>
                  <a:pt x="1432117" y="42171"/>
                </a:cubicBezTo>
                <a:lnTo>
                  <a:pt x="1433804" y="42171"/>
                </a:lnTo>
                <a:cubicBezTo>
                  <a:pt x="1435491" y="42171"/>
                  <a:pt x="1437177" y="43858"/>
                  <a:pt x="1437177" y="43858"/>
                </a:cubicBezTo>
                <a:cubicBezTo>
                  <a:pt x="1438864" y="43858"/>
                  <a:pt x="1440551" y="43858"/>
                  <a:pt x="1440551" y="43858"/>
                </a:cubicBezTo>
                <a:cubicBezTo>
                  <a:pt x="1442238" y="45544"/>
                  <a:pt x="1442238" y="45544"/>
                  <a:pt x="1443925" y="45544"/>
                </a:cubicBezTo>
                <a:lnTo>
                  <a:pt x="1443925" y="47231"/>
                </a:lnTo>
                <a:lnTo>
                  <a:pt x="1443925" y="48918"/>
                </a:lnTo>
                <a:cubicBezTo>
                  <a:pt x="1443925" y="50605"/>
                  <a:pt x="1443925" y="52292"/>
                  <a:pt x="1443925" y="53978"/>
                </a:cubicBezTo>
                <a:close/>
                <a:moveTo>
                  <a:pt x="1349462" y="92776"/>
                </a:moveTo>
                <a:cubicBezTo>
                  <a:pt x="1349462" y="87715"/>
                  <a:pt x="1347776" y="84341"/>
                  <a:pt x="1347776" y="79281"/>
                </a:cubicBezTo>
                <a:cubicBezTo>
                  <a:pt x="1346089" y="74220"/>
                  <a:pt x="1344402" y="70847"/>
                  <a:pt x="1342715" y="67473"/>
                </a:cubicBezTo>
                <a:cubicBezTo>
                  <a:pt x="1341028" y="64099"/>
                  <a:pt x="1337655" y="62413"/>
                  <a:pt x="1334281" y="59039"/>
                </a:cubicBezTo>
                <a:cubicBezTo>
                  <a:pt x="1330907" y="57352"/>
                  <a:pt x="1325847" y="57352"/>
                  <a:pt x="1320786" y="57352"/>
                </a:cubicBezTo>
                <a:cubicBezTo>
                  <a:pt x="1315726" y="57352"/>
                  <a:pt x="1312352" y="57352"/>
                  <a:pt x="1307292" y="59039"/>
                </a:cubicBezTo>
                <a:cubicBezTo>
                  <a:pt x="1303918" y="60726"/>
                  <a:pt x="1302231" y="64099"/>
                  <a:pt x="1298858" y="67473"/>
                </a:cubicBezTo>
                <a:cubicBezTo>
                  <a:pt x="1297171" y="70847"/>
                  <a:pt x="1295484" y="74220"/>
                  <a:pt x="1293797" y="77594"/>
                </a:cubicBezTo>
                <a:cubicBezTo>
                  <a:pt x="1292110" y="82655"/>
                  <a:pt x="1292110" y="87715"/>
                  <a:pt x="1292110" y="92776"/>
                </a:cubicBezTo>
                <a:cubicBezTo>
                  <a:pt x="1292110" y="97836"/>
                  <a:pt x="1292110" y="102897"/>
                  <a:pt x="1293797" y="106270"/>
                </a:cubicBezTo>
                <a:cubicBezTo>
                  <a:pt x="1293797" y="111331"/>
                  <a:pt x="1295484" y="114704"/>
                  <a:pt x="1298858" y="118078"/>
                </a:cubicBezTo>
                <a:cubicBezTo>
                  <a:pt x="1300544" y="121452"/>
                  <a:pt x="1303918" y="124825"/>
                  <a:pt x="1307292" y="126512"/>
                </a:cubicBezTo>
                <a:cubicBezTo>
                  <a:pt x="1310665" y="128199"/>
                  <a:pt x="1315726" y="129886"/>
                  <a:pt x="1320786" y="129886"/>
                </a:cubicBezTo>
                <a:cubicBezTo>
                  <a:pt x="1325847" y="129886"/>
                  <a:pt x="1329220" y="128199"/>
                  <a:pt x="1332594" y="126512"/>
                </a:cubicBezTo>
                <a:cubicBezTo>
                  <a:pt x="1337655" y="124825"/>
                  <a:pt x="1339341" y="123138"/>
                  <a:pt x="1342715" y="119765"/>
                </a:cubicBezTo>
                <a:cubicBezTo>
                  <a:pt x="1344402" y="116391"/>
                  <a:pt x="1346089" y="113017"/>
                  <a:pt x="1347776" y="107957"/>
                </a:cubicBezTo>
                <a:cubicBezTo>
                  <a:pt x="1347776" y="102897"/>
                  <a:pt x="1349462" y="97836"/>
                  <a:pt x="1349462" y="92776"/>
                </a:cubicBezTo>
                <a:close/>
                <a:moveTo>
                  <a:pt x="1366331" y="92776"/>
                </a:moveTo>
                <a:cubicBezTo>
                  <a:pt x="1366331" y="99523"/>
                  <a:pt x="1364644" y="106270"/>
                  <a:pt x="1362957" y="113017"/>
                </a:cubicBezTo>
                <a:cubicBezTo>
                  <a:pt x="1361270" y="119765"/>
                  <a:pt x="1357897" y="124825"/>
                  <a:pt x="1354523" y="128199"/>
                </a:cubicBezTo>
                <a:cubicBezTo>
                  <a:pt x="1351149" y="133259"/>
                  <a:pt x="1346089" y="136633"/>
                  <a:pt x="1339341" y="140007"/>
                </a:cubicBezTo>
                <a:cubicBezTo>
                  <a:pt x="1334281" y="141694"/>
                  <a:pt x="1327534" y="143380"/>
                  <a:pt x="1319099" y="143380"/>
                </a:cubicBezTo>
                <a:cubicBezTo>
                  <a:pt x="1312352" y="143380"/>
                  <a:pt x="1305605" y="141694"/>
                  <a:pt x="1300544" y="140007"/>
                </a:cubicBezTo>
                <a:cubicBezTo>
                  <a:pt x="1293797" y="138320"/>
                  <a:pt x="1290423" y="134946"/>
                  <a:pt x="1285363" y="129886"/>
                </a:cubicBezTo>
                <a:cubicBezTo>
                  <a:pt x="1281989" y="126512"/>
                  <a:pt x="1278616" y="121452"/>
                  <a:pt x="1276929" y="114704"/>
                </a:cubicBezTo>
                <a:cubicBezTo>
                  <a:pt x="1275242" y="107957"/>
                  <a:pt x="1275242" y="101210"/>
                  <a:pt x="1275242" y="94462"/>
                </a:cubicBezTo>
                <a:cubicBezTo>
                  <a:pt x="1275242" y="86028"/>
                  <a:pt x="1275242" y="79281"/>
                  <a:pt x="1276929" y="72534"/>
                </a:cubicBezTo>
                <a:cubicBezTo>
                  <a:pt x="1280302" y="67473"/>
                  <a:pt x="1281989" y="62413"/>
                  <a:pt x="1287050" y="57352"/>
                </a:cubicBezTo>
                <a:cubicBezTo>
                  <a:pt x="1290423" y="52292"/>
                  <a:pt x="1295484" y="48918"/>
                  <a:pt x="1300544" y="47231"/>
                </a:cubicBezTo>
                <a:cubicBezTo>
                  <a:pt x="1307292" y="43858"/>
                  <a:pt x="1314039" y="42171"/>
                  <a:pt x="1320786" y="42171"/>
                </a:cubicBezTo>
                <a:cubicBezTo>
                  <a:pt x="1329220" y="42171"/>
                  <a:pt x="1335968" y="43858"/>
                  <a:pt x="1341028" y="45544"/>
                </a:cubicBezTo>
                <a:cubicBezTo>
                  <a:pt x="1346089" y="48918"/>
                  <a:pt x="1351149" y="52292"/>
                  <a:pt x="1354523" y="55665"/>
                </a:cubicBezTo>
                <a:cubicBezTo>
                  <a:pt x="1359583" y="60726"/>
                  <a:pt x="1361270" y="65786"/>
                  <a:pt x="1362957" y="70847"/>
                </a:cubicBezTo>
                <a:cubicBezTo>
                  <a:pt x="1366331" y="77594"/>
                  <a:pt x="1366331" y="84341"/>
                  <a:pt x="1366331" y="92776"/>
                </a:cubicBezTo>
                <a:close/>
                <a:moveTo>
                  <a:pt x="1251626" y="16868"/>
                </a:moveTo>
                <a:cubicBezTo>
                  <a:pt x="1251626" y="20242"/>
                  <a:pt x="1251626" y="23616"/>
                  <a:pt x="1249940" y="23616"/>
                </a:cubicBezTo>
                <a:cubicBezTo>
                  <a:pt x="1248253" y="25302"/>
                  <a:pt x="1244879" y="26989"/>
                  <a:pt x="1241505" y="26989"/>
                </a:cubicBezTo>
                <a:cubicBezTo>
                  <a:pt x="1238132" y="26989"/>
                  <a:pt x="1234758" y="25302"/>
                  <a:pt x="1233071" y="23616"/>
                </a:cubicBezTo>
                <a:cubicBezTo>
                  <a:pt x="1231384" y="23616"/>
                  <a:pt x="1231384" y="20242"/>
                  <a:pt x="1231384" y="16868"/>
                </a:cubicBezTo>
                <a:cubicBezTo>
                  <a:pt x="1231384" y="11808"/>
                  <a:pt x="1231384" y="10121"/>
                  <a:pt x="1233071" y="8434"/>
                </a:cubicBezTo>
                <a:cubicBezTo>
                  <a:pt x="1234758" y="6747"/>
                  <a:pt x="1238132" y="6747"/>
                  <a:pt x="1241505" y="6747"/>
                </a:cubicBezTo>
                <a:cubicBezTo>
                  <a:pt x="1246566" y="6747"/>
                  <a:pt x="1248253" y="6747"/>
                  <a:pt x="1249940" y="8434"/>
                </a:cubicBezTo>
                <a:cubicBezTo>
                  <a:pt x="1251626" y="10121"/>
                  <a:pt x="1251626" y="11808"/>
                  <a:pt x="1251626" y="16868"/>
                </a:cubicBezTo>
                <a:close/>
                <a:moveTo>
                  <a:pt x="1249940" y="143380"/>
                </a:moveTo>
                <a:cubicBezTo>
                  <a:pt x="1249940" y="150128"/>
                  <a:pt x="1249940" y="155188"/>
                  <a:pt x="1248253" y="160249"/>
                </a:cubicBezTo>
                <a:cubicBezTo>
                  <a:pt x="1248253" y="163622"/>
                  <a:pt x="1246566" y="166996"/>
                  <a:pt x="1243192" y="170370"/>
                </a:cubicBezTo>
                <a:cubicBezTo>
                  <a:pt x="1241505" y="172056"/>
                  <a:pt x="1238132" y="175430"/>
                  <a:pt x="1234758" y="177117"/>
                </a:cubicBezTo>
                <a:cubicBezTo>
                  <a:pt x="1231384" y="177117"/>
                  <a:pt x="1228011" y="178804"/>
                  <a:pt x="1222950" y="178804"/>
                </a:cubicBezTo>
                <a:cubicBezTo>
                  <a:pt x="1221263" y="178804"/>
                  <a:pt x="1219577" y="178804"/>
                  <a:pt x="1217890" y="178804"/>
                </a:cubicBezTo>
                <a:cubicBezTo>
                  <a:pt x="1216203" y="177117"/>
                  <a:pt x="1214516" y="177117"/>
                  <a:pt x="1214516" y="177117"/>
                </a:cubicBezTo>
                <a:cubicBezTo>
                  <a:pt x="1212829" y="177117"/>
                  <a:pt x="1212829" y="177117"/>
                  <a:pt x="1212829" y="175430"/>
                </a:cubicBezTo>
                <a:lnTo>
                  <a:pt x="1211142" y="175430"/>
                </a:lnTo>
                <a:cubicBezTo>
                  <a:pt x="1211142" y="173743"/>
                  <a:pt x="1211142" y="173743"/>
                  <a:pt x="1211142" y="172056"/>
                </a:cubicBezTo>
                <a:lnTo>
                  <a:pt x="1211142" y="170370"/>
                </a:lnTo>
                <a:cubicBezTo>
                  <a:pt x="1211142" y="168683"/>
                  <a:pt x="1211142" y="168683"/>
                  <a:pt x="1211142" y="166996"/>
                </a:cubicBezTo>
                <a:cubicBezTo>
                  <a:pt x="1211142" y="166996"/>
                  <a:pt x="1211142" y="165309"/>
                  <a:pt x="1212829" y="165309"/>
                </a:cubicBezTo>
                <a:lnTo>
                  <a:pt x="1212829" y="163622"/>
                </a:lnTo>
                <a:lnTo>
                  <a:pt x="1214516" y="163622"/>
                </a:lnTo>
                <a:lnTo>
                  <a:pt x="1216203" y="163622"/>
                </a:lnTo>
                <a:cubicBezTo>
                  <a:pt x="1217890" y="163622"/>
                  <a:pt x="1219577" y="163622"/>
                  <a:pt x="1221263" y="163622"/>
                </a:cubicBezTo>
                <a:cubicBezTo>
                  <a:pt x="1222950" y="163622"/>
                  <a:pt x="1224637" y="163622"/>
                  <a:pt x="1226324" y="163622"/>
                </a:cubicBezTo>
                <a:cubicBezTo>
                  <a:pt x="1228011" y="161935"/>
                  <a:pt x="1229698" y="161935"/>
                  <a:pt x="1229698" y="160249"/>
                </a:cubicBezTo>
                <a:cubicBezTo>
                  <a:pt x="1231384" y="158562"/>
                  <a:pt x="1231384" y="156875"/>
                  <a:pt x="1233071" y="153501"/>
                </a:cubicBezTo>
                <a:cubicBezTo>
                  <a:pt x="1233071" y="151815"/>
                  <a:pt x="1233071" y="148441"/>
                  <a:pt x="1233071" y="143380"/>
                </a:cubicBezTo>
                <a:lnTo>
                  <a:pt x="1233071" y="47231"/>
                </a:lnTo>
                <a:lnTo>
                  <a:pt x="1233071" y="45544"/>
                </a:lnTo>
                <a:lnTo>
                  <a:pt x="1234758" y="45544"/>
                </a:lnTo>
                <a:cubicBezTo>
                  <a:pt x="1236445" y="45544"/>
                  <a:pt x="1236445" y="43858"/>
                  <a:pt x="1238132" y="43858"/>
                </a:cubicBezTo>
                <a:cubicBezTo>
                  <a:pt x="1238132" y="43858"/>
                  <a:pt x="1239819" y="43858"/>
                  <a:pt x="1241505" y="43858"/>
                </a:cubicBezTo>
                <a:cubicBezTo>
                  <a:pt x="1243192" y="43858"/>
                  <a:pt x="1244879" y="43858"/>
                  <a:pt x="1246566" y="43858"/>
                </a:cubicBezTo>
                <a:lnTo>
                  <a:pt x="1248253" y="45544"/>
                </a:lnTo>
                <a:lnTo>
                  <a:pt x="1249940" y="45544"/>
                </a:lnTo>
                <a:lnTo>
                  <a:pt x="1249940" y="47231"/>
                </a:lnTo>
                <a:lnTo>
                  <a:pt x="1249940" y="143380"/>
                </a:lnTo>
                <a:close/>
                <a:moveTo>
                  <a:pt x="1184153" y="97836"/>
                </a:moveTo>
                <a:lnTo>
                  <a:pt x="1168972" y="97836"/>
                </a:lnTo>
                <a:cubicBezTo>
                  <a:pt x="1165598" y="97836"/>
                  <a:pt x="1160538" y="97836"/>
                  <a:pt x="1157164" y="97836"/>
                </a:cubicBezTo>
                <a:cubicBezTo>
                  <a:pt x="1153790" y="99523"/>
                  <a:pt x="1152104" y="99523"/>
                  <a:pt x="1148730" y="101210"/>
                </a:cubicBezTo>
                <a:cubicBezTo>
                  <a:pt x="1147043" y="102897"/>
                  <a:pt x="1145356" y="104583"/>
                  <a:pt x="1143669" y="107957"/>
                </a:cubicBezTo>
                <a:cubicBezTo>
                  <a:pt x="1143669" y="109644"/>
                  <a:pt x="1141983" y="111331"/>
                  <a:pt x="1141983" y="114704"/>
                </a:cubicBezTo>
                <a:cubicBezTo>
                  <a:pt x="1141983" y="119765"/>
                  <a:pt x="1143669" y="123138"/>
                  <a:pt x="1147043" y="126512"/>
                </a:cubicBezTo>
                <a:cubicBezTo>
                  <a:pt x="1150417" y="128199"/>
                  <a:pt x="1153790" y="129886"/>
                  <a:pt x="1160538" y="129886"/>
                </a:cubicBezTo>
                <a:cubicBezTo>
                  <a:pt x="1163911" y="129886"/>
                  <a:pt x="1168972" y="129886"/>
                  <a:pt x="1172345" y="126512"/>
                </a:cubicBezTo>
                <a:cubicBezTo>
                  <a:pt x="1175719" y="124825"/>
                  <a:pt x="1179093" y="121452"/>
                  <a:pt x="1184153" y="116391"/>
                </a:cubicBezTo>
                <a:lnTo>
                  <a:pt x="1184153" y="97836"/>
                </a:lnTo>
                <a:close/>
                <a:moveTo>
                  <a:pt x="1201022" y="138320"/>
                </a:moveTo>
                <a:cubicBezTo>
                  <a:pt x="1201022" y="140007"/>
                  <a:pt x="1201022" y="140007"/>
                  <a:pt x="1199335" y="141694"/>
                </a:cubicBezTo>
                <a:lnTo>
                  <a:pt x="1197648" y="141694"/>
                </a:lnTo>
                <a:cubicBezTo>
                  <a:pt x="1195961" y="141694"/>
                  <a:pt x="1195961" y="141694"/>
                  <a:pt x="1192587" y="141694"/>
                </a:cubicBezTo>
                <a:cubicBezTo>
                  <a:pt x="1190901" y="141694"/>
                  <a:pt x="1190901" y="141694"/>
                  <a:pt x="1189214" y="141694"/>
                </a:cubicBezTo>
                <a:lnTo>
                  <a:pt x="1187527" y="141694"/>
                </a:lnTo>
                <a:cubicBezTo>
                  <a:pt x="1185840" y="140007"/>
                  <a:pt x="1185840" y="140007"/>
                  <a:pt x="1185840" y="138320"/>
                </a:cubicBezTo>
                <a:lnTo>
                  <a:pt x="1185840" y="129886"/>
                </a:lnTo>
                <a:cubicBezTo>
                  <a:pt x="1182466" y="134946"/>
                  <a:pt x="1177406" y="136633"/>
                  <a:pt x="1172345" y="140007"/>
                </a:cubicBezTo>
                <a:cubicBezTo>
                  <a:pt x="1167285" y="141694"/>
                  <a:pt x="1162224" y="143380"/>
                  <a:pt x="1157164" y="143380"/>
                </a:cubicBezTo>
                <a:cubicBezTo>
                  <a:pt x="1152104" y="143380"/>
                  <a:pt x="1148730" y="143380"/>
                  <a:pt x="1143669" y="141694"/>
                </a:cubicBezTo>
                <a:cubicBezTo>
                  <a:pt x="1140296" y="140007"/>
                  <a:pt x="1136922" y="138320"/>
                  <a:pt x="1133548" y="136633"/>
                </a:cubicBezTo>
                <a:cubicBezTo>
                  <a:pt x="1131862" y="133259"/>
                  <a:pt x="1128488" y="131573"/>
                  <a:pt x="1126801" y="126512"/>
                </a:cubicBezTo>
                <a:cubicBezTo>
                  <a:pt x="1126801" y="123138"/>
                  <a:pt x="1125114" y="119765"/>
                  <a:pt x="1125114" y="114704"/>
                </a:cubicBezTo>
                <a:cubicBezTo>
                  <a:pt x="1125114" y="109644"/>
                  <a:pt x="1126801" y="106270"/>
                  <a:pt x="1128488" y="102897"/>
                </a:cubicBezTo>
                <a:cubicBezTo>
                  <a:pt x="1130175" y="97836"/>
                  <a:pt x="1133548" y="94462"/>
                  <a:pt x="1136922" y="92776"/>
                </a:cubicBezTo>
                <a:cubicBezTo>
                  <a:pt x="1141983" y="89402"/>
                  <a:pt x="1147043" y="87715"/>
                  <a:pt x="1152104" y="87715"/>
                </a:cubicBezTo>
                <a:cubicBezTo>
                  <a:pt x="1157164" y="86028"/>
                  <a:pt x="1163911" y="84341"/>
                  <a:pt x="1170659" y="84341"/>
                </a:cubicBezTo>
                <a:lnTo>
                  <a:pt x="1184153" y="84341"/>
                </a:lnTo>
                <a:lnTo>
                  <a:pt x="1184153" y="77594"/>
                </a:lnTo>
                <a:cubicBezTo>
                  <a:pt x="1184153" y="74220"/>
                  <a:pt x="1184153" y="70847"/>
                  <a:pt x="1182466" y="69160"/>
                </a:cubicBezTo>
                <a:cubicBezTo>
                  <a:pt x="1182466" y="65786"/>
                  <a:pt x="1180780" y="64099"/>
                  <a:pt x="1179093" y="62413"/>
                </a:cubicBezTo>
                <a:cubicBezTo>
                  <a:pt x="1177406" y="60726"/>
                  <a:pt x="1175719" y="59039"/>
                  <a:pt x="1172345" y="57352"/>
                </a:cubicBezTo>
                <a:cubicBezTo>
                  <a:pt x="1170659" y="57352"/>
                  <a:pt x="1167285" y="55665"/>
                  <a:pt x="1162224" y="55665"/>
                </a:cubicBezTo>
                <a:cubicBezTo>
                  <a:pt x="1158851" y="55665"/>
                  <a:pt x="1155477" y="57352"/>
                  <a:pt x="1152104" y="57352"/>
                </a:cubicBezTo>
                <a:cubicBezTo>
                  <a:pt x="1148730" y="59039"/>
                  <a:pt x="1145356" y="60726"/>
                  <a:pt x="1143669" y="60726"/>
                </a:cubicBezTo>
                <a:cubicBezTo>
                  <a:pt x="1140296" y="62413"/>
                  <a:pt x="1138609" y="64099"/>
                  <a:pt x="1136922" y="64099"/>
                </a:cubicBezTo>
                <a:cubicBezTo>
                  <a:pt x="1135235" y="65786"/>
                  <a:pt x="1133548" y="65786"/>
                  <a:pt x="1133548" y="65786"/>
                </a:cubicBezTo>
                <a:lnTo>
                  <a:pt x="1131862" y="65786"/>
                </a:lnTo>
                <a:lnTo>
                  <a:pt x="1130175" y="64099"/>
                </a:lnTo>
                <a:lnTo>
                  <a:pt x="1130175" y="62413"/>
                </a:lnTo>
                <a:cubicBezTo>
                  <a:pt x="1130175" y="60726"/>
                  <a:pt x="1130175" y="60726"/>
                  <a:pt x="1130175" y="59039"/>
                </a:cubicBezTo>
                <a:cubicBezTo>
                  <a:pt x="1130175" y="57352"/>
                  <a:pt x="1130175" y="55665"/>
                  <a:pt x="1130175" y="55665"/>
                </a:cubicBezTo>
                <a:cubicBezTo>
                  <a:pt x="1130175" y="53978"/>
                  <a:pt x="1130175" y="53978"/>
                  <a:pt x="1131862" y="52292"/>
                </a:cubicBezTo>
                <a:cubicBezTo>
                  <a:pt x="1133548" y="52292"/>
                  <a:pt x="1133548" y="50605"/>
                  <a:pt x="1136922" y="48918"/>
                </a:cubicBezTo>
                <a:cubicBezTo>
                  <a:pt x="1138609" y="48918"/>
                  <a:pt x="1141983" y="47231"/>
                  <a:pt x="1143669" y="45544"/>
                </a:cubicBezTo>
                <a:cubicBezTo>
                  <a:pt x="1147043" y="45544"/>
                  <a:pt x="1150417" y="43858"/>
                  <a:pt x="1153790" y="43858"/>
                </a:cubicBezTo>
                <a:cubicBezTo>
                  <a:pt x="1157164" y="43858"/>
                  <a:pt x="1160538" y="42171"/>
                  <a:pt x="1163911" y="42171"/>
                </a:cubicBezTo>
                <a:cubicBezTo>
                  <a:pt x="1170659" y="42171"/>
                  <a:pt x="1177406" y="43858"/>
                  <a:pt x="1180780" y="45544"/>
                </a:cubicBezTo>
                <a:cubicBezTo>
                  <a:pt x="1185840" y="47231"/>
                  <a:pt x="1189214" y="48918"/>
                  <a:pt x="1192587" y="52292"/>
                </a:cubicBezTo>
                <a:cubicBezTo>
                  <a:pt x="1195961" y="53978"/>
                  <a:pt x="1197648" y="57352"/>
                  <a:pt x="1199335" y="62413"/>
                </a:cubicBezTo>
                <a:cubicBezTo>
                  <a:pt x="1199335" y="65786"/>
                  <a:pt x="1201022" y="70847"/>
                  <a:pt x="1201022" y="77594"/>
                </a:cubicBezTo>
                <a:lnTo>
                  <a:pt x="1201022" y="138320"/>
                </a:lnTo>
                <a:close/>
                <a:moveTo>
                  <a:pt x="1098125" y="138320"/>
                </a:moveTo>
                <a:lnTo>
                  <a:pt x="1098125" y="140007"/>
                </a:lnTo>
                <a:lnTo>
                  <a:pt x="1096438" y="141694"/>
                </a:lnTo>
                <a:cubicBezTo>
                  <a:pt x="1096438" y="141694"/>
                  <a:pt x="1094751" y="141694"/>
                  <a:pt x="1093065" y="141694"/>
                </a:cubicBezTo>
                <a:cubicBezTo>
                  <a:pt x="1093065" y="141694"/>
                  <a:pt x="1091378" y="141694"/>
                  <a:pt x="1089691" y="141694"/>
                </a:cubicBezTo>
                <a:cubicBezTo>
                  <a:pt x="1088004" y="141694"/>
                  <a:pt x="1086317" y="141694"/>
                  <a:pt x="1086317" y="141694"/>
                </a:cubicBezTo>
                <a:cubicBezTo>
                  <a:pt x="1084630" y="141694"/>
                  <a:pt x="1082944" y="141694"/>
                  <a:pt x="1082944" y="141694"/>
                </a:cubicBezTo>
                <a:lnTo>
                  <a:pt x="1081257" y="140007"/>
                </a:lnTo>
                <a:lnTo>
                  <a:pt x="1081257" y="138320"/>
                </a:lnTo>
                <a:lnTo>
                  <a:pt x="1081257" y="23616"/>
                </a:lnTo>
                <a:lnTo>
                  <a:pt x="1034026" y="140007"/>
                </a:lnTo>
                <a:lnTo>
                  <a:pt x="1032339" y="141694"/>
                </a:lnTo>
                <a:cubicBezTo>
                  <a:pt x="1030652" y="141694"/>
                  <a:pt x="1030652" y="141694"/>
                  <a:pt x="1028965" y="141694"/>
                </a:cubicBezTo>
                <a:cubicBezTo>
                  <a:pt x="1028965" y="141694"/>
                  <a:pt x="1027278" y="141694"/>
                  <a:pt x="1025591" y="141694"/>
                </a:cubicBezTo>
                <a:cubicBezTo>
                  <a:pt x="1023905" y="141694"/>
                  <a:pt x="1023905" y="141694"/>
                  <a:pt x="1022218" y="141694"/>
                </a:cubicBezTo>
                <a:cubicBezTo>
                  <a:pt x="1020531" y="141694"/>
                  <a:pt x="1020531" y="141694"/>
                  <a:pt x="1018844" y="141694"/>
                </a:cubicBezTo>
                <a:cubicBezTo>
                  <a:pt x="1018844" y="141694"/>
                  <a:pt x="1018844" y="140007"/>
                  <a:pt x="1017157" y="140007"/>
                </a:cubicBezTo>
                <a:lnTo>
                  <a:pt x="973300" y="23616"/>
                </a:lnTo>
                <a:lnTo>
                  <a:pt x="973300" y="138320"/>
                </a:lnTo>
                <a:cubicBezTo>
                  <a:pt x="973300" y="140007"/>
                  <a:pt x="973300" y="140007"/>
                  <a:pt x="971613" y="140007"/>
                </a:cubicBezTo>
                <a:lnTo>
                  <a:pt x="971613" y="141694"/>
                </a:lnTo>
                <a:cubicBezTo>
                  <a:pt x="969926" y="141694"/>
                  <a:pt x="969926" y="141694"/>
                  <a:pt x="968239" y="141694"/>
                </a:cubicBezTo>
                <a:cubicBezTo>
                  <a:pt x="966552" y="141694"/>
                  <a:pt x="964866" y="141694"/>
                  <a:pt x="963179" y="141694"/>
                </a:cubicBezTo>
                <a:cubicBezTo>
                  <a:pt x="961492" y="141694"/>
                  <a:pt x="961492" y="141694"/>
                  <a:pt x="959805" y="141694"/>
                </a:cubicBezTo>
                <a:cubicBezTo>
                  <a:pt x="958118" y="141694"/>
                  <a:pt x="958118" y="141694"/>
                  <a:pt x="956431" y="141694"/>
                </a:cubicBezTo>
                <a:cubicBezTo>
                  <a:pt x="956431" y="141694"/>
                  <a:pt x="956431" y="140007"/>
                  <a:pt x="954745" y="140007"/>
                </a:cubicBezTo>
                <a:lnTo>
                  <a:pt x="954745" y="138320"/>
                </a:lnTo>
                <a:lnTo>
                  <a:pt x="954745" y="16868"/>
                </a:lnTo>
                <a:cubicBezTo>
                  <a:pt x="954745" y="15181"/>
                  <a:pt x="956431" y="13495"/>
                  <a:pt x="958118" y="11808"/>
                </a:cubicBezTo>
                <a:cubicBezTo>
                  <a:pt x="959805" y="10121"/>
                  <a:pt x="961492" y="10121"/>
                  <a:pt x="963179" y="10121"/>
                </a:cubicBezTo>
                <a:lnTo>
                  <a:pt x="973300" y="10121"/>
                </a:lnTo>
                <a:cubicBezTo>
                  <a:pt x="974987" y="10121"/>
                  <a:pt x="976673" y="10121"/>
                  <a:pt x="978360" y="10121"/>
                </a:cubicBezTo>
                <a:cubicBezTo>
                  <a:pt x="980047" y="10121"/>
                  <a:pt x="981734" y="11808"/>
                  <a:pt x="983421" y="11808"/>
                </a:cubicBezTo>
                <a:cubicBezTo>
                  <a:pt x="985108" y="13495"/>
                  <a:pt x="985108" y="13495"/>
                  <a:pt x="986794" y="15181"/>
                </a:cubicBezTo>
                <a:cubicBezTo>
                  <a:pt x="986794" y="16868"/>
                  <a:pt x="988481" y="18555"/>
                  <a:pt x="988481" y="20242"/>
                </a:cubicBezTo>
                <a:lnTo>
                  <a:pt x="1025591" y="116391"/>
                </a:lnTo>
                <a:lnTo>
                  <a:pt x="1027278" y="116391"/>
                </a:lnTo>
                <a:lnTo>
                  <a:pt x="1066075" y="20242"/>
                </a:lnTo>
                <a:cubicBezTo>
                  <a:pt x="1066075" y="18555"/>
                  <a:pt x="1067762" y="16868"/>
                  <a:pt x="1067762" y="15181"/>
                </a:cubicBezTo>
                <a:cubicBezTo>
                  <a:pt x="1069449" y="13495"/>
                  <a:pt x="1071136" y="13495"/>
                  <a:pt x="1071136" y="11808"/>
                </a:cubicBezTo>
                <a:cubicBezTo>
                  <a:pt x="1072823" y="11808"/>
                  <a:pt x="1074509" y="10121"/>
                  <a:pt x="1074509" y="10121"/>
                </a:cubicBezTo>
                <a:cubicBezTo>
                  <a:pt x="1076196" y="10121"/>
                  <a:pt x="1077883" y="10121"/>
                  <a:pt x="1079570" y="10121"/>
                </a:cubicBezTo>
                <a:lnTo>
                  <a:pt x="1091378" y="10121"/>
                </a:lnTo>
                <a:lnTo>
                  <a:pt x="1093065" y="10121"/>
                </a:lnTo>
                <a:cubicBezTo>
                  <a:pt x="1094751" y="10121"/>
                  <a:pt x="1094751" y="11808"/>
                  <a:pt x="1096438" y="11808"/>
                </a:cubicBezTo>
                <a:lnTo>
                  <a:pt x="1098125" y="13495"/>
                </a:lnTo>
                <a:cubicBezTo>
                  <a:pt x="1098125" y="15181"/>
                  <a:pt x="1098125" y="16868"/>
                  <a:pt x="1098125" y="16868"/>
                </a:cubicBezTo>
                <a:lnTo>
                  <a:pt x="1098125" y="138320"/>
                </a:lnTo>
                <a:close/>
                <a:moveTo>
                  <a:pt x="883898" y="131573"/>
                </a:moveTo>
                <a:cubicBezTo>
                  <a:pt x="883898" y="134946"/>
                  <a:pt x="883898" y="134946"/>
                  <a:pt x="883898" y="136633"/>
                </a:cubicBezTo>
                <a:cubicBezTo>
                  <a:pt x="883898" y="138320"/>
                  <a:pt x="882211" y="138320"/>
                  <a:pt x="882211" y="140007"/>
                </a:cubicBezTo>
                <a:cubicBezTo>
                  <a:pt x="882211" y="140007"/>
                  <a:pt x="880524" y="140007"/>
                  <a:pt x="880524" y="141694"/>
                </a:cubicBezTo>
                <a:cubicBezTo>
                  <a:pt x="878837" y="141694"/>
                  <a:pt x="877151" y="141694"/>
                  <a:pt x="875464" y="141694"/>
                </a:cubicBezTo>
                <a:cubicBezTo>
                  <a:pt x="875464" y="141694"/>
                  <a:pt x="873777" y="143380"/>
                  <a:pt x="872090" y="143380"/>
                </a:cubicBezTo>
                <a:cubicBezTo>
                  <a:pt x="870403" y="143380"/>
                  <a:pt x="868716" y="143380"/>
                  <a:pt x="867030" y="143380"/>
                </a:cubicBezTo>
                <a:cubicBezTo>
                  <a:pt x="861969" y="143380"/>
                  <a:pt x="858595" y="143380"/>
                  <a:pt x="855222" y="141694"/>
                </a:cubicBezTo>
                <a:cubicBezTo>
                  <a:pt x="851848" y="140007"/>
                  <a:pt x="848474" y="138320"/>
                  <a:pt x="846788" y="134946"/>
                </a:cubicBezTo>
                <a:cubicBezTo>
                  <a:pt x="845101" y="133259"/>
                  <a:pt x="843414" y="129886"/>
                  <a:pt x="841727" y="126512"/>
                </a:cubicBezTo>
                <a:cubicBezTo>
                  <a:pt x="840040" y="121452"/>
                  <a:pt x="840040" y="118078"/>
                  <a:pt x="840040" y="111331"/>
                </a:cubicBezTo>
                <a:lnTo>
                  <a:pt x="840040" y="59039"/>
                </a:lnTo>
                <a:lnTo>
                  <a:pt x="828233" y="59039"/>
                </a:lnTo>
                <a:cubicBezTo>
                  <a:pt x="826546" y="59039"/>
                  <a:pt x="824859" y="57352"/>
                  <a:pt x="824859" y="57352"/>
                </a:cubicBezTo>
                <a:cubicBezTo>
                  <a:pt x="824859" y="55665"/>
                  <a:pt x="824859" y="53978"/>
                  <a:pt x="824859" y="52292"/>
                </a:cubicBezTo>
                <a:cubicBezTo>
                  <a:pt x="824859" y="50605"/>
                  <a:pt x="824859" y="48918"/>
                  <a:pt x="824859" y="48918"/>
                </a:cubicBezTo>
                <a:cubicBezTo>
                  <a:pt x="824859" y="47231"/>
                  <a:pt x="824859" y="47231"/>
                  <a:pt x="824859" y="45544"/>
                </a:cubicBezTo>
                <a:lnTo>
                  <a:pt x="826546" y="45544"/>
                </a:lnTo>
                <a:cubicBezTo>
                  <a:pt x="826546" y="45544"/>
                  <a:pt x="826546" y="43858"/>
                  <a:pt x="828233" y="43858"/>
                </a:cubicBezTo>
                <a:lnTo>
                  <a:pt x="840040" y="43858"/>
                </a:lnTo>
                <a:lnTo>
                  <a:pt x="840040" y="23616"/>
                </a:lnTo>
                <a:lnTo>
                  <a:pt x="840040" y="21929"/>
                </a:lnTo>
                <a:lnTo>
                  <a:pt x="841727" y="20242"/>
                </a:lnTo>
                <a:cubicBezTo>
                  <a:pt x="843414" y="20242"/>
                  <a:pt x="843414" y="20242"/>
                  <a:pt x="845101" y="20242"/>
                </a:cubicBezTo>
                <a:cubicBezTo>
                  <a:pt x="845101" y="20242"/>
                  <a:pt x="846788" y="20242"/>
                  <a:pt x="848474" y="20242"/>
                </a:cubicBezTo>
                <a:cubicBezTo>
                  <a:pt x="850161" y="20242"/>
                  <a:pt x="851848" y="20242"/>
                  <a:pt x="853535" y="20242"/>
                </a:cubicBezTo>
                <a:lnTo>
                  <a:pt x="855222" y="20242"/>
                </a:lnTo>
                <a:lnTo>
                  <a:pt x="856909" y="21929"/>
                </a:lnTo>
                <a:lnTo>
                  <a:pt x="856909" y="23616"/>
                </a:lnTo>
                <a:lnTo>
                  <a:pt x="856909" y="43858"/>
                </a:lnTo>
                <a:lnTo>
                  <a:pt x="880524" y="43858"/>
                </a:lnTo>
                <a:lnTo>
                  <a:pt x="882211" y="45544"/>
                </a:lnTo>
                <a:lnTo>
                  <a:pt x="883898" y="45544"/>
                </a:lnTo>
                <a:cubicBezTo>
                  <a:pt x="883898" y="47231"/>
                  <a:pt x="883898" y="47231"/>
                  <a:pt x="883898" y="48918"/>
                </a:cubicBezTo>
                <a:cubicBezTo>
                  <a:pt x="883898" y="48918"/>
                  <a:pt x="883898" y="50605"/>
                  <a:pt x="883898" y="52292"/>
                </a:cubicBezTo>
                <a:cubicBezTo>
                  <a:pt x="883898" y="53978"/>
                  <a:pt x="883898" y="55665"/>
                  <a:pt x="882211" y="57352"/>
                </a:cubicBezTo>
                <a:cubicBezTo>
                  <a:pt x="882211" y="57352"/>
                  <a:pt x="882211" y="59039"/>
                  <a:pt x="880524" y="59039"/>
                </a:cubicBezTo>
                <a:lnTo>
                  <a:pt x="856909" y="59039"/>
                </a:lnTo>
                <a:lnTo>
                  <a:pt x="856909" y="109644"/>
                </a:lnTo>
                <a:cubicBezTo>
                  <a:pt x="856909" y="116391"/>
                  <a:pt x="858595" y="121452"/>
                  <a:pt x="860282" y="124825"/>
                </a:cubicBezTo>
                <a:cubicBezTo>
                  <a:pt x="861969" y="126512"/>
                  <a:pt x="865343" y="128199"/>
                  <a:pt x="870403" y="128199"/>
                </a:cubicBezTo>
                <a:cubicBezTo>
                  <a:pt x="872090" y="128199"/>
                  <a:pt x="872090" y="128199"/>
                  <a:pt x="873777" y="128199"/>
                </a:cubicBezTo>
                <a:cubicBezTo>
                  <a:pt x="875464" y="128199"/>
                  <a:pt x="877151" y="128199"/>
                  <a:pt x="877151" y="128199"/>
                </a:cubicBezTo>
                <a:cubicBezTo>
                  <a:pt x="878837" y="126512"/>
                  <a:pt x="878837" y="126512"/>
                  <a:pt x="880524" y="126512"/>
                </a:cubicBezTo>
                <a:lnTo>
                  <a:pt x="882211" y="126512"/>
                </a:lnTo>
                <a:lnTo>
                  <a:pt x="883898" y="126512"/>
                </a:lnTo>
                <a:cubicBezTo>
                  <a:pt x="883898" y="128199"/>
                  <a:pt x="883898" y="128199"/>
                  <a:pt x="883898" y="129886"/>
                </a:cubicBezTo>
                <a:lnTo>
                  <a:pt x="883898" y="131573"/>
                </a:lnTo>
                <a:close/>
                <a:moveTo>
                  <a:pt x="811364" y="114704"/>
                </a:moveTo>
                <a:cubicBezTo>
                  <a:pt x="811364" y="118078"/>
                  <a:pt x="811364" y="123138"/>
                  <a:pt x="809677" y="126512"/>
                </a:cubicBezTo>
                <a:cubicBezTo>
                  <a:pt x="807991" y="129886"/>
                  <a:pt x="804617" y="133259"/>
                  <a:pt x="801243" y="134946"/>
                </a:cubicBezTo>
                <a:cubicBezTo>
                  <a:pt x="797870" y="138320"/>
                  <a:pt x="794496" y="140007"/>
                  <a:pt x="791122" y="141694"/>
                </a:cubicBezTo>
                <a:cubicBezTo>
                  <a:pt x="786062" y="143380"/>
                  <a:pt x="781001" y="143380"/>
                  <a:pt x="775941" y="143380"/>
                </a:cubicBezTo>
                <a:cubicBezTo>
                  <a:pt x="772567" y="143380"/>
                  <a:pt x="769194" y="143380"/>
                  <a:pt x="765820" y="143380"/>
                </a:cubicBezTo>
                <a:cubicBezTo>
                  <a:pt x="764133" y="141694"/>
                  <a:pt x="760759" y="141694"/>
                  <a:pt x="759073" y="140007"/>
                </a:cubicBezTo>
                <a:cubicBezTo>
                  <a:pt x="755699" y="140007"/>
                  <a:pt x="754012" y="138320"/>
                  <a:pt x="752325" y="138320"/>
                </a:cubicBezTo>
                <a:cubicBezTo>
                  <a:pt x="750638" y="136633"/>
                  <a:pt x="748952" y="136633"/>
                  <a:pt x="748952" y="136633"/>
                </a:cubicBezTo>
                <a:cubicBezTo>
                  <a:pt x="748952" y="134946"/>
                  <a:pt x="747265" y="134946"/>
                  <a:pt x="747265" y="133259"/>
                </a:cubicBezTo>
                <a:cubicBezTo>
                  <a:pt x="747265" y="131573"/>
                  <a:pt x="747265" y="129886"/>
                  <a:pt x="747265" y="128199"/>
                </a:cubicBezTo>
                <a:cubicBezTo>
                  <a:pt x="747265" y="126512"/>
                  <a:pt x="747265" y="126512"/>
                  <a:pt x="747265" y="124825"/>
                </a:cubicBezTo>
                <a:lnTo>
                  <a:pt x="747265" y="123138"/>
                </a:lnTo>
                <a:cubicBezTo>
                  <a:pt x="747265" y="121452"/>
                  <a:pt x="747265" y="121452"/>
                  <a:pt x="748952" y="121452"/>
                </a:cubicBezTo>
                <a:cubicBezTo>
                  <a:pt x="750638" y="121452"/>
                  <a:pt x="752325" y="121452"/>
                  <a:pt x="752325" y="123138"/>
                </a:cubicBezTo>
                <a:cubicBezTo>
                  <a:pt x="754012" y="123138"/>
                  <a:pt x="755699" y="124825"/>
                  <a:pt x="759073" y="124825"/>
                </a:cubicBezTo>
                <a:cubicBezTo>
                  <a:pt x="760759" y="126512"/>
                  <a:pt x="762446" y="128199"/>
                  <a:pt x="765820" y="128199"/>
                </a:cubicBezTo>
                <a:cubicBezTo>
                  <a:pt x="769194" y="129886"/>
                  <a:pt x="772567" y="129886"/>
                  <a:pt x="775941" y="129886"/>
                </a:cubicBezTo>
                <a:cubicBezTo>
                  <a:pt x="779315" y="129886"/>
                  <a:pt x="781001" y="129886"/>
                  <a:pt x="784375" y="129886"/>
                </a:cubicBezTo>
                <a:cubicBezTo>
                  <a:pt x="786062" y="128199"/>
                  <a:pt x="787749" y="128199"/>
                  <a:pt x="789435" y="126512"/>
                </a:cubicBezTo>
                <a:cubicBezTo>
                  <a:pt x="791122" y="124825"/>
                  <a:pt x="792809" y="123138"/>
                  <a:pt x="794496" y="121452"/>
                </a:cubicBezTo>
                <a:cubicBezTo>
                  <a:pt x="794496" y="119765"/>
                  <a:pt x="794496" y="118078"/>
                  <a:pt x="794496" y="114704"/>
                </a:cubicBezTo>
                <a:cubicBezTo>
                  <a:pt x="794496" y="113017"/>
                  <a:pt x="794496" y="111331"/>
                  <a:pt x="792809" y="109644"/>
                </a:cubicBezTo>
                <a:cubicBezTo>
                  <a:pt x="791122" y="106270"/>
                  <a:pt x="789435" y="106270"/>
                  <a:pt x="787749" y="104583"/>
                </a:cubicBezTo>
                <a:cubicBezTo>
                  <a:pt x="786062" y="102897"/>
                  <a:pt x="782688" y="101210"/>
                  <a:pt x="781001" y="101210"/>
                </a:cubicBezTo>
                <a:cubicBezTo>
                  <a:pt x="777628" y="99523"/>
                  <a:pt x="774254" y="97836"/>
                  <a:pt x="772567" y="97836"/>
                </a:cubicBezTo>
                <a:cubicBezTo>
                  <a:pt x="769194" y="96149"/>
                  <a:pt x="765820" y="94462"/>
                  <a:pt x="764133" y="92776"/>
                </a:cubicBezTo>
                <a:cubicBezTo>
                  <a:pt x="760759" y="91089"/>
                  <a:pt x="759073" y="89402"/>
                  <a:pt x="755699" y="87715"/>
                </a:cubicBezTo>
                <a:cubicBezTo>
                  <a:pt x="754012" y="86028"/>
                  <a:pt x="752325" y="82655"/>
                  <a:pt x="750638" y="80968"/>
                </a:cubicBezTo>
                <a:cubicBezTo>
                  <a:pt x="748952" y="77594"/>
                  <a:pt x="748952" y="74220"/>
                  <a:pt x="748952" y="69160"/>
                </a:cubicBezTo>
                <a:cubicBezTo>
                  <a:pt x="748952" y="65786"/>
                  <a:pt x="748952" y="62413"/>
                  <a:pt x="750638" y="59039"/>
                </a:cubicBezTo>
                <a:cubicBezTo>
                  <a:pt x="752325" y="55665"/>
                  <a:pt x="754012" y="53978"/>
                  <a:pt x="757386" y="50605"/>
                </a:cubicBezTo>
                <a:cubicBezTo>
                  <a:pt x="760759" y="48918"/>
                  <a:pt x="764133" y="47231"/>
                  <a:pt x="767507" y="45544"/>
                </a:cubicBezTo>
                <a:cubicBezTo>
                  <a:pt x="772567" y="43858"/>
                  <a:pt x="777628" y="42171"/>
                  <a:pt x="782688" y="42171"/>
                </a:cubicBezTo>
                <a:cubicBezTo>
                  <a:pt x="784375" y="42171"/>
                  <a:pt x="787749" y="42171"/>
                  <a:pt x="789435" y="43858"/>
                </a:cubicBezTo>
                <a:cubicBezTo>
                  <a:pt x="792809" y="43858"/>
                  <a:pt x="794496" y="43858"/>
                  <a:pt x="796183" y="45544"/>
                </a:cubicBezTo>
                <a:cubicBezTo>
                  <a:pt x="797870" y="45544"/>
                  <a:pt x="799556" y="45544"/>
                  <a:pt x="801243" y="47231"/>
                </a:cubicBezTo>
                <a:cubicBezTo>
                  <a:pt x="802930" y="47231"/>
                  <a:pt x="804617" y="48918"/>
                  <a:pt x="804617" y="48918"/>
                </a:cubicBezTo>
                <a:cubicBezTo>
                  <a:pt x="804617" y="48918"/>
                  <a:pt x="806304" y="48918"/>
                  <a:pt x="806304" y="50605"/>
                </a:cubicBezTo>
                <a:lnTo>
                  <a:pt x="806304" y="52292"/>
                </a:lnTo>
                <a:lnTo>
                  <a:pt x="806304" y="53978"/>
                </a:lnTo>
                <a:lnTo>
                  <a:pt x="806304" y="55665"/>
                </a:lnTo>
                <a:cubicBezTo>
                  <a:pt x="806304" y="57352"/>
                  <a:pt x="806304" y="59039"/>
                  <a:pt x="806304" y="59039"/>
                </a:cubicBezTo>
                <a:lnTo>
                  <a:pt x="806304" y="60726"/>
                </a:lnTo>
                <a:cubicBezTo>
                  <a:pt x="806304" y="62413"/>
                  <a:pt x="806304" y="62413"/>
                  <a:pt x="804617" y="62413"/>
                </a:cubicBezTo>
                <a:cubicBezTo>
                  <a:pt x="802930" y="62413"/>
                  <a:pt x="802930" y="62413"/>
                  <a:pt x="801243" y="62413"/>
                </a:cubicBezTo>
                <a:cubicBezTo>
                  <a:pt x="801243" y="60726"/>
                  <a:pt x="799556" y="60726"/>
                  <a:pt x="797870" y="59039"/>
                </a:cubicBezTo>
                <a:cubicBezTo>
                  <a:pt x="796183" y="59039"/>
                  <a:pt x="792809" y="57352"/>
                  <a:pt x="791122" y="57352"/>
                </a:cubicBezTo>
                <a:cubicBezTo>
                  <a:pt x="787749" y="55665"/>
                  <a:pt x="786062" y="55665"/>
                  <a:pt x="782688" y="55665"/>
                </a:cubicBezTo>
                <a:cubicBezTo>
                  <a:pt x="779315" y="55665"/>
                  <a:pt x="777628" y="55665"/>
                  <a:pt x="774254" y="57352"/>
                </a:cubicBezTo>
                <a:cubicBezTo>
                  <a:pt x="772567" y="57352"/>
                  <a:pt x="770880" y="59039"/>
                  <a:pt x="769194" y="59039"/>
                </a:cubicBezTo>
                <a:cubicBezTo>
                  <a:pt x="767507" y="60726"/>
                  <a:pt x="767507" y="62413"/>
                  <a:pt x="765820" y="64099"/>
                </a:cubicBezTo>
                <a:cubicBezTo>
                  <a:pt x="765820" y="65786"/>
                  <a:pt x="765820" y="67473"/>
                  <a:pt x="765820" y="69160"/>
                </a:cubicBezTo>
                <a:cubicBezTo>
                  <a:pt x="765820" y="70847"/>
                  <a:pt x="765820" y="74220"/>
                  <a:pt x="767507" y="75907"/>
                </a:cubicBezTo>
                <a:cubicBezTo>
                  <a:pt x="769194" y="77594"/>
                  <a:pt x="770880" y="79281"/>
                  <a:pt x="772567" y="80968"/>
                </a:cubicBezTo>
                <a:cubicBezTo>
                  <a:pt x="774254" y="80968"/>
                  <a:pt x="777628" y="82655"/>
                  <a:pt x="779315" y="84341"/>
                </a:cubicBezTo>
                <a:cubicBezTo>
                  <a:pt x="782688" y="84341"/>
                  <a:pt x="786062" y="86028"/>
                  <a:pt x="787749" y="87715"/>
                </a:cubicBezTo>
                <a:cubicBezTo>
                  <a:pt x="791122" y="89402"/>
                  <a:pt x="794496" y="89402"/>
                  <a:pt x="796183" y="91089"/>
                </a:cubicBezTo>
                <a:cubicBezTo>
                  <a:pt x="799556" y="92776"/>
                  <a:pt x="802930" y="94462"/>
                  <a:pt x="804617" y="96149"/>
                </a:cubicBezTo>
                <a:cubicBezTo>
                  <a:pt x="806304" y="97836"/>
                  <a:pt x="807991" y="101210"/>
                  <a:pt x="809677" y="104583"/>
                </a:cubicBezTo>
                <a:cubicBezTo>
                  <a:pt x="811364" y="106270"/>
                  <a:pt x="811364" y="109644"/>
                  <a:pt x="811364" y="114704"/>
                </a:cubicBezTo>
                <a:close/>
                <a:moveTo>
                  <a:pt x="711841" y="84341"/>
                </a:moveTo>
                <a:cubicBezTo>
                  <a:pt x="711841" y="75907"/>
                  <a:pt x="710155" y="69160"/>
                  <a:pt x="705094" y="64099"/>
                </a:cubicBezTo>
                <a:cubicBezTo>
                  <a:pt x="701720" y="59039"/>
                  <a:pt x="694973" y="55665"/>
                  <a:pt x="686539" y="55665"/>
                </a:cubicBezTo>
                <a:cubicBezTo>
                  <a:pt x="683165" y="55665"/>
                  <a:pt x="679792" y="57352"/>
                  <a:pt x="676418" y="59039"/>
                </a:cubicBezTo>
                <a:cubicBezTo>
                  <a:pt x="673044" y="59039"/>
                  <a:pt x="671358" y="62413"/>
                  <a:pt x="667984" y="64099"/>
                </a:cubicBezTo>
                <a:cubicBezTo>
                  <a:pt x="666297" y="67473"/>
                  <a:pt x="664610" y="69160"/>
                  <a:pt x="662923" y="74220"/>
                </a:cubicBezTo>
                <a:cubicBezTo>
                  <a:pt x="662923" y="77594"/>
                  <a:pt x="661237" y="80968"/>
                  <a:pt x="661237" y="84341"/>
                </a:cubicBezTo>
                <a:lnTo>
                  <a:pt x="711841" y="84341"/>
                </a:lnTo>
                <a:close/>
                <a:moveTo>
                  <a:pt x="728710" y="89402"/>
                </a:moveTo>
                <a:cubicBezTo>
                  <a:pt x="728710" y="91089"/>
                  <a:pt x="727023" y="94462"/>
                  <a:pt x="727023" y="94462"/>
                </a:cubicBezTo>
                <a:cubicBezTo>
                  <a:pt x="725336" y="96149"/>
                  <a:pt x="723649" y="96149"/>
                  <a:pt x="721962" y="96149"/>
                </a:cubicBezTo>
                <a:lnTo>
                  <a:pt x="661237" y="96149"/>
                </a:lnTo>
                <a:cubicBezTo>
                  <a:pt x="661237" y="101210"/>
                  <a:pt x="662923" y="106270"/>
                  <a:pt x="662923" y="109644"/>
                </a:cubicBezTo>
                <a:cubicBezTo>
                  <a:pt x="664610" y="114704"/>
                  <a:pt x="666297" y="118078"/>
                  <a:pt x="667984" y="121452"/>
                </a:cubicBezTo>
                <a:cubicBezTo>
                  <a:pt x="671358" y="123138"/>
                  <a:pt x="673044" y="126512"/>
                  <a:pt x="678105" y="128199"/>
                </a:cubicBezTo>
                <a:cubicBezTo>
                  <a:pt x="681478" y="128199"/>
                  <a:pt x="686539" y="129886"/>
                  <a:pt x="691599" y="129886"/>
                </a:cubicBezTo>
                <a:cubicBezTo>
                  <a:pt x="696660" y="129886"/>
                  <a:pt x="700034" y="129886"/>
                  <a:pt x="703407" y="128199"/>
                </a:cubicBezTo>
                <a:cubicBezTo>
                  <a:pt x="706781" y="128199"/>
                  <a:pt x="710155" y="126512"/>
                  <a:pt x="711841" y="126512"/>
                </a:cubicBezTo>
                <a:cubicBezTo>
                  <a:pt x="715215" y="124825"/>
                  <a:pt x="716902" y="124825"/>
                  <a:pt x="718589" y="123138"/>
                </a:cubicBezTo>
                <a:cubicBezTo>
                  <a:pt x="720276" y="123138"/>
                  <a:pt x="720276" y="123138"/>
                  <a:pt x="721962" y="123138"/>
                </a:cubicBezTo>
                <a:lnTo>
                  <a:pt x="723649" y="123138"/>
                </a:lnTo>
                <a:lnTo>
                  <a:pt x="723649" y="124825"/>
                </a:lnTo>
                <a:lnTo>
                  <a:pt x="723649" y="126512"/>
                </a:lnTo>
                <a:cubicBezTo>
                  <a:pt x="725336" y="126512"/>
                  <a:pt x="725336" y="128199"/>
                  <a:pt x="725336" y="129886"/>
                </a:cubicBezTo>
                <a:lnTo>
                  <a:pt x="725336" y="131573"/>
                </a:lnTo>
                <a:cubicBezTo>
                  <a:pt x="723649" y="131573"/>
                  <a:pt x="723649" y="133259"/>
                  <a:pt x="723649" y="133259"/>
                </a:cubicBezTo>
                <a:lnTo>
                  <a:pt x="723649" y="134946"/>
                </a:lnTo>
                <a:lnTo>
                  <a:pt x="723649" y="136633"/>
                </a:lnTo>
                <a:cubicBezTo>
                  <a:pt x="721962" y="136633"/>
                  <a:pt x="721962" y="136633"/>
                  <a:pt x="720276" y="138320"/>
                </a:cubicBezTo>
                <a:cubicBezTo>
                  <a:pt x="716902" y="138320"/>
                  <a:pt x="715215" y="140007"/>
                  <a:pt x="711841" y="140007"/>
                </a:cubicBezTo>
                <a:cubicBezTo>
                  <a:pt x="710155" y="141694"/>
                  <a:pt x="706781" y="141694"/>
                  <a:pt x="701720" y="141694"/>
                </a:cubicBezTo>
                <a:cubicBezTo>
                  <a:pt x="698347" y="143380"/>
                  <a:pt x="694973" y="143380"/>
                  <a:pt x="689913" y="143380"/>
                </a:cubicBezTo>
                <a:cubicBezTo>
                  <a:pt x="683165" y="143380"/>
                  <a:pt x="676418" y="141694"/>
                  <a:pt x="669671" y="140007"/>
                </a:cubicBezTo>
                <a:cubicBezTo>
                  <a:pt x="664610" y="138320"/>
                  <a:pt x="659550" y="134946"/>
                  <a:pt x="656176" y="131573"/>
                </a:cubicBezTo>
                <a:cubicBezTo>
                  <a:pt x="652802" y="126512"/>
                  <a:pt x="649429" y="121452"/>
                  <a:pt x="647742" y="114704"/>
                </a:cubicBezTo>
                <a:cubicBezTo>
                  <a:pt x="644368" y="109644"/>
                  <a:pt x="644368" y="101210"/>
                  <a:pt x="644368" y="92776"/>
                </a:cubicBezTo>
                <a:cubicBezTo>
                  <a:pt x="644368" y="86028"/>
                  <a:pt x="646055" y="79281"/>
                  <a:pt x="647742" y="72534"/>
                </a:cubicBezTo>
                <a:cubicBezTo>
                  <a:pt x="649429" y="65786"/>
                  <a:pt x="652802" y="60726"/>
                  <a:pt x="656176" y="55665"/>
                </a:cubicBezTo>
                <a:cubicBezTo>
                  <a:pt x="659550" y="52292"/>
                  <a:pt x="664610" y="48918"/>
                  <a:pt x="669671" y="45544"/>
                </a:cubicBezTo>
                <a:cubicBezTo>
                  <a:pt x="674731" y="43858"/>
                  <a:pt x="681478" y="42171"/>
                  <a:pt x="688226" y="42171"/>
                </a:cubicBezTo>
                <a:cubicBezTo>
                  <a:pt x="694973" y="42171"/>
                  <a:pt x="701720" y="43858"/>
                  <a:pt x="706781" y="45544"/>
                </a:cubicBezTo>
                <a:cubicBezTo>
                  <a:pt x="711841" y="48918"/>
                  <a:pt x="715215" y="52292"/>
                  <a:pt x="718589" y="55665"/>
                </a:cubicBezTo>
                <a:cubicBezTo>
                  <a:pt x="721962" y="59039"/>
                  <a:pt x="725336" y="64099"/>
                  <a:pt x="727023" y="69160"/>
                </a:cubicBezTo>
                <a:cubicBezTo>
                  <a:pt x="727023" y="74220"/>
                  <a:pt x="728710" y="79281"/>
                  <a:pt x="728710" y="86028"/>
                </a:cubicBezTo>
                <a:lnTo>
                  <a:pt x="728710" y="89402"/>
                </a:lnTo>
                <a:close/>
                <a:moveTo>
                  <a:pt x="620753" y="138320"/>
                </a:moveTo>
                <a:cubicBezTo>
                  <a:pt x="620753" y="140007"/>
                  <a:pt x="620753" y="140007"/>
                  <a:pt x="619066" y="140007"/>
                </a:cubicBezTo>
                <a:lnTo>
                  <a:pt x="619066" y="141694"/>
                </a:lnTo>
                <a:cubicBezTo>
                  <a:pt x="617379" y="141694"/>
                  <a:pt x="617379" y="141694"/>
                  <a:pt x="615692" y="141694"/>
                </a:cubicBezTo>
                <a:cubicBezTo>
                  <a:pt x="614005" y="141694"/>
                  <a:pt x="614005" y="141694"/>
                  <a:pt x="612319" y="141694"/>
                </a:cubicBezTo>
                <a:cubicBezTo>
                  <a:pt x="610632" y="141694"/>
                  <a:pt x="608945" y="141694"/>
                  <a:pt x="607258" y="141694"/>
                </a:cubicBezTo>
                <a:lnTo>
                  <a:pt x="605571" y="141694"/>
                </a:lnTo>
                <a:cubicBezTo>
                  <a:pt x="603884" y="141694"/>
                  <a:pt x="603884" y="140007"/>
                  <a:pt x="603884" y="140007"/>
                </a:cubicBezTo>
                <a:lnTo>
                  <a:pt x="603884" y="138320"/>
                </a:lnTo>
                <a:lnTo>
                  <a:pt x="603884" y="3374"/>
                </a:lnTo>
                <a:lnTo>
                  <a:pt x="603884" y="1687"/>
                </a:lnTo>
                <a:cubicBezTo>
                  <a:pt x="603884" y="1687"/>
                  <a:pt x="603884" y="0"/>
                  <a:pt x="605571" y="0"/>
                </a:cubicBezTo>
                <a:lnTo>
                  <a:pt x="607258" y="0"/>
                </a:lnTo>
                <a:cubicBezTo>
                  <a:pt x="608945" y="0"/>
                  <a:pt x="610632" y="0"/>
                  <a:pt x="612319" y="0"/>
                </a:cubicBezTo>
                <a:cubicBezTo>
                  <a:pt x="614005" y="0"/>
                  <a:pt x="614005" y="0"/>
                  <a:pt x="615692" y="0"/>
                </a:cubicBezTo>
                <a:cubicBezTo>
                  <a:pt x="617379" y="0"/>
                  <a:pt x="617379" y="0"/>
                  <a:pt x="619066" y="0"/>
                </a:cubicBezTo>
                <a:lnTo>
                  <a:pt x="619066" y="1687"/>
                </a:lnTo>
                <a:cubicBezTo>
                  <a:pt x="620753" y="1687"/>
                  <a:pt x="620753" y="1687"/>
                  <a:pt x="620753" y="3374"/>
                </a:cubicBezTo>
                <a:lnTo>
                  <a:pt x="620753" y="138320"/>
                </a:lnTo>
                <a:close/>
                <a:moveTo>
                  <a:pt x="571835" y="138320"/>
                </a:moveTo>
                <a:lnTo>
                  <a:pt x="571835" y="140007"/>
                </a:lnTo>
                <a:cubicBezTo>
                  <a:pt x="571835" y="140007"/>
                  <a:pt x="571835" y="141694"/>
                  <a:pt x="570148" y="141694"/>
                </a:cubicBezTo>
                <a:lnTo>
                  <a:pt x="568461" y="141694"/>
                </a:lnTo>
                <a:cubicBezTo>
                  <a:pt x="566774" y="141694"/>
                  <a:pt x="565087" y="141694"/>
                  <a:pt x="563401" y="141694"/>
                </a:cubicBezTo>
                <a:cubicBezTo>
                  <a:pt x="561714" y="141694"/>
                  <a:pt x="560027" y="141694"/>
                  <a:pt x="560027" y="141694"/>
                </a:cubicBezTo>
                <a:cubicBezTo>
                  <a:pt x="558340" y="141694"/>
                  <a:pt x="558340" y="141694"/>
                  <a:pt x="556653" y="141694"/>
                </a:cubicBezTo>
                <a:cubicBezTo>
                  <a:pt x="556653" y="141694"/>
                  <a:pt x="556653" y="140007"/>
                  <a:pt x="554966" y="140007"/>
                </a:cubicBezTo>
                <a:lnTo>
                  <a:pt x="554966" y="138320"/>
                </a:lnTo>
                <a:lnTo>
                  <a:pt x="554966" y="3374"/>
                </a:lnTo>
                <a:lnTo>
                  <a:pt x="554966" y="1687"/>
                </a:lnTo>
                <a:cubicBezTo>
                  <a:pt x="556653" y="1687"/>
                  <a:pt x="556653" y="0"/>
                  <a:pt x="556653" y="0"/>
                </a:cubicBezTo>
                <a:cubicBezTo>
                  <a:pt x="558340" y="0"/>
                  <a:pt x="558340" y="0"/>
                  <a:pt x="560027" y="0"/>
                </a:cubicBezTo>
                <a:cubicBezTo>
                  <a:pt x="560027" y="0"/>
                  <a:pt x="561714" y="0"/>
                  <a:pt x="563401" y="0"/>
                </a:cubicBezTo>
                <a:cubicBezTo>
                  <a:pt x="565087" y="0"/>
                  <a:pt x="566774" y="0"/>
                  <a:pt x="568461" y="0"/>
                </a:cubicBezTo>
                <a:lnTo>
                  <a:pt x="570148" y="0"/>
                </a:lnTo>
                <a:cubicBezTo>
                  <a:pt x="571835" y="0"/>
                  <a:pt x="571835" y="1687"/>
                  <a:pt x="571835" y="1687"/>
                </a:cubicBezTo>
                <a:lnTo>
                  <a:pt x="571835" y="3374"/>
                </a:lnTo>
                <a:lnTo>
                  <a:pt x="571835" y="138320"/>
                </a:lnTo>
                <a:close/>
                <a:moveTo>
                  <a:pt x="507735" y="97836"/>
                </a:moveTo>
                <a:lnTo>
                  <a:pt x="494241" y="97836"/>
                </a:lnTo>
                <a:cubicBezTo>
                  <a:pt x="489180" y="97836"/>
                  <a:pt x="484120" y="97836"/>
                  <a:pt x="480746" y="97836"/>
                </a:cubicBezTo>
                <a:cubicBezTo>
                  <a:pt x="477372" y="99523"/>
                  <a:pt x="475685" y="99523"/>
                  <a:pt x="472312" y="101210"/>
                </a:cubicBezTo>
                <a:cubicBezTo>
                  <a:pt x="470625" y="102897"/>
                  <a:pt x="468938" y="104583"/>
                  <a:pt x="468938" y="107957"/>
                </a:cubicBezTo>
                <a:cubicBezTo>
                  <a:pt x="467251" y="109644"/>
                  <a:pt x="467251" y="111331"/>
                  <a:pt x="467251" y="114704"/>
                </a:cubicBezTo>
                <a:cubicBezTo>
                  <a:pt x="467251" y="119765"/>
                  <a:pt x="467251" y="123138"/>
                  <a:pt x="470625" y="126512"/>
                </a:cubicBezTo>
                <a:cubicBezTo>
                  <a:pt x="473999" y="128199"/>
                  <a:pt x="479059" y="129886"/>
                  <a:pt x="484120" y="129886"/>
                </a:cubicBezTo>
                <a:cubicBezTo>
                  <a:pt x="487493" y="129886"/>
                  <a:pt x="492554" y="129886"/>
                  <a:pt x="495927" y="126512"/>
                </a:cubicBezTo>
                <a:cubicBezTo>
                  <a:pt x="499301" y="124825"/>
                  <a:pt x="504362" y="121452"/>
                  <a:pt x="507735" y="116391"/>
                </a:cubicBezTo>
                <a:lnTo>
                  <a:pt x="507735" y="97836"/>
                </a:lnTo>
                <a:close/>
                <a:moveTo>
                  <a:pt x="524603" y="138320"/>
                </a:moveTo>
                <a:cubicBezTo>
                  <a:pt x="524603" y="140007"/>
                  <a:pt x="524603" y="140007"/>
                  <a:pt x="524603" y="141694"/>
                </a:cubicBezTo>
                <a:cubicBezTo>
                  <a:pt x="522917" y="141694"/>
                  <a:pt x="522917" y="141694"/>
                  <a:pt x="521230" y="141694"/>
                </a:cubicBezTo>
                <a:cubicBezTo>
                  <a:pt x="521230" y="141694"/>
                  <a:pt x="519543" y="141694"/>
                  <a:pt x="517856" y="141694"/>
                </a:cubicBezTo>
                <a:cubicBezTo>
                  <a:pt x="516169" y="141694"/>
                  <a:pt x="514483" y="141694"/>
                  <a:pt x="512796" y="141694"/>
                </a:cubicBezTo>
                <a:lnTo>
                  <a:pt x="511109" y="141694"/>
                </a:lnTo>
                <a:cubicBezTo>
                  <a:pt x="511109" y="140007"/>
                  <a:pt x="509422" y="140007"/>
                  <a:pt x="509422" y="138320"/>
                </a:cubicBezTo>
                <a:lnTo>
                  <a:pt x="509422" y="129886"/>
                </a:lnTo>
                <a:cubicBezTo>
                  <a:pt x="506048" y="134946"/>
                  <a:pt x="500988" y="136633"/>
                  <a:pt x="495927" y="140007"/>
                </a:cubicBezTo>
                <a:cubicBezTo>
                  <a:pt x="492554" y="141694"/>
                  <a:pt x="485806" y="143380"/>
                  <a:pt x="480746" y="143380"/>
                </a:cubicBezTo>
                <a:cubicBezTo>
                  <a:pt x="475685" y="143380"/>
                  <a:pt x="472312" y="143380"/>
                  <a:pt x="467251" y="141694"/>
                </a:cubicBezTo>
                <a:cubicBezTo>
                  <a:pt x="463878" y="140007"/>
                  <a:pt x="460504" y="138320"/>
                  <a:pt x="458817" y="136633"/>
                </a:cubicBezTo>
                <a:cubicBezTo>
                  <a:pt x="455444" y="133259"/>
                  <a:pt x="453757" y="131573"/>
                  <a:pt x="452070" y="126512"/>
                </a:cubicBezTo>
                <a:cubicBezTo>
                  <a:pt x="450383" y="123138"/>
                  <a:pt x="448696" y="119765"/>
                  <a:pt x="448696" y="114704"/>
                </a:cubicBezTo>
                <a:cubicBezTo>
                  <a:pt x="448696" y="109644"/>
                  <a:pt x="450383" y="106270"/>
                  <a:pt x="452070" y="102897"/>
                </a:cubicBezTo>
                <a:cubicBezTo>
                  <a:pt x="455444" y="97836"/>
                  <a:pt x="457130" y="94462"/>
                  <a:pt x="462191" y="92776"/>
                </a:cubicBezTo>
                <a:cubicBezTo>
                  <a:pt x="465565" y="89402"/>
                  <a:pt x="470625" y="87715"/>
                  <a:pt x="475685" y="87715"/>
                </a:cubicBezTo>
                <a:cubicBezTo>
                  <a:pt x="482433" y="86028"/>
                  <a:pt x="487493" y="84341"/>
                  <a:pt x="495927" y="84341"/>
                </a:cubicBezTo>
                <a:lnTo>
                  <a:pt x="507735" y="84341"/>
                </a:lnTo>
                <a:lnTo>
                  <a:pt x="507735" y="77594"/>
                </a:lnTo>
                <a:cubicBezTo>
                  <a:pt x="507735" y="74220"/>
                  <a:pt x="507735" y="70847"/>
                  <a:pt x="506048" y="69160"/>
                </a:cubicBezTo>
                <a:cubicBezTo>
                  <a:pt x="506048" y="65786"/>
                  <a:pt x="504362" y="64099"/>
                  <a:pt x="502675" y="62413"/>
                </a:cubicBezTo>
                <a:cubicBezTo>
                  <a:pt x="500988" y="60726"/>
                  <a:pt x="499301" y="59039"/>
                  <a:pt x="495927" y="57352"/>
                </a:cubicBezTo>
                <a:cubicBezTo>
                  <a:pt x="494241" y="57352"/>
                  <a:pt x="490867" y="55665"/>
                  <a:pt x="487493" y="55665"/>
                </a:cubicBezTo>
                <a:cubicBezTo>
                  <a:pt x="482433" y="55665"/>
                  <a:pt x="479059" y="57352"/>
                  <a:pt x="475685" y="57352"/>
                </a:cubicBezTo>
                <a:cubicBezTo>
                  <a:pt x="472312" y="59039"/>
                  <a:pt x="468938" y="60726"/>
                  <a:pt x="467251" y="60726"/>
                </a:cubicBezTo>
                <a:cubicBezTo>
                  <a:pt x="463878" y="62413"/>
                  <a:pt x="462191" y="64099"/>
                  <a:pt x="460504" y="64099"/>
                </a:cubicBezTo>
                <a:cubicBezTo>
                  <a:pt x="458817" y="65786"/>
                  <a:pt x="458817" y="65786"/>
                  <a:pt x="457130" y="65786"/>
                </a:cubicBezTo>
                <a:lnTo>
                  <a:pt x="455444" y="65786"/>
                </a:lnTo>
                <a:lnTo>
                  <a:pt x="455444" y="64099"/>
                </a:lnTo>
                <a:cubicBezTo>
                  <a:pt x="453757" y="64099"/>
                  <a:pt x="453757" y="62413"/>
                  <a:pt x="453757" y="62413"/>
                </a:cubicBezTo>
                <a:cubicBezTo>
                  <a:pt x="453757" y="60726"/>
                  <a:pt x="453757" y="60726"/>
                  <a:pt x="453757" y="59039"/>
                </a:cubicBezTo>
                <a:cubicBezTo>
                  <a:pt x="453757" y="57352"/>
                  <a:pt x="453757" y="55665"/>
                  <a:pt x="453757" y="55665"/>
                </a:cubicBezTo>
                <a:cubicBezTo>
                  <a:pt x="453757" y="53978"/>
                  <a:pt x="455444" y="53978"/>
                  <a:pt x="455444" y="52292"/>
                </a:cubicBezTo>
                <a:cubicBezTo>
                  <a:pt x="457130" y="52292"/>
                  <a:pt x="458817" y="50605"/>
                  <a:pt x="460504" y="48918"/>
                </a:cubicBezTo>
                <a:cubicBezTo>
                  <a:pt x="462191" y="48918"/>
                  <a:pt x="465565" y="47231"/>
                  <a:pt x="468938" y="45544"/>
                </a:cubicBezTo>
                <a:cubicBezTo>
                  <a:pt x="470625" y="45544"/>
                  <a:pt x="473999" y="43858"/>
                  <a:pt x="477372" y="43858"/>
                </a:cubicBezTo>
                <a:cubicBezTo>
                  <a:pt x="480746" y="43858"/>
                  <a:pt x="484120" y="42171"/>
                  <a:pt x="489180" y="42171"/>
                </a:cubicBezTo>
                <a:cubicBezTo>
                  <a:pt x="494241" y="42171"/>
                  <a:pt x="500988" y="43858"/>
                  <a:pt x="506048" y="45544"/>
                </a:cubicBezTo>
                <a:cubicBezTo>
                  <a:pt x="509422" y="47231"/>
                  <a:pt x="512796" y="48918"/>
                  <a:pt x="516169" y="52292"/>
                </a:cubicBezTo>
                <a:cubicBezTo>
                  <a:pt x="519543" y="53978"/>
                  <a:pt x="521230" y="57352"/>
                  <a:pt x="522917" y="62413"/>
                </a:cubicBezTo>
                <a:cubicBezTo>
                  <a:pt x="524603" y="65786"/>
                  <a:pt x="524603" y="70847"/>
                  <a:pt x="524603" y="77594"/>
                </a:cubicBezTo>
                <a:lnTo>
                  <a:pt x="524603" y="138320"/>
                </a:lnTo>
                <a:close/>
                <a:moveTo>
                  <a:pt x="425081" y="138320"/>
                </a:moveTo>
                <a:lnTo>
                  <a:pt x="425081" y="140007"/>
                </a:lnTo>
                <a:cubicBezTo>
                  <a:pt x="423394" y="140007"/>
                  <a:pt x="423394" y="141694"/>
                  <a:pt x="423394" y="141694"/>
                </a:cubicBezTo>
                <a:cubicBezTo>
                  <a:pt x="423394" y="141694"/>
                  <a:pt x="421707" y="141694"/>
                  <a:pt x="420020" y="141694"/>
                </a:cubicBezTo>
                <a:cubicBezTo>
                  <a:pt x="420020" y="141694"/>
                  <a:pt x="418333" y="141694"/>
                  <a:pt x="416647" y="141694"/>
                </a:cubicBezTo>
                <a:cubicBezTo>
                  <a:pt x="414960" y="141694"/>
                  <a:pt x="413273" y="141694"/>
                  <a:pt x="411586" y="141694"/>
                </a:cubicBezTo>
                <a:lnTo>
                  <a:pt x="409899" y="141694"/>
                </a:lnTo>
                <a:lnTo>
                  <a:pt x="408212" y="140007"/>
                </a:lnTo>
                <a:lnTo>
                  <a:pt x="408212" y="138320"/>
                </a:lnTo>
                <a:lnTo>
                  <a:pt x="408212" y="82655"/>
                </a:lnTo>
                <a:cubicBezTo>
                  <a:pt x="408212" y="79281"/>
                  <a:pt x="408212" y="75907"/>
                  <a:pt x="406526" y="72534"/>
                </a:cubicBezTo>
                <a:cubicBezTo>
                  <a:pt x="406526" y="69160"/>
                  <a:pt x="404839" y="67473"/>
                  <a:pt x="403152" y="64099"/>
                </a:cubicBezTo>
                <a:cubicBezTo>
                  <a:pt x="401465" y="62413"/>
                  <a:pt x="399778" y="60726"/>
                  <a:pt x="398091" y="59039"/>
                </a:cubicBezTo>
                <a:cubicBezTo>
                  <a:pt x="396405" y="57352"/>
                  <a:pt x="393031" y="57352"/>
                  <a:pt x="389657" y="57352"/>
                </a:cubicBezTo>
                <a:cubicBezTo>
                  <a:pt x="386284" y="57352"/>
                  <a:pt x="382910" y="59039"/>
                  <a:pt x="377849" y="62413"/>
                </a:cubicBezTo>
                <a:cubicBezTo>
                  <a:pt x="374476" y="64099"/>
                  <a:pt x="369415" y="69160"/>
                  <a:pt x="366042" y="74220"/>
                </a:cubicBezTo>
                <a:lnTo>
                  <a:pt x="366042" y="138320"/>
                </a:lnTo>
                <a:cubicBezTo>
                  <a:pt x="366042" y="140007"/>
                  <a:pt x="364355" y="140007"/>
                  <a:pt x="364355" y="140007"/>
                </a:cubicBezTo>
                <a:lnTo>
                  <a:pt x="364355" y="141694"/>
                </a:lnTo>
                <a:cubicBezTo>
                  <a:pt x="362668" y="141694"/>
                  <a:pt x="362668" y="141694"/>
                  <a:pt x="360981" y="141694"/>
                </a:cubicBezTo>
                <a:cubicBezTo>
                  <a:pt x="359294" y="141694"/>
                  <a:pt x="359294" y="141694"/>
                  <a:pt x="357608" y="141694"/>
                </a:cubicBezTo>
                <a:cubicBezTo>
                  <a:pt x="355921" y="141694"/>
                  <a:pt x="354234" y="141694"/>
                  <a:pt x="352547" y="141694"/>
                </a:cubicBezTo>
                <a:lnTo>
                  <a:pt x="350860" y="141694"/>
                </a:lnTo>
                <a:cubicBezTo>
                  <a:pt x="349173" y="141694"/>
                  <a:pt x="349173" y="140007"/>
                  <a:pt x="349173" y="140007"/>
                </a:cubicBezTo>
                <a:lnTo>
                  <a:pt x="349173" y="138320"/>
                </a:lnTo>
                <a:lnTo>
                  <a:pt x="349173" y="82655"/>
                </a:lnTo>
                <a:cubicBezTo>
                  <a:pt x="349173" y="79281"/>
                  <a:pt x="347487" y="75907"/>
                  <a:pt x="347487" y="72534"/>
                </a:cubicBezTo>
                <a:cubicBezTo>
                  <a:pt x="347487" y="69160"/>
                  <a:pt x="345800" y="67473"/>
                  <a:pt x="344113" y="64099"/>
                </a:cubicBezTo>
                <a:cubicBezTo>
                  <a:pt x="342426" y="62413"/>
                  <a:pt x="340739" y="60726"/>
                  <a:pt x="339052" y="59039"/>
                </a:cubicBezTo>
                <a:cubicBezTo>
                  <a:pt x="335679" y="57352"/>
                  <a:pt x="333992" y="57352"/>
                  <a:pt x="330618" y="57352"/>
                </a:cubicBezTo>
                <a:cubicBezTo>
                  <a:pt x="327245" y="57352"/>
                  <a:pt x="322184" y="59039"/>
                  <a:pt x="318810" y="62413"/>
                </a:cubicBezTo>
                <a:cubicBezTo>
                  <a:pt x="315437" y="64099"/>
                  <a:pt x="310376" y="69160"/>
                  <a:pt x="305316" y="74220"/>
                </a:cubicBezTo>
                <a:lnTo>
                  <a:pt x="305316" y="138320"/>
                </a:lnTo>
                <a:lnTo>
                  <a:pt x="305316" y="140007"/>
                </a:lnTo>
                <a:cubicBezTo>
                  <a:pt x="305316" y="140007"/>
                  <a:pt x="305316" y="141694"/>
                  <a:pt x="303629" y="141694"/>
                </a:cubicBezTo>
                <a:lnTo>
                  <a:pt x="301942" y="141694"/>
                </a:lnTo>
                <a:cubicBezTo>
                  <a:pt x="300255" y="141694"/>
                  <a:pt x="298569" y="141694"/>
                  <a:pt x="296882" y="141694"/>
                </a:cubicBezTo>
                <a:cubicBezTo>
                  <a:pt x="295195" y="141694"/>
                  <a:pt x="293508" y="141694"/>
                  <a:pt x="293508" y="141694"/>
                </a:cubicBezTo>
                <a:cubicBezTo>
                  <a:pt x="291821" y="141694"/>
                  <a:pt x="291821" y="141694"/>
                  <a:pt x="290134" y="141694"/>
                </a:cubicBezTo>
                <a:lnTo>
                  <a:pt x="290134" y="140007"/>
                </a:lnTo>
                <a:cubicBezTo>
                  <a:pt x="288448" y="140007"/>
                  <a:pt x="288448" y="140007"/>
                  <a:pt x="288448" y="138320"/>
                </a:cubicBezTo>
                <a:lnTo>
                  <a:pt x="288448" y="47231"/>
                </a:lnTo>
                <a:lnTo>
                  <a:pt x="288448" y="45544"/>
                </a:lnTo>
                <a:lnTo>
                  <a:pt x="290134" y="45544"/>
                </a:lnTo>
                <a:cubicBezTo>
                  <a:pt x="291821" y="43858"/>
                  <a:pt x="291821" y="43858"/>
                  <a:pt x="293508" y="43858"/>
                </a:cubicBezTo>
                <a:cubicBezTo>
                  <a:pt x="293508" y="43858"/>
                  <a:pt x="295195" y="43858"/>
                  <a:pt x="296882" y="43858"/>
                </a:cubicBezTo>
                <a:cubicBezTo>
                  <a:pt x="298569" y="43858"/>
                  <a:pt x="298569" y="43858"/>
                  <a:pt x="300255" y="43858"/>
                </a:cubicBezTo>
                <a:cubicBezTo>
                  <a:pt x="301942" y="43858"/>
                  <a:pt x="301942" y="43858"/>
                  <a:pt x="301942" y="45544"/>
                </a:cubicBezTo>
                <a:lnTo>
                  <a:pt x="303629" y="45544"/>
                </a:lnTo>
                <a:lnTo>
                  <a:pt x="303629" y="47231"/>
                </a:lnTo>
                <a:lnTo>
                  <a:pt x="303629" y="59039"/>
                </a:lnTo>
                <a:cubicBezTo>
                  <a:pt x="308690" y="53978"/>
                  <a:pt x="313750" y="48918"/>
                  <a:pt x="318810" y="47231"/>
                </a:cubicBezTo>
                <a:cubicBezTo>
                  <a:pt x="323871" y="43858"/>
                  <a:pt x="328931" y="42171"/>
                  <a:pt x="333992" y="42171"/>
                </a:cubicBezTo>
                <a:cubicBezTo>
                  <a:pt x="337366" y="42171"/>
                  <a:pt x="340739" y="43858"/>
                  <a:pt x="344113" y="43858"/>
                </a:cubicBezTo>
                <a:cubicBezTo>
                  <a:pt x="347487" y="45544"/>
                  <a:pt x="349173" y="45544"/>
                  <a:pt x="352547" y="47231"/>
                </a:cubicBezTo>
                <a:cubicBezTo>
                  <a:pt x="354234" y="48918"/>
                  <a:pt x="355921" y="50605"/>
                  <a:pt x="357608" y="53978"/>
                </a:cubicBezTo>
                <a:cubicBezTo>
                  <a:pt x="359294" y="55665"/>
                  <a:pt x="360981" y="57352"/>
                  <a:pt x="362668" y="60726"/>
                </a:cubicBezTo>
                <a:cubicBezTo>
                  <a:pt x="364355" y="57352"/>
                  <a:pt x="367728" y="53978"/>
                  <a:pt x="371102" y="52292"/>
                </a:cubicBezTo>
                <a:cubicBezTo>
                  <a:pt x="372789" y="50605"/>
                  <a:pt x="376163" y="48918"/>
                  <a:pt x="379536" y="47231"/>
                </a:cubicBezTo>
                <a:cubicBezTo>
                  <a:pt x="381223" y="45544"/>
                  <a:pt x="382910" y="43858"/>
                  <a:pt x="386284" y="43858"/>
                </a:cubicBezTo>
                <a:cubicBezTo>
                  <a:pt x="387970" y="43858"/>
                  <a:pt x="391344" y="42171"/>
                  <a:pt x="393031" y="42171"/>
                </a:cubicBezTo>
                <a:cubicBezTo>
                  <a:pt x="399778" y="42171"/>
                  <a:pt x="404839" y="43858"/>
                  <a:pt x="408212" y="45544"/>
                </a:cubicBezTo>
                <a:cubicBezTo>
                  <a:pt x="411586" y="47231"/>
                  <a:pt x="414960" y="50605"/>
                  <a:pt x="418333" y="53978"/>
                </a:cubicBezTo>
                <a:cubicBezTo>
                  <a:pt x="420020" y="57352"/>
                  <a:pt x="421707" y="62413"/>
                  <a:pt x="423394" y="65786"/>
                </a:cubicBezTo>
                <a:cubicBezTo>
                  <a:pt x="425081" y="70847"/>
                  <a:pt x="425081" y="75907"/>
                  <a:pt x="425081" y="80968"/>
                </a:cubicBezTo>
                <a:lnTo>
                  <a:pt x="425081" y="138320"/>
                </a:lnTo>
                <a:close/>
                <a:moveTo>
                  <a:pt x="266519" y="104583"/>
                </a:moveTo>
                <a:cubicBezTo>
                  <a:pt x="266519" y="111331"/>
                  <a:pt x="264832" y="116391"/>
                  <a:pt x="263145" y="121452"/>
                </a:cubicBezTo>
                <a:cubicBezTo>
                  <a:pt x="259772" y="126512"/>
                  <a:pt x="256398" y="129886"/>
                  <a:pt x="253024" y="133259"/>
                </a:cubicBezTo>
                <a:cubicBezTo>
                  <a:pt x="249651" y="136633"/>
                  <a:pt x="244590" y="140007"/>
                  <a:pt x="239530" y="141694"/>
                </a:cubicBezTo>
                <a:cubicBezTo>
                  <a:pt x="232782" y="143380"/>
                  <a:pt x="227722" y="143380"/>
                  <a:pt x="220974" y="143380"/>
                </a:cubicBezTo>
                <a:cubicBezTo>
                  <a:pt x="217601" y="143380"/>
                  <a:pt x="212540" y="143380"/>
                  <a:pt x="209167" y="141694"/>
                </a:cubicBezTo>
                <a:cubicBezTo>
                  <a:pt x="205793" y="141694"/>
                  <a:pt x="202419" y="140007"/>
                  <a:pt x="199046" y="140007"/>
                </a:cubicBezTo>
                <a:cubicBezTo>
                  <a:pt x="195672" y="138320"/>
                  <a:pt x="193985" y="136633"/>
                  <a:pt x="190612" y="136633"/>
                </a:cubicBezTo>
                <a:cubicBezTo>
                  <a:pt x="188925" y="134946"/>
                  <a:pt x="187238" y="133259"/>
                  <a:pt x="187238" y="133259"/>
                </a:cubicBezTo>
                <a:cubicBezTo>
                  <a:pt x="187238" y="133259"/>
                  <a:pt x="185551" y="131573"/>
                  <a:pt x="185551" y="129886"/>
                </a:cubicBezTo>
                <a:cubicBezTo>
                  <a:pt x="185551" y="128199"/>
                  <a:pt x="185551" y="126512"/>
                  <a:pt x="185551" y="124825"/>
                </a:cubicBezTo>
                <a:cubicBezTo>
                  <a:pt x="185551" y="123138"/>
                  <a:pt x="185551" y="123138"/>
                  <a:pt x="185551" y="121452"/>
                </a:cubicBezTo>
                <a:lnTo>
                  <a:pt x="185551" y="119765"/>
                </a:lnTo>
                <a:cubicBezTo>
                  <a:pt x="185551" y="118078"/>
                  <a:pt x="185551" y="118078"/>
                  <a:pt x="187238" y="118078"/>
                </a:cubicBezTo>
                <a:lnTo>
                  <a:pt x="188925" y="118078"/>
                </a:lnTo>
                <a:cubicBezTo>
                  <a:pt x="188925" y="118078"/>
                  <a:pt x="190612" y="118078"/>
                  <a:pt x="192298" y="119765"/>
                </a:cubicBezTo>
                <a:cubicBezTo>
                  <a:pt x="193985" y="119765"/>
                  <a:pt x="195672" y="121452"/>
                  <a:pt x="199046" y="123138"/>
                </a:cubicBezTo>
                <a:cubicBezTo>
                  <a:pt x="202419" y="124825"/>
                  <a:pt x="204106" y="124825"/>
                  <a:pt x="209167" y="126512"/>
                </a:cubicBezTo>
                <a:cubicBezTo>
                  <a:pt x="212540" y="128199"/>
                  <a:pt x="217601" y="128199"/>
                  <a:pt x="222661" y="128199"/>
                </a:cubicBezTo>
                <a:cubicBezTo>
                  <a:pt x="226035" y="128199"/>
                  <a:pt x="229409" y="128199"/>
                  <a:pt x="232782" y="126512"/>
                </a:cubicBezTo>
                <a:cubicBezTo>
                  <a:pt x="236156" y="126512"/>
                  <a:pt x="237843" y="124825"/>
                  <a:pt x="241216" y="123138"/>
                </a:cubicBezTo>
                <a:cubicBezTo>
                  <a:pt x="242903" y="121452"/>
                  <a:pt x="244590" y="118078"/>
                  <a:pt x="246277" y="116391"/>
                </a:cubicBezTo>
                <a:cubicBezTo>
                  <a:pt x="246277" y="113017"/>
                  <a:pt x="247964" y="109644"/>
                  <a:pt x="247964" y="106270"/>
                </a:cubicBezTo>
                <a:cubicBezTo>
                  <a:pt x="247964" y="102897"/>
                  <a:pt x="246277" y="99523"/>
                  <a:pt x="244590" y="96149"/>
                </a:cubicBezTo>
                <a:cubicBezTo>
                  <a:pt x="242903" y="94462"/>
                  <a:pt x="241216" y="91089"/>
                  <a:pt x="237843" y="89402"/>
                </a:cubicBezTo>
                <a:cubicBezTo>
                  <a:pt x="236156" y="87715"/>
                  <a:pt x="232782" y="86028"/>
                  <a:pt x="229409" y="84341"/>
                </a:cubicBezTo>
                <a:cubicBezTo>
                  <a:pt x="226035" y="82655"/>
                  <a:pt x="220974" y="80968"/>
                  <a:pt x="217601" y="79281"/>
                </a:cubicBezTo>
                <a:cubicBezTo>
                  <a:pt x="214227" y="77594"/>
                  <a:pt x="210853" y="75907"/>
                  <a:pt x="207480" y="74220"/>
                </a:cubicBezTo>
                <a:cubicBezTo>
                  <a:pt x="204106" y="70847"/>
                  <a:pt x="200733" y="69160"/>
                  <a:pt x="197359" y="65786"/>
                </a:cubicBezTo>
                <a:cubicBezTo>
                  <a:pt x="193985" y="64099"/>
                  <a:pt x="192298" y="60726"/>
                  <a:pt x="190612" y="55665"/>
                </a:cubicBezTo>
                <a:cubicBezTo>
                  <a:pt x="188925" y="52292"/>
                  <a:pt x="188925" y="47231"/>
                  <a:pt x="188925" y="42171"/>
                </a:cubicBezTo>
                <a:cubicBezTo>
                  <a:pt x="188925" y="37110"/>
                  <a:pt x="188925" y="32050"/>
                  <a:pt x="190612" y="26989"/>
                </a:cubicBezTo>
                <a:cubicBezTo>
                  <a:pt x="193985" y="23616"/>
                  <a:pt x="195672" y="20242"/>
                  <a:pt x="199046" y="16868"/>
                </a:cubicBezTo>
                <a:cubicBezTo>
                  <a:pt x="202419" y="13495"/>
                  <a:pt x="207480" y="11808"/>
                  <a:pt x="212540" y="10121"/>
                </a:cubicBezTo>
                <a:cubicBezTo>
                  <a:pt x="217601" y="8434"/>
                  <a:pt x="222661" y="8434"/>
                  <a:pt x="227722" y="8434"/>
                </a:cubicBezTo>
                <a:cubicBezTo>
                  <a:pt x="231095" y="8434"/>
                  <a:pt x="234469" y="8434"/>
                  <a:pt x="237843" y="8434"/>
                </a:cubicBezTo>
                <a:cubicBezTo>
                  <a:pt x="239530" y="8434"/>
                  <a:pt x="242903" y="10121"/>
                  <a:pt x="244590" y="10121"/>
                </a:cubicBezTo>
                <a:cubicBezTo>
                  <a:pt x="247964" y="11808"/>
                  <a:pt x="249651" y="11808"/>
                  <a:pt x="253024" y="13495"/>
                </a:cubicBezTo>
                <a:cubicBezTo>
                  <a:pt x="254711" y="15181"/>
                  <a:pt x="256398" y="15181"/>
                  <a:pt x="256398" y="15181"/>
                </a:cubicBezTo>
                <a:cubicBezTo>
                  <a:pt x="256398" y="16868"/>
                  <a:pt x="258085" y="16868"/>
                  <a:pt x="258085" y="16868"/>
                </a:cubicBezTo>
                <a:lnTo>
                  <a:pt x="258085" y="18555"/>
                </a:lnTo>
                <a:lnTo>
                  <a:pt x="258085" y="20242"/>
                </a:lnTo>
                <a:cubicBezTo>
                  <a:pt x="258085" y="21929"/>
                  <a:pt x="258085" y="23616"/>
                  <a:pt x="258085" y="23616"/>
                </a:cubicBezTo>
                <a:cubicBezTo>
                  <a:pt x="258085" y="25302"/>
                  <a:pt x="258085" y="26989"/>
                  <a:pt x="258085" y="26989"/>
                </a:cubicBezTo>
                <a:cubicBezTo>
                  <a:pt x="258085" y="28676"/>
                  <a:pt x="258085" y="28676"/>
                  <a:pt x="258085" y="30363"/>
                </a:cubicBezTo>
                <a:lnTo>
                  <a:pt x="256398" y="32050"/>
                </a:lnTo>
                <a:cubicBezTo>
                  <a:pt x="254711" y="32050"/>
                  <a:pt x="253024" y="32050"/>
                  <a:pt x="253024" y="30363"/>
                </a:cubicBezTo>
                <a:cubicBezTo>
                  <a:pt x="251337" y="28676"/>
                  <a:pt x="247964" y="28676"/>
                  <a:pt x="246277" y="26989"/>
                </a:cubicBezTo>
                <a:cubicBezTo>
                  <a:pt x="244590" y="25302"/>
                  <a:pt x="241216" y="25302"/>
                  <a:pt x="237843" y="23616"/>
                </a:cubicBezTo>
                <a:cubicBezTo>
                  <a:pt x="234469" y="23616"/>
                  <a:pt x="231095" y="21929"/>
                  <a:pt x="227722" y="21929"/>
                </a:cubicBezTo>
                <a:cubicBezTo>
                  <a:pt x="224348" y="21929"/>
                  <a:pt x="220974" y="23616"/>
                  <a:pt x="217601" y="23616"/>
                </a:cubicBezTo>
                <a:cubicBezTo>
                  <a:pt x="215914" y="25302"/>
                  <a:pt x="212540" y="25302"/>
                  <a:pt x="210853" y="26989"/>
                </a:cubicBezTo>
                <a:cubicBezTo>
                  <a:pt x="209167" y="28676"/>
                  <a:pt x="207480" y="32050"/>
                  <a:pt x="207480" y="33737"/>
                </a:cubicBezTo>
                <a:cubicBezTo>
                  <a:pt x="205793" y="35423"/>
                  <a:pt x="205793" y="38797"/>
                  <a:pt x="205793" y="40484"/>
                </a:cubicBezTo>
                <a:cubicBezTo>
                  <a:pt x="205793" y="43858"/>
                  <a:pt x="207480" y="47231"/>
                  <a:pt x="209167" y="50605"/>
                </a:cubicBezTo>
                <a:cubicBezTo>
                  <a:pt x="210853" y="52292"/>
                  <a:pt x="212540" y="55665"/>
                  <a:pt x="215914" y="57352"/>
                </a:cubicBezTo>
                <a:cubicBezTo>
                  <a:pt x="217601" y="59039"/>
                  <a:pt x="220974" y="60726"/>
                  <a:pt x="224348" y="62413"/>
                </a:cubicBezTo>
                <a:cubicBezTo>
                  <a:pt x="227722" y="64099"/>
                  <a:pt x="232782" y="65786"/>
                  <a:pt x="236156" y="67473"/>
                </a:cubicBezTo>
                <a:cubicBezTo>
                  <a:pt x="239530" y="69160"/>
                  <a:pt x="242903" y="70847"/>
                  <a:pt x="246277" y="74220"/>
                </a:cubicBezTo>
                <a:cubicBezTo>
                  <a:pt x="251337" y="75907"/>
                  <a:pt x="253024" y="77594"/>
                  <a:pt x="256398" y="80968"/>
                </a:cubicBezTo>
                <a:cubicBezTo>
                  <a:pt x="259772" y="84341"/>
                  <a:pt x="261458" y="87715"/>
                  <a:pt x="263145" y="91089"/>
                </a:cubicBezTo>
                <a:cubicBezTo>
                  <a:pt x="264832" y="94462"/>
                  <a:pt x="266519" y="99523"/>
                  <a:pt x="266519" y="104583"/>
                </a:cubicBezTo>
                <a:close/>
                <a:moveTo>
                  <a:pt x="28676" y="33737"/>
                </a:moveTo>
                <a:cubicBezTo>
                  <a:pt x="28676" y="35423"/>
                  <a:pt x="30363" y="37110"/>
                  <a:pt x="30363" y="40484"/>
                </a:cubicBezTo>
                <a:cubicBezTo>
                  <a:pt x="30363" y="42171"/>
                  <a:pt x="32050" y="43858"/>
                  <a:pt x="32050" y="45544"/>
                </a:cubicBezTo>
                <a:cubicBezTo>
                  <a:pt x="33737" y="47231"/>
                  <a:pt x="35423" y="50605"/>
                  <a:pt x="37110" y="52292"/>
                </a:cubicBezTo>
                <a:cubicBezTo>
                  <a:pt x="37110" y="53978"/>
                  <a:pt x="40484" y="57352"/>
                  <a:pt x="42171" y="60726"/>
                </a:cubicBezTo>
                <a:cubicBezTo>
                  <a:pt x="47231" y="57352"/>
                  <a:pt x="50605" y="55665"/>
                  <a:pt x="53978" y="52292"/>
                </a:cubicBezTo>
                <a:cubicBezTo>
                  <a:pt x="57352" y="50605"/>
                  <a:pt x="60726" y="47231"/>
                  <a:pt x="62413" y="45544"/>
                </a:cubicBezTo>
                <a:cubicBezTo>
                  <a:pt x="64099" y="43858"/>
                  <a:pt x="65786" y="42171"/>
                  <a:pt x="67473" y="38797"/>
                </a:cubicBezTo>
                <a:cubicBezTo>
                  <a:pt x="67473" y="37110"/>
                  <a:pt x="67473" y="35423"/>
                  <a:pt x="67473" y="32050"/>
                </a:cubicBezTo>
                <a:cubicBezTo>
                  <a:pt x="67473" y="30363"/>
                  <a:pt x="67473" y="28676"/>
                  <a:pt x="67473" y="26989"/>
                </a:cubicBezTo>
                <a:cubicBezTo>
                  <a:pt x="65786" y="25302"/>
                  <a:pt x="65786" y="23616"/>
                  <a:pt x="64099" y="21929"/>
                </a:cubicBezTo>
                <a:cubicBezTo>
                  <a:pt x="62413" y="20242"/>
                  <a:pt x="60726" y="20242"/>
                  <a:pt x="57352" y="18555"/>
                </a:cubicBezTo>
                <a:cubicBezTo>
                  <a:pt x="55665" y="18555"/>
                  <a:pt x="52292" y="16868"/>
                  <a:pt x="48918" y="16868"/>
                </a:cubicBezTo>
                <a:cubicBezTo>
                  <a:pt x="45544" y="16868"/>
                  <a:pt x="42171" y="18555"/>
                  <a:pt x="40484" y="18555"/>
                </a:cubicBezTo>
                <a:cubicBezTo>
                  <a:pt x="37110" y="20242"/>
                  <a:pt x="35423" y="20242"/>
                  <a:pt x="33737" y="21929"/>
                </a:cubicBezTo>
                <a:cubicBezTo>
                  <a:pt x="32050" y="23616"/>
                  <a:pt x="32050" y="25302"/>
                  <a:pt x="30363" y="28676"/>
                </a:cubicBezTo>
                <a:cubicBezTo>
                  <a:pt x="30363" y="30363"/>
                  <a:pt x="28676" y="32050"/>
                  <a:pt x="28676" y="33737"/>
                </a:cubicBezTo>
                <a:close/>
                <a:moveTo>
                  <a:pt x="16868" y="104583"/>
                </a:moveTo>
                <a:cubicBezTo>
                  <a:pt x="16868" y="107957"/>
                  <a:pt x="18555" y="111331"/>
                  <a:pt x="18555" y="114704"/>
                </a:cubicBezTo>
                <a:cubicBezTo>
                  <a:pt x="20242" y="118078"/>
                  <a:pt x="21929" y="119765"/>
                  <a:pt x="25302" y="121452"/>
                </a:cubicBezTo>
                <a:cubicBezTo>
                  <a:pt x="26989" y="124825"/>
                  <a:pt x="30363" y="126512"/>
                  <a:pt x="33737" y="126512"/>
                </a:cubicBezTo>
                <a:cubicBezTo>
                  <a:pt x="37110" y="128199"/>
                  <a:pt x="40484" y="129886"/>
                  <a:pt x="45544" y="129886"/>
                </a:cubicBezTo>
                <a:cubicBezTo>
                  <a:pt x="47231" y="129886"/>
                  <a:pt x="50605" y="128199"/>
                  <a:pt x="53978" y="128199"/>
                </a:cubicBezTo>
                <a:cubicBezTo>
                  <a:pt x="55665" y="128199"/>
                  <a:pt x="59039" y="126512"/>
                  <a:pt x="60726" y="126512"/>
                </a:cubicBezTo>
                <a:cubicBezTo>
                  <a:pt x="64099" y="124825"/>
                  <a:pt x="65786" y="123138"/>
                  <a:pt x="67473" y="121452"/>
                </a:cubicBezTo>
                <a:cubicBezTo>
                  <a:pt x="70847" y="121452"/>
                  <a:pt x="72534" y="119765"/>
                  <a:pt x="74220" y="118078"/>
                </a:cubicBezTo>
                <a:cubicBezTo>
                  <a:pt x="70847" y="114704"/>
                  <a:pt x="67473" y="111331"/>
                  <a:pt x="64099" y="107957"/>
                </a:cubicBezTo>
                <a:cubicBezTo>
                  <a:pt x="59039" y="104583"/>
                  <a:pt x="55665" y="101210"/>
                  <a:pt x="53978" y="97836"/>
                </a:cubicBezTo>
                <a:cubicBezTo>
                  <a:pt x="50605" y="94462"/>
                  <a:pt x="47231" y="91089"/>
                  <a:pt x="43858" y="87715"/>
                </a:cubicBezTo>
                <a:cubicBezTo>
                  <a:pt x="40484" y="86028"/>
                  <a:pt x="38797" y="82655"/>
                  <a:pt x="35423" y="79281"/>
                </a:cubicBezTo>
                <a:cubicBezTo>
                  <a:pt x="32050" y="80968"/>
                  <a:pt x="28676" y="82655"/>
                  <a:pt x="26989" y="86028"/>
                </a:cubicBezTo>
                <a:cubicBezTo>
                  <a:pt x="25302" y="87715"/>
                  <a:pt x="23616" y="89402"/>
                  <a:pt x="21929" y="91089"/>
                </a:cubicBezTo>
                <a:cubicBezTo>
                  <a:pt x="20242" y="94462"/>
                  <a:pt x="18555" y="96149"/>
                  <a:pt x="18555" y="97836"/>
                </a:cubicBezTo>
                <a:cubicBezTo>
                  <a:pt x="18555" y="101210"/>
                  <a:pt x="16868" y="102897"/>
                  <a:pt x="16868" y="104583"/>
                </a:cubicBezTo>
                <a:close/>
                <a:moveTo>
                  <a:pt x="0" y="106270"/>
                </a:moveTo>
                <a:cubicBezTo>
                  <a:pt x="0" y="102897"/>
                  <a:pt x="0" y="99523"/>
                  <a:pt x="1687" y="96149"/>
                </a:cubicBezTo>
                <a:cubicBezTo>
                  <a:pt x="1687" y="92776"/>
                  <a:pt x="3374" y="89402"/>
                  <a:pt x="5060" y="86028"/>
                </a:cubicBezTo>
                <a:cubicBezTo>
                  <a:pt x="8434" y="82655"/>
                  <a:pt x="10121" y="80968"/>
                  <a:pt x="13495" y="77594"/>
                </a:cubicBezTo>
                <a:cubicBezTo>
                  <a:pt x="16868" y="74220"/>
                  <a:pt x="21929" y="70847"/>
                  <a:pt x="26989" y="67473"/>
                </a:cubicBezTo>
                <a:cubicBezTo>
                  <a:pt x="23616" y="64099"/>
                  <a:pt x="21929" y="60726"/>
                  <a:pt x="20242" y="59039"/>
                </a:cubicBezTo>
                <a:cubicBezTo>
                  <a:pt x="18555" y="55665"/>
                  <a:pt x="16868" y="52292"/>
                  <a:pt x="15181" y="50605"/>
                </a:cubicBezTo>
                <a:cubicBezTo>
                  <a:pt x="13495" y="47231"/>
                  <a:pt x="13495" y="45544"/>
                  <a:pt x="11808" y="42171"/>
                </a:cubicBezTo>
                <a:cubicBezTo>
                  <a:pt x="11808" y="40484"/>
                  <a:pt x="11808" y="37110"/>
                  <a:pt x="11808" y="35423"/>
                </a:cubicBezTo>
                <a:cubicBezTo>
                  <a:pt x="11808" y="32050"/>
                  <a:pt x="11808" y="26989"/>
                  <a:pt x="13495" y="23616"/>
                </a:cubicBezTo>
                <a:cubicBezTo>
                  <a:pt x="15181" y="20242"/>
                  <a:pt x="16868" y="16868"/>
                  <a:pt x="20242" y="13495"/>
                </a:cubicBezTo>
                <a:cubicBezTo>
                  <a:pt x="23616" y="10121"/>
                  <a:pt x="26989" y="8434"/>
                  <a:pt x="32050" y="6747"/>
                </a:cubicBezTo>
                <a:cubicBezTo>
                  <a:pt x="37110" y="5060"/>
                  <a:pt x="43858" y="3374"/>
                  <a:pt x="50605" y="3374"/>
                </a:cubicBezTo>
                <a:cubicBezTo>
                  <a:pt x="57352" y="3374"/>
                  <a:pt x="62413" y="5060"/>
                  <a:pt x="65786" y="5060"/>
                </a:cubicBezTo>
                <a:cubicBezTo>
                  <a:pt x="70847" y="6747"/>
                  <a:pt x="74220" y="8434"/>
                  <a:pt x="77594" y="11808"/>
                </a:cubicBezTo>
                <a:cubicBezTo>
                  <a:pt x="79281" y="13495"/>
                  <a:pt x="82655" y="16868"/>
                  <a:pt x="84341" y="20242"/>
                </a:cubicBezTo>
                <a:cubicBezTo>
                  <a:pt x="86028" y="23616"/>
                  <a:pt x="86028" y="26989"/>
                  <a:pt x="86028" y="30363"/>
                </a:cubicBezTo>
                <a:cubicBezTo>
                  <a:pt x="86028" y="35423"/>
                  <a:pt x="86028" y="38797"/>
                  <a:pt x="84341" y="42171"/>
                </a:cubicBezTo>
                <a:cubicBezTo>
                  <a:pt x="82655" y="45544"/>
                  <a:pt x="80968" y="48918"/>
                  <a:pt x="77594" y="52292"/>
                </a:cubicBezTo>
                <a:cubicBezTo>
                  <a:pt x="74220" y="53978"/>
                  <a:pt x="70847" y="57352"/>
                  <a:pt x="67473" y="60726"/>
                </a:cubicBezTo>
                <a:cubicBezTo>
                  <a:pt x="62413" y="64099"/>
                  <a:pt x="57352" y="67473"/>
                  <a:pt x="50605" y="70847"/>
                </a:cubicBezTo>
                <a:cubicBezTo>
                  <a:pt x="52292" y="74220"/>
                  <a:pt x="55665" y="75907"/>
                  <a:pt x="59039" y="79281"/>
                </a:cubicBezTo>
                <a:cubicBezTo>
                  <a:pt x="60726" y="82655"/>
                  <a:pt x="64099" y="86028"/>
                  <a:pt x="67473" y="87715"/>
                </a:cubicBezTo>
                <a:cubicBezTo>
                  <a:pt x="69160" y="91089"/>
                  <a:pt x="72534" y="94462"/>
                  <a:pt x="75907" y="97836"/>
                </a:cubicBezTo>
                <a:cubicBezTo>
                  <a:pt x="79281" y="101210"/>
                  <a:pt x="82655" y="102897"/>
                  <a:pt x="84341" y="106270"/>
                </a:cubicBezTo>
                <a:cubicBezTo>
                  <a:pt x="86028" y="104583"/>
                  <a:pt x="87715" y="101210"/>
                  <a:pt x="87715" y="99523"/>
                </a:cubicBezTo>
                <a:cubicBezTo>
                  <a:pt x="89402" y="97836"/>
                  <a:pt x="91089" y="94462"/>
                  <a:pt x="91089" y="92776"/>
                </a:cubicBezTo>
                <a:cubicBezTo>
                  <a:pt x="92776" y="89402"/>
                  <a:pt x="92776" y="87715"/>
                  <a:pt x="92776" y="84341"/>
                </a:cubicBezTo>
                <a:cubicBezTo>
                  <a:pt x="94462" y="80968"/>
                  <a:pt x="94462" y="79281"/>
                  <a:pt x="94462" y="75907"/>
                </a:cubicBezTo>
                <a:lnTo>
                  <a:pt x="94462" y="72534"/>
                </a:lnTo>
                <a:lnTo>
                  <a:pt x="94462" y="70847"/>
                </a:lnTo>
                <a:cubicBezTo>
                  <a:pt x="94462" y="70847"/>
                  <a:pt x="94462" y="69160"/>
                  <a:pt x="96149" y="69160"/>
                </a:cubicBezTo>
                <a:lnTo>
                  <a:pt x="97836" y="69160"/>
                </a:lnTo>
                <a:cubicBezTo>
                  <a:pt x="99523" y="69160"/>
                  <a:pt x="99523" y="69160"/>
                  <a:pt x="101210" y="69160"/>
                </a:cubicBezTo>
                <a:cubicBezTo>
                  <a:pt x="102897" y="69160"/>
                  <a:pt x="104583" y="69160"/>
                  <a:pt x="106270" y="69160"/>
                </a:cubicBezTo>
                <a:lnTo>
                  <a:pt x="107957" y="69160"/>
                </a:lnTo>
                <a:cubicBezTo>
                  <a:pt x="109644" y="69160"/>
                  <a:pt x="109644" y="69160"/>
                  <a:pt x="109644" y="70847"/>
                </a:cubicBezTo>
                <a:lnTo>
                  <a:pt x="109644" y="72534"/>
                </a:lnTo>
                <a:lnTo>
                  <a:pt x="109644" y="74220"/>
                </a:lnTo>
                <a:cubicBezTo>
                  <a:pt x="109644" y="79281"/>
                  <a:pt x="109644" y="82655"/>
                  <a:pt x="109644" y="86028"/>
                </a:cubicBezTo>
                <a:cubicBezTo>
                  <a:pt x="107957" y="89402"/>
                  <a:pt x="107957" y="92776"/>
                  <a:pt x="106270" y="96149"/>
                </a:cubicBezTo>
                <a:cubicBezTo>
                  <a:pt x="106270" y="101210"/>
                  <a:pt x="104583" y="104583"/>
                  <a:pt x="102897" y="106270"/>
                </a:cubicBezTo>
                <a:cubicBezTo>
                  <a:pt x="101210" y="109644"/>
                  <a:pt x="99523" y="113017"/>
                  <a:pt x="96149" y="116391"/>
                </a:cubicBezTo>
                <a:cubicBezTo>
                  <a:pt x="99523" y="118078"/>
                  <a:pt x="102897" y="119765"/>
                  <a:pt x="104583" y="121452"/>
                </a:cubicBezTo>
                <a:cubicBezTo>
                  <a:pt x="107957" y="123138"/>
                  <a:pt x="109644" y="124825"/>
                  <a:pt x="111331" y="126512"/>
                </a:cubicBezTo>
                <a:cubicBezTo>
                  <a:pt x="113017" y="126512"/>
                  <a:pt x="113017" y="128199"/>
                  <a:pt x="114704" y="128199"/>
                </a:cubicBezTo>
                <a:cubicBezTo>
                  <a:pt x="116391" y="128199"/>
                  <a:pt x="116391" y="128199"/>
                  <a:pt x="118078" y="128199"/>
                </a:cubicBezTo>
                <a:lnTo>
                  <a:pt x="119765" y="128199"/>
                </a:lnTo>
                <a:lnTo>
                  <a:pt x="121452" y="128199"/>
                </a:lnTo>
                <a:lnTo>
                  <a:pt x="121452" y="129886"/>
                </a:lnTo>
                <a:cubicBezTo>
                  <a:pt x="121452" y="131573"/>
                  <a:pt x="121452" y="133259"/>
                  <a:pt x="121452" y="134946"/>
                </a:cubicBezTo>
                <a:cubicBezTo>
                  <a:pt x="121452" y="136633"/>
                  <a:pt x="121452" y="136633"/>
                  <a:pt x="121452" y="138320"/>
                </a:cubicBezTo>
                <a:lnTo>
                  <a:pt x="121452" y="140007"/>
                </a:lnTo>
                <a:cubicBezTo>
                  <a:pt x="121452" y="141694"/>
                  <a:pt x="121452" y="141694"/>
                  <a:pt x="119765" y="141694"/>
                </a:cubicBezTo>
                <a:lnTo>
                  <a:pt x="118078" y="143380"/>
                </a:lnTo>
                <a:cubicBezTo>
                  <a:pt x="116391" y="143380"/>
                  <a:pt x="116391" y="143380"/>
                  <a:pt x="114704" y="143380"/>
                </a:cubicBezTo>
                <a:cubicBezTo>
                  <a:pt x="113017" y="143380"/>
                  <a:pt x="111331" y="143380"/>
                  <a:pt x="109644" y="141694"/>
                </a:cubicBezTo>
                <a:cubicBezTo>
                  <a:pt x="107957" y="141694"/>
                  <a:pt x="106270" y="141694"/>
                  <a:pt x="104583" y="140007"/>
                </a:cubicBezTo>
                <a:cubicBezTo>
                  <a:pt x="101210" y="138320"/>
                  <a:pt x="99523" y="136633"/>
                  <a:pt x="96149" y="134946"/>
                </a:cubicBezTo>
                <a:cubicBezTo>
                  <a:pt x="92776" y="133259"/>
                  <a:pt x="89402" y="129886"/>
                  <a:pt x="86028" y="128199"/>
                </a:cubicBezTo>
                <a:cubicBezTo>
                  <a:pt x="82655" y="129886"/>
                  <a:pt x="80968" y="131573"/>
                  <a:pt x="77594" y="133259"/>
                </a:cubicBezTo>
                <a:cubicBezTo>
                  <a:pt x="74220" y="136633"/>
                  <a:pt x="70847" y="138320"/>
                  <a:pt x="67473" y="138320"/>
                </a:cubicBezTo>
                <a:cubicBezTo>
                  <a:pt x="64099" y="140007"/>
                  <a:pt x="59039" y="141694"/>
                  <a:pt x="55665" y="141694"/>
                </a:cubicBezTo>
                <a:cubicBezTo>
                  <a:pt x="52292" y="143380"/>
                  <a:pt x="47231" y="143380"/>
                  <a:pt x="43858" y="143380"/>
                </a:cubicBezTo>
                <a:cubicBezTo>
                  <a:pt x="38797" y="143380"/>
                  <a:pt x="35423" y="143380"/>
                  <a:pt x="30363" y="141694"/>
                </a:cubicBezTo>
                <a:cubicBezTo>
                  <a:pt x="26989" y="141694"/>
                  <a:pt x="23616" y="140007"/>
                  <a:pt x="20242" y="138320"/>
                </a:cubicBezTo>
                <a:cubicBezTo>
                  <a:pt x="16868" y="138320"/>
                  <a:pt x="13495" y="136633"/>
                  <a:pt x="11808" y="133259"/>
                </a:cubicBezTo>
                <a:cubicBezTo>
                  <a:pt x="8434" y="131573"/>
                  <a:pt x="6747" y="129886"/>
                  <a:pt x="5060" y="126512"/>
                </a:cubicBezTo>
                <a:cubicBezTo>
                  <a:pt x="3374" y="123138"/>
                  <a:pt x="1687" y="121452"/>
                  <a:pt x="1687" y="118078"/>
                </a:cubicBezTo>
                <a:cubicBezTo>
                  <a:pt x="0" y="114704"/>
                  <a:pt x="0" y="111331"/>
                  <a:pt x="0" y="1062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05691-976F-43C2-B6CA-6E046B85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343" y="4986633"/>
            <a:ext cx="1928044" cy="721962"/>
          </a:xfrm>
          <a:custGeom xmlns:a="http://schemas.openxmlformats.org/drawingml/2006/main">
            <a:pathLst>
              <a:path w="1928044" h="721962">
                <a:moveTo>
                  <a:pt x="107957" y="713528"/>
                </a:moveTo>
                <a:lnTo>
                  <a:pt x="107957" y="705094"/>
                </a:lnTo>
                <a:lnTo>
                  <a:pt x="1820087" y="705094"/>
                </a:lnTo>
                <a:cubicBezTo>
                  <a:pt x="1870692" y="705094"/>
                  <a:pt x="1909489" y="664610"/>
                  <a:pt x="1911176" y="614005"/>
                </a:cubicBezTo>
                <a:lnTo>
                  <a:pt x="1911176" y="106270"/>
                </a:lnTo>
                <a:cubicBezTo>
                  <a:pt x="1909489" y="57352"/>
                  <a:pt x="1870692" y="16868"/>
                  <a:pt x="1820087" y="16868"/>
                </a:cubicBezTo>
                <a:lnTo>
                  <a:pt x="107957" y="16868"/>
                </a:lnTo>
                <a:cubicBezTo>
                  <a:pt x="57352" y="16868"/>
                  <a:pt x="18555" y="57352"/>
                  <a:pt x="18555" y="106270"/>
                </a:cubicBezTo>
                <a:lnTo>
                  <a:pt x="18555" y="614005"/>
                </a:lnTo>
                <a:cubicBezTo>
                  <a:pt x="18555" y="664610"/>
                  <a:pt x="57352" y="705094"/>
                  <a:pt x="107957" y="705094"/>
                </a:cubicBezTo>
                <a:lnTo>
                  <a:pt x="107957" y="713528"/>
                </a:lnTo>
                <a:lnTo>
                  <a:pt x="107957" y="721962"/>
                </a:lnTo>
                <a:cubicBezTo>
                  <a:pt x="48918" y="721962"/>
                  <a:pt x="0" y="674731"/>
                  <a:pt x="0" y="614005"/>
                </a:cubicBezTo>
                <a:lnTo>
                  <a:pt x="0" y="106270"/>
                </a:lnTo>
                <a:cubicBezTo>
                  <a:pt x="0" y="47231"/>
                  <a:pt x="48918" y="0"/>
                  <a:pt x="107957" y="0"/>
                </a:cubicBezTo>
                <a:lnTo>
                  <a:pt x="1820087" y="0"/>
                </a:lnTo>
                <a:cubicBezTo>
                  <a:pt x="1879126" y="0"/>
                  <a:pt x="1928044" y="47231"/>
                  <a:pt x="1928044" y="106270"/>
                </a:cubicBezTo>
                <a:lnTo>
                  <a:pt x="1928044" y="614005"/>
                </a:lnTo>
                <a:cubicBezTo>
                  <a:pt x="1928044" y="674731"/>
                  <a:pt x="1879126" y="721962"/>
                  <a:pt x="1820087" y="721962"/>
                </a:cubicBezTo>
                <a:lnTo>
                  <a:pt x="107957" y="721962"/>
                </a:lnTo>
                <a:lnTo>
                  <a:pt x="107957" y="7135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AA160-6153-4EDF-86BB-B558AB6B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460" y="5113145"/>
            <a:ext cx="1588992" cy="145067"/>
          </a:xfrm>
          <a:custGeom xmlns:a="http://schemas.openxmlformats.org/drawingml/2006/main">
            <a:pathLst>
              <a:path w="1588992" h="145067">
                <a:moveTo>
                  <a:pt x="1588992" y="53978"/>
                </a:moveTo>
                <a:cubicBezTo>
                  <a:pt x="1588992" y="55665"/>
                  <a:pt x="1588992" y="57352"/>
                  <a:pt x="1588992" y="59039"/>
                </a:cubicBezTo>
                <a:lnTo>
                  <a:pt x="1588992" y="60726"/>
                </a:lnTo>
                <a:cubicBezTo>
                  <a:pt x="1588992" y="60726"/>
                  <a:pt x="1588992" y="62413"/>
                  <a:pt x="1587305" y="62413"/>
                </a:cubicBezTo>
                <a:lnTo>
                  <a:pt x="1585618" y="62413"/>
                </a:lnTo>
                <a:cubicBezTo>
                  <a:pt x="1583931" y="62413"/>
                  <a:pt x="1583931" y="60726"/>
                  <a:pt x="1582245" y="60726"/>
                </a:cubicBezTo>
                <a:cubicBezTo>
                  <a:pt x="1580558" y="60726"/>
                  <a:pt x="1580558" y="60726"/>
                  <a:pt x="1578871" y="60726"/>
                </a:cubicBezTo>
                <a:cubicBezTo>
                  <a:pt x="1577184" y="60726"/>
                  <a:pt x="1577184" y="59039"/>
                  <a:pt x="1575497" y="59039"/>
                </a:cubicBezTo>
                <a:cubicBezTo>
                  <a:pt x="1573810" y="59039"/>
                  <a:pt x="1572124" y="60726"/>
                  <a:pt x="1570437" y="60726"/>
                </a:cubicBezTo>
                <a:cubicBezTo>
                  <a:pt x="1568750" y="60726"/>
                  <a:pt x="1567063" y="62413"/>
                  <a:pt x="1565376" y="64099"/>
                </a:cubicBezTo>
                <a:cubicBezTo>
                  <a:pt x="1563690" y="65786"/>
                  <a:pt x="1560316" y="67473"/>
                  <a:pt x="1558629" y="70847"/>
                </a:cubicBezTo>
                <a:cubicBezTo>
                  <a:pt x="1556942" y="72534"/>
                  <a:pt x="1555255" y="75907"/>
                  <a:pt x="1551882" y="79281"/>
                </a:cubicBezTo>
                <a:lnTo>
                  <a:pt x="1551882" y="140007"/>
                </a:lnTo>
                <a:lnTo>
                  <a:pt x="1551882" y="141694"/>
                </a:lnTo>
                <a:lnTo>
                  <a:pt x="1550195" y="141694"/>
                </a:lnTo>
                <a:cubicBezTo>
                  <a:pt x="1550195" y="143380"/>
                  <a:pt x="1550195" y="143380"/>
                  <a:pt x="1548508" y="143380"/>
                </a:cubicBezTo>
                <a:cubicBezTo>
                  <a:pt x="1546821" y="143380"/>
                  <a:pt x="1545134" y="143380"/>
                  <a:pt x="1543448" y="143380"/>
                </a:cubicBezTo>
                <a:cubicBezTo>
                  <a:pt x="1541761" y="143380"/>
                  <a:pt x="1541761" y="143380"/>
                  <a:pt x="1540074" y="143380"/>
                </a:cubicBezTo>
                <a:cubicBezTo>
                  <a:pt x="1538387" y="143380"/>
                  <a:pt x="1538387" y="143380"/>
                  <a:pt x="1536700" y="141694"/>
                </a:cubicBezTo>
                <a:lnTo>
                  <a:pt x="1536700" y="140007"/>
                </a:lnTo>
                <a:lnTo>
                  <a:pt x="1536700" y="48918"/>
                </a:lnTo>
                <a:lnTo>
                  <a:pt x="1536700" y="47231"/>
                </a:lnTo>
                <a:lnTo>
                  <a:pt x="1536700" y="45544"/>
                </a:lnTo>
                <a:cubicBezTo>
                  <a:pt x="1538387" y="45544"/>
                  <a:pt x="1538387" y="45544"/>
                  <a:pt x="1540074" y="45544"/>
                </a:cubicBezTo>
                <a:cubicBezTo>
                  <a:pt x="1540074" y="45544"/>
                  <a:pt x="1541761" y="45544"/>
                  <a:pt x="1543448" y="45544"/>
                </a:cubicBezTo>
                <a:cubicBezTo>
                  <a:pt x="1545134" y="45544"/>
                  <a:pt x="1546821" y="45544"/>
                  <a:pt x="1546821" y="45544"/>
                </a:cubicBezTo>
                <a:cubicBezTo>
                  <a:pt x="1548508" y="45544"/>
                  <a:pt x="1548508" y="45544"/>
                  <a:pt x="1550195" y="45544"/>
                </a:cubicBezTo>
                <a:lnTo>
                  <a:pt x="1550195" y="47231"/>
                </a:lnTo>
                <a:lnTo>
                  <a:pt x="1550195" y="48918"/>
                </a:lnTo>
                <a:lnTo>
                  <a:pt x="1550195" y="62413"/>
                </a:lnTo>
                <a:cubicBezTo>
                  <a:pt x="1553569" y="57352"/>
                  <a:pt x="1555255" y="55665"/>
                  <a:pt x="1558629" y="52292"/>
                </a:cubicBezTo>
                <a:cubicBezTo>
                  <a:pt x="1560316" y="50605"/>
                  <a:pt x="1562003" y="48918"/>
                  <a:pt x="1563690" y="47231"/>
                </a:cubicBezTo>
                <a:cubicBezTo>
                  <a:pt x="1567063" y="45544"/>
                  <a:pt x="1568750" y="45544"/>
                  <a:pt x="1570437" y="43858"/>
                </a:cubicBezTo>
                <a:cubicBezTo>
                  <a:pt x="1572124" y="43858"/>
                  <a:pt x="1573810" y="43858"/>
                  <a:pt x="1575497" y="43858"/>
                </a:cubicBezTo>
                <a:cubicBezTo>
                  <a:pt x="1577184" y="43858"/>
                  <a:pt x="1577184" y="43858"/>
                  <a:pt x="1578871" y="43858"/>
                </a:cubicBezTo>
                <a:cubicBezTo>
                  <a:pt x="1580558" y="43858"/>
                  <a:pt x="1580558" y="43858"/>
                  <a:pt x="1582245" y="43858"/>
                </a:cubicBezTo>
                <a:cubicBezTo>
                  <a:pt x="1583931" y="45544"/>
                  <a:pt x="1585618" y="45544"/>
                  <a:pt x="1585618" y="45544"/>
                </a:cubicBezTo>
                <a:cubicBezTo>
                  <a:pt x="1587305" y="45544"/>
                  <a:pt x="1587305" y="45544"/>
                  <a:pt x="1587305" y="47231"/>
                </a:cubicBezTo>
                <a:lnTo>
                  <a:pt x="1588992" y="47231"/>
                </a:lnTo>
                <a:lnTo>
                  <a:pt x="1588992" y="48918"/>
                </a:lnTo>
                <a:lnTo>
                  <a:pt x="1588992" y="50605"/>
                </a:lnTo>
                <a:cubicBezTo>
                  <a:pt x="1588992" y="52292"/>
                  <a:pt x="1588992" y="52292"/>
                  <a:pt x="1588992" y="53978"/>
                </a:cubicBezTo>
                <a:close/>
                <a:moveTo>
                  <a:pt x="1494530" y="94462"/>
                </a:moveTo>
                <a:cubicBezTo>
                  <a:pt x="1494530" y="89402"/>
                  <a:pt x="1492843" y="84341"/>
                  <a:pt x="1492843" y="80968"/>
                </a:cubicBezTo>
                <a:cubicBezTo>
                  <a:pt x="1491156" y="75907"/>
                  <a:pt x="1489469" y="72534"/>
                  <a:pt x="1487782" y="69160"/>
                </a:cubicBezTo>
                <a:cubicBezTo>
                  <a:pt x="1486095" y="65786"/>
                  <a:pt x="1482722" y="62413"/>
                  <a:pt x="1479348" y="60726"/>
                </a:cubicBezTo>
                <a:cubicBezTo>
                  <a:pt x="1475974" y="59039"/>
                  <a:pt x="1470914" y="57352"/>
                  <a:pt x="1465854" y="57352"/>
                </a:cubicBezTo>
                <a:cubicBezTo>
                  <a:pt x="1460793" y="57352"/>
                  <a:pt x="1455733" y="59039"/>
                  <a:pt x="1452359" y="60726"/>
                </a:cubicBezTo>
                <a:cubicBezTo>
                  <a:pt x="1448985" y="62413"/>
                  <a:pt x="1445612" y="64099"/>
                  <a:pt x="1443925" y="67473"/>
                </a:cubicBezTo>
                <a:cubicBezTo>
                  <a:pt x="1442238" y="70847"/>
                  <a:pt x="1440551" y="75907"/>
                  <a:pt x="1438864" y="79281"/>
                </a:cubicBezTo>
                <a:cubicBezTo>
                  <a:pt x="1437177" y="84341"/>
                  <a:pt x="1437177" y="89402"/>
                  <a:pt x="1437177" y="94462"/>
                </a:cubicBezTo>
                <a:cubicBezTo>
                  <a:pt x="1437177" y="99523"/>
                  <a:pt x="1437177" y="102897"/>
                  <a:pt x="1438864" y="107957"/>
                </a:cubicBezTo>
                <a:cubicBezTo>
                  <a:pt x="1438864" y="113017"/>
                  <a:pt x="1440551" y="116391"/>
                  <a:pt x="1442238" y="119765"/>
                </a:cubicBezTo>
                <a:cubicBezTo>
                  <a:pt x="1445612" y="123138"/>
                  <a:pt x="1447298" y="124825"/>
                  <a:pt x="1452359" y="128199"/>
                </a:cubicBezTo>
                <a:cubicBezTo>
                  <a:pt x="1455733" y="129886"/>
                  <a:pt x="1459106" y="129886"/>
                  <a:pt x="1465854" y="129886"/>
                </a:cubicBezTo>
                <a:cubicBezTo>
                  <a:pt x="1470914" y="129886"/>
                  <a:pt x="1474288" y="129886"/>
                  <a:pt x="1477661" y="128199"/>
                </a:cubicBezTo>
                <a:cubicBezTo>
                  <a:pt x="1481035" y="126512"/>
                  <a:pt x="1484409" y="123138"/>
                  <a:pt x="1487782" y="119765"/>
                </a:cubicBezTo>
                <a:cubicBezTo>
                  <a:pt x="1489469" y="116391"/>
                  <a:pt x="1491156" y="113017"/>
                  <a:pt x="1492843" y="109644"/>
                </a:cubicBezTo>
                <a:cubicBezTo>
                  <a:pt x="1492843" y="104583"/>
                  <a:pt x="1494530" y="99523"/>
                  <a:pt x="1494530" y="94462"/>
                </a:cubicBezTo>
                <a:close/>
                <a:moveTo>
                  <a:pt x="1511398" y="92776"/>
                </a:moveTo>
                <a:cubicBezTo>
                  <a:pt x="1511398" y="101210"/>
                  <a:pt x="1509711" y="107957"/>
                  <a:pt x="1508024" y="113017"/>
                </a:cubicBezTo>
                <a:cubicBezTo>
                  <a:pt x="1506337" y="119765"/>
                  <a:pt x="1502964" y="124825"/>
                  <a:pt x="1499590" y="129886"/>
                </a:cubicBezTo>
                <a:cubicBezTo>
                  <a:pt x="1496216" y="134946"/>
                  <a:pt x="1491156" y="138320"/>
                  <a:pt x="1484409" y="140007"/>
                </a:cubicBezTo>
                <a:cubicBezTo>
                  <a:pt x="1479348" y="143380"/>
                  <a:pt x="1472601" y="145067"/>
                  <a:pt x="1464167" y="145067"/>
                </a:cubicBezTo>
                <a:cubicBezTo>
                  <a:pt x="1457419" y="145067"/>
                  <a:pt x="1450672" y="143380"/>
                  <a:pt x="1443925" y="141694"/>
                </a:cubicBezTo>
                <a:cubicBezTo>
                  <a:pt x="1438864" y="138320"/>
                  <a:pt x="1433804" y="134946"/>
                  <a:pt x="1430430" y="131573"/>
                </a:cubicBezTo>
                <a:cubicBezTo>
                  <a:pt x="1427056" y="126512"/>
                  <a:pt x="1423683" y="121452"/>
                  <a:pt x="1421996" y="116391"/>
                </a:cubicBezTo>
                <a:cubicBezTo>
                  <a:pt x="1420309" y="109644"/>
                  <a:pt x="1420309" y="102897"/>
                  <a:pt x="1420309" y="94462"/>
                </a:cubicBezTo>
                <a:cubicBezTo>
                  <a:pt x="1420309" y="87715"/>
                  <a:pt x="1420309" y="80968"/>
                  <a:pt x="1421996" y="74220"/>
                </a:cubicBezTo>
                <a:cubicBezTo>
                  <a:pt x="1423683" y="67473"/>
                  <a:pt x="1427056" y="62413"/>
                  <a:pt x="1430430" y="59039"/>
                </a:cubicBezTo>
                <a:cubicBezTo>
                  <a:pt x="1435491" y="53978"/>
                  <a:pt x="1440551" y="50605"/>
                  <a:pt x="1445612" y="47231"/>
                </a:cubicBezTo>
                <a:cubicBezTo>
                  <a:pt x="1452359" y="45544"/>
                  <a:pt x="1459106" y="43858"/>
                  <a:pt x="1465854" y="43858"/>
                </a:cubicBezTo>
                <a:cubicBezTo>
                  <a:pt x="1474288" y="43858"/>
                  <a:pt x="1481035" y="45544"/>
                  <a:pt x="1486095" y="47231"/>
                </a:cubicBezTo>
                <a:cubicBezTo>
                  <a:pt x="1491156" y="48918"/>
                  <a:pt x="1496216" y="52292"/>
                  <a:pt x="1499590" y="57352"/>
                </a:cubicBezTo>
                <a:cubicBezTo>
                  <a:pt x="1502964" y="60726"/>
                  <a:pt x="1506337" y="65786"/>
                  <a:pt x="1508024" y="72534"/>
                </a:cubicBezTo>
                <a:cubicBezTo>
                  <a:pt x="1509711" y="79281"/>
                  <a:pt x="1511398" y="86028"/>
                  <a:pt x="1511398" y="92776"/>
                </a:cubicBezTo>
                <a:close/>
                <a:moveTo>
                  <a:pt x="1395007" y="140007"/>
                </a:moveTo>
                <a:lnTo>
                  <a:pt x="1395007" y="141694"/>
                </a:lnTo>
                <a:lnTo>
                  <a:pt x="1393320" y="141694"/>
                </a:lnTo>
                <a:cubicBezTo>
                  <a:pt x="1393320" y="143380"/>
                  <a:pt x="1391633" y="143380"/>
                  <a:pt x="1391633" y="143380"/>
                </a:cubicBezTo>
                <a:cubicBezTo>
                  <a:pt x="1389946" y="143380"/>
                  <a:pt x="1388259" y="143380"/>
                  <a:pt x="1386573" y="143380"/>
                </a:cubicBezTo>
                <a:cubicBezTo>
                  <a:pt x="1384886" y="143380"/>
                  <a:pt x="1383199" y="143380"/>
                  <a:pt x="1383199" y="143380"/>
                </a:cubicBezTo>
                <a:cubicBezTo>
                  <a:pt x="1381512" y="143380"/>
                  <a:pt x="1381512" y="143380"/>
                  <a:pt x="1379825" y="141694"/>
                </a:cubicBezTo>
                <a:cubicBezTo>
                  <a:pt x="1378138" y="141694"/>
                  <a:pt x="1378138" y="140007"/>
                  <a:pt x="1378138" y="140007"/>
                </a:cubicBezTo>
                <a:lnTo>
                  <a:pt x="1378138" y="48918"/>
                </a:lnTo>
                <a:cubicBezTo>
                  <a:pt x="1378138" y="47231"/>
                  <a:pt x="1378138" y="47231"/>
                  <a:pt x="1379825" y="47231"/>
                </a:cubicBezTo>
                <a:lnTo>
                  <a:pt x="1379825" y="45544"/>
                </a:lnTo>
                <a:cubicBezTo>
                  <a:pt x="1381512" y="45544"/>
                  <a:pt x="1381512" y="45544"/>
                  <a:pt x="1383199" y="45544"/>
                </a:cubicBezTo>
                <a:cubicBezTo>
                  <a:pt x="1383199" y="45544"/>
                  <a:pt x="1384886" y="45544"/>
                  <a:pt x="1386573" y="45544"/>
                </a:cubicBezTo>
                <a:cubicBezTo>
                  <a:pt x="1388259" y="45544"/>
                  <a:pt x="1389946" y="45544"/>
                  <a:pt x="1391633" y="45544"/>
                </a:cubicBezTo>
                <a:lnTo>
                  <a:pt x="1393320" y="45544"/>
                </a:lnTo>
                <a:cubicBezTo>
                  <a:pt x="1395007" y="45544"/>
                  <a:pt x="1395007" y="47231"/>
                  <a:pt x="1395007" y="47231"/>
                </a:cubicBezTo>
                <a:lnTo>
                  <a:pt x="1395007" y="48918"/>
                </a:lnTo>
                <a:lnTo>
                  <a:pt x="1395007" y="140007"/>
                </a:lnTo>
                <a:close/>
                <a:moveTo>
                  <a:pt x="1396694" y="16868"/>
                </a:moveTo>
                <a:cubicBezTo>
                  <a:pt x="1396694" y="21929"/>
                  <a:pt x="1396694" y="23616"/>
                  <a:pt x="1395007" y="25302"/>
                </a:cubicBezTo>
                <a:cubicBezTo>
                  <a:pt x="1393320" y="26989"/>
                  <a:pt x="1391633" y="26989"/>
                  <a:pt x="1386573" y="26989"/>
                </a:cubicBezTo>
                <a:cubicBezTo>
                  <a:pt x="1383199" y="26989"/>
                  <a:pt x="1379825" y="26989"/>
                  <a:pt x="1378138" y="25302"/>
                </a:cubicBezTo>
                <a:cubicBezTo>
                  <a:pt x="1378138" y="23616"/>
                  <a:pt x="1376452" y="21929"/>
                  <a:pt x="1376452" y="16868"/>
                </a:cubicBezTo>
                <a:cubicBezTo>
                  <a:pt x="1376452" y="13495"/>
                  <a:pt x="1378138" y="11808"/>
                  <a:pt x="1378138" y="10121"/>
                </a:cubicBezTo>
                <a:cubicBezTo>
                  <a:pt x="1379825" y="8434"/>
                  <a:pt x="1383199" y="6747"/>
                  <a:pt x="1386573" y="6747"/>
                </a:cubicBezTo>
                <a:cubicBezTo>
                  <a:pt x="1391633" y="6747"/>
                  <a:pt x="1393320" y="8434"/>
                  <a:pt x="1395007" y="10121"/>
                </a:cubicBezTo>
                <a:cubicBezTo>
                  <a:pt x="1396694" y="11808"/>
                  <a:pt x="1396694" y="13495"/>
                  <a:pt x="1396694" y="16868"/>
                </a:cubicBezTo>
                <a:close/>
                <a:moveTo>
                  <a:pt x="1359583" y="48918"/>
                </a:moveTo>
                <a:lnTo>
                  <a:pt x="1359583" y="48918"/>
                </a:lnTo>
                <a:lnTo>
                  <a:pt x="1357897" y="50605"/>
                </a:lnTo>
                <a:lnTo>
                  <a:pt x="1357897" y="52292"/>
                </a:lnTo>
                <a:lnTo>
                  <a:pt x="1327534" y="140007"/>
                </a:lnTo>
                <a:cubicBezTo>
                  <a:pt x="1325847" y="140007"/>
                  <a:pt x="1325847" y="141694"/>
                  <a:pt x="1325847" y="141694"/>
                </a:cubicBezTo>
                <a:lnTo>
                  <a:pt x="1324160" y="141694"/>
                </a:lnTo>
                <a:cubicBezTo>
                  <a:pt x="1322473" y="143380"/>
                  <a:pt x="1322473" y="143380"/>
                  <a:pt x="1320786" y="143380"/>
                </a:cubicBezTo>
                <a:cubicBezTo>
                  <a:pt x="1319099" y="143380"/>
                  <a:pt x="1317413" y="143380"/>
                  <a:pt x="1315726" y="143380"/>
                </a:cubicBezTo>
                <a:cubicBezTo>
                  <a:pt x="1314039" y="143380"/>
                  <a:pt x="1312352" y="143380"/>
                  <a:pt x="1310665" y="143380"/>
                </a:cubicBezTo>
                <a:cubicBezTo>
                  <a:pt x="1308979" y="143380"/>
                  <a:pt x="1307292" y="143380"/>
                  <a:pt x="1307292" y="141694"/>
                </a:cubicBezTo>
                <a:lnTo>
                  <a:pt x="1305605" y="141694"/>
                </a:lnTo>
                <a:lnTo>
                  <a:pt x="1303918" y="140007"/>
                </a:lnTo>
                <a:lnTo>
                  <a:pt x="1271868" y="52292"/>
                </a:lnTo>
                <a:lnTo>
                  <a:pt x="1271868" y="50605"/>
                </a:lnTo>
                <a:lnTo>
                  <a:pt x="1271868" y="48918"/>
                </a:lnTo>
                <a:lnTo>
                  <a:pt x="1271868" y="47231"/>
                </a:lnTo>
                <a:lnTo>
                  <a:pt x="1273555" y="45544"/>
                </a:lnTo>
                <a:lnTo>
                  <a:pt x="1275242" y="45544"/>
                </a:lnTo>
                <a:cubicBezTo>
                  <a:pt x="1276929" y="45544"/>
                  <a:pt x="1278616" y="45544"/>
                  <a:pt x="1280302" y="45544"/>
                </a:cubicBezTo>
                <a:cubicBezTo>
                  <a:pt x="1281989" y="45544"/>
                  <a:pt x="1283676" y="45544"/>
                  <a:pt x="1285363" y="45544"/>
                </a:cubicBezTo>
                <a:lnTo>
                  <a:pt x="1287050" y="45544"/>
                </a:lnTo>
                <a:cubicBezTo>
                  <a:pt x="1288737" y="45544"/>
                  <a:pt x="1288737" y="47231"/>
                  <a:pt x="1288737" y="47231"/>
                </a:cubicBezTo>
                <a:lnTo>
                  <a:pt x="1290423" y="48918"/>
                </a:lnTo>
                <a:lnTo>
                  <a:pt x="1315726" y="124825"/>
                </a:lnTo>
                <a:lnTo>
                  <a:pt x="1341028" y="48918"/>
                </a:lnTo>
                <a:lnTo>
                  <a:pt x="1342715" y="47231"/>
                </a:lnTo>
                <a:cubicBezTo>
                  <a:pt x="1342715" y="47231"/>
                  <a:pt x="1342715" y="45544"/>
                  <a:pt x="1344402" y="45544"/>
                </a:cubicBezTo>
                <a:lnTo>
                  <a:pt x="1346089" y="45544"/>
                </a:lnTo>
                <a:cubicBezTo>
                  <a:pt x="1347776" y="45544"/>
                  <a:pt x="1349462" y="45544"/>
                  <a:pt x="1351149" y="45544"/>
                </a:cubicBezTo>
                <a:cubicBezTo>
                  <a:pt x="1352836" y="45544"/>
                  <a:pt x="1354523" y="45544"/>
                  <a:pt x="1354523" y="45544"/>
                </a:cubicBezTo>
                <a:cubicBezTo>
                  <a:pt x="1356210" y="45544"/>
                  <a:pt x="1356210" y="45544"/>
                  <a:pt x="1357897" y="45544"/>
                </a:cubicBezTo>
                <a:lnTo>
                  <a:pt x="1357897" y="47231"/>
                </a:lnTo>
                <a:cubicBezTo>
                  <a:pt x="1359583" y="47231"/>
                  <a:pt x="1359583" y="47231"/>
                  <a:pt x="1359583" y="48918"/>
                </a:cubicBezTo>
                <a:close/>
                <a:moveTo>
                  <a:pt x="1236445" y="97836"/>
                </a:moveTo>
                <a:lnTo>
                  <a:pt x="1221263" y="97836"/>
                </a:lnTo>
                <a:cubicBezTo>
                  <a:pt x="1217890" y="97836"/>
                  <a:pt x="1212829" y="99523"/>
                  <a:pt x="1209456" y="99523"/>
                </a:cubicBezTo>
                <a:cubicBezTo>
                  <a:pt x="1206082" y="99523"/>
                  <a:pt x="1204395" y="101210"/>
                  <a:pt x="1201022" y="102897"/>
                </a:cubicBezTo>
                <a:cubicBezTo>
                  <a:pt x="1199335" y="104583"/>
                  <a:pt x="1197648" y="106270"/>
                  <a:pt x="1195961" y="107957"/>
                </a:cubicBezTo>
                <a:cubicBezTo>
                  <a:pt x="1195961" y="111331"/>
                  <a:pt x="1194274" y="113017"/>
                  <a:pt x="1194274" y="116391"/>
                </a:cubicBezTo>
                <a:cubicBezTo>
                  <a:pt x="1194274" y="119765"/>
                  <a:pt x="1195961" y="124825"/>
                  <a:pt x="1199335" y="126512"/>
                </a:cubicBezTo>
                <a:cubicBezTo>
                  <a:pt x="1202708" y="129886"/>
                  <a:pt x="1206082" y="131573"/>
                  <a:pt x="1212829" y="131573"/>
                </a:cubicBezTo>
                <a:cubicBezTo>
                  <a:pt x="1216203" y="131573"/>
                  <a:pt x="1221263" y="129886"/>
                  <a:pt x="1224637" y="128199"/>
                </a:cubicBezTo>
                <a:cubicBezTo>
                  <a:pt x="1228011" y="126512"/>
                  <a:pt x="1231384" y="123138"/>
                  <a:pt x="1236445" y="118078"/>
                </a:cubicBezTo>
                <a:lnTo>
                  <a:pt x="1236445" y="97836"/>
                </a:lnTo>
                <a:close/>
                <a:moveTo>
                  <a:pt x="1253313" y="140007"/>
                </a:moveTo>
                <a:cubicBezTo>
                  <a:pt x="1253313" y="141694"/>
                  <a:pt x="1253313" y="141694"/>
                  <a:pt x="1251626" y="141694"/>
                </a:cubicBezTo>
                <a:cubicBezTo>
                  <a:pt x="1251626" y="141694"/>
                  <a:pt x="1251626" y="143380"/>
                  <a:pt x="1249940" y="143380"/>
                </a:cubicBezTo>
                <a:cubicBezTo>
                  <a:pt x="1248253" y="143380"/>
                  <a:pt x="1248253" y="143380"/>
                  <a:pt x="1244879" y="143380"/>
                </a:cubicBezTo>
                <a:cubicBezTo>
                  <a:pt x="1243192" y="143380"/>
                  <a:pt x="1243192" y="143380"/>
                  <a:pt x="1241505" y="143380"/>
                </a:cubicBezTo>
                <a:cubicBezTo>
                  <a:pt x="1239819" y="143380"/>
                  <a:pt x="1239819" y="141694"/>
                  <a:pt x="1239819" y="141694"/>
                </a:cubicBezTo>
                <a:cubicBezTo>
                  <a:pt x="1238132" y="141694"/>
                  <a:pt x="1238132" y="141694"/>
                  <a:pt x="1238132" y="140007"/>
                </a:cubicBezTo>
                <a:lnTo>
                  <a:pt x="1238132" y="131573"/>
                </a:lnTo>
                <a:cubicBezTo>
                  <a:pt x="1234758" y="134946"/>
                  <a:pt x="1229698" y="138320"/>
                  <a:pt x="1224637" y="141694"/>
                </a:cubicBezTo>
                <a:cubicBezTo>
                  <a:pt x="1219577" y="143380"/>
                  <a:pt x="1214516" y="145067"/>
                  <a:pt x="1209456" y="145067"/>
                </a:cubicBezTo>
                <a:cubicBezTo>
                  <a:pt x="1204395" y="145067"/>
                  <a:pt x="1201022" y="143380"/>
                  <a:pt x="1195961" y="143380"/>
                </a:cubicBezTo>
                <a:cubicBezTo>
                  <a:pt x="1192587" y="141694"/>
                  <a:pt x="1189214" y="140007"/>
                  <a:pt x="1185840" y="136633"/>
                </a:cubicBezTo>
                <a:cubicBezTo>
                  <a:pt x="1184153" y="134946"/>
                  <a:pt x="1180780" y="131573"/>
                  <a:pt x="1180780" y="128199"/>
                </a:cubicBezTo>
                <a:cubicBezTo>
                  <a:pt x="1179093" y="124825"/>
                  <a:pt x="1177406" y="121452"/>
                  <a:pt x="1177406" y="116391"/>
                </a:cubicBezTo>
                <a:cubicBezTo>
                  <a:pt x="1177406" y="111331"/>
                  <a:pt x="1179093" y="106270"/>
                  <a:pt x="1180780" y="102897"/>
                </a:cubicBezTo>
                <a:cubicBezTo>
                  <a:pt x="1182466" y="99523"/>
                  <a:pt x="1185840" y="96149"/>
                  <a:pt x="1189214" y="94462"/>
                </a:cubicBezTo>
                <a:cubicBezTo>
                  <a:pt x="1194274" y="91089"/>
                  <a:pt x="1199335" y="89402"/>
                  <a:pt x="1204395" y="87715"/>
                </a:cubicBezTo>
                <a:cubicBezTo>
                  <a:pt x="1209456" y="86028"/>
                  <a:pt x="1216203" y="86028"/>
                  <a:pt x="1222950" y="86028"/>
                </a:cubicBezTo>
                <a:lnTo>
                  <a:pt x="1236445" y="86028"/>
                </a:lnTo>
                <a:lnTo>
                  <a:pt x="1236445" y="79281"/>
                </a:lnTo>
                <a:cubicBezTo>
                  <a:pt x="1236445" y="75907"/>
                  <a:pt x="1236445" y="72534"/>
                  <a:pt x="1234758" y="69160"/>
                </a:cubicBezTo>
                <a:cubicBezTo>
                  <a:pt x="1234758" y="67473"/>
                  <a:pt x="1233071" y="64099"/>
                  <a:pt x="1231384" y="62413"/>
                </a:cubicBezTo>
                <a:cubicBezTo>
                  <a:pt x="1229698" y="60726"/>
                  <a:pt x="1228011" y="59039"/>
                  <a:pt x="1224637" y="59039"/>
                </a:cubicBezTo>
                <a:cubicBezTo>
                  <a:pt x="1222950" y="57352"/>
                  <a:pt x="1219577" y="57352"/>
                  <a:pt x="1214516" y="57352"/>
                </a:cubicBezTo>
                <a:cubicBezTo>
                  <a:pt x="1211142" y="57352"/>
                  <a:pt x="1207769" y="57352"/>
                  <a:pt x="1204395" y="59039"/>
                </a:cubicBezTo>
                <a:cubicBezTo>
                  <a:pt x="1201022" y="60726"/>
                  <a:pt x="1197648" y="60726"/>
                  <a:pt x="1195961" y="62413"/>
                </a:cubicBezTo>
                <a:cubicBezTo>
                  <a:pt x="1192587" y="64099"/>
                  <a:pt x="1190901" y="64099"/>
                  <a:pt x="1189214" y="65786"/>
                </a:cubicBezTo>
                <a:cubicBezTo>
                  <a:pt x="1187527" y="65786"/>
                  <a:pt x="1185840" y="67473"/>
                  <a:pt x="1185840" y="67473"/>
                </a:cubicBezTo>
                <a:cubicBezTo>
                  <a:pt x="1185840" y="67473"/>
                  <a:pt x="1184153" y="67473"/>
                  <a:pt x="1184153" y="65786"/>
                </a:cubicBezTo>
                <a:lnTo>
                  <a:pt x="1182466" y="65786"/>
                </a:lnTo>
                <a:lnTo>
                  <a:pt x="1182466" y="64099"/>
                </a:lnTo>
                <a:cubicBezTo>
                  <a:pt x="1182466" y="62413"/>
                  <a:pt x="1182466" y="60726"/>
                  <a:pt x="1182466" y="60726"/>
                </a:cubicBezTo>
                <a:cubicBezTo>
                  <a:pt x="1182466" y="59039"/>
                  <a:pt x="1182466" y="57352"/>
                  <a:pt x="1182466" y="55665"/>
                </a:cubicBezTo>
                <a:lnTo>
                  <a:pt x="1184153" y="53978"/>
                </a:lnTo>
                <a:cubicBezTo>
                  <a:pt x="1185840" y="52292"/>
                  <a:pt x="1187527" y="52292"/>
                  <a:pt x="1189214" y="50605"/>
                </a:cubicBezTo>
                <a:cubicBezTo>
                  <a:pt x="1190901" y="48918"/>
                  <a:pt x="1194274" y="48918"/>
                  <a:pt x="1195961" y="47231"/>
                </a:cubicBezTo>
                <a:cubicBezTo>
                  <a:pt x="1199335" y="45544"/>
                  <a:pt x="1202708" y="45544"/>
                  <a:pt x="1206082" y="45544"/>
                </a:cubicBezTo>
                <a:cubicBezTo>
                  <a:pt x="1209456" y="43858"/>
                  <a:pt x="1212829" y="43858"/>
                  <a:pt x="1216203" y="43858"/>
                </a:cubicBezTo>
                <a:cubicBezTo>
                  <a:pt x="1222950" y="43858"/>
                  <a:pt x="1229698" y="43858"/>
                  <a:pt x="1233071" y="45544"/>
                </a:cubicBezTo>
                <a:cubicBezTo>
                  <a:pt x="1238132" y="47231"/>
                  <a:pt x="1241505" y="50605"/>
                  <a:pt x="1244879" y="52292"/>
                </a:cubicBezTo>
                <a:cubicBezTo>
                  <a:pt x="1248253" y="55665"/>
                  <a:pt x="1249940" y="59039"/>
                  <a:pt x="1251626" y="64099"/>
                </a:cubicBezTo>
                <a:cubicBezTo>
                  <a:pt x="1251626" y="67473"/>
                  <a:pt x="1253313" y="72534"/>
                  <a:pt x="1253313" y="77594"/>
                </a:cubicBezTo>
                <a:lnTo>
                  <a:pt x="1253313" y="140007"/>
                </a:lnTo>
                <a:close/>
                <a:moveTo>
                  <a:pt x="1153790" y="140007"/>
                </a:moveTo>
                <a:lnTo>
                  <a:pt x="1153790" y="141694"/>
                </a:lnTo>
                <a:lnTo>
                  <a:pt x="1152104" y="141694"/>
                </a:lnTo>
                <a:cubicBezTo>
                  <a:pt x="1150417" y="143380"/>
                  <a:pt x="1150417" y="143380"/>
                  <a:pt x="1148730" y="143380"/>
                </a:cubicBezTo>
                <a:cubicBezTo>
                  <a:pt x="1148730" y="143380"/>
                  <a:pt x="1147043" y="143380"/>
                  <a:pt x="1145356" y="143380"/>
                </a:cubicBezTo>
                <a:cubicBezTo>
                  <a:pt x="1143669" y="143380"/>
                  <a:pt x="1141983" y="143380"/>
                  <a:pt x="1140296" y="143380"/>
                </a:cubicBezTo>
                <a:cubicBezTo>
                  <a:pt x="1140296" y="143380"/>
                  <a:pt x="1138609" y="143380"/>
                  <a:pt x="1138609" y="141694"/>
                </a:cubicBezTo>
                <a:lnTo>
                  <a:pt x="1136922" y="141694"/>
                </a:lnTo>
                <a:lnTo>
                  <a:pt x="1136922" y="140007"/>
                </a:lnTo>
                <a:lnTo>
                  <a:pt x="1136922" y="86028"/>
                </a:lnTo>
                <a:cubicBezTo>
                  <a:pt x="1136922" y="80968"/>
                  <a:pt x="1136922" y="77594"/>
                  <a:pt x="1135235" y="74220"/>
                </a:cubicBezTo>
                <a:cubicBezTo>
                  <a:pt x="1135235" y="70847"/>
                  <a:pt x="1133548" y="67473"/>
                  <a:pt x="1131862" y="65786"/>
                </a:cubicBezTo>
                <a:cubicBezTo>
                  <a:pt x="1130175" y="62413"/>
                  <a:pt x="1128488" y="60726"/>
                  <a:pt x="1125114" y="60726"/>
                </a:cubicBezTo>
                <a:cubicBezTo>
                  <a:pt x="1123427" y="59039"/>
                  <a:pt x="1120054" y="59039"/>
                  <a:pt x="1116680" y="59039"/>
                </a:cubicBezTo>
                <a:cubicBezTo>
                  <a:pt x="1113306" y="59039"/>
                  <a:pt x="1108246" y="60726"/>
                  <a:pt x="1104872" y="62413"/>
                </a:cubicBezTo>
                <a:cubicBezTo>
                  <a:pt x="1099812" y="65786"/>
                  <a:pt x="1096438" y="70847"/>
                  <a:pt x="1091378" y="75907"/>
                </a:cubicBezTo>
                <a:lnTo>
                  <a:pt x="1091378" y="140007"/>
                </a:lnTo>
                <a:lnTo>
                  <a:pt x="1091378" y="141694"/>
                </a:lnTo>
                <a:lnTo>
                  <a:pt x="1089691" y="141694"/>
                </a:lnTo>
                <a:cubicBezTo>
                  <a:pt x="1089691" y="143380"/>
                  <a:pt x="1088004" y="143380"/>
                  <a:pt x="1086317" y="143380"/>
                </a:cubicBezTo>
                <a:cubicBezTo>
                  <a:pt x="1086317" y="143380"/>
                  <a:pt x="1084630" y="143380"/>
                  <a:pt x="1082944" y="143380"/>
                </a:cubicBezTo>
                <a:cubicBezTo>
                  <a:pt x="1081257" y="143380"/>
                  <a:pt x="1079570" y="143380"/>
                  <a:pt x="1077883" y="143380"/>
                </a:cubicBezTo>
                <a:cubicBezTo>
                  <a:pt x="1077883" y="143380"/>
                  <a:pt x="1076196" y="143380"/>
                  <a:pt x="1076196" y="141694"/>
                </a:cubicBezTo>
                <a:lnTo>
                  <a:pt x="1074509" y="141694"/>
                </a:lnTo>
                <a:lnTo>
                  <a:pt x="1074509" y="140007"/>
                </a:lnTo>
                <a:lnTo>
                  <a:pt x="1074509" y="3374"/>
                </a:lnTo>
                <a:cubicBezTo>
                  <a:pt x="1074509" y="1687"/>
                  <a:pt x="1076196" y="1687"/>
                  <a:pt x="1076196" y="1687"/>
                </a:cubicBezTo>
                <a:lnTo>
                  <a:pt x="1077883" y="1687"/>
                </a:lnTo>
                <a:cubicBezTo>
                  <a:pt x="1079570" y="1687"/>
                  <a:pt x="1081257" y="0"/>
                  <a:pt x="1082944" y="0"/>
                </a:cubicBezTo>
                <a:cubicBezTo>
                  <a:pt x="1084630" y="0"/>
                  <a:pt x="1086317" y="1687"/>
                  <a:pt x="1086317" y="1687"/>
                </a:cubicBezTo>
                <a:cubicBezTo>
                  <a:pt x="1088004" y="1687"/>
                  <a:pt x="1089691" y="1687"/>
                  <a:pt x="1089691" y="1687"/>
                </a:cubicBezTo>
                <a:cubicBezTo>
                  <a:pt x="1089691" y="1687"/>
                  <a:pt x="1091378" y="1687"/>
                  <a:pt x="1091378" y="3374"/>
                </a:cubicBezTo>
                <a:lnTo>
                  <a:pt x="1091378" y="59039"/>
                </a:lnTo>
                <a:cubicBezTo>
                  <a:pt x="1096438" y="53978"/>
                  <a:pt x="1101499" y="50605"/>
                  <a:pt x="1106559" y="47231"/>
                </a:cubicBezTo>
                <a:cubicBezTo>
                  <a:pt x="1109933" y="45544"/>
                  <a:pt x="1114993" y="43858"/>
                  <a:pt x="1120054" y="43858"/>
                </a:cubicBezTo>
                <a:cubicBezTo>
                  <a:pt x="1126801" y="43858"/>
                  <a:pt x="1131862" y="45544"/>
                  <a:pt x="1135235" y="47231"/>
                </a:cubicBezTo>
                <a:cubicBezTo>
                  <a:pt x="1140296" y="48918"/>
                  <a:pt x="1143669" y="52292"/>
                  <a:pt x="1145356" y="55665"/>
                </a:cubicBezTo>
                <a:cubicBezTo>
                  <a:pt x="1148730" y="59039"/>
                  <a:pt x="1150417" y="62413"/>
                  <a:pt x="1152104" y="67473"/>
                </a:cubicBezTo>
                <a:cubicBezTo>
                  <a:pt x="1152104" y="72534"/>
                  <a:pt x="1153790" y="77594"/>
                  <a:pt x="1153790" y="84341"/>
                </a:cubicBezTo>
                <a:lnTo>
                  <a:pt x="1153790" y="140007"/>
                </a:lnTo>
                <a:close/>
                <a:moveTo>
                  <a:pt x="1030652" y="86028"/>
                </a:moveTo>
                <a:cubicBezTo>
                  <a:pt x="1030652" y="75907"/>
                  <a:pt x="1028965" y="69160"/>
                  <a:pt x="1025591" y="64099"/>
                </a:cubicBezTo>
                <a:cubicBezTo>
                  <a:pt x="1020531" y="59039"/>
                  <a:pt x="1015470" y="57352"/>
                  <a:pt x="1007036" y="57352"/>
                </a:cubicBezTo>
                <a:cubicBezTo>
                  <a:pt x="1001976" y="57352"/>
                  <a:pt x="998602" y="57352"/>
                  <a:pt x="995229" y="59039"/>
                </a:cubicBezTo>
                <a:cubicBezTo>
                  <a:pt x="991855" y="60726"/>
                  <a:pt x="990168" y="62413"/>
                  <a:pt x="988481" y="65786"/>
                </a:cubicBezTo>
                <a:cubicBezTo>
                  <a:pt x="985108" y="67473"/>
                  <a:pt x="983421" y="70847"/>
                  <a:pt x="983421" y="74220"/>
                </a:cubicBezTo>
                <a:cubicBezTo>
                  <a:pt x="981734" y="77594"/>
                  <a:pt x="981734" y="80968"/>
                  <a:pt x="981734" y="86028"/>
                </a:cubicBezTo>
                <a:lnTo>
                  <a:pt x="1030652" y="86028"/>
                </a:lnTo>
                <a:close/>
                <a:moveTo>
                  <a:pt x="1047520" y="91089"/>
                </a:moveTo>
                <a:cubicBezTo>
                  <a:pt x="1047520" y="92776"/>
                  <a:pt x="1047520" y="94462"/>
                  <a:pt x="1045833" y="96149"/>
                </a:cubicBezTo>
                <a:cubicBezTo>
                  <a:pt x="1044147" y="97836"/>
                  <a:pt x="1042460" y="97836"/>
                  <a:pt x="1040773" y="97836"/>
                </a:cubicBezTo>
                <a:lnTo>
                  <a:pt x="981734" y="97836"/>
                </a:lnTo>
                <a:cubicBezTo>
                  <a:pt x="981734" y="102897"/>
                  <a:pt x="981734" y="107957"/>
                  <a:pt x="983421" y="111331"/>
                </a:cubicBezTo>
                <a:cubicBezTo>
                  <a:pt x="983421" y="114704"/>
                  <a:pt x="985108" y="119765"/>
                  <a:pt x="988481" y="121452"/>
                </a:cubicBezTo>
                <a:cubicBezTo>
                  <a:pt x="990168" y="124825"/>
                  <a:pt x="993542" y="126512"/>
                  <a:pt x="996915" y="128199"/>
                </a:cubicBezTo>
                <a:cubicBezTo>
                  <a:pt x="1000289" y="129886"/>
                  <a:pt x="1005349" y="131573"/>
                  <a:pt x="1010410" y="131573"/>
                </a:cubicBezTo>
                <a:cubicBezTo>
                  <a:pt x="1015470" y="131573"/>
                  <a:pt x="1018844" y="129886"/>
                  <a:pt x="1022218" y="129886"/>
                </a:cubicBezTo>
                <a:cubicBezTo>
                  <a:pt x="1025591" y="129886"/>
                  <a:pt x="1028965" y="128199"/>
                  <a:pt x="1032339" y="128199"/>
                </a:cubicBezTo>
                <a:cubicBezTo>
                  <a:pt x="1034026" y="126512"/>
                  <a:pt x="1035712" y="126512"/>
                  <a:pt x="1037399" y="124825"/>
                </a:cubicBezTo>
                <a:cubicBezTo>
                  <a:pt x="1039086" y="124825"/>
                  <a:pt x="1040773" y="124825"/>
                  <a:pt x="1040773" y="124825"/>
                </a:cubicBezTo>
                <a:lnTo>
                  <a:pt x="1042460" y="124825"/>
                </a:lnTo>
                <a:lnTo>
                  <a:pt x="1044147" y="124825"/>
                </a:lnTo>
                <a:cubicBezTo>
                  <a:pt x="1044147" y="126512"/>
                  <a:pt x="1044147" y="126512"/>
                  <a:pt x="1044147" y="128199"/>
                </a:cubicBezTo>
                <a:lnTo>
                  <a:pt x="1044147" y="129886"/>
                </a:lnTo>
                <a:cubicBezTo>
                  <a:pt x="1044147" y="131573"/>
                  <a:pt x="1044147" y="131573"/>
                  <a:pt x="1044147" y="133259"/>
                </a:cubicBezTo>
                <a:lnTo>
                  <a:pt x="1044147" y="134946"/>
                </a:lnTo>
                <a:lnTo>
                  <a:pt x="1042460" y="136633"/>
                </a:lnTo>
                <a:cubicBezTo>
                  <a:pt x="1042460" y="136633"/>
                  <a:pt x="1040773" y="138320"/>
                  <a:pt x="1039086" y="138320"/>
                </a:cubicBezTo>
                <a:cubicBezTo>
                  <a:pt x="1037399" y="140007"/>
                  <a:pt x="1034026" y="140007"/>
                  <a:pt x="1032339" y="141694"/>
                </a:cubicBezTo>
                <a:cubicBezTo>
                  <a:pt x="1028965" y="141694"/>
                  <a:pt x="1025591" y="143380"/>
                  <a:pt x="1022218" y="143380"/>
                </a:cubicBezTo>
                <a:cubicBezTo>
                  <a:pt x="1017157" y="145067"/>
                  <a:pt x="1013784" y="145067"/>
                  <a:pt x="1008723" y="145067"/>
                </a:cubicBezTo>
                <a:cubicBezTo>
                  <a:pt x="1001976" y="145067"/>
                  <a:pt x="995229" y="143380"/>
                  <a:pt x="990168" y="141694"/>
                </a:cubicBezTo>
                <a:cubicBezTo>
                  <a:pt x="983421" y="140007"/>
                  <a:pt x="980047" y="136633"/>
                  <a:pt x="974987" y="131573"/>
                </a:cubicBezTo>
                <a:cubicBezTo>
                  <a:pt x="971613" y="128199"/>
                  <a:pt x="968239" y="123138"/>
                  <a:pt x="966552" y="116391"/>
                </a:cubicBezTo>
                <a:cubicBezTo>
                  <a:pt x="964866" y="109644"/>
                  <a:pt x="963179" y="102897"/>
                  <a:pt x="963179" y="94462"/>
                </a:cubicBezTo>
                <a:cubicBezTo>
                  <a:pt x="963179" y="86028"/>
                  <a:pt x="964866" y="79281"/>
                  <a:pt x="966552" y="74220"/>
                </a:cubicBezTo>
                <a:cubicBezTo>
                  <a:pt x="968239" y="67473"/>
                  <a:pt x="971613" y="62413"/>
                  <a:pt x="974987" y="57352"/>
                </a:cubicBezTo>
                <a:cubicBezTo>
                  <a:pt x="980047" y="52292"/>
                  <a:pt x="983421" y="48918"/>
                  <a:pt x="990168" y="47231"/>
                </a:cubicBezTo>
                <a:cubicBezTo>
                  <a:pt x="995229" y="45544"/>
                  <a:pt x="1000289" y="43858"/>
                  <a:pt x="1007036" y="43858"/>
                </a:cubicBezTo>
                <a:cubicBezTo>
                  <a:pt x="1015470" y="43858"/>
                  <a:pt x="1020531" y="45544"/>
                  <a:pt x="1025591" y="47231"/>
                </a:cubicBezTo>
                <a:cubicBezTo>
                  <a:pt x="1030652" y="48918"/>
                  <a:pt x="1035712" y="52292"/>
                  <a:pt x="1039086" y="57352"/>
                </a:cubicBezTo>
                <a:cubicBezTo>
                  <a:pt x="1042460" y="60726"/>
                  <a:pt x="1044147" y="65786"/>
                  <a:pt x="1045833" y="70847"/>
                </a:cubicBezTo>
                <a:cubicBezTo>
                  <a:pt x="1047520" y="75907"/>
                  <a:pt x="1047520" y="80968"/>
                  <a:pt x="1047520" y="87715"/>
                </a:cubicBezTo>
                <a:lnTo>
                  <a:pt x="1047520" y="91089"/>
                </a:lnTo>
                <a:close/>
                <a:moveTo>
                  <a:pt x="926069" y="106270"/>
                </a:moveTo>
                <a:cubicBezTo>
                  <a:pt x="926069" y="101210"/>
                  <a:pt x="926069" y="97836"/>
                  <a:pt x="924382" y="96149"/>
                </a:cubicBezTo>
                <a:cubicBezTo>
                  <a:pt x="924382" y="92776"/>
                  <a:pt x="921008" y="89402"/>
                  <a:pt x="919321" y="87715"/>
                </a:cubicBezTo>
                <a:cubicBezTo>
                  <a:pt x="917634" y="86028"/>
                  <a:pt x="914261" y="84341"/>
                  <a:pt x="910887" y="82655"/>
                </a:cubicBezTo>
                <a:cubicBezTo>
                  <a:pt x="907513" y="82655"/>
                  <a:pt x="902453" y="80968"/>
                  <a:pt x="897392" y="80968"/>
                </a:cubicBezTo>
                <a:lnTo>
                  <a:pt x="875464" y="80968"/>
                </a:lnTo>
                <a:lnTo>
                  <a:pt x="875464" y="128199"/>
                </a:lnTo>
                <a:lnTo>
                  <a:pt x="900766" y="128199"/>
                </a:lnTo>
                <a:cubicBezTo>
                  <a:pt x="905827" y="128199"/>
                  <a:pt x="909200" y="128199"/>
                  <a:pt x="910887" y="126512"/>
                </a:cubicBezTo>
                <a:cubicBezTo>
                  <a:pt x="914261" y="126512"/>
                  <a:pt x="917634" y="124825"/>
                  <a:pt x="919321" y="123138"/>
                </a:cubicBezTo>
                <a:cubicBezTo>
                  <a:pt x="921008" y="121452"/>
                  <a:pt x="922695" y="118078"/>
                  <a:pt x="924382" y="114704"/>
                </a:cubicBezTo>
                <a:cubicBezTo>
                  <a:pt x="926069" y="113017"/>
                  <a:pt x="926069" y="109644"/>
                  <a:pt x="926069" y="106270"/>
                </a:cubicBezTo>
                <a:close/>
                <a:moveTo>
                  <a:pt x="919321" y="45544"/>
                </a:moveTo>
                <a:cubicBezTo>
                  <a:pt x="919321" y="42171"/>
                  <a:pt x="917634" y="40484"/>
                  <a:pt x="917634" y="37110"/>
                </a:cubicBezTo>
                <a:cubicBezTo>
                  <a:pt x="915948" y="35423"/>
                  <a:pt x="915948" y="32050"/>
                  <a:pt x="912574" y="30363"/>
                </a:cubicBezTo>
                <a:cubicBezTo>
                  <a:pt x="910887" y="28676"/>
                  <a:pt x="909200" y="26989"/>
                  <a:pt x="905827" y="26989"/>
                </a:cubicBezTo>
                <a:cubicBezTo>
                  <a:pt x="902453" y="25302"/>
                  <a:pt x="899079" y="25302"/>
                  <a:pt x="894019" y="25302"/>
                </a:cubicBezTo>
                <a:lnTo>
                  <a:pt x="875464" y="25302"/>
                </a:lnTo>
                <a:lnTo>
                  <a:pt x="875464" y="67473"/>
                </a:lnTo>
                <a:lnTo>
                  <a:pt x="895706" y="67473"/>
                </a:lnTo>
                <a:cubicBezTo>
                  <a:pt x="900766" y="67473"/>
                  <a:pt x="904140" y="67473"/>
                  <a:pt x="905827" y="65786"/>
                </a:cubicBezTo>
                <a:cubicBezTo>
                  <a:pt x="909200" y="64099"/>
                  <a:pt x="910887" y="62413"/>
                  <a:pt x="914261" y="60726"/>
                </a:cubicBezTo>
                <a:cubicBezTo>
                  <a:pt x="915948" y="59039"/>
                  <a:pt x="915948" y="57352"/>
                  <a:pt x="917634" y="53978"/>
                </a:cubicBezTo>
                <a:cubicBezTo>
                  <a:pt x="917634" y="52292"/>
                  <a:pt x="919321" y="48918"/>
                  <a:pt x="919321" y="45544"/>
                </a:cubicBezTo>
                <a:close/>
                <a:moveTo>
                  <a:pt x="944624" y="104583"/>
                </a:moveTo>
                <a:cubicBezTo>
                  <a:pt x="944624" y="109644"/>
                  <a:pt x="944624" y="113017"/>
                  <a:pt x="942937" y="116391"/>
                </a:cubicBezTo>
                <a:cubicBezTo>
                  <a:pt x="942937" y="119765"/>
                  <a:pt x="941250" y="123138"/>
                  <a:pt x="939563" y="126512"/>
                </a:cubicBezTo>
                <a:cubicBezTo>
                  <a:pt x="937876" y="128199"/>
                  <a:pt x="934503" y="131573"/>
                  <a:pt x="932816" y="133259"/>
                </a:cubicBezTo>
                <a:cubicBezTo>
                  <a:pt x="929442" y="134946"/>
                  <a:pt x="926069" y="136633"/>
                  <a:pt x="922695" y="138320"/>
                </a:cubicBezTo>
                <a:cubicBezTo>
                  <a:pt x="919321" y="140007"/>
                  <a:pt x="915948" y="140007"/>
                  <a:pt x="912574" y="141694"/>
                </a:cubicBezTo>
                <a:cubicBezTo>
                  <a:pt x="909200" y="141694"/>
                  <a:pt x="904140" y="143380"/>
                  <a:pt x="899079" y="143380"/>
                </a:cubicBezTo>
                <a:lnTo>
                  <a:pt x="865343" y="143380"/>
                </a:lnTo>
                <a:cubicBezTo>
                  <a:pt x="863656" y="143380"/>
                  <a:pt x="861969" y="141694"/>
                  <a:pt x="860282" y="141694"/>
                </a:cubicBezTo>
                <a:cubicBezTo>
                  <a:pt x="858595" y="140007"/>
                  <a:pt x="858595" y="138320"/>
                  <a:pt x="858595" y="134946"/>
                </a:cubicBezTo>
                <a:lnTo>
                  <a:pt x="858595" y="18555"/>
                </a:lnTo>
                <a:cubicBezTo>
                  <a:pt x="858595" y="15181"/>
                  <a:pt x="858595" y="13495"/>
                  <a:pt x="860282" y="11808"/>
                </a:cubicBezTo>
                <a:cubicBezTo>
                  <a:pt x="861969" y="11808"/>
                  <a:pt x="863656" y="10121"/>
                  <a:pt x="865343" y="10121"/>
                </a:cubicBezTo>
                <a:lnTo>
                  <a:pt x="894019" y="10121"/>
                </a:lnTo>
                <a:cubicBezTo>
                  <a:pt x="902453" y="10121"/>
                  <a:pt x="909200" y="11808"/>
                  <a:pt x="914261" y="13495"/>
                </a:cubicBezTo>
                <a:cubicBezTo>
                  <a:pt x="919321" y="15181"/>
                  <a:pt x="922695" y="16868"/>
                  <a:pt x="926069" y="20242"/>
                </a:cubicBezTo>
                <a:cubicBezTo>
                  <a:pt x="929442" y="21929"/>
                  <a:pt x="932816" y="25302"/>
                  <a:pt x="934503" y="30363"/>
                </a:cubicBezTo>
                <a:cubicBezTo>
                  <a:pt x="936190" y="33737"/>
                  <a:pt x="936190" y="38797"/>
                  <a:pt x="936190" y="43858"/>
                </a:cubicBezTo>
                <a:cubicBezTo>
                  <a:pt x="936190" y="47231"/>
                  <a:pt x="936190" y="50605"/>
                  <a:pt x="936190" y="53978"/>
                </a:cubicBezTo>
                <a:cubicBezTo>
                  <a:pt x="934503" y="55665"/>
                  <a:pt x="934503" y="59039"/>
                  <a:pt x="932816" y="60726"/>
                </a:cubicBezTo>
                <a:cubicBezTo>
                  <a:pt x="931129" y="64099"/>
                  <a:pt x="929442" y="65786"/>
                  <a:pt x="926069" y="67473"/>
                </a:cubicBezTo>
                <a:cubicBezTo>
                  <a:pt x="924382" y="69160"/>
                  <a:pt x="922695" y="70847"/>
                  <a:pt x="919321" y="72534"/>
                </a:cubicBezTo>
                <a:cubicBezTo>
                  <a:pt x="922695" y="72534"/>
                  <a:pt x="926069" y="74220"/>
                  <a:pt x="929442" y="75907"/>
                </a:cubicBezTo>
                <a:cubicBezTo>
                  <a:pt x="932816" y="77594"/>
                  <a:pt x="934503" y="79281"/>
                  <a:pt x="937876" y="82655"/>
                </a:cubicBezTo>
                <a:cubicBezTo>
                  <a:pt x="939563" y="86028"/>
                  <a:pt x="941250" y="89402"/>
                  <a:pt x="942937" y="92776"/>
                </a:cubicBezTo>
                <a:cubicBezTo>
                  <a:pt x="944624" y="96149"/>
                  <a:pt x="944624" y="101210"/>
                  <a:pt x="944624" y="104583"/>
                </a:cubicBezTo>
                <a:close/>
                <a:moveTo>
                  <a:pt x="782688" y="114704"/>
                </a:moveTo>
                <a:cubicBezTo>
                  <a:pt x="782688" y="119765"/>
                  <a:pt x="781001" y="124825"/>
                  <a:pt x="779315" y="128199"/>
                </a:cubicBezTo>
                <a:cubicBezTo>
                  <a:pt x="777628" y="131573"/>
                  <a:pt x="775941" y="134946"/>
                  <a:pt x="772567" y="136633"/>
                </a:cubicBezTo>
                <a:cubicBezTo>
                  <a:pt x="769194" y="140007"/>
                  <a:pt x="764133" y="141694"/>
                  <a:pt x="760759" y="143380"/>
                </a:cubicBezTo>
                <a:cubicBezTo>
                  <a:pt x="755699" y="143380"/>
                  <a:pt x="750638" y="145067"/>
                  <a:pt x="745578" y="145067"/>
                </a:cubicBezTo>
                <a:cubicBezTo>
                  <a:pt x="742204" y="145067"/>
                  <a:pt x="738831" y="145067"/>
                  <a:pt x="737144" y="143380"/>
                </a:cubicBezTo>
                <a:cubicBezTo>
                  <a:pt x="733770" y="143380"/>
                  <a:pt x="730397" y="143380"/>
                  <a:pt x="728710" y="141694"/>
                </a:cubicBezTo>
                <a:cubicBezTo>
                  <a:pt x="727023" y="141694"/>
                  <a:pt x="723649" y="140007"/>
                  <a:pt x="721962" y="140007"/>
                </a:cubicBezTo>
                <a:cubicBezTo>
                  <a:pt x="721962" y="138320"/>
                  <a:pt x="720276" y="138320"/>
                  <a:pt x="718589" y="136633"/>
                </a:cubicBezTo>
                <a:cubicBezTo>
                  <a:pt x="718589" y="136633"/>
                  <a:pt x="718589" y="134946"/>
                  <a:pt x="716902" y="134946"/>
                </a:cubicBezTo>
                <a:cubicBezTo>
                  <a:pt x="716902" y="133259"/>
                  <a:pt x="716902" y="131573"/>
                  <a:pt x="716902" y="129886"/>
                </a:cubicBezTo>
                <a:cubicBezTo>
                  <a:pt x="716902" y="128199"/>
                  <a:pt x="716902" y="126512"/>
                  <a:pt x="716902" y="126512"/>
                </a:cubicBezTo>
                <a:cubicBezTo>
                  <a:pt x="716902" y="124825"/>
                  <a:pt x="716902" y="124825"/>
                  <a:pt x="718589" y="123138"/>
                </a:cubicBezTo>
                <a:lnTo>
                  <a:pt x="720276" y="123138"/>
                </a:lnTo>
                <a:cubicBezTo>
                  <a:pt x="720276" y="123138"/>
                  <a:pt x="721962" y="123138"/>
                  <a:pt x="723649" y="123138"/>
                </a:cubicBezTo>
                <a:cubicBezTo>
                  <a:pt x="725336" y="124825"/>
                  <a:pt x="727023" y="124825"/>
                  <a:pt x="728710" y="126512"/>
                </a:cubicBezTo>
                <a:cubicBezTo>
                  <a:pt x="730397" y="128199"/>
                  <a:pt x="733770" y="128199"/>
                  <a:pt x="735457" y="129886"/>
                </a:cubicBezTo>
                <a:cubicBezTo>
                  <a:pt x="738831" y="129886"/>
                  <a:pt x="742204" y="131573"/>
                  <a:pt x="745578" y="131573"/>
                </a:cubicBezTo>
                <a:cubicBezTo>
                  <a:pt x="748952" y="131573"/>
                  <a:pt x="752325" y="131573"/>
                  <a:pt x="754012" y="129886"/>
                </a:cubicBezTo>
                <a:cubicBezTo>
                  <a:pt x="755699" y="129886"/>
                  <a:pt x="759073" y="128199"/>
                  <a:pt x="760759" y="128199"/>
                </a:cubicBezTo>
                <a:cubicBezTo>
                  <a:pt x="762446" y="126512"/>
                  <a:pt x="762446" y="124825"/>
                  <a:pt x="764133" y="123138"/>
                </a:cubicBezTo>
                <a:cubicBezTo>
                  <a:pt x="764133" y="121452"/>
                  <a:pt x="765820" y="119765"/>
                  <a:pt x="765820" y="116391"/>
                </a:cubicBezTo>
                <a:cubicBezTo>
                  <a:pt x="765820" y="114704"/>
                  <a:pt x="764133" y="111331"/>
                  <a:pt x="764133" y="109644"/>
                </a:cubicBezTo>
                <a:cubicBezTo>
                  <a:pt x="762446" y="107957"/>
                  <a:pt x="760759" y="106270"/>
                  <a:pt x="757386" y="104583"/>
                </a:cubicBezTo>
                <a:cubicBezTo>
                  <a:pt x="755699" y="104583"/>
                  <a:pt x="754012" y="102897"/>
                  <a:pt x="750638" y="101210"/>
                </a:cubicBezTo>
                <a:cubicBezTo>
                  <a:pt x="747265" y="101210"/>
                  <a:pt x="745578" y="99523"/>
                  <a:pt x="742204" y="97836"/>
                </a:cubicBezTo>
                <a:cubicBezTo>
                  <a:pt x="738831" y="97836"/>
                  <a:pt x="737144" y="96149"/>
                  <a:pt x="733770" y="94462"/>
                </a:cubicBezTo>
                <a:cubicBezTo>
                  <a:pt x="730397" y="92776"/>
                  <a:pt x="728710" y="91089"/>
                  <a:pt x="727023" y="89402"/>
                </a:cubicBezTo>
                <a:cubicBezTo>
                  <a:pt x="723649" y="87715"/>
                  <a:pt x="721962" y="84341"/>
                  <a:pt x="721962" y="80968"/>
                </a:cubicBezTo>
                <a:cubicBezTo>
                  <a:pt x="720276" y="79281"/>
                  <a:pt x="718589" y="75907"/>
                  <a:pt x="718589" y="70847"/>
                </a:cubicBezTo>
                <a:cubicBezTo>
                  <a:pt x="718589" y="67473"/>
                  <a:pt x="720276" y="64099"/>
                  <a:pt x="721962" y="60726"/>
                </a:cubicBezTo>
                <a:cubicBezTo>
                  <a:pt x="721962" y="57352"/>
                  <a:pt x="725336" y="53978"/>
                  <a:pt x="727023" y="52292"/>
                </a:cubicBezTo>
                <a:cubicBezTo>
                  <a:pt x="730397" y="48918"/>
                  <a:pt x="733770" y="47231"/>
                  <a:pt x="738831" y="45544"/>
                </a:cubicBezTo>
                <a:cubicBezTo>
                  <a:pt x="742204" y="43858"/>
                  <a:pt x="747265" y="43858"/>
                  <a:pt x="752325" y="43858"/>
                </a:cubicBezTo>
                <a:cubicBezTo>
                  <a:pt x="755699" y="43858"/>
                  <a:pt x="757386" y="43858"/>
                  <a:pt x="760759" y="43858"/>
                </a:cubicBezTo>
                <a:cubicBezTo>
                  <a:pt x="762446" y="45544"/>
                  <a:pt x="764133" y="45544"/>
                  <a:pt x="765820" y="45544"/>
                </a:cubicBezTo>
                <a:cubicBezTo>
                  <a:pt x="769194" y="47231"/>
                  <a:pt x="770880" y="47231"/>
                  <a:pt x="770880" y="47231"/>
                </a:cubicBezTo>
                <a:cubicBezTo>
                  <a:pt x="772567" y="48918"/>
                  <a:pt x="774254" y="48918"/>
                  <a:pt x="774254" y="50605"/>
                </a:cubicBezTo>
                <a:lnTo>
                  <a:pt x="775941" y="50605"/>
                </a:lnTo>
                <a:lnTo>
                  <a:pt x="775941" y="52292"/>
                </a:lnTo>
                <a:lnTo>
                  <a:pt x="777628" y="53978"/>
                </a:lnTo>
                <a:cubicBezTo>
                  <a:pt x="777628" y="55665"/>
                  <a:pt x="777628" y="55665"/>
                  <a:pt x="777628" y="57352"/>
                </a:cubicBezTo>
                <a:cubicBezTo>
                  <a:pt x="777628" y="59039"/>
                  <a:pt x="777628" y="59039"/>
                  <a:pt x="777628" y="60726"/>
                </a:cubicBezTo>
                <a:cubicBezTo>
                  <a:pt x="777628" y="60726"/>
                  <a:pt x="777628" y="62413"/>
                  <a:pt x="775941" y="62413"/>
                </a:cubicBezTo>
                <a:lnTo>
                  <a:pt x="775941" y="64099"/>
                </a:lnTo>
                <a:lnTo>
                  <a:pt x="774254" y="64099"/>
                </a:lnTo>
                <a:cubicBezTo>
                  <a:pt x="774254" y="64099"/>
                  <a:pt x="772567" y="64099"/>
                  <a:pt x="772567" y="62413"/>
                </a:cubicBezTo>
                <a:cubicBezTo>
                  <a:pt x="770880" y="62413"/>
                  <a:pt x="769194" y="60726"/>
                  <a:pt x="767507" y="60726"/>
                </a:cubicBezTo>
                <a:cubicBezTo>
                  <a:pt x="765820" y="59039"/>
                  <a:pt x="764133" y="59039"/>
                  <a:pt x="760759" y="57352"/>
                </a:cubicBezTo>
                <a:cubicBezTo>
                  <a:pt x="759073" y="57352"/>
                  <a:pt x="755699" y="57352"/>
                  <a:pt x="752325" y="57352"/>
                </a:cubicBezTo>
                <a:cubicBezTo>
                  <a:pt x="748952" y="57352"/>
                  <a:pt x="747265" y="57352"/>
                  <a:pt x="745578" y="57352"/>
                </a:cubicBezTo>
                <a:cubicBezTo>
                  <a:pt x="742204" y="59039"/>
                  <a:pt x="740517" y="59039"/>
                  <a:pt x="738831" y="60726"/>
                </a:cubicBezTo>
                <a:cubicBezTo>
                  <a:pt x="738831" y="62413"/>
                  <a:pt x="737144" y="62413"/>
                  <a:pt x="737144" y="64099"/>
                </a:cubicBezTo>
                <a:cubicBezTo>
                  <a:pt x="735457" y="65786"/>
                  <a:pt x="735457" y="67473"/>
                  <a:pt x="735457" y="70847"/>
                </a:cubicBezTo>
                <a:cubicBezTo>
                  <a:pt x="735457" y="72534"/>
                  <a:pt x="735457" y="74220"/>
                  <a:pt x="737144" y="77594"/>
                </a:cubicBezTo>
                <a:cubicBezTo>
                  <a:pt x="738831" y="79281"/>
                  <a:pt x="740517" y="80968"/>
                  <a:pt x="742204" y="80968"/>
                </a:cubicBezTo>
                <a:cubicBezTo>
                  <a:pt x="745578" y="82655"/>
                  <a:pt x="747265" y="84341"/>
                  <a:pt x="750638" y="86028"/>
                </a:cubicBezTo>
                <a:cubicBezTo>
                  <a:pt x="752325" y="86028"/>
                  <a:pt x="755699" y="87715"/>
                  <a:pt x="759073" y="89402"/>
                </a:cubicBezTo>
                <a:cubicBezTo>
                  <a:pt x="760759" y="89402"/>
                  <a:pt x="764133" y="91089"/>
                  <a:pt x="767507" y="92776"/>
                </a:cubicBezTo>
                <a:cubicBezTo>
                  <a:pt x="769194" y="94462"/>
                  <a:pt x="772567" y="96149"/>
                  <a:pt x="774254" y="97836"/>
                </a:cubicBezTo>
                <a:cubicBezTo>
                  <a:pt x="777628" y="99523"/>
                  <a:pt x="779315" y="102897"/>
                  <a:pt x="779315" y="104583"/>
                </a:cubicBezTo>
                <a:cubicBezTo>
                  <a:pt x="781001" y="107957"/>
                  <a:pt x="782688" y="111331"/>
                  <a:pt x="782688" y="114704"/>
                </a:cubicBezTo>
                <a:close/>
                <a:moveTo>
                  <a:pt x="693286" y="140007"/>
                </a:moveTo>
                <a:lnTo>
                  <a:pt x="693286" y="141694"/>
                </a:lnTo>
                <a:lnTo>
                  <a:pt x="691599" y="141694"/>
                </a:lnTo>
                <a:cubicBezTo>
                  <a:pt x="691599" y="143380"/>
                  <a:pt x="689913" y="143380"/>
                  <a:pt x="689913" y="143380"/>
                </a:cubicBezTo>
                <a:cubicBezTo>
                  <a:pt x="688226" y="143380"/>
                  <a:pt x="686539" y="143380"/>
                  <a:pt x="686539" y="143380"/>
                </a:cubicBezTo>
                <a:cubicBezTo>
                  <a:pt x="684852" y="143380"/>
                  <a:pt x="683165" y="143380"/>
                  <a:pt x="681478" y="143380"/>
                </a:cubicBezTo>
                <a:cubicBezTo>
                  <a:pt x="681478" y="143380"/>
                  <a:pt x="679792" y="143380"/>
                  <a:pt x="679792" y="141694"/>
                </a:cubicBezTo>
                <a:lnTo>
                  <a:pt x="678105" y="141694"/>
                </a:lnTo>
                <a:lnTo>
                  <a:pt x="678105" y="140007"/>
                </a:lnTo>
                <a:lnTo>
                  <a:pt x="678105" y="128199"/>
                </a:lnTo>
                <a:cubicBezTo>
                  <a:pt x="673044" y="133259"/>
                  <a:pt x="667984" y="138320"/>
                  <a:pt x="662923" y="140007"/>
                </a:cubicBezTo>
                <a:cubicBezTo>
                  <a:pt x="657863" y="143380"/>
                  <a:pt x="652802" y="145067"/>
                  <a:pt x="647742" y="145067"/>
                </a:cubicBezTo>
                <a:cubicBezTo>
                  <a:pt x="640995" y="145067"/>
                  <a:pt x="635934" y="143380"/>
                  <a:pt x="632560" y="141694"/>
                </a:cubicBezTo>
                <a:cubicBezTo>
                  <a:pt x="627500" y="140007"/>
                  <a:pt x="624126" y="136633"/>
                  <a:pt x="622440" y="133259"/>
                </a:cubicBezTo>
                <a:cubicBezTo>
                  <a:pt x="619066" y="129886"/>
                  <a:pt x="617379" y="124825"/>
                  <a:pt x="615692" y="121452"/>
                </a:cubicBezTo>
                <a:cubicBezTo>
                  <a:pt x="615692" y="116391"/>
                  <a:pt x="614005" y="111331"/>
                  <a:pt x="614005" y="104583"/>
                </a:cubicBezTo>
                <a:lnTo>
                  <a:pt x="614005" y="48918"/>
                </a:lnTo>
                <a:lnTo>
                  <a:pt x="614005" y="47231"/>
                </a:lnTo>
                <a:cubicBezTo>
                  <a:pt x="615692" y="47231"/>
                  <a:pt x="615692" y="45544"/>
                  <a:pt x="615692" y="45544"/>
                </a:cubicBezTo>
                <a:cubicBezTo>
                  <a:pt x="617379" y="45544"/>
                  <a:pt x="617379" y="45544"/>
                  <a:pt x="619066" y="45544"/>
                </a:cubicBezTo>
                <a:cubicBezTo>
                  <a:pt x="619066" y="45544"/>
                  <a:pt x="620753" y="45544"/>
                  <a:pt x="622440" y="45544"/>
                </a:cubicBezTo>
                <a:cubicBezTo>
                  <a:pt x="624126" y="45544"/>
                  <a:pt x="625813" y="45544"/>
                  <a:pt x="627500" y="45544"/>
                </a:cubicBezTo>
                <a:lnTo>
                  <a:pt x="629187" y="45544"/>
                </a:lnTo>
                <a:cubicBezTo>
                  <a:pt x="630874" y="45544"/>
                  <a:pt x="630874" y="47231"/>
                  <a:pt x="630874" y="47231"/>
                </a:cubicBezTo>
                <a:lnTo>
                  <a:pt x="630874" y="48918"/>
                </a:lnTo>
                <a:lnTo>
                  <a:pt x="630874" y="101210"/>
                </a:lnTo>
                <a:cubicBezTo>
                  <a:pt x="630874" y="107957"/>
                  <a:pt x="630874" y="111331"/>
                  <a:pt x="632560" y="114704"/>
                </a:cubicBezTo>
                <a:cubicBezTo>
                  <a:pt x="632560" y="118078"/>
                  <a:pt x="634247" y="121452"/>
                  <a:pt x="635934" y="123138"/>
                </a:cubicBezTo>
                <a:cubicBezTo>
                  <a:pt x="637621" y="124825"/>
                  <a:pt x="639308" y="126512"/>
                  <a:pt x="642681" y="128199"/>
                </a:cubicBezTo>
                <a:cubicBezTo>
                  <a:pt x="644368" y="129886"/>
                  <a:pt x="647742" y="129886"/>
                  <a:pt x="651116" y="129886"/>
                </a:cubicBezTo>
                <a:cubicBezTo>
                  <a:pt x="654489" y="129886"/>
                  <a:pt x="659550" y="128199"/>
                  <a:pt x="662923" y="124825"/>
                </a:cubicBezTo>
                <a:cubicBezTo>
                  <a:pt x="667984" y="123138"/>
                  <a:pt x="671358" y="118078"/>
                  <a:pt x="676418" y="113017"/>
                </a:cubicBezTo>
                <a:lnTo>
                  <a:pt x="676418" y="48918"/>
                </a:lnTo>
                <a:lnTo>
                  <a:pt x="676418" y="47231"/>
                </a:lnTo>
                <a:lnTo>
                  <a:pt x="678105" y="45544"/>
                </a:lnTo>
                <a:cubicBezTo>
                  <a:pt x="678105" y="45544"/>
                  <a:pt x="679792" y="45544"/>
                  <a:pt x="681478" y="45544"/>
                </a:cubicBezTo>
                <a:cubicBezTo>
                  <a:pt x="681478" y="45544"/>
                  <a:pt x="683165" y="45544"/>
                  <a:pt x="684852" y="45544"/>
                </a:cubicBezTo>
                <a:cubicBezTo>
                  <a:pt x="686539" y="45544"/>
                  <a:pt x="688226" y="45544"/>
                  <a:pt x="688226" y="45544"/>
                </a:cubicBezTo>
                <a:cubicBezTo>
                  <a:pt x="689913" y="45544"/>
                  <a:pt x="691599" y="45544"/>
                  <a:pt x="691599" y="45544"/>
                </a:cubicBezTo>
                <a:lnTo>
                  <a:pt x="693286" y="47231"/>
                </a:lnTo>
                <a:lnTo>
                  <a:pt x="693286" y="48918"/>
                </a:lnTo>
                <a:lnTo>
                  <a:pt x="693286" y="140007"/>
                </a:lnTo>
                <a:close/>
                <a:moveTo>
                  <a:pt x="573522" y="94462"/>
                </a:moveTo>
                <a:cubicBezTo>
                  <a:pt x="573522" y="89402"/>
                  <a:pt x="571835" y="84341"/>
                  <a:pt x="571835" y="80968"/>
                </a:cubicBezTo>
                <a:cubicBezTo>
                  <a:pt x="570148" y="75907"/>
                  <a:pt x="568461" y="72534"/>
                  <a:pt x="566774" y="69160"/>
                </a:cubicBezTo>
                <a:cubicBezTo>
                  <a:pt x="565087" y="65786"/>
                  <a:pt x="561714" y="62413"/>
                  <a:pt x="558340" y="60726"/>
                </a:cubicBezTo>
                <a:cubicBezTo>
                  <a:pt x="554966" y="59039"/>
                  <a:pt x="549906" y="57352"/>
                  <a:pt x="544845" y="57352"/>
                </a:cubicBezTo>
                <a:cubicBezTo>
                  <a:pt x="539785" y="57352"/>
                  <a:pt x="534724" y="59039"/>
                  <a:pt x="531351" y="60726"/>
                </a:cubicBezTo>
                <a:cubicBezTo>
                  <a:pt x="527977" y="62413"/>
                  <a:pt x="524603" y="64099"/>
                  <a:pt x="522917" y="67473"/>
                </a:cubicBezTo>
                <a:cubicBezTo>
                  <a:pt x="521230" y="70847"/>
                  <a:pt x="519543" y="75907"/>
                  <a:pt x="517856" y="79281"/>
                </a:cubicBezTo>
                <a:cubicBezTo>
                  <a:pt x="516169" y="84341"/>
                  <a:pt x="516169" y="89402"/>
                  <a:pt x="516169" y="94462"/>
                </a:cubicBezTo>
                <a:cubicBezTo>
                  <a:pt x="516169" y="99523"/>
                  <a:pt x="516169" y="102897"/>
                  <a:pt x="517856" y="107957"/>
                </a:cubicBezTo>
                <a:cubicBezTo>
                  <a:pt x="517856" y="113017"/>
                  <a:pt x="519543" y="116391"/>
                  <a:pt x="521230" y="119765"/>
                </a:cubicBezTo>
                <a:cubicBezTo>
                  <a:pt x="524603" y="123138"/>
                  <a:pt x="526290" y="124825"/>
                  <a:pt x="531351" y="128199"/>
                </a:cubicBezTo>
                <a:cubicBezTo>
                  <a:pt x="534724" y="129886"/>
                  <a:pt x="538098" y="129886"/>
                  <a:pt x="544845" y="129886"/>
                </a:cubicBezTo>
                <a:cubicBezTo>
                  <a:pt x="549906" y="129886"/>
                  <a:pt x="553280" y="129886"/>
                  <a:pt x="556653" y="128199"/>
                </a:cubicBezTo>
                <a:cubicBezTo>
                  <a:pt x="560027" y="126512"/>
                  <a:pt x="563401" y="123138"/>
                  <a:pt x="566774" y="119765"/>
                </a:cubicBezTo>
                <a:cubicBezTo>
                  <a:pt x="568461" y="116391"/>
                  <a:pt x="570148" y="113017"/>
                  <a:pt x="571835" y="109644"/>
                </a:cubicBezTo>
                <a:cubicBezTo>
                  <a:pt x="571835" y="104583"/>
                  <a:pt x="573522" y="99523"/>
                  <a:pt x="573522" y="94462"/>
                </a:cubicBezTo>
                <a:close/>
                <a:moveTo>
                  <a:pt x="590390" y="92776"/>
                </a:moveTo>
                <a:cubicBezTo>
                  <a:pt x="590390" y="101210"/>
                  <a:pt x="588703" y="107957"/>
                  <a:pt x="587016" y="113017"/>
                </a:cubicBezTo>
                <a:cubicBezTo>
                  <a:pt x="585329" y="119765"/>
                  <a:pt x="581956" y="124825"/>
                  <a:pt x="578582" y="129886"/>
                </a:cubicBezTo>
                <a:cubicBezTo>
                  <a:pt x="575208" y="134946"/>
                  <a:pt x="570148" y="138320"/>
                  <a:pt x="563401" y="140007"/>
                </a:cubicBezTo>
                <a:cubicBezTo>
                  <a:pt x="558340" y="143380"/>
                  <a:pt x="551593" y="145067"/>
                  <a:pt x="543159" y="145067"/>
                </a:cubicBezTo>
                <a:cubicBezTo>
                  <a:pt x="536411" y="145067"/>
                  <a:pt x="529664" y="143380"/>
                  <a:pt x="522917" y="141694"/>
                </a:cubicBezTo>
                <a:cubicBezTo>
                  <a:pt x="517856" y="138320"/>
                  <a:pt x="512796" y="134946"/>
                  <a:pt x="509422" y="131573"/>
                </a:cubicBezTo>
                <a:cubicBezTo>
                  <a:pt x="506048" y="126512"/>
                  <a:pt x="502675" y="121452"/>
                  <a:pt x="500988" y="116391"/>
                </a:cubicBezTo>
                <a:cubicBezTo>
                  <a:pt x="499301" y="109644"/>
                  <a:pt x="499301" y="102897"/>
                  <a:pt x="499301" y="94462"/>
                </a:cubicBezTo>
                <a:cubicBezTo>
                  <a:pt x="499301" y="87715"/>
                  <a:pt x="499301" y="80968"/>
                  <a:pt x="500988" y="74220"/>
                </a:cubicBezTo>
                <a:cubicBezTo>
                  <a:pt x="502675" y="67473"/>
                  <a:pt x="506048" y="62413"/>
                  <a:pt x="511109" y="59039"/>
                </a:cubicBezTo>
                <a:cubicBezTo>
                  <a:pt x="514483" y="53978"/>
                  <a:pt x="519543" y="50605"/>
                  <a:pt x="524603" y="47231"/>
                </a:cubicBezTo>
                <a:cubicBezTo>
                  <a:pt x="531351" y="45544"/>
                  <a:pt x="538098" y="43858"/>
                  <a:pt x="544845" y="43858"/>
                </a:cubicBezTo>
                <a:cubicBezTo>
                  <a:pt x="553280" y="43858"/>
                  <a:pt x="560027" y="45544"/>
                  <a:pt x="565087" y="47231"/>
                </a:cubicBezTo>
                <a:cubicBezTo>
                  <a:pt x="570148" y="48918"/>
                  <a:pt x="575208" y="52292"/>
                  <a:pt x="578582" y="57352"/>
                </a:cubicBezTo>
                <a:cubicBezTo>
                  <a:pt x="581956" y="60726"/>
                  <a:pt x="585329" y="65786"/>
                  <a:pt x="587016" y="72534"/>
                </a:cubicBezTo>
                <a:cubicBezTo>
                  <a:pt x="588703" y="79281"/>
                  <a:pt x="590390" y="86028"/>
                  <a:pt x="590390" y="92776"/>
                </a:cubicBezTo>
                <a:close/>
                <a:moveTo>
                  <a:pt x="473999" y="140007"/>
                </a:moveTo>
                <a:lnTo>
                  <a:pt x="473999" y="141694"/>
                </a:lnTo>
                <a:lnTo>
                  <a:pt x="472312" y="141694"/>
                </a:lnTo>
                <a:cubicBezTo>
                  <a:pt x="472312" y="143380"/>
                  <a:pt x="470625" y="143380"/>
                  <a:pt x="470625" y="143380"/>
                </a:cubicBezTo>
                <a:cubicBezTo>
                  <a:pt x="468938" y="143380"/>
                  <a:pt x="467251" y="143380"/>
                  <a:pt x="465565" y="143380"/>
                </a:cubicBezTo>
                <a:cubicBezTo>
                  <a:pt x="463878" y="143380"/>
                  <a:pt x="463878" y="143380"/>
                  <a:pt x="462191" y="143380"/>
                </a:cubicBezTo>
                <a:cubicBezTo>
                  <a:pt x="460504" y="143380"/>
                  <a:pt x="460504" y="143380"/>
                  <a:pt x="458817" y="141694"/>
                </a:cubicBezTo>
                <a:cubicBezTo>
                  <a:pt x="457130" y="141694"/>
                  <a:pt x="457130" y="140007"/>
                  <a:pt x="457130" y="140007"/>
                </a:cubicBezTo>
                <a:lnTo>
                  <a:pt x="457130" y="48918"/>
                </a:lnTo>
                <a:cubicBezTo>
                  <a:pt x="457130" y="47231"/>
                  <a:pt x="457130" y="47231"/>
                  <a:pt x="458817" y="47231"/>
                </a:cubicBezTo>
                <a:lnTo>
                  <a:pt x="458817" y="45544"/>
                </a:lnTo>
                <a:cubicBezTo>
                  <a:pt x="460504" y="45544"/>
                  <a:pt x="460504" y="45544"/>
                  <a:pt x="462191" y="45544"/>
                </a:cubicBezTo>
                <a:cubicBezTo>
                  <a:pt x="463878" y="45544"/>
                  <a:pt x="463878" y="45544"/>
                  <a:pt x="465565" y="45544"/>
                </a:cubicBezTo>
                <a:cubicBezTo>
                  <a:pt x="467251" y="45544"/>
                  <a:pt x="468938" y="45544"/>
                  <a:pt x="470625" y="45544"/>
                </a:cubicBezTo>
                <a:lnTo>
                  <a:pt x="472312" y="45544"/>
                </a:lnTo>
                <a:cubicBezTo>
                  <a:pt x="473999" y="45544"/>
                  <a:pt x="473999" y="47231"/>
                  <a:pt x="473999" y="47231"/>
                </a:cubicBezTo>
                <a:lnTo>
                  <a:pt x="473999" y="48918"/>
                </a:lnTo>
                <a:lnTo>
                  <a:pt x="473999" y="140007"/>
                </a:lnTo>
                <a:close/>
                <a:moveTo>
                  <a:pt x="475685" y="16868"/>
                </a:moveTo>
                <a:cubicBezTo>
                  <a:pt x="475685" y="21929"/>
                  <a:pt x="475685" y="23616"/>
                  <a:pt x="473999" y="25302"/>
                </a:cubicBezTo>
                <a:cubicBezTo>
                  <a:pt x="472312" y="26989"/>
                  <a:pt x="470625" y="26989"/>
                  <a:pt x="465565" y="26989"/>
                </a:cubicBezTo>
                <a:cubicBezTo>
                  <a:pt x="462191" y="26989"/>
                  <a:pt x="458817" y="26989"/>
                  <a:pt x="457130" y="25302"/>
                </a:cubicBezTo>
                <a:cubicBezTo>
                  <a:pt x="457130" y="23616"/>
                  <a:pt x="455444" y="21929"/>
                  <a:pt x="455444" y="16868"/>
                </a:cubicBezTo>
                <a:cubicBezTo>
                  <a:pt x="455444" y="13495"/>
                  <a:pt x="457130" y="11808"/>
                  <a:pt x="457130" y="10121"/>
                </a:cubicBezTo>
                <a:cubicBezTo>
                  <a:pt x="458817" y="8434"/>
                  <a:pt x="462191" y="6747"/>
                  <a:pt x="465565" y="6747"/>
                </a:cubicBezTo>
                <a:cubicBezTo>
                  <a:pt x="470625" y="6747"/>
                  <a:pt x="472312" y="8434"/>
                  <a:pt x="473999" y="10121"/>
                </a:cubicBezTo>
                <a:cubicBezTo>
                  <a:pt x="475685" y="11808"/>
                  <a:pt x="475685" y="13495"/>
                  <a:pt x="475685" y="16868"/>
                </a:cubicBezTo>
                <a:close/>
                <a:moveTo>
                  <a:pt x="435202" y="126512"/>
                </a:moveTo>
                <a:cubicBezTo>
                  <a:pt x="435202" y="126512"/>
                  <a:pt x="435202" y="128199"/>
                  <a:pt x="435202" y="129886"/>
                </a:cubicBezTo>
                <a:lnTo>
                  <a:pt x="435202" y="131573"/>
                </a:lnTo>
                <a:lnTo>
                  <a:pt x="435202" y="133259"/>
                </a:lnTo>
                <a:cubicBezTo>
                  <a:pt x="435202" y="133259"/>
                  <a:pt x="433515" y="133259"/>
                  <a:pt x="433515" y="134946"/>
                </a:cubicBezTo>
                <a:cubicBezTo>
                  <a:pt x="431828" y="134946"/>
                  <a:pt x="431828" y="136633"/>
                  <a:pt x="428454" y="138320"/>
                </a:cubicBezTo>
                <a:cubicBezTo>
                  <a:pt x="426767" y="138320"/>
                  <a:pt x="425081" y="140007"/>
                  <a:pt x="421707" y="141694"/>
                </a:cubicBezTo>
                <a:cubicBezTo>
                  <a:pt x="420020" y="141694"/>
                  <a:pt x="416647" y="143380"/>
                  <a:pt x="413273" y="143380"/>
                </a:cubicBezTo>
                <a:cubicBezTo>
                  <a:pt x="411586" y="145067"/>
                  <a:pt x="408212" y="145067"/>
                  <a:pt x="404839" y="145067"/>
                </a:cubicBezTo>
                <a:cubicBezTo>
                  <a:pt x="398091" y="145067"/>
                  <a:pt x="391344" y="143380"/>
                  <a:pt x="386284" y="141694"/>
                </a:cubicBezTo>
                <a:cubicBezTo>
                  <a:pt x="381223" y="138320"/>
                  <a:pt x="377849" y="136633"/>
                  <a:pt x="374476" y="131573"/>
                </a:cubicBezTo>
                <a:cubicBezTo>
                  <a:pt x="371102" y="128199"/>
                  <a:pt x="367728" y="123138"/>
                  <a:pt x="366042" y="116391"/>
                </a:cubicBezTo>
                <a:cubicBezTo>
                  <a:pt x="364355" y="109644"/>
                  <a:pt x="364355" y="102897"/>
                  <a:pt x="364355" y="96149"/>
                </a:cubicBezTo>
                <a:cubicBezTo>
                  <a:pt x="364355" y="86028"/>
                  <a:pt x="364355" y="79281"/>
                  <a:pt x="367728" y="72534"/>
                </a:cubicBezTo>
                <a:cubicBezTo>
                  <a:pt x="369415" y="65786"/>
                  <a:pt x="372789" y="60726"/>
                  <a:pt x="376163" y="55665"/>
                </a:cubicBezTo>
                <a:cubicBezTo>
                  <a:pt x="379536" y="52292"/>
                  <a:pt x="384597" y="48918"/>
                  <a:pt x="389657" y="47231"/>
                </a:cubicBezTo>
                <a:cubicBezTo>
                  <a:pt x="394718" y="45544"/>
                  <a:pt x="399778" y="43858"/>
                  <a:pt x="406526" y="43858"/>
                </a:cubicBezTo>
                <a:cubicBezTo>
                  <a:pt x="409899" y="43858"/>
                  <a:pt x="411586" y="43858"/>
                  <a:pt x="414960" y="45544"/>
                </a:cubicBezTo>
                <a:cubicBezTo>
                  <a:pt x="418333" y="45544"/>
                  <a:pt x="420020" y="45544"/>
                  <a:pt x="423394" y="47231"/>
                </a:cubicBezTo>
                <a:cubicBezTo>
                  <a:pt x="425081" y="47231"/>
                  <a:pt x="426767" y="48918"/>
                  <a:pt x="428454" y="50605"/>
                </a:cubicBezTo>
                <a:cubicBezTo>
                  <a:pt x="430141" y="50605"/>
                  <a:pt x="431828" y="52292"/>
                  <a:pt x="431828" y="52292"/>
                </a:cubicBezTo>
                <a:cubicBezTo>
                  <a:pt x="433515" y="53978"/>
                  <a:pt x="433515" y="53978"/>
                  <a:pt x="433515" y="55665"/>
                </a:cubicBezTo>
                <a:cubicBezTo>
                  <a:pt x="435202" y="55665"/>
                  <a:pt x="435202" y="55665"/>
                  <a:pt x="435202" y="57352"/>
                </a:cubicBezTo>
                <a:lnTo>
                  <a:pt x="435202" y="59039"/>
                </a:lnTo>
                <a:cubicBezTo>
                  <a:pt x="435202" y="59039"/>
                  <a:pt x="435202" y="60726"/>
                  <a:pt x="435202" y="62413"/>
                </a:cubicBezTo>
                <a:cubicBezTo>
                  <a:pt x="435202" y="64099"/>
                  <a:pt x="435202" y="65786"/>
                  <a:pt x="435202" y="67473"/>
                </a:cubicBezTo>
                <a:cubicBezTo>
                  <a:pt x="433515" y="69160"/>
                  <a:pt x="433515" y="69160"/>
                  <a:pt x="431828" y="69160"/>
                </a:cubicBezTo>
                <a:cubicBezTo>
                  <a:pt x="431828" y="69160"/>
                  <a:pt x="430141" y="69160"/>
                  <a:pt x="428454" y="67473"/>
                </a:cubicBezTo>
                <a:cubicBezTo>
                  <a:pt x="426767" y="65786"/>
                  <a:pt x="426767" y="64099"/>
                  <a:pt x="423394" y="64099"/>
                </a:cubicBezTo>
                <a:cubicBezTo>
                  <a:pt x="421707" y="62413"/>
                  <a:pt x="420020" y="60726"/>
                  <a:pt x="416647" y="59039"/>
                </a:cubicBezTo>
                <a:cubicBezTo>
                  <a:pt x="413273" y="59039"/>
                  <a:pt x="409899" y="57352"/>
                  <a:pt x="406526" y="57352"/>
                </a:cubicBezTo>
                <a:cubicBezTo>
                  <a:pt x="398091" y="57352"/>
                  <a:pt x="391344" y="60726"/>
                  <a:pt x="387970" y="67473"/>
                </a:cubicBezTo>
                <a:cubicBezTo>
                  <a:pt x="382910" y="74220"/>
                  <a:pt x="381223" y="82655"/>
                  <a:pt x="381223" y="94462"/>
                </a:cubicBezTo>
                <a:cubicBezTo>
                  <a:pt x="381223" y="101210"/>
                  <a:pt x="381223" y="106270"/>
                  <a:pt x="382910" y="109644"/>
                </a:cubicBezTo>
                <a:cubicBezTo>
                  <a:pt x="384597" y="114704"/>
                  <a:pt x="386284" y="118078"/>
                  <a:pt x="387970" y="121452"/>
                </a:cubicBezTo>
                <a:cubicBezTo>
                  <a:pt x="389657" y="124825"/>
                  <a:pt x="393031" y="126512"/>
                  <a:pt x="396405" y="128199"/>
                </a:cubicBezTo>
                <a:cubicBezTo>
                  <a:pt x="399778" y="129886"/>
                  <a:pt x="403152" y="129886"/>
                  <a:pt x="406526" y="129886"/>
                </a:cubicBezTo>
                <a:cubicBezTo>
                  <a:pt x="409899" y="129886"/>
                  <a:pt x="413273" y="129886"/>
                  <a:pt x="416647" y="128199"/>
                </a:cubicBezTo>
                <a:cubicBezTo>
                  <a:pt x="420020" y="126512"/>
                  <a:pt x="421707" y="124825"/>
                  <a:pt x="425081" y="124825"/>
                </a:cubicBezTo>
                <a:cubicBezTo>
                  <a:pt x="426767" y="123138"/>
                  <a:pt x="428454" y="121452"/>
                  <a:pt x="430141" y="119765"/>
                </a:cubicBezTo>
                <a:cubicBezTo>
                  <a:pt x="431828" y="119765"/>
                  <a:pt x="431828" y="118078"/>
                  <a:pt x="433515" y="118078"/>
                </a:cubicBezTo>
                <a:lnTo>
                  <a:pt x="435202" y="118078"/>
                </a:lnTo>
                <a:lnTo>
                  <a:pt x="435202" y="119765"/>
                </a:lnTo>
                <a:cubicBezTo>
                  <a:pt x="435202" y="121452"/>
                  <a:pt x="435202" y="121452"/>
                  <a:pt x="435202" y="123138"/>
                </a:cubicBezTo>
                <a:cubicBezTo>
                  <a:pt x="435202" y="123138"/>
                  <a:pt x="435202" y="124825"/>
                  <a:pt x="435202" y="126512"/>
                </a:cubicBezTo>
                <a:close/>
                <a:moveTo>
                  <a:pt x="339052" y="140007"/>
                </a:moveTo>
                <a:lnTo>
                  <a:pt x="339052" y="141694"/>
                </a:lnTo>
                <a:lnTo>
                  <a:pt x="337366" y="141694"/>
                </a:lnTo>
                <a:cubicBezTo>
                  <a:pt x="337366" y="143380"/>
                  <a:pt x="335679" y="143380"/>
                  <a:pt x="335679" y="143380"/>
                </a:cubicBezTo>
                <a:cubicBezTo>
                  <a:pt x="333992" y="143380"/>
                  <a:pt x="332305" y="143380"/>
                  <a:pt x="330618" y="143380"/>
                </a:cubicBezTo>
                <a:cubicBezTo>
                  <a:pt x="328931" y="143380"/>
                  <a:pt x="328931" y="143380"/>
                  <a:pt x="327245" y="143380"/>
                </a:cubicBezTo>
                <a:cubicBezTo>
                  <a:pt x="325558" y="143380"/>
                  <a:pt x="325558" y="143380"/>
                  <a:pt x="323871" y="141694"/>
                </a:cubicBezTo>
                <a:cubicBezTo>
                  <a:pt x="322184" y="141694"/>
                  <a:pt x="322184" y="140007"/>
                  <a:pt x="322184" y="140007"/>
                </a:cubicBezTo>
                <a:lnTo>
                  <a:pt x="322184" y="48918"/>
                </a:lnTo>
                <a:cubicBezTo>
                  <a:pt x="322184" y="47231"/>
                  <a:pt x="322184" y="47231"/>
                  <a:pt x="323871" y="47231"/>
                </a:cubicBezTo>
                <a:lnTo>
                  <a:pt x="323871" y="45544"/>
                </a:lnTo>
                <a:cubicBezTo>
                  <a:pt x="325558" y="45544"/>
                  <a:pt x="325558" y="45544"/>
                  <a:pt x="327245" y="45544"/>
                </a:cubicBezTo>
                <a:cubicBezTo>
                  <a:pt x="328931" y="45544"/>
                  <a:pt x="328931" y="45544"/>
                  <a:pt x="330618" y="45544"/>
                </a:cubicBezTo>
                <a:cubicBezTo>
                  <a:pt x="332305" y="45544"/>
                  <a:pt x="333992" y="45544"/>
                  <a:pt x="335679" y="45544"/>
                </a:cubicBezTo>
                <a:lnTo>
                  <a:pt x="337366" y="45544"/>
                </a:lnTo>
                <a:cubicBezTo>
                  <a:pt x="339052" y="45544"/>
                  <a:pt x="339052" y="47231"/>
                  <a:pt x="339052" y="47231"/>
                </a:cubicBezTo>
                <a:lnTo>
                  <a:pt x="339052" y="48918"/>
                </a:lnTo>
                <a:lnTo>
                  <a:pt x="339052" y="140007"/>
                </a:lnTo>
                <a:close/>
                <a:moveTo>
                  <a:pt x="340739" y="16868"/>
                </a:moveTo>
                <a:cubicBezTo>
                  <a:pt x="340739" y="21929"/>
                  <a:pt x="340739" y="23616"/>
                  <a:pt x="339052" y="25302"/>
                </a:cubicBezTo>
                <a:cubicBezTo>
                  <a:pt x="337366" y="26989"/>
                  <a:pt x="335679" y="26989"/>
                  <a:pt x="330618" y="26989"/>
                </a:cubicBezTo>
                <a:cubicBezTo>
                  <a:pt x="327245" y="26989"/>
                  <a:pt x="323871" y="26989"/>
                  <a:pt x="322184" y="25302"/>
                </a:cubicBezTo>
                <a:cubicBezTo>
                  <a:pt x="322184" y="23616"/>
                  <a:pt x="320497" y="21929"/>
                  <a:pt x="320497" y="16868"/>
                </a:cubicBezTo>
                <a:cubicBezTo>
                  <a:pt x="320497" y="13495"/>
                  <a:pt x="322184" y="11808"/>
                  <a:pt x="322184" y="10121"/>
                </a:cubicBezTo>
                <a:cubicBezTo>
                  <a:pt x="323871" y="8434"/>
                  <a:pt x="327245" y="6747"/>
                  <a:pt x="330618" y="6747"/>
                </a:cubicBezTo>
                <a:cubicBezTo>
                  <a:pt x="335679" y="6747"/>
                  <a:pt x="337366" y="8434"/>
                  <a:pt x="339052" y="10121"/>
                </a:cubicBezTo>
                <a:cubicBezTo>
                  <a:pt x="340739" y="11808"/>
                  <a:pt x="340739" y="13495"/>
                  <a:pt x="340739" y="16868"/>
                </a:cubicBezTo>
                <a:close/>
                <a:moveTo>
                  <a:pt x="291821" y="140007"/>
                </a:moveTo>
                <a:lnTo>
                  <a:pt x="291821" y="141694"/>
                </a:lnTo>
                <a:lnTo>
                  <a:pt x="290134" y="141694"/>
                </a:lnTo>
                <a:cubicBezTo>
                  <a:pt x="290134" y="143380"/>
                  <a:pt x="290134" y="143380"/>
                  <a:pt x="288448" y="143380"/>
                </a:cubicBezTo>
                <a:cubicBezTo>
                  <a:pt x="286761" y="143380"/>
                  <a:pt x="285074" y="143380"/>
                  <a:pt x="283387" y="143380"/>
                </a:cubicBezTo>
                <a:cubicBezTo>
                  <a:pt x="281700" y="143380"/>
                  <a:pt x="281700" y="143380"/>
                  <a:pt x="280013" y="143380"/>
                </a:cubicBezTo>
                <a:cubicBezTo>
                  <a:pt x="278327" y="143380"/>
                  <a:pt x="278327" y="143380"/>
                  <a:pt x="276640" y="141694"/>
                </a:cubicBezTo>
                <a:lnTo>
                  <a:pt x="274953" y="140007"/>
                </a:lnTo>
                <a:lnTo>
                  <a:pt x="274953" y="3374"/>
                </a:lnTo>
                <a:lnTo>
                  <a:pt x="276640" y="3374"/>
                </a:lnTo>
                <a:lnTo>
                  <a:pt x="276640" y="1687"/>
                </a:lnTo>
                <a:cubicBezTo>
                  <a:pt x="278327" y="1687"/>
                  <a:pt x="278327" y="1687"/>
                  <a:pt x="280013" y="1687"/>
                </a:cubicBezTo>
                <a:cubicBezTo>
                  <a:pt x="281700" y="1687"/>
                  <a:pt x="281700" y="0"/>
                  <a:pt x="283387" y="0"/>
                </a:cubicBezTo>
                <a:cubicBezTo>
                  <a:pt x="285074" y="0"/>
                  <a:pt x="286761" y="1687"/>
                  <a:pt x="288448" y="1687"/>
                </a:cubicBezTo>
                <a:lnTo>
                  <a:pt x="290134" y="1687"/>
                </a:lnTo>
                <a:cubicBezTo>
                  <a:pt x="291821" y="1687"/>
                  <a:pt x="291821" y="1687"/>
                  <a:pt x="291821" y="3374"/>
                </a:cubicBezTo>
                <a:lnTo>
                  <a:pt x="291821" y="140007"/>
                </a:lnTo>
                <a:close/>
                <a:moveTo>
                  <a:pt x="227722" y="97836"/>
                </a:moveTo>
                <a:lnTo>
                  <a:pt x="214227" y="97836"/>
                </a:lnTo>
                <a:cubicBezTo>
                  <a:pt x="209167" y="97836"/>
                  <a:pt x="205793" y="99523"/>
                  <a:pt x="202419" y="99523"/>
                </a:cubicBezTo>
                <a:cubicBezTo>
                  <a:pt x="199046" y="99523"/>
                  <a:pt x="195672" y="101210"/>
                  <a:pt x="193985" y="102897"/>
                </a:cubicBezTo>
                <a:cubicBezTo>
                  <a:pt x="190612" y="104583"/>
                  <a:pt x="188925" y="106270"/>
                  <a:pt x="188925" y="107957"/>
                </a:cubicBezTo>
                <a:cubicBezTo>
                  <a:pt x="187238" y="111331"/>
                  <a:pt x="187238" y="113017"/>
                  <a:pt x="187238" y="116391"/>
                </a:cubicBezTo>
                <a:cubicBezTo>
                  <a:pt x="187238" y="119765"/>
                  <a:pt x="188925" y="124825"/>
                  <a:pt x="190612" y="126512"/>
                </a:cubicBezTo>
                <a:cubicBezTo>
                  <a:pt x="193985" y="129886"/>
                  <a:pt x="199046" y="131573"/>
                  <a:pt x="204106" y="131573"/>
                </a:cubicBezTo>
                <a:cubicBezTo>
                  <a:pt x="209167" y="131573"/>
                  <a:pt x="212540" y="129886"/>
                  <a:pt x="215914" y="128199"/>
                </a:cubicBezTo>
                <a:cubicBezTo>
                  <a:pt x="219288" y="126512"/>
                  <a:pt x="224348" y="123138"/>
                  <a:pt x="227722" y="118078"/>
                </a:cubicBezTo>
                <a:lnTo>
                  <a:pt x="227722" y="97836"/>
                </a:lnTo>
                <a:close/>
                <a:moveTo>
                  <a:pt x="244590" y="140007"/>
                </a:moveTo>
                <a:lnTo>
                  <a:pt x="244590" y="141694"/>
                </a:lnTo>
                <a:cubicBezTo>
                  <a:pt x="242903" y="141694"/>
                  <a:pt x="242903" y="143380"/>
                  <a:pt x="241216" y="143380"/>
                </a:cubicBezTo>
                <a:cubicBezTo>
                  <a:pt x="241216" y="143380"/>
                  <a:pt x="239530" y="143380"/>
                  <a:pt x="237843" y="143380"/>
                </a:cubicBezTo>
                <a:cubicBezTo>
                  <a:pt x="236156" y="143380"/>
                  <a:pt x="234469" y="143380"/>
                  <a:pt x="232782" y="143380"/>
                </a:cubicBezTo>
                <a:lnTo>
                  <a:pt x="231095" y="141694"/>
                </a:lnTo>
                <a:lnTo>
                  <a:pt x="231095" y="140007"/>
                </a:lnTo>
                <a:lnTo>
                  <a:pt x="231095" y="131573"/>
                </a:lnTo>
                <a:cubicBezTo>
                  <a:pt x="226035" y="134946"/>
                  <a:pt x="222661" y="138320"/>
                  <a:pt x="217601" y="141694"/>
                </a:cubicBezTo>
                <a:cubicBezTo>
                  <a:pt x="212540" y="143380"/>
                  <a:pt x="207480" y="145067"/>
                  <a:pt x="200733" y="145067"/>
                </a:cubicBezTo>
                <a:cubicBezTo>
                  <a:pt x="197359" y="145067"/>
                  <a:pt x="192298" y="143380"/>
                  <a:pt x="188925" y="143380"/>
                </a:cubicBezTo>
                <a:cubicBezTo>
                  <a:pt x="183864" y="141694"/>
                  <a:pt x="180491" y="140007"/>
                  <a:pt x="178804" y="136633"/>
                </a:cubicBezTo>
                <a:cubicBezTo>
                  <a:pt x="175430" y="134946"/>
                  <a:pt x="173743" y="131573"/>
                  <a:pt x="172056" y="128199"/>
                </a:cubicBezTo>
                <a:cubicBezTo>
                  <a:pt x="170370" y="124825"/>
                  <a:pt x="170370" y="121452"/>
                  <a:pt x="170370" y="116391"/>
                </a:cubicBezTo>
                <a:cubicBezTo>
                  <a:pt x="170370" y="111331"/>
                  <a:pt x="170370" y="106270"/>
                  <a:pt x="172056" y="102897"/>
                </a:cubicBezTo>
                <a:cubicBezTo>
                  <a:pt x="175430" y="99523"/>
                  <a:pt x="177117" y="96149"/>
                  <a:pt x="182177" y="94462"/>
                </a:cubicBezTo>
                <a:cubicBezTo>
                  <a:pt x="185551" y="91089"/>
                  <a:pt x="190612" y="89402"/>
                  <a:pt x="195672" y="87715"/>
                </a:cubicBezTo>
                <a:cubicBezTo>
                  <a:pt x="202419" y="86028"/>
                  <a:pt x="209167" y="86028"/>
                  <a:pt x="215914" y="86028"/>
                </a:cubicBezTo>
                <a:lnTo>
                  <a:pt x="227722" y="86028"/>
                </a:lnTo>
                <a:lnTo>
                  <a:pt x="227722" y="79281"/>
                </a:lnTo>
                <a:cubicBezTo>
                  <a:pt x="227722" y="75907"/>
                  <a:pt x="227722" y="72534"/>
                  <a:pt x="227722" y="69160"/>
                </a:cubicBezTo>
                <a:cubicBezTo>
                  <a:pt x="226035" y="67473"/>
                  <a:pt x="224348" y="64099"/>
                  <a:pt x="222661" y="62413"/>
                </a:cubicBezTo>
                <a:cubicBezTo>
                  <a:pt x="220974" y="60726"/>
                  <a:pt x="219288" y="59039"/>
                  <a:pt x="217601" y="59039"/>
                </a:cubicBezTo>
                <a:cubicBezTo>
                  <a:pt x="214227" y="57352"/>
                  <a:pt x="210853" y="57352"/>
                  <a:pt x="207480" y="57352"/>
                </a:cubicBezTo>
                <a:cubicBezTo>
                  <a:pt x="202419" y="57352"/>
                  <a:pt x="199046" y="57352"/>
                  <a:pt x="195672" y="59039"/>
                </a:cubicBezTo>
                <a:cubicBezTo>
                  <a:pt x="192298" y="60726"/>
                  <a:pt x="190612" y="60726"/>
                  <a:pt x="187238" y="62413"/>
                </a:cubicBezTo>
                <a:cubicBezTo>
                  <a:pt x="185551" y="64099"/>
                  <a:pt x="182177" y="64099"/>
                  <a:pt x="180491" y="65786"/>
                </a:cubicBezTo>
                <a:cubicBezTo>
                  <a:pt x="178804" y="65786"/>
                  <a:pt x="178804" y="67473"/>
                  <a:pt x="177117" y="67473"/>
                </a:cubicBezTo>
                <a:lnTo>
                  <a:pt x="175430" y="65786"/>
                </a:lnTo>
                <a:cubicBezTo>
                  <a:pt x="175430" y="64099"/>
                  <a:pt x="173743" y="64099"/>
                  <a:pt x="173743" y="64099"/>
                </a:cubicBezTo>
                <a:cubicBezTo>
                  <a:pt x="173743" y="62413"/>
                  <a:pt x="173743" y="60726"/>
                  <a:pt x="173743" y="60726"/>
                </a:cubicBezTo>
                <a:cubicBezTo>
                  <a:pt x="173743" y="59039"/>
                  <a:pt x="173743" y="57352"/>
                  <a:pt x="173743" y="55665"/>
                </a:cubicBezTo>
                <a:cubicBezTo>
                  <a:pt x="175430" y="55665"/>
                  <a:pt x="175430" y="53978"/>
                  <a:pt x="175430" y="53978"/>
                </a:cubicBezTo>
                <a:cubicBezTo>
                  <a:pt x="177117" y="52292"/>
                  <a:pt x="178804" y="52292"/>
                  <a:pt x="180491" y="50605"/>
                </a:cubicBezTo>
                <a:cubicBezTo>
                  <a:pt x="183864" y="48918"/>
                  <a:pt x="185551" y="48918"/>
                  <a:pt x="188925" y="47231"/>
                </a:cubicBezTo>
                <a:cubicBezTo>
                  <a:pt x="192298" y="45544"/>
                  <a:pt x="193985" y="45544"/>
                  <a:pt x="199046" y="45544"/>
                </a:cubicBezTo>
                <a:cubicBezTo>
                  <a:pt x="202419" y="43858"/>
                  <a:pt x="205793" y="43858"/>
                  <a:pt x="209167" y="43858"/>
                </a:cubicBezTo>
                <a:cubicBezTo>
                  <a:pt x="215914" y="43858"/>
                  <a:pt x="220974" y="43858"/>
                  <a:pt x="226035" y="45544"/>
                </a:cubicBezTo>
                <a:cubicBezTo>
                  <a:pt x="229409" y="47231"/>
                  <a:pt x="234469" y="50605"/>
                  <a:pt x="236156" y="52292"/>
                </a:cubicBezTo>
                <a:cubicBezTo>
                  <a:pt x="239530" y="55665"/>
                  <a:pt x="241216" y="59039"/>
                  <a:pt x="242903" y="64099"/>
                </a:cubicBezTo>
                <a:cubicBezTo>
                  <a:pt x="244590" y="67473"/>
                  <a:pt x="244590" y="72534"/>
                  <a:pt x="244590" y="77594"/>
                </a:cubicBezTo>
                <a:lnTo>
                  <a:pt x="244590" y="140007"/>
                </a:lnTo>
                <a:close/>
                <a:moveTo>
                  <a:pt x="143380" y="140007"/>
                </a:moveTo>
                <a:cubicBezTo>
                  <a:pt x="143380" y="140007"/>
                  <a:pt x="143380" y="141694"/>
                  <a:pt x="141694" y="141694"/>
                </a:cubicBezTo>
                <a:lnTo>
                  <a:pt x="140007" y="141694"/>
                </a:lnTo>
                <a:cubicBezTo>
                  <a:pt x="140007" y="143380"/>
                  <a:pt x="140007" y="143380"/>
                  <a:pt x="138320" y="143380"/>
                </a:cubicBezTo>
                <a:cubicBezTo>
                  <a:pt x="136633" y="143380"/>
                  <a:pt x="134946" y="143380"/>
                  <a:pt x="133259" y="143380"/>
                </a:cubicBezTo>
                <a:cubicBezTo>
                  <a:pt x="131573" y="143380"/>
                  <a:pt x="131573" y="143380"/>
                  <a:pt x="129886" y="143380"/>
                </a:cubicBezTo>
                <a:cubicBezTo>
                  <a:pt x="128199" y="143380"/>
                  <a:pt x="128199" y="143380"/>
                  <a:pt x="126512" y="141694"/>
                </a:cubicBezTo>
                <a:lnTo>
                  <a:pt x="124825" y="141694"/>
                </a:lnTo>
                <a:lnTo>
                  <a:pt x="124825" y="140007"/>
                </a:lnTo>
                <a:lnTo>
                  <a:pt x="124825" y="25302"/>
                </a:lnTo>
                <a:lnTo>
                  <a:pt x="79281" y="140007"/>
                </a:lnTo>
                <a:lnTo>
                  <a:pt x="77594" y="141694"/>
                </a:lnTo>
                <a:lnTo>
                  <a:pt x="75907" y="143380"/>
                </a:lnTo>
                <a:lnTo>
                  <a:pt x="74220" y="143380"/>
                </a:lnTo>
                <a:cubicBezTo>
                  <a:pt x="72534" y="143380"/>
                  <a:pt x="70847" y="143380"/>
                  <a:pt x="70847" y="143380"/>
                </a:cubicBezTo>
                <a:cubicBezTo>
                  <a:pt x="69160" y="143380"/>
                  <a:pt x="67473" y="143380"/>
                  <a:pt x="65786" y="143380"/>
                </a:cubicBezTo>
                <a:cubicBezTo>
                  <a:pt x="65786" y="143380"/>
                  <a:pt x="64099" y="143380"/>
                  <a:pt x="64099" y="141694"/>
                </a:cubicBezTo>
                <a:lnTo>
                  <a:pt x="62413" y="141694"/>
                </a:lnTo>
                <a:lnTo>
                  <a:pt x="60726" y="140007"/>
                </a:lnTo>
                <a:lnTo>
                  <a:pt x="16868" y="25302"/>
                </a:lnTo>
                <a:lnTo>
                  <a:pt x="16868" y="140007"/>
                </a:lnTo>
                <a:lnTo>
                  <a:pt x="16868" y="141694"/>
                </a:lnTo>
                <a:lnTo>
                  <a:pt x="15181" y="141694"/>
                </a:lnTo>
                <a:cubicBezTo>
                  <a:pt x="15181" y="143380"/>
                  <a:pt x="13495" y="143380"/>
                  <a:pt x="11808" y="143380"/>
                </a:cubicBezTo>
                <a:cubicBezTo>
                  <a:pt x="11808" y="143380"/>
                  <a:pt x="10121" y="143380"/>
                  <a:pt x="8434" y="143380"/>
                </a:cubicBezTo>
                <a:cubicBezTo>
                  <a:pt x="6747" y="143380"/>
                  <a:pt x="5060" y="143380"/>
                  <a:pt x="3374" y="143380"/>
                </a:cubicBezTo>
                <a:cubicBezTo>
                  <a:pt x="3374" y="143380"/>
                  <a:pt x="1687" y="143380"/>
                  <a:pt x="1687" y="141694"/>
                </a:cubicBezTo>
                <a:lnTo>
                  <a:pt x="0" y="141694"/>
                </a:lnTo>
                <a:lnTo>
                  <a:pt x="0" y="140007"/>
                </a:lnTo>
                <a:lnTo>
                  <a:pt x="0" y="18555"/>
                </a:lnTo>
                <a:cubicBezTo>
                  <a:pt x="0" y="15181"/>
                  <a:pt x="0" y="13495"/>
                  <a:pt x="1687" y="13495"/>
                </a:cubicBezTo>
                <a:cubicBezTo>
                  <a:pt x="3374" y="11808"/>
                  <a:pt x="5060" y="10121"/>
                  <a:pt x="6747" y="10121"/>
                </a:cubicBezTo>
                <a:lnTo>
                  <a:pt x="16868" y="10121"/>
                </a:lnTo>
                <a:cubicBezTo>
                  <a:pt x="20242" y="10121"/>
                  <a:pt x="21929" y="11808"/>
                  <a:pt x="23616" y="11808"/>
                </a:cubicBezTo>
                <a:cubicBezTo>
                  <a:pt x="25302" y="11808"/>
                  <a:pt x="26989" y="11808"/>
                  <a:pt x="26989" y="13495"/>
                </a:cubicBezTo>
                <a:cubicBezTo>
                  <a:pt x="28676" y="13495"/>
                  <a:pt x="30363" y="15181"/>
                  <a:pt x="30363" y="16868"/>
                </a:cubicBezTo>
                <a:cubicBezTo>
                  <a:pt x="32050" y="18555"/>
                  <a:pt x="32050" y="20242"/>
                  <a:pt x="33737" y="21929"/>
                </a:cubicBezTo>
                <a:lnTo>
                  <a:pt x="70847" y="116391"/>
                </a:lnTo>
                <a:lnTo>
                  <a:pt x="109644" y="21929"/>
                </a:lnTo>
                <a:cubicBezTo>
                  <a:pt x="111331" y="20242"/>
                  <a:pt x="111331" y="18555"/>
                  <a:pt x="113017" y="16868"/>
                </a:cubicBezTo>
                <a:cubicBezTo>
                  <a:pt x="113017" y="15181"/>
                  <a:pt x="114704" y="13495"/>
                  <a:pt x="116391" y="13495"/>
                </a:cubicBezTo>
                <a:cubicBezTo>
                  <a:pt x="116391" y="11808"/>
                  <a:pt x="118078" y="11808"/>
                  <a:pt x="119765" y="11808"/>
                </a:cubicBezTo>
                <a:cubicBezTo>
                  <a:pt x="121452" y="11808"/>
                  <a:pt x="121452" y="10121"/>
                  <a:pt x="123138" y="10121"/>
                </a:cubicBezTo>
                <a:lnTo>
                  <a:pt x="134946" y="10121"/>
                </a:lnTo>
                <a:cubicBezTo>
                  <a:pt x="136633" y="10121"/>
                  <a:pt x="136633" y="11808"/>
                  <a:pt x="138320" y="11808"/>
                </a:cubicBezTo>
                <a:cubicBezTo>
                  <a:pt x="138320" y="11808"/>
                  <a:pt x="140007" y="11808"/>
                  <a:pt x="140007" y="13495"/>
                </a:cubicBezTo>
                <a:cubicBezTo>
                  <a:pt x="141694" y="13495"/>
                  <a:pt x="141694" y="13495"/>
                  <a:pt x="141694" y="15181"/>
                </a:cubicBezTo>
                <a:cubicBezTo>
                  <a:pt x="141694" y="16868"/>
                  <a:pt x="143380" y="16868"/>
                  <a:pt x="143380" y="18555"/>
                </a:cubicBezTo>
                <a:lnTo>
                  <a:pt x="143380" y="1400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E778E-BF22-49CF-A96C-8B1F3F47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189" y="5364482"/>
            <a:ext cx="846788" cy="143380"/>
          </a:xfrm>
          <a:custGeom xmlns:a="http://schemas.openxmlformats.org/drawingml/2006/main">
            <a:pathLst>
              <a:path w="846788" h="143380">
                <a:moveTo>
                  <a:pt x="814738" y="131573"/>
                </a:moveTo>
                <a:cubicBezTo>
                  <a:pt x="814738" y="133259"/>
                  <a:pt x="814738" y="134946"/>
                  <a:pt x="813051" y="136633"/>
                </a:cubicBezTo>
                <a:cubicBezTo>
                  <a:pt x="813051" y="138320"/>
                  <a:pt x="813051" y="138320"/>
                  <a:pt x="811364" y="140007"/>
                </a:cubicBezTo>
                <a:cubicBezTo>
                  <a:pt x="811364" y="141694"/>
                  <a:pt x="809677" y="141694"/>
                  <a:pt x="809677" y="141694"/>
                </a:cubicBezTo>
                <a:cubicBezTo>
                  <a:pt x="807991" y="141694"/>
                  <a:pt x="806304" y="143380"/>
                  <a:pt x="802930" y="143380"/>
                </a:cubicBezTo>
                <a:cubicBezTo>
                  <a:pt x="801243" y="143380"/>
                  <a:pt x="799556" y="141694"/>
                  <a:pt x="797870" y="141694"/>
                </a:cubicBezTo>
                <a:cubicBezTo>
                  <a:pt x="797870" y="141694"/>
                  <a:pt x="796183" y="141694"/>
                  <a:pt x="794496" y="140007"/>
                </a:cubicBezTo>
                <a:cubicBezTo>
                  <a:pt x="794496" y="138320"/>
                  <a:pt x="794496" y="138320"/>
                  <a:pt x="792809" y="136633"/>
                </a:cubicBezTo>
                <a:cubicBezTo>
                  <a:pt x="792809" y="134946"/>
                  <a:pt x="792809" y="133259"/>
                  <a:pt x="792809" y="131573"/>
                </a:cubicBezTo>
                <a:cubicBezTo>
                  <a:pt x="792809" y="128199"/>
                  <a:pt x="792809" y="126512"/>
                  <a:pt x="792809" y="124825"/>
                </a:cubicBezTo>
                <a:cubicBezTo>
                  <a:pt x="794496" y="123138"/>
                  <a:pt x="794496" y="123138"/>
                  <a:pt x="794496" y="121452"/>
                </a:cubicBezTo>
                <a:cubicBezTo>
                  <a:pt x="796183" y="121452"/>
                  <a:pt x="797870" y="119765"/>
                  <a:pt x="797870" y="119765"/>
                </a:cubicBezTo>
                <a:cubicBezTo>
                  <a:pt x="799556" y="119765"/>
                  <a:pt x="801243" y="119765"/>
                  <a:pt x="802930" y="119765"/>
                </a:cubicBezTo>
                <a:cubicBezTo>
                  <a:pt x="806304" y="119765"/>
                  <a:pt x="807991" y="119765"/>
                  <a:pt x="809677" y="119765"/>
                </a:cubicBezTo>
                <a:lnTo>
                  <a:pt x="811364" y="121452"/>
                </a:lnTo>
                <a:cubicBezTo>
                  <a:pt x="813051" y="123138"/>
                  <a:pt x="813051" y="123138"/>
                  <a:pt x="813051" y="124825"/>
                </a:cubicBezTo>
                <a:cubicBezTo>
                  <a:pt x="814738" y="126512"/>
                  <a:pt x="814738" y="128199"/>
                  <a:pt x="814738" y="131573"/>
                </a:cubicBezTo>
                <a:close/>
                <a:moveTo>
                  <a:pt x="846788" y="40484"/>
                </a:moveTo>
                <a:cubicBezTo>
                  <a:pt x="846788" y="47231"/>
                  <a:pt x="845101" y="52292"/>
                  <a:pt x="843414" y="57352"/>
                </a:cubicBezTo>
                <a:cubicBezTo>
                  <a:pt x="841727" y="60726"/>
                  <a:pt x="840040" y="65786"/>
                  <a:pt x="836667" y="69160"/>
                </a:cubicBezTo>
                <a:cubicBezTo>
                  <a:pt x="833293" y="70847"/>
                  <a:pt x="829919" y="74220"/>
                  <a:pt x="826546" y="75907"/>
                </a:cubicBezTo>
                <a:cubicBezTo>
                  <a:pt x="821485" y="77594"/>
                  <a:pt x="816425" y="79281"/>
                  <a:pt x="811364" y="79281"/>
                </a:cubicBezTo>
                <a:lnTo>
                  <a:pt x="811364" y="104583"/>
                </a:lnTo>
                <a:lnTo>
                  <a:pt x="809677" y="106270"/>
                </a:lnTo>
                <a:cubicBezTo>
                  <a:pt x="807991" y="106270"/>
                  <a:pt x="806304" y="106270"/>
                  <a:pt x="802930" y="106270"/>
                </a:cubicBezTo>
                <a:cubicBezTo>
                  <a:pt x="801243" y="106270"/>
                  <a:pt x="801243" y="106270"/>
                  <a:pt x="799556" y="106270"/>
                </a:cubicBezTo>
                <a:lnTo>
                  <a:pt x="797870" y="106270"/>
                </a:lnTo>
                <a:cubicBezTo>
                  <a:pt x="796183" y="106270"/>
                  <a:pt x="796183" y="106270"/>
                  <a:pt x="796183" y="104583"/>
                </a:cubicBezTo>
                <a:lnTo>
                  <a:pt x="794496" y="75907"/>
                </a:lnTo>
                <a:cubicBezTo>
                  <a:pt x="794496" y="74220"/>
                  <a:pt x="794496" y="72534"/>
                  <a:pt x="794496" y="72534"/>
                </a:cubicBezTo>
                <a:cubicBezTo>
                  <a:pt x="796183" y="70847"/>
                  <a:pt x="796183" y="69160"/>
                  <a:pt x="796183" y="69160"/>
                </a:cubicBezTo>
                <a:cubicBezTo>
                  <a:pt x="797870" y="69160"/>
                  <a:pt x="797870" y="67473"/>
                  <a:pt x="799556" y="67473"/>
                </a:cubicBezTo>
                <a:cubicBezTo>
                  <a:pt x="799556" y="67473"/>
                  <a:pt x="801243" y="67473"/>
                  <a:pt x="802930" y="67473"/>
                </a:cubicBezTo>
                <a:lnTo>
                  <a:pt x="804617" y="67473"/>
                </a:lnTo>
                <a:cubicBezTo>
                  <a:pt x="809677" y="67473"/>
                  <a:pt x="813051" y="67473"/>
                  <a:pt x="816425" y="65786"/>
                </a:cubicBezTo>
                <a:cubicBezTo>
                  <a:pt x="818112" y="64099"/>
                  <a:pt x="821485" y="62413"/>
                  <a:pt x="823172" y="60726"/>
                </a:cubicBezTo>
                <a:cubicBezTo>
                  <a:pt x="824859" y="57352"/>
                  <a:pt x="826546" y="55665"/>
                  <a:pt x="828233" y="52292"/>
                </a:cubicBezTo>
                <a:cubicBezTo>
                  <a:pt x="828233" y="48918"/>
                  <a:pt x="828233" y="45544"/>
                  <a:pt x="828233" y="42171"/>
                </a:cubicBezTo>
                <a:cubicBezTo>
                  <a:pt x="828233" y="38797"/>
                  <a:pt x="828233" y="35423"/>
                  <a:pt x="826546" y="32050"/>
                </a:cubicBezTo>
                <a:cubicBezTo>
                  <a:pt x="826546" y="28676"/>
                  <a:pt x="824859" y="25302"/>
                  <a:pt x="823172" y="23616"/>
                </a:cubicBezTo>
                <a:cubicBezTo>
                  <a:pt x="819798" y="20242"/>
                  <a:pt x="818112" y="18555"/>
                  <a:pt x="814738" y="16868"/>
                </a:cubicBezTo>
                <a:cubicBezTo>
                  <a:pt x="811364" y="16868"/>
                  <a:pt x="806304" y="15181"/>
                  <a:pt x="802930" y="15181"/>
                </a:cubicBezTo>
                <a:cubicBezTo>
                  <a:pt x="797870" y="15181"/>
                  <a:pt x="794496" y="16868"/>
                  <a:pt x="792809" y="16868"/>
                </a:cubicBezTo>
                <a:cubicBezTo>
                  <a:pt x="789435" y="18555"/>
                  <a:pt x="786062" y="18555"/>
                  <a:pt x="784375" y="20242"/>
                </a:cubicBezTo>
                <a:cubicBezTo>
                  <a:pt x="782688" y="20242"/>
                  <a:pt x="781001" y="21929"/>
                  <a:pt x="779315" y="21929"/>
                </a:cubicBezTo>
                <a:cubicBezTo>
                  <a:pt x="777628" y="23616"/>
                  <a:pt x="775941" y="23616"/>
                  <a:pt x="775941" y="23616"/>
                </a:cubicBezTo>
                <a:lnTo>
                  <a:pt x="774254" y="23616"/>
                </a:lnTo>
                <a:lnTo>
                  <a:pt x="774254" y="21929"/>
                </a:lnTo>
                <a:lnTo>
                  <a:pt x="772567" y="20242"/>
                </a:lnTo>
                <a:cubicBezTo>
                  <a:pt x="772567" y="18555"/>
                  <a:pt x="772567" y="16868"/>
                  <a:pt x="772567" y="16868"/>
                </a:cubicBezTo>
                <a:cubicBezTo>
                  <a:pt x="772567" y="15181"/>
                  <a:pt x="772567" y="13495"/>
                  <a:pt x="772567" y="11808"/>
                </a:cubicBezTo>
                <a:cubicBezTo>
                  <a:pt x="774254" y="11808"/>
                  <a:pt x="774254" y="10121"/>
                  <a:pt x="774254" y="10121"/>
                </a:cubicBezTo>
                <a:cubicBezTo>
                  <a:pt x="775941" y="10121"/>
                  <a:pt x="775941" y="8434"/>
                  <a:pt x="779315" y="8434"/>
                </a:cubicBezTo>
                <a:cubicBezTo>
                  <a:pt x="781001" y="6747"/>
                  <a:pt x="782688" y="5060"/>
                  <a:pt x="786062" y="5060"/>
                </a:cubicBezTo>
                <a:cubicBezTo>
                  <a:pt x="787749" y="3374"/>
                  <a:pt x="791122" y="3374"/>
                  <a:pt x="794496" y="3374"/>
                </a:cubicBezTo>
                <a:cubicBezTo>
                  <a:pt x="797870" y="1687"/>
                  <a:pt x="801243" y="1687"/>
                  <a:pt x="804617" y="1687"/>
                </a:cubicBezTo>
                <a:cubicBezTo>
                  <a:pt x="811364" y="1687"/>
                  <a:pt x="818112" y="3374"/>
                  <a:pt x="823172" y="5060"/>
                </a:cubicBezTo>
                <a:cubicBezTo>
                  <a:pt x="828233" y="6747"/>
                  <a:pt x="833293" y="10121"/>
                  <a:pt x="836667" y="13495"/>
                </a:cubicBezTo>
                <a:cubicBezTo>
                  <a:pt x="840040" y="16868"/>
                  <a:pt x="841727" y="20242"/>
                  <a:pt x="843414" y="25302"/>
                </a:cubicBezTo>
                <a:cubicBezTo>
                  <a:pt x="845101" y="30363"/>
                  <a:pt x="846788" y="35423"/>
                  <a:pt x="846788" y="40484"/>
                </a:cubicBezTo>
                <a:close/>
                <a:moveTo>
                  <a:pt x="727023" y="74220"/>
                </a:moveTo>
                <a:cubicBezTo>
                  <a:pt x="721962" y="69160"/>
                  <a:pt x="716902" y="64099"/>
                  <a:pt x="713528" y="62413"/>
                </a:cubicBezTo>
                <a:cubicBezTo>
                  <a:pt x="708468" y="59039"/>
                  <a:pt x="705094" y="57352"/>
                  <a:pt x="700034" y="57352"/>
                </a:cubicBezTo>
                <a:cubicBezTo>
                  <a:pt x="694973" y="57352"/>
                  <a:pt x="691599" y="59039"/>
                  <a:pt x="689913" y="60726"/>
                </a:cubicBezTo>
                <a:cubicBezTo>
                  <a:pt x="686539" y="62413"/>
                  <a:pt x="683165" y="65786"/>
                  <a:pt x="681478" y="69160"/>
                </a:cubicBezTo>
                <a:cubicBezTo>
                  <a:pt x="679792" y="70847"/>
                  <a:pt x="678105" y="75907"/>
                  <a:pt x="678105" y="79281"/>
                </a:cubicBezTo>
                <a:cubicBezTo>
                  <a:pt x="676418" y="84341"/>
                  <a:pt x="676418" y="87715"/>
                  <a:pt x="676418" y="92776"/>
                </a:cubicBezTo>
                <a:cubicBezTo>
                  <a:pt x="676418" y="97836"/>
                  <a:pt x="676418" y="101210"/>
                  <a:pt x="678105" y="106270"/>
                </a:cubicBezTo>
                <a:cubicBezTo>
                  <a:pt x="678105" y="109644"/>
                  <a:pt x="679792" y="114704"/>
                  <a:pt x="681478" y="118078"/>
                </a:cubicBezTo>
                <a:cubicBezTo>
                  <a:pt x="683165" y="121452"/>
                  <a:pt x="684852" y="123138"/>
                  <a:pt x="688226" y="126512"/>
                </a:cubicBezTo>
                <a:cubicBezTo>
                  <a:pt x="691599" y="128199"/>
                  <a:pt x="694973" y="129886"/>
                  <a:pt x="700034" y="129886"/>
                </a:cubicBezTo>
                <a:cubicBezTo>
                  <a:pt x="701720" y="129886"/>
                  <a:pt x="703407" y="128199"/>
                  <a:pt x="705094" y="128199"/>
                </a:cubicBezTo>
                <a:cubicBezTo>
                  <a:pt x="708468" y="128199"/>
                  <a:pt x="710155" y="126512"/>
                  <a:pt x="711841" y="124825"/>
                </a:cubicBezTo>
                <a:cubicBezTo>
                  <a:pt x="715215" y="123138"/>
                  <a:pt x="716902" y="121452"/>
                  <a:pt x="718589" y="119765"/>
                </a:cubicBezTo>
                <a:cubicBezTo>
                  <a:pt x="721962" y="118078"/>
                  <a:pt x="723649" y="114704"/>
                  <a:pt x="727023" y="111331"/>
                </a:cubicBezTo>
                <a:lnTo>
                  <a:pt x="727023" y="74220"/>
                </a:lnTo>
                <a:close/>
                <a:moveTo>
                  <a:pt x="743891" y="138320"/>
                </a:moveTo>
                <a:lnTo>
                  <a:pt x="743891" y="140007"/>
                </a:lnTo>
                <a:cubicBezTo>
                  <a:pt x="742204" y="140007"/>
                  <a:pt x="742204" y="141694"/>
                  <a:pt x="742204" y="141694"/>
                </a:cubicBezTo>
                <a:cubicBezTo>
                  <a:pt x="740517" y="141694"/>
                  <a:pt x="740517" y="141694"/>
                  <a:pt x="738831" y="141694"/>
                </a:cubicBezTo>
                <a:cubicBezTo>
                  <a:pt x="738831" y="141694"/>
                  <a:pt x="737144" y="141694"/>
                  <a:pt x="735457" y="141694"/>
                </a:cubicBezTo>
                <a:cubicBezTo>
                  <a:pt x="735457" y="141694"/>
                  <a:pt x="733770" y="141694"/>
                  <a:pt x="732083" y="141694"/>
                </a:cubicBezTo>
                <a:lnTo>
                  <a:pt x="730397" y="141694"/>
                </a:lnTo>
                <a:lnTo>
                  <a:pt x="728710" y="140007"/>
                </a:lnTo>
                <a:lnTo>
                  <a:pt x="728710" y="138320"/>
                </a:lnTo>
                <a:lnTo>
                  <a:pt x="728710" y="126512"/>
                </a:lnTo>
                <a:cubicBezTo>
                  <a:pt x="723649" y="131573"/>
                  <a:pt x="718589" y="136633"/>
                  <a:pt x="713528" y="138320"/>
                </a:cubicBezTo>
                <a:cubicBezTo>
                  <a:pt x="708468" y="141694"/>
                  <a:pt x="703407" y="143380"/>
                  <a:pt x="696660" y="143380"/>
                </a:cubicBezTo>
                <a:cubicBezTo>
                  <a:pt x="689913" y="143380"/>
                  <a:pt x="683165" y="141694"/>
                  <a:pt x="679792" y="140007"/>
                </a:cubicBezTo>
                <a:cubicBezTo>
                  <a:pt x="674731" y="136633"/>
                  <a:pt x="671358" y="133259"/>
                  <a:pt x="667984" y="128199"/>
                </a:cubicBezTo>
                <a:cubicBezTo>
                  <a:pt x="664610" y="124825"/>
                  <a:pt x="662923" y="119765"/>
                  <a:pt x="661237" y="113017"/>
                </a:cubicBezTo>
                <a:cubicBezTo>
                  <a:pt x="659550" y="107957"/>
                  <a:pt x="659550" y="101210"/>
                  <a:pt x="659550" y="94462"/>
                </a:cubicBezTo>
                <a:cubicBezTo>
                  <a:pt x="659550" y="86028"/>
                  <a:pt x="659550" y="79281"/>
                  <a:pt x="661237" y="72534"/>
                </a:cubicBezTo>
                <a:cubicBezTo>
                  <a:pt x="662923" y="65786"/>
                  <a:pt x="666297" y="60726"/>
                  <a:pt x="669671" y="57352"/>
                </a:cubicBezTo>
                <a:cubicBezTo>
                  <a:pt x="673044" y="52292"/>
                  <a:pt x="676418" y="48918"/>
                  <a:pt x="681478" y="47231"/>
                </a:cubicBezTo>
                <a:cubicBezTo>
                  <a:pt x="686539" y="43858"/>
                  <a:pt x="691599" y="42171"/>
                  <a:pt x="698347" y="42171"/>
                </a:cubicBezTo>
                <a:cubicBezTo>
                  <a:pt x="703407" y="42171"/>
                  <a:pt x="708468" y="43858"/>
                  <a:pt x="713528" y="45544"/>
                </a:cubicBezTo>
                <a:cubicBezTo>
                  <a:pt x="718589" y="48918"/>
                  <a:pt x="721962" y="52292"/>
                  <a:pt x="727023" y="57352"/>
                </a:cubicBezTo>
                <a:lnTo>
                  <a:pt x="727023" y="3374"/>
                </a:lnTo>
                <a:lnTo>
                  <a:pt x="727023" y="1687"/>
                </a:lnTo>
                <a:lnTo>
                  <a:pt x="728710" y="1687"/>
                </a:lnTo>
                <a:cubicBezTo>
                  <a:pt x="728710" y="0"/>
                  <a:pt x="730397" y="0"/>
                  <a:pt x="730397" y="0"/>
                </a:cubicBezTo>
                <a:cubicBezTo>
                  <a:pt x="732083" y="0"/>
                  <a:pt x="733770" y="0"/>
                  <a:pt x="735457" y="0"/>
                </a:cubicBezTo>
                <a:cubicBezTo>
                  <a:pt x="737144" y="0"/>
                  <a:pt x="738831" y="0"/>
                  <a:pt x="738831" y="0"/>
                </a:cubicBezTo>
                <a:cubicBezTo>
                  <a:pt x="740517" y="0"/>
                  <a:pt x="740517" y="0"/>
                  <a:pt x="742204" y="1687"/>
                </a:cubicBezTo>
                <a:cubicBezTo>
                  <a:pt x="743891" y="1687"/>
                  <a:pt x="743891" y="3374"/>
                  <a:pt x="743891" y="3374"/>
                </a:cubicBezTo>
                <a:lnTo>
                  <a:pt x="743891" y="138320"/>
                </a:lnTo>
                <a:close/>
                <a:moveTo>
                  <a:pt x="622440" y="84341"/>
                </a:moveTo>
                <a:cubicBezTo>
                  <a:pt x="622440" y="75907"/>
                  <a:pt x="620753" y="69160"/>
                  <a:pt x="615692" y="64099"/>
                </a:cubicBezTo>
                <a:cubicBezTo>
                  <a:pt x="612319" y="59039"/>
                  <a:pt x="605571" y="55665"/>
                  <a:pt x="598824" y="55665"/>
                </a:cubicBezTo>
                <a:cubicBezTo>
                  <a:pt x="593763" y="55665"/>
                  <a:pt x="590390" y="57352"/>
                  <a:pt x="587016" y="59039"/>
                </a:cubicBezTo>
                <a:cubicBezTo>
                  <a:pt x="583642" y="59039"/>
                  <a:pt x="581956" y="62413"/>
                  <a:pt x="578582" y="64099"/>
                </a:cubicBezTo>
                <a:cubicBezTo>
                  <a:pt x="576895" y="67473"/>
                  <a:pt x="575208" y="70847"/>
                  <a:pt x="575208" y="74220"/>
                </a:cubicBezTo>
                <a:cubicBezTo>
                  <a:pt x="573522" y="77594"/>
                  <a:pt x="571835" y="80968"/>
                  <a:pt x="571835" y="84341"/>
                </a:cubicBezTo>
                <a:lnTo>
                  <a:pt x="622440" y="84341"/>
                </a:lnTo>
                <a:close/>
                <a:moveTo>
                  <a:pt x="639308" y="89402"/>
                </a:moveTo>
                <a:cubicBezTo>
                  <a:pt x="639308" y="91089"/>
                  <a:pt x="639308" y="94462"/>
                  <a:pt x="637621" y="94462"/>
                </a:cubicBezTo>
                <a:cubicBezTo>
                  <a:pt x="635934" y="96149"/>
                  <a:pt x="634247" y="96149"/>
                  <a:pt x="632560" y="96149"/>
                </a:cubicBezTo>
                <a:lnTo>
                  <a:pt x="571835" y="96149"/>
                </a:lnTo>
                <a:cubicBezTo>
                  <a:pt x="571835" y="101210"/>
                  <a:pt x="573522" y="106270"/>
                  <a:pt x="573522" y="109644"/>
                </a:cubicBezTo>
                <a:cubicBezTo>
                  <a:pt x="575208" y="114704"/>
                  <a:pt x="576895" y="118078"/>
                  <a:pt x="578582" y="121452"/>
                </a:cubicBezTo>
                <a:cubicBezTo>
                  <a:pt x="581956" y="123138"/>
                  <a:pt x="585329" y="126512"/>
                  <a:pt x="588703" y="128199"/>
                </a:cubicBezTo>
                <a:cubicBezTo>
                  <a:pt x="592077" y="129886"/>
                  <a:pt x="597137" y="129886"/>
                  <a:pt x="602198" y="129886"/>
                </a:cubicBezTo>
                <a:cubicBezTo>
                  <a:pt x="607258" y="129886"/>
                  <a:pt x="610632" y="129886"/>
                  <a:pt x="614005" y="128199"/>
                </a:cubicBezTo>
                <a:cubicBezTo>
                  <a:pt x="617379" y="128199"/>
                  <a:pt x="620753" y="126512"/>
                  <a:pt x="622440" y="126512"/>
                </a:cubicBezTo>
                <a:cubicBezTo>
                  <a:pt x="625813" y="124825"/>
                  <a:pt x="627500" y="124825"/>
                  <a:pt x="629187" y="123138"/>
                </a:cubicBezTo>
                <a:cubicBezTo>
                  <a:pt x="630874" y="123138"/>
                  <a:pt x="632560" y="123138"/>
                  <a:pt x="632560" y="123138"/>
                </a:cubicBezTo>
                <a:lnTo>
                  <a:pt x="634247" y="123138"/>
                </a:lnTo>
                <a:lnTo>
                  <a:pt x="634247" y="124825"/>
                </a:lnTo>
                <a:cubicBezTo>
                  <a:pt x="634247" y="124825"/>
                  <a:pt x="635934" y="124825"/>
                  <a:pt x="635934" y="126512"/>
                </a:cubicBezTo>
                <a:cubicBezTo>
                  <a:pt x="635934" y="126512"/>
                  <a:pt x="635934" y="128199"/>
                  <a:pt x="635934" y="129886"/>
                </a:cubicBezTo>
                <a:lnTo>
                  <a:pt x="635934" y="131573"/>
                </a:lnTo>
                <a:lnTo>
                  <a:pt x="635934" y="133259"/>
                </a:lnTo>
                <a:cubicBezTo>
                  <a:pt x="634247" y="133259"/>
                  <a:pt x="634247" y="134946"/>
                  <a:pt x="634247" y="134946"/>
                </a:cubicBezTo>
                <a:lnTo>
                  <a:pt x="634247" y="136633"/>
                </a:lnTo>
                <a:cubicBezTo>
                  <a:pt x="632560" y="136633"/>
                  <a:pt x="632560" y="136633"/>
                  <a:pt x="630874" y="138320"/>
                </a:cubicBezTo>
                <a:cubicBezTo>
                  <a:pt x="629187" y="138320"/>
                  <a:pt x="625813" y="140007"/>
                  <a:pt x="622440" y="140007"/>
                </a:cubicBezTo>
                <a:cubicBezTo>
                  <a:pt x="620753" y="141694"/>
                  <a:pt x="617379" y="141694"/>
                  <a:pt x="612319" y="141694"/>
                </a:cubicBezTo>
                <a:cubicBezTo>
                  <a:pt x="608945" y="143380"/>
                  <a:pt x="605571" y="143380"/>
                  <a:pt x="600511" y="143380"/>
                </a:cubicBezTo>
                <a:cubicBezTo>
                  <a:pt x="593763" y="143380"/>
                  <a:pt x="587016" y="141694"/>
                  <a:pt x="580269" y="140007"/>
                </a:cubicBezTo>
                <a:cubicBezTo>
                  <a:pt x="575208" y="138320"/>
                  <a:pt x="570148" y="134946"/>
                  <a:pt x="566774" y="131573"/>
                </a:cubicBezTo>
                <a:cubicBezTo>
                  <a:pt x="563401" y="126512"/>
                  <a:pt x="560027" y="121452"/>
                  <a:pt x="558340" y="114704"/>
                </a:cubicBezTo>
                <a:cubicBezTo>
                  <a:pt x="556653" y="109644"/>
                  <a:pt x="554966" y="101210"/>
                  <a:pt x="554966" y="92776"/>
                </a:cubicBezTo>
                <a:cubicBezTo>
                  <a:pt x="554966" y="86028"/>
                  <a:pt x="556653" y="79281"/>
                  <a:pt x="558340" y="72534"/>
                </a:cubicBezTo>
                <a:cubicBezTo>
                  <a:pt x="560027" y="65786"/>
                  <a:pt x="563401" y="60726"/>
                  <a:pt x="566774" y="55665"/>
                </a:cubicBezTo>
                <a:cubicBezTo>
                  <a:pt x="570148" y="52292"/>
                  <a:pt x="575208" y="48918"/>
                  <a:pt x="580269" y="45544"/>
                </a:cubicBezTo>
                <a:cubicBezTo>
                  <a:pt x="587016" y="43858"/>
                  <a:pt x="592077" y="42171"/>
                  <a:pt x="598824" y="42171"/>
                </a:cubicBezTo>
                <a:cubicBezTo>
                  <a:pt x="605571" y="42171"/>
                  <a:pt x="612319" y="43858"/>
                  <a:pt x="617379" y="45544"/>
                </a:cubicBezTo>
                <a:cubicBezTo>
                  <a:pt x="622440" y="48918"/>
                  <a:pt x="625813" y="52292"/>
                  <a:pt x="629187" y="55665"/>
                </a:cubicBezTo>
                <a:cubicBezTo>
                  <a:pt x="632560" y="59039"/>
                  <a:pt x="635934" y="64099"/>
                  <a:pt x="637621" y="69160"/>
                </a:cubicBezTo>
                <a:cubicBezTo>
                  <a:pt x="639308" y="74220"/>
                  <a:pt x="639308" y="80968"/>
                  <a:pt x="639308" y="86028"/>
                </a:cubicBezTo>
                <a:lnTo>
                  <a:pt x="639308" y="89402"/>
                </a:lnTo>
                <a:close/>
                <a:moveTo>
                  <a:pt x="539785" y="131573"/>
                </a:moveTo>
                <a:cubicBezTo>
                  <a:pt x="539785" y="134946"/>
                  <a:pt x="539785" y="136633"/>
                  <a:pt x="539785" y="136633"/>
                </a:cubicBezTo>
                <a:cubicBezTo>
                  <a:pt x="539785" y="138320"/>
                  <a:pt x="538098" y="138320"/>
                  <a:pt x="538098" y="140007"/>
                </a:cubicBezTo>
                <a:cubicBezTo>
                  <a:pt x="538098" y="140007"/>
                  <a:pt x="536411" y="140007"/>
                  <a:pt x="536411" y="141694"/>
                </a:cubicBezTo>
                <a:cubicBezTo>
                  <a:pt x="534724" y="141694"/>
                  <a:pt x="533038" y="141694"/>
                  <a:pt x="531351" y="141694"/>
                </a:cubicBezTo>
                <a:cubicBezTo>
                  <a:pt x="531351" y="141694"/>
                  <a:pt x="529664" y="143380"/>
                  <a:pt x="527977" y="143380"/>
                </a:cubicBezTo>
                <a:cubicBezTo>
                  <a:pt x="526290" y="143380"/>
                  <a:pt x="524603" y="143380"/>
                  <a:pt x="522917" y="143380"/>
                </a:cubicBezTo>
                <a:cubicBezTo>
                  <a:pt x="517856" y="143380"/>
                  <a:pt x="514483" y="143380"/>
                  <a:pt x="511109" y="141694"/>
                </a:cubicBezTo>
                <a:cubicBezTo>
                  <a:pt x="507735" y="140007"/>
                  <a:pt x="504362" y="138320"/>
                  <a:pt x="502675" y="134946"/>
                </a:cubicBezTo>
                <a:cubicBezTo>
                  <a:pt x="499301" y="133259"/>
                  <a:pt x="499301" y="129886"/>
                  <a:pt x="497614" y="126512"/>
                </a:cubicBezTo>
                <a:cubicBezTo>
                  <a:pt x="495927" y="121452"/>
                  <a:pt x="495927" y="118078"/>
                  <a:pt x="495927" y="113017"/>
                </a:cubicBezTo>
                <a:lnTo>
                  <a:pt x="495927" y="59039"/>
                </a:lnTo>
                <a:lnTo>
                  <a:pt x="482433" y="59039"/>
                </a:lnTo>
                <a:lnTo>
                  <a:pt x="480746" y="57352"/>
                </a:lnTo>
                <a:cubicBezTo>
                  <a:pt x="480746" y="55665"/>
                  <a:pt x="479059" y="53978"/>
                  <a:pt x="479059" y="52292"/>
                </a:cubicBezTo>
                <a:cubicBezTo>
                  <a:pt x="479059" y="50605"/>
                  <a:pt x="480746" y="48918"/>
                  <a:pt x="480746" y="48918"/>
                </a:cubicBezTo>
                <a:cubicBezTo>
                  <a:pt x="480746" y="47231"/>
                  <a:pt x="480746" y="47231"/>
                  <a:pt x="480746" y="45544"/>
                </a:cubicBezTo>
                <a:lnTo>
                  <a:pt x="482433" y="45544"/>
                </a:lnTo>
                <a:lnTo>
                  <a:pt x="484120" y="45544"/>
                </a:lnTo>
                <a:lnTo>
                  <a:pt x="495927" y="45544"/>
                </a:lnTo>
                <a:lnTo>
                  <a:pt x="495927" y="23616"/>
                </a:lnTo>
                <a:lnTo>
                  <a:pt x="495927" y="21929"/>
                </a:lnTo>
                <a:lnTo>
                  <a:pt x="497614" y="20242"/>
                </a:lnTo>
                <a:cubicBezTo>
                  <a:pt x="497614" y="20242"/>
                  <a:pt x="499301" y="20242"/>
                  <a:pt x="500988" y="20242"/>
                </a:cubicBezTo>
                <a:cubicBezTo>
                  <a:pt x="500988" y="20242"/>
                  <a:pt x="502675" y="20242"/>
                  <a:pt x="504362" y="20242"/>
                </a:cubicBezTo>
                <a:cubicBezTo>
                  <a:pt x="506048" y="20242"/>
                  <a:pt x="507735" y="20242"/>
                  <a:pt x="509422" y="20242"/>
                </a:cubicBezTo>
                <a:lnTo>
                  <a:pt x="511109" y="20242"/>
                </a:lnTo>
                <a:lnTo>
                  <a:pt x="512796" y="21929"/>
                </a:lnTo>
                <a:lnTo>
                  <a:pt x="512796" y="23616"/>
                </a:lnTo>
                <a:lnTo>
                  <a:pt x="512796" y="45544"/>
                </a:lnTo>
                <a:lnTo>
                  <a:pt x="536411" y="45544"/>
                </a:lnTo>
                <a:lnTo>
                  <a:pt x="538098" y="45544"/>
                </a:lnTo>
                <a:cubicBezTo>
                  <a:pt x="539785" y="47231"/>
                  <a:pt x="539785" y="47231"/>
                  <a:pt x="539785" y="48918"/>
                </a:cubicBezTo>
                <a:cubicBezTo>
                  <a:pt x="539785" y="48918"/>
                  <a:pt x="539785" y="50605"/>
                  <a:pt x="539785" y="52292"/>
                </a:cubicBezTo>
                <a:cubicBezTo>
                  <a:pt x="539785" y="53978"/>
                  <a:pt x="539785" y="55665"/>
                  <a:pt x="538098" y="57352"/>
                </a:cubicBezTo>
                <a:cubicBezTo>
                  <a:pt x="538098" y="57352"/>
                  <a:pt x="538098" y="59039"/>
                  <a:pt x="536411" y="59039"/>
                </a:cubicBezTo>
                <a:lnTo>
                  <a:pt x="512796" y="59039"/>
                </a:lnTo>
                <a:lnTo>
                  <a:pt x="512796" y="109644"/>
                </a:lnTo>
                <a:cubicBezTo>
                  <a:pt x="512796" y="116391"/>
                  <a:pt x="514483" y="121452"/>
                  <a:pt x="516169" y="124825"/>
                </a:cubicBezTo>
                <a:cubicBezTo>
                  <a:pt x="517856" y="126512"/>
                  <a:pt x="521230" y="128199"/>
                  <a:pt x="526290" y="128199"/>
                </a:cubicBezTo>
                <a:cubicBezTo>
                  <a:pt x="527977" y="128199"/>
                  <a:pt x="527977" y="128199"/>
                  <a:pt x="529664" y="128199"/>
                </a:cubicBezTo>
                <a:cubicBezTo>
                  <a:pt x="531351" y="128199"/>
                  <a:pt x="531351" y="128199"/>
                  <a:pt x="533038" y="128199"/>
                </a:cubicBezTo>
                <a:cubicBezTo>
                  <a:pt x="534724" y="126512"/>
                  <a:pt x="534724" y="126512"/>
                  <a:pt x="536411" y="126512"/>
                </a:cubicBezTo>
                <a:lnTo>
                  <a:pt x="538098" y="126512"/>
                </a:lnTo>
                <a:lnTo>
                  <a:pt x="539785" y="126512"/>
                </a:lnTo>
                <a:cubicBezTo>
                  <a:pt x="539785" y="128199"/>
                  <a:pt x="539785" y="128199"/>
                  <a:pt x="539785" y="129886"/>
                </a:cubicBezTo>
                <a:lnTo>
                  <a:pt x="539785" y="131573"/>
                </a:lnTo>
                <a:close/>
                <a:moveTo>
                  <a:pt x="470625" y="124825"/>
                </a:moveTo>
                <a:cubicBezTo>
                  <a:pt x="470625" y="126512"/>
                  <a:pt x="468938" y="126512"/>
                  <a:pt x="468938" y="128199"/>
                </a:cubicBezTo>
                <a:lnTo>
                  <a:pt x="468938" y="129886"/>
                </a:lnTo>
                <a:lnTo>
                  <a:pt x="468938" y="131573"/>
                </a:lnTo>
                <a:lnTo>
                  <a:pt x="467251" y="133259"/>
                </a:lnTo>
                <a:cubicBezTo>
                  <a:pt x="465565" y="134946"/>
                  <a:pt x="465565" y="134946"/>
                  <a:pt x="462191" y="136633"/>
                </a:cubicBezTo>
                <a:cubicBezTo>
                  <a:pt x="460504" y="138320"/>
                  <a:pt x="458817" y="140007"/>
                  <a:pt x="455444" y="140007"/>
                </a:cubicBezTo>
                <a:cubicBezTo>
                  <a:pt x="453757" y="141694"/>
                  <a:pt x="450383" y="141694"/>
                  <a:pt x="447009" y="143380"/>
                </a:cubicBezTo>
                <a:cubicBezTo>
                  <a:pt x="445323" y="143380"/>
                  <a:pt x="441949" y="143380"/>
                  <a:pt x="438575" y="143380"/>
                </a:cubicBezTo>
                <a:cubicBezTo>
                  <a:pt x="431828" y="143380"/>
                  <a:pt x="425081" y="141694"/>
                  <a:pt x="420020" y="140007"/>
                </a:cubicBezTo>
                <a:cubicBezTo>
                  <a:pt x="414960" y="138320"/>
                  <a:pt x="411586" y="134946"/>
                  <a:pt x="408212" y="129886"/>
                </a:cubicBezTo>
                <a:cubicBezTo>
                  <a:pt x="404839" y="126512"/>
                  <a:pt x="401465" y="121452"/>
                  <a:pt x="399778" y="114704"/>
                </a:cubicBezTo>
                <a:cubicBezTo>
                  <a:pt x="398091" y="109644"/>
                  <a:pt x="398091" y="102897"/>
                  <a:pt x="398091" y="94462"/>
                </a:cubicBezTo>
                <a:cubicBezTo>
                  <a:pt x="398091" y="86028"/>
                  <a:pt x="398091" y="77594"/>
                  <a:pt x="401465" y="70847"/>
                </a:cubicBezTo>
                <a:cubicBezTo>
                  <a:pt x="403152" y="64099"/>
                  <a:pt x="406526" y="59039"/>
                  <a:pt x="409899" y="55665"/>
                </a:cubicBezTo>
                <a:cubicBezTo>
                  <a:pt x="413273" y="50605"/>
                  <a:pt x="418333" y="47231"/>
                  <a:pt x="423394" y="45544"/>
                </a:cubicBezTo>
                <a:cubicBezTo>
                  <a:pt x="428454" y="43858"/>
                  <a:pt x="433515" y="42171"/>
                  <a:pt x="440262" y="42171"/>
                </a:cubicBezTo>
                <a:cubicBezTo>
                  <a:pt x="443636" y="42171"/>
                  <a:pt x="445323" y="43858"/>
                  <a:pt x="448696" y="43858"/>
                </a:cubicBezTo>
                <a:cubicBezTo>
                  <a:pt x="452070" y="43858"/>
                  <a:pt x="453757" y="45544"/>
                  <a:pt x="457130" y="45544"/>
                </a:cubicBezTo>
                <a:cubicBezTo>
                  <a:pt x="458817" y="47231"/>
                  <a:pt x="460504" y="47231"/>
                  <a:pt x="462191" y="48918"/>
                </a:cubicBezTo>
                <a:cubicBezTo>
                  <a:pt x="463878" y="50605"/>
                  <a:pt x="465565" y="50605"/>
                  <a:pt x="467251" y="52292"/>
                </a:cubicBezTo>
                <a:cubicBezTo>
                  <a:pt x="467251" y="52292"/>
                  <a:pt x="467251" y="53978"/>
                  <a:pt x="468938" y="53978"/>
                </a:cubicBezTo>
                <a:lnTo>
                  <a:pt x="468938" y="55665"/>
                </a:lnTo>
                <a:lnTo>
                  <a:pt x="468938" y="57352"/>
                </a:lnTo>
                <a:cubicBezTo>
                  <a:pt x="468938" y="59039"/>
                  <a:pt x="468938" y="59039"/>
                  <a:pt x="468938" y="60726"/>
                </a:cubicBezTo>
                <a:cubicBezTo>
                  <a:pt x="468938" y="64099"/>
                  <a:pt x="468938" y="65786"/>
                  <a:pt x="468938" y="65786"/>
                </a:cubicBezTo>
                <a:cubicBezTo>
                  <a:pt x="467251" y="67473"/>
                  <a:pt x="467251" y="67473"/>
                  <a:pt x="465565" y="67473"/>
                </a:cubicBezTo>
                <a:cubicBezTo>
                  <a:pt x="465565" y="67473"/>
                  <a:pt x="463878" y="67473"/>
                  <a:pt x="462191" y="65786"/>
                </a:cubicBezTo>
                <a:cubicBezTo>
                  <a:pt x="462191" y="65786"/>
                  <a:pt x="460504" y="64099"/>
                  <a:pt x="457130" y="62413"/>
                </a:cubicBezTo>
                <a:cubicBezTo>
                  <a:pt x="455444" y="60726"/>
                  <a:pt x="453757" y="59039"/>
                  <a:pt x="450383" y="59039"/>
                </a:cubicBezTo>
                <a:cubicBezTo>
                  <a:pt x="447009" y="57352"/>
                  <a:pt x="443636" y="57352"/>
                  <a:pt x="440262" y="57352"/>
                </a:cubicBezTo>
                <a:cubicBezTo>
                  <a:pt x="431828" y="57352"/>
                  <a:pt x="425081" y="60726"/>
                  <a:pt x="421707" y="65786"/>
                </a:cubicBezTo>
                <a:cubicBezTo>
                  <a:pt x="416647" y="72534"/>
                  <a:pt x="414960" y="80968"/>
                  <a:pt x="414960" y="92776"/>
                </a:cubicBezTo>
                <a:cubicBezTo>
                  <a:pt x="414960" y="99523"/>
                  <a:pt x="414960" y="104583"/>
                  <a:pt x="416647" y="109644"/>
                </a:cubicBezTo>
                <a:cubicBezTo>
                  <a:pt x="418333" y="113017"/>
                  <a:pt x="420020" y="116391"/>
                  <a:pt x="421707" y="119765"/>
                </a:cubicBezTo>
                <a:cubicBezTo>
                  <a:pt x="423394" y="123138"/>
                  <a:pt x="426767" y="124825"/>
                  <a:pt x="430141" y="126512"/>
                </a:cubicBezTo>
                <a:cubicBezTo>
                  <a:pt x="433515" y="128199"/>
                  <a:pt x="436888" y="128199"/>
                  <a:pt x="440262" y="128199"/>
                </a:cubicBezTo>
                <a:cubicBezTo>
                  <a:pt x="443636" y="128199"/>
                  <a:pt x="447009" y="128199"/>
                  <a:pt x="450383" y="126512"/>
                </a:cubicBezTo>
                <a:cubicBezTo>
                  <a:pt x="453757" y="126512"/>
                  <a:pt x="455444" y="124825"/>
                  <a:pt x="458817" y="123138"/>
                </a:cubicBezTo>
                <a:cubicBezTo>
                  <a:pt x="460504" y="121452"/>
                  <a:pt x="462191" y="119765"/>
                  <a:pt x="463878" y="119765"/>
                </a:cubicBezTo>
                <a:cubicBezTo>
                  <a:pt x="465565" y="118078"/>
                  <a:pt x="465565" y="118078"/>
                  <a:pt x="467251" y="118078"/>
                </a:cubicBezTo>
                <a:lnTo>
                  <a:pt x="468938" y="118078"/>
                </a:lnTo>
                <a:lnTo>
                  <a:pt x="468938" y="119765"/>
                </a:lnTo>
                <a:lnTo>
                  <a:pt x="468938" y="121452"/>
                </a:lnTo>
                <a:cubicBezTo>
                  <a:pt x="468938" y="123138"/>
                  <a:pt x="470625" y="123138"/>
                  <a:pt x="470625" y="124825"/>
                </a:cubicBezTo>
                <a:close/>
                <a:moveTo>
                  <a:pt x="360981" y="84341"/>
                </a:moveTo>
                <a:cubicBezTo>
                  <a:pt x="360981" y="75907"/>
                  <a:pt x="359294" y="69160"/>
                  <a:pt x="355921" y="64099"/>
                </a:cubicBezTo>
                <a:cubicBezTo>
                  <a:pt x="350860" y="59039"/>
                  <a:pt x="345800" y="55665"/>
                  <a:pt x="337366" y="55665"/>
                </a:cubicBezTo>
                <a:cubicBezTo>
                  <a:pt x="332305" y="55665"/>
                  <a:pt x="328931" y="57352"/>
                  <a:pt x="325558" y="59039"/>
                </a:cubicBezTo>
                <a:cubicBezTo>
                  <a:pt x="322184" y="59039"/>
                  <a:pt x="320497" y="62413"/>
                  <a:pt x="318810" y="64099"/>
                </a:cubicBezTo>
                <a:cubicBezTo>
                  <a:pt x="315437" y="67473"/>
                  <a:pt x="313750" y="70847"/>
                  <a:pt x="313750" y="74220"/>
                </a:cubicBezTo>
                <a:cubicBezTo>
                  <a:pt x="312063" y="77594"/>
                  <a:pt x="312063" y="80968"/>
                  <a:pt x="312063" y="84341"/>
                </a:cubicBezTo>
                <a:lnTo>
                  <a:pt x="360981" y="84341"/>
                </a:lnTo>
                <a:close/>
                <a:moveTo>
                  <a:pt x="377849" y="89402"/>
                </a:moveTo>
                <a:cubicBezTo>
                  <a:pt x="377849" y="91089"/>
                  <a:pt x="377849" y="94462"/>
                  <a:pt x="376163" y="94462"/>
                </a:cubicBezTo>
                <a:cubicBezTo>
                  <a:pt x="374476" y="96149"/>
                  <a:pt x="372789" y="96149"/>
                  <a:pt x="371102" y="96149"/>
                </a:cubicBezTo>
                <a:lnTo>
                  <a:pt x="312063" y="96149"/>
                </a:lnTo>
                <a:cubicBezTo>
                  <a:pt x="312063" y="101210"/>
                  <a:pt x="312063" y="106270"/>
                  <a:pt x="313750" y="109644"/>
                </a:cubicBezTo>
                <a:cubicBezTo>
                  <a:pt x="313750" y="114704"/>
                  <a:pt x="315437" y="118078"/>
                  <a:pt x="318810" y="121452"/>
                </a:cubicBezTo>
                <a:cubicBezTo>
                  <a:pt x="320497" y="123138"/>
                  <a:pt x="323871" y="126512"/>
                  <a:pt x="327245" y="128199"/>
                </a:cubicBezTo>
                <a:cubicBezTo>
                  <a:pt x="330618" y="129886"/>
                  <a:pt x="335679" y="129886"/>
                  <a:pt x="340739" y="129886"/>
                </a:cubicBezTo>
                <a:cubicBezTo>
                  <a:pt x="345800" y="129886"/>
                  <a:pt x="349173" y="129886"/>
                  <a:pt x="352547" y="128199"/>
                </a:cubicBezTo>
                <a:cubicBezTo>
                  <a:pt x="355921" y="128199"/>
                  <a:pt x="359294" y="126512"/>
                  <a:pt x="362668" y="126512"/>
                </a:cubicBezTo>
                <a:cubicBezTo>
                  <a:pt x="364355" y="124825"/>
                  <a:pt x="366042" y="124825"/>
                  <a:pt x="367728" y="123138"/>
                </a:cubicBezTo>
                <a:cubicBezTo>
                  <a:pt x="369415" y="123138"/>
                  <a:pt x="371102" y="123138"/>
                  <a:pt x="371102" y="123138"/>
                </a:cubicBezTo>
                <a:lnTo>
                  <a:pt x="372789" y="123138"/>
                </a:lnTo>
                <a:lnTo>
                  <a:pt x="374476" y="124825"/>
                </a:lnTo>
                <a:lnTo>
                  <a:pt x="374476" y="126512"/>
                </a:lnTo>
                <a:cubicBezTo>
                  <a:pt x="374476" y="126512"/>
                  <a:pt x="374476" y="128199"/>
                  <a:pt x="374476" y="129886"/>
                </a:cubicBezTo>
                <a:lnTo>
                  <a:pt x="374476" y="131573"/>
                </a:lnTo>
                <a:lnTo>
                  <a:pt x="374476" y="133259"/>
                </a:lnTo>
                <a:cubicBezTo>
                  <a:pt x="374476" y="133259"/>
                  <a:pt x="374476" y="134946"/>
                  <a:pt x="372789" y="134946"/>
                </a:cubicBezTo>
                <a:lnTo>
                  <a:pt x="372789" y="136633"/>
                </a:lnTo>
                <a:cubicBezTo>
                  <a:pt x="372789" y="136633"/>
                  <a:pt x="371102" y="136633"/>
                  <a:pt x="369415" y="138320"/>
                </a:cubicBezTo>
                <a:cubicBezTo>
                  <a:pt x="367728" y="138320"/>
                  <a:pt x="364355" y="140007"/>
                  <a:pt x="362668" y="140007"/>
                </a:cubicBezTo>
                <a:cubicBezTo>
                  <a:pt x="359294" y="141694"/>
                  <a:pt x="355921" y="141694"/>
                  <a:pt x="352547" y="141694"/>
                </a:cubicBezTo>
                <a:cubicBezTo>
                  <a:pt x="347487" y="143380"/>
                  <a:pt x="344113" y="143380"/>
                  <a:pt x="339052" y="143380"/>
                </a:cubicBezTo>
                <a:cubicBezTo>
                  <a:pt x="332305" y="143380"/>
                  <a:pt x="325558" y="141694"/>
                  <a:pt x="320497" y="140007"/>
                </a:cubicBezTo>
                <a:cubicBezTo>
                  <a:pt x="313750" y="138320"/>
                  <a:pt x="310376" y="134946"/>
                  <a:pt x="305316" y="131573"/>
                </a:cubicBezTo>
                <a:cubicBezTo>
                  <a:pt x="301942" y="126512"/>
                  <a:pt x="298569" y="121452"/>
                  <a:pt x="296882" y="114704"/>
                </a:cubicBezTo>
                <a:cubicBezTo>
                  <a:pt x="295195" y="109644"/>
                  <a:pt x="293508" y="101210"/>
                  <a:pt x="293508" y="92776"/>
                </a:cubicBezTo>
                <a:cubicBezTo>
                  <a:pt x="293508" y="86028"/>
                  <a:pt x="295195" y="79281"/>
                  <a:pt x="296882" y="72534"/>
                </a:cubicBezTo>
                <a:cubicBezTo>
                  <a:pt x="298569" y="65786"/>
                  <a:pt x="301942" y="60726"/>
                  <a:pt x="305316" y="55665"/>
                </a:cubicBezTo>
                <a:cubicBezTo>
                  <a:pt x="310376" y="52292"/>
                  <a:pt x="313750" y="48918"/>
                  <a:pt x="320497" y="45544"/>
                </a:cubicBezTo>
                <a:cubicBezTo>
                  <a:pt x="325558" y="43858"/>
                  <a:pt x="330618" y="42171"/>
                  <a:pt x="337366" y="42171"/>
                </a:cubicBezTo>
                <a:cubicBezTo>
                  <a:pt x="345800" y="42171"/>
                  <a:pt x="350860" y="43858"/>
                  <a:pt x="355921" y="45544"/>
                </a:cubicBezTo>
                <a:cubicBezTo>
                  <a:pt x="360981" y="48918"/>
                  <a:pt x="366042" y="52292"/>
                  <a:pt x="369415" y="55665"/>
                </a:cubicBezTo>
                <a:cubicBezTo>
                  <a:pt x="372789" y="59039"/>
                  <a:pt x="374476" y="64099"/>
                  <a:pt x="376163" y="69160"/>
                </a:cubicBezTo>
                <a:cubicBezTo>
                  <a:pt x="377849" y="74220"/>
                  <a:pt x="377849" y="80968"/>
                  <a:pt x="377849" y="86028"/>
                </a:cubicBezTo>
                <a:lnTo>
                  <a:pt x="377849" y="89402"/>
                </a:lnTo>
                <a:close/>
                <a:moveTo>
                  <a:pt x="278327" y="131573"/>
                </a:moveTo>
                <a:cubicBezTo>
                  <a:pt x="278327" y="134946"/>
                  <a:pt x="278327" y="136633"/>
                  <a:pt x="276640" y="136633"/>
                </a:cubicBezTo>
                <a:cubicBezTo>
                  <a:pt x="276640" y="138320"/>
                  <a:pt x="276640" y="138320"/>
                  <a:pt x="276640" y="140007"/>
                </a:cubicBezTo>
                <a:cubicBezTo>
                  <a:pt x="274953" y="140007"/>
                  <a:pt x="274953" y="140007"/>
                  <a:pt x="273266" y="141694"/>
                </a:cubicBezTo>
                <a:cubicBezTo>
                  <a:pt x="273266" y="141694"/>
                  <a:pt x="271579" y="141694"/>
                  <a:pt x="269892" y="141694"/>
                </a:cubicBezTo>
                <a:cubicBezTo>
                  <a:pt x="268206" y="141694"/>
                  <a:pt x="266519" y="143380"/>
                  <a:pt x="264832" y="143380"/>
                </a:cubicBezTo>
                <a:cubicBezTo>
                  <a:pt x="264832" y="143380"/>
                  <a:pt x="263145" y="143380"/>
                  <a:pt x="261458" y="143380"/>
                </a:cubicBezTo>
                <a:cubicBezTo>
                  <a:pt x="256398" y="143380"/>
                  <a:pt x="251337" y="143380"/>
                  <a:pt x="247964" y="141694"/>
                </a:cubicBezTo>
                <a:cubicBezTo>
                  <a:pt x="244590" y="140007"/>
                  <a:pt x="242903" y="138320"/>
                  <a:pt x="241216" y="134946"/>
                </a:cubicBezTo>
                <a:cubicBezTo>
                  <a:pt x="237843" y="133259"/>
                  <a:pt x="236156" y="129886"/>
                  <a:pt x="236156" y="126512"/>
                </a:cubicBezTo>
                <a:cubicBezTo>
                  <a:pt x="234469" y="121452"/>
                  <a:pt x="234469" y="118078"/>
                  <a:pt x="234469" y="113017"/>
                </a:cubicBezTo>
                <a:lnTo>
                  <a:pt x="234469" y="59039"/>
                </a:lnTo>
                <a:lnTo>
                  <a:pt x="220974" y="59039"/>
                </a:lnTo>
                <a:lnTo>
                  <a:pt x="219288" y="57352"/>
                </a:lnTo>
                <a:cubicBezTo>
                  <a:pt x="217601" y="55665"/>
                  <a:pt x="217601" y="53978"/>
                  <a:pt x="217601" y="52292"/>
                </a:cubicBezTo>
                <a:cubicBezTo>
                  <a:pt x="217601" y="50605"/>
                  <a:pt x="217601" y="48918"/>
                  <a:pt x="217601" y="48918"/>
                </a:cubicBezTo>
                <a:cubicBezTo>
                  <a:pt x="217601" y="47231"/>
                  <a:pt x="219288" y="47231"/>
                  <a:pt x="219288" y="45544"/>
                </a:cubicBezTo>
                <a:lnTo>
                  <a:pt x="220974" y="45544"/>
                </a:lnTo>
                <a:lnTo>
                  <a:pt x="234469" y="45544"/>
                </a:lnTo>
                <a:lnTo>
                  <a:pt x="234469" y="23616"/>
                </a:lnTo>
                <a:lnTo>
                  <a:pt x="234469" y="21929"/>
                </a:lnTo>
                <a:cubicBezTo>
                  <a:pt x="234469" y="21929"/>
                  <a:pt x="234469" y="20242"/>
                  <a:pt x="236156" y="20242"/>
                </a:cubicBezTo>
                <a:lnTo>
                  <a:pt x="237843" y="20242"/>
                </a:lnTo>
                <a:cubicBezTo>
                  <a:pt x="239530" y="20242"/>
                  <a:pt x="241216" y="20242"/>
                  <a:pt x="242903" y="20242"/>
                </a:cubicBezTo>
                <a:cubicBezTo>
                  <a:pt x="244590" y="20242"/>
                  <a:pt x="246277" y="20242"/>
                  <a:pt x="246277" y="20242"/>
                </a:cubicBezTo>
                <a:cubicBezTo>
                  <a:pt x="247964" y="20242"/>
                  <a:pt x="247964" y="20242"/>
                  <a:pt x="249651" y="20242"/>
                </a:cubicBezTo>
                <a:cubicBezTo>
                  <a:pt x="249651" y="20242"/>
                  <a:pt x="249651" y="21929"/>
                  <a:pt x="251337" y="21929"/>
                </a:cubicBezTo>
                <a:lnTo>
                  <a:pt x="251337" y="23616"/>
                </a:lnTo>
                <a:lnTo>
                  <a:pt x="251337" y="45544"/>
                </a:lnTo>
                <a:lnTo>
                  <a:pt x="274953" y="45544"/>
                </a:lnTo>
                <a:lnTo>
                  <a:pt x="276640" y="45544"/>
                </a:lnTo>
                <a:cubicBezTo>
                  <a:pt x="276640" y="47231"/>
                  <a:pt x="278327" y="47231"/>
                  <a:pt x="278327" y="48918"/>
                </a:cubicBezTo>
                <a:cubicBezTo>
                  <a:pt x="278327" y="48918"/>
                  <a:pt x="278327" y="50605"/>
                  <a:pt x="278327" y="52292"/>
                </a:cubicBezTo>
                <a:cubicBezTo>
                  <a:pt x="278327" y="53978"/>
                  <a:pt x="278327" y="55665"/>
                  <a:pt x="276640" y="57352"/>
                </a:cubicBezTo>
                <a:lnTo>
                  <a:pt x="274953" y="59039"/>
                </a:lnTo>
                <a:lnTo>
                  <a:pt x="251337" y="59039"/>
                </a:lnTo>
                <a:lnTo>
                  <a:pt x="251337" y="109644"/>
                </a:lnTo>
                <a:cubicBezTo>
                  <a:pt x="251337" y="116391"/>
                  <a:pt x="251337" y="121452"/>
                  <a:pt x="253024" y="124825"/>
                </a:cubicBezTo>
                <a:cubicBezTo>
                  <a:pt x="256398" y="126512"/>
                  <a:pt x="259772" y="128199"/>
                  <a:pt x="263145" y="128199"/>
                </a:cubicBezTo>
                <a:cubicBezTo>
                  <a:pt x="264832" y="128199"/>
                  <a:pt x="266519" y="128199"/>
                  <a:pt x="268206" y="128199"/>
                </a:cubicBezTo>
                <a:cubicBezTo>
                  <a:pt x="269892" y="128199"/>
                  <a:pt x="269892" y="128199"/>
                  <a:pt x="271579" y="128199"/>
                </a:cubicBezTo>
                <a:cubicBezTo>
                  <a:pt x="271579" y="126512"/>
                  <a:pt x="273266" y="126512"/>
                  <a:pt x="273266" y="126512"/>
                </a:cubicBezTo>
                <a:lnTo>
                  <a:pt x="274953" y="126512"/>
                </a:lnTo>
                <a:lnTo>
                  <a:pt x="276640" y="126512"/>
                </a:lnTo>
                <a:cubicBezTo>
                  <a:pt x="276640" y="128199"/>
                  <a:pt x="278327" y="128199"/>
                  <a:pt x="278327" y="129886"/>
                </a:cubicBezTo>
                <a:lnTo>
                  <a:pt x="278327" y="131573"/>
                </a:lnTo>
                <a:close/>
                <a:moveTo>
                  <a:pt x="187238" y="84341"/>
                </a:moveTo>
                <a:cubicBezTo>
                  <a:pt x="187238" y="75907"/>
                  <a:pt x="185551" y="69160"/>
                  <a:pt x="182177" y="64099"/>
                </a:cubicBezTo>
                <a:cubicBezTo>
                  <a:pt x="177117" y="59039"/>
                  <a:pt x="172056" y="55665"/>
                  <a:pt x="163622" y="55665"/>
                </a:cubicBezTo>
                <a:cubicBezTo>
                  <a:pt x="158562" y="55665"/>
                  <a:pt x="155188" y="57352"/>
                  <a:pt x="151815" y="59039"/>
                </a:cubicBezTo>
                <a:cubicBezTo>
                  <a:pt x="150128" y="59039"/>
                  <a:pt x="146754" y="62413"/>
                  <a:pt x="145067" y="64099"/>
                </a:cubicBezTo>
                <a:cubicBezTo>
                  <a:pt x="141694" y="67473"/>
                  <a:pt x="140007" y="70847"/>
                  <a:pt x="140007" y="74220"/>
                </a:cubicBezTo>
                <a:cubicBezTo>
                  <a:pt x="138320" y="77594"/>
                  <a:pt x="138320" y="80968"/>
                  <a:pt x="138320" y="84341"/>
                </a:cubicBezTo>
                <a:lnTo>
                  <a:pt x="187238" y="84341"/>
                </a:lnTo>
                <a:close/>
                <a:moveTo>
                  <a:pt x="204106" y="89402"/>
                </a:moveTo>
                <a:cubicBezTo>
                  <a:pt x="204106" y="91089"/>
                  <a:pt x="204106" y="94462"/>
                  <a:pt x="202419" y="94462"/>
                </a:cubicBezTo>
                <a:cubicBezTo>
                  <a:pt x="200733" y="96149"/>
                  <a:pt x="199046" y="96149"/>
                  <a:pt x="197359" y="96149"/>
                </a:cubicBezTo>
                <a:lnTo>
                  <a:pt x="138320" y="96149"/>
                </a:lnTo>
                <a:cubicBezTo>
                  <a:pt x="138320" y="101210"/>
                  <a:pt x="138320" y="106270"/>
                  <a:pt x="140007" y="109644"/>
                </a:cubicBezTo>
                <a:cubicBezTo>
                  <a:pt x="140007" y="114704"/>
                  <a:pt x="141694" y="118078"/>
                  <a:pt x="145067" y="121452"/>
                </a:cubicBezTo>
                <a:cubicBezTo>
                  <a:pt x="146754" y="123138"/>
                  <a:pt x="150128" y="126512"/>
                  <a:pt x="153501" y="128199"/>
                </a:cubicBezTo>
                <a:cubicBezTo>
                  <a:pt x="156875" y="129886"/>
                  <a:pt x="161935" y="129886"/>
                  <a:pt x="166996" y="129886"/>
                </a:cubicBezTo>
                <a:cubicBezTo>
                  <a:pt x="172056" y="129886"/>
                  <a:pt x="175430" y="129886"/>
                  <a:pt x="178804" y="128199"/>
                </a:cubicBezTo>
                <a:cubicBezTo>
                  <a:pt x="182177" y="128199"/>
                  <a:pt x="185551" y="126512"/>
                  <a:pt x="188925" y="126512"/>
                </a:cubicBezTo>
                <a:cubicBezTo>
                  <a:pt x="190612" y="124825"/>
                  <a:pt x="192298" y="124825"/>
                  <a:pt x="193985" y="123138"/>
                </a:cubicBezTo>
                <a:cubicBezTo>
                  <a:pt x="195672" y="123138"/>
                  <a:pt x="197359" y="123138"/>
                  <a:pt x="197359" y="123138"/>
                </a:cubicBezTo>
                <a:lnTo>
                  <a:pt x="199046" y="123138"/>
                </a:lnTo>
                <a:cubicBezTo>
                  <a:pt x="199046" y="123138"/>
                  <a:pt x="200733" y="123138"/>
                  <a:pt x="200733" y="124825"/>
                </a:cubicBezTo>
                <a:lnTo>
                  <a:pt x="200733" y="126512"/>
                </a:lnTo>
                <a:cubicBezTo>
                  <a:pt x="200733" y="126512"/>
                  <a:pt x="200733" y="128199"/>
                  <a:pt x="200733" y="129886"/>
                </a:cubicBezTo>
                <a:lnTo>
                  <a:pt x="200733" y="131573"/>
                </a:lnTo>
                <a:lnTo>
                  <a:pt x="200733" y="133259"/>
                </a:lnTo>
                <a:cubicBezTo>
                  <a:pt x="200733" y="133259"/>
                  <a:pt x="200733" y="134946"/>
                  <a:pt x="199046" y="134946"/>
                </a:cubicBezTo>
                <a:lnTo>
                  <a:pt x="199046" y="136633"/>
                </a:lnTo>
                <a:cubicBezTo>
                  <a:pt x="199046" y="136633"/>
                  <a:pt x="197359" y="136633"/>
                  <a:pt x="195672" y="138320"/>
                </a:cubicBezTo>
                <a:cubicBezTo>
                  <a:pt x="193985" y="138320"/>
                  <a:pt x="190612" y="140007"/>
                  <a:pt x="188925" y="140007"/>
                </a:cubicBezTo>
                <a:cubicBezTo>
                  <a:pt x="185551" y="141694"/>
                  <a:pt x="182177" y="141694"/>
                  <a:pt x="178804" y="141694"/>
                </a:cubicBezTo>
                <a:cubicBezTo>
                  <a:pt x="173743" y="143380"/>
                  <a:pt x="170370" y="143380"/>
                  <a:pt x="165309" y="143380"/>
                </a:cubicBezTo>
                <a:cubicBezTo>
                  <a:pt x="158562" y="143380"/>
                  <a:pt x="151815" y="141694"/>
                  <a:pt x="146754" y="140007"/>
                </a:cubicBezTo>
                <a:cubicBezTo>
                  <a:pt x="140007" y="138320"/>
                  <a:pt x="136633" y="134946"/>
                  <a:pt x="131573" y="131573"/>
                </a:cubicBezTo>
                <a:cubicBezTo>
                  <a:pt x="128199" y="126512"/>
                  <a:pt x="124825" y="121452"/>
                  <a:pt x="123138" y="114704"/>
                </a:cubicBezTo>
                <a:cubicBezTo>
                  <a:pt x="121452" y="109644"/>
                  <a:pt x="119765" y="101210"/>
                  <a:pt x="119765" y="92776"/>
                </a:cubicBezTo>
                <a:cubicBezTo>
                  <a:pt x="119765" y="86028"/>
                  <a:pt x="121452" y="79281"/>
                  <a:pt x="123138" y="72534"/>
                </a:cubicBezTo>
                <a:cubicBezTo>
                  <a:pt x="124825" y="65786"/>
                  <a:pt x="128199" y="60726"/>
                  <a:pt x="131573" y="55665"/>
                </a:cubicBezTo>
                <a:cubicBezTo>
                  <a:pt x="136633" y="52292"/>
                  <a:pt x="140007" y="48918"/>
                  <a:pt x="146754" y="45544"/>
                </a:cubicBezTo>
                <a:cubicBezTo>
                  <a:pt x="151815" y="43858"/>
                  <a:pt x="156875" y="42171"/>
                  <a:pt x="163622" y="42171"/>
                </a:cubicBezTo>
                <a:cubicBezTo>
                  <a:pt x="172056" y="42171"/>
                  <a:pt x="177117" y="43858"/>
                  <a:pt x="182177" y="45544"/>
                </a:cubicBezTo>
                <a:cubicBezTo>
                  <a:pt x="187238" y="48918"/>
                  <a:pt x="192298" y="52292"/>
                  <a:pt x="195672" y="55665"/>
                </a:cubicBezTo>
                <a:cubicBezTo>
                  <a:pt x="199046" y="59039"/>
                  <a:pt x="200733" y="64099"/>
                  <a:pt x="202419" y="69160"/>
                </a:cubicBezTo>
                <a:cubicBezTo>
                  <a:pt x="204106" y="74220"/>
                  <a:pt x="204106" y="80968"/>
                  <a:pt x="204106" y="86028"/>
                </a:cubicBezTo>
                <a:lnTo>
                  <a:pt x="204106" y="89402"/>
                </a:lnTo>
                <a:close/>
                <a:moveTo>
                  <a:pt x="82655" y="74220"/>
                </a:moveTo>
                <a:cubicBezTo>
                  <a:pt x="82655" y="67473"/>
                  <a:pt x="82655" y="60726"/>
                  <a:pt x="80968" y="53978"/>
                </a:cubicBezTo>
                <a:cubicBezTo>
                  <a:pt x="79281" y="48918"/>
                  <a:pt x="75907" y="43858"/>
                  <a:pt x="72534" y="38797"/>
                </a:cubicBezTo>
                <a:cubicBezTo>
                  <a:pt x="67473" y="33737"/>
                  <a:pt x="64099" y="30363"/>
                  <a:pt x="57352" y="28676"/>
                </a:cubicBezTo>
                <a:cubicBezTo>
                  <a:pt x="52292" y="25302"/>
                  <a:pt x="43858" y="23616"/>
                  <a:pt x="35423" y="23616"/>
                </a:cubicBezTo>
                <a:lnTo>
                  <a:pt x="16868" y="23616"/>
                </a:lnTo>
                <a:lnTo>
                  <a:pt x="16868" y="126512"/>
                </a:lnTo>
                <a:lnTo>
                  <a:pt x="35423" y="126512"/>
                </a:lnTo>
                <a:cubicBezTo>
                  <a:pt x="43858" y="126512"/>
                  <a:pt x="50605" y="126512"/>
                  <a:pt x="57352" y="123138"/>
                </a:cubicBezTo>
                <a:cubicBezTo>
                  <a:pt x="62413" y="121452"/>
                  <a:pt x="67473" y="118078"/>
                  <a:pt x="70847" y="114704"/>
                </a:cubicBezTo>
                <a:cubicBezTo>
                  <a:pt x="75907" y="109644"/>
                  <a:pt x="77594" y="104583"/>
                  <a:pt x="79281" y="97836"/>
                </a:cubicBezTo>
                <a:cubicBezTo>
                  <a:pt x="82655" y="91089"/>
                  <a:pt x="82655" y="82655"/>
                  <a:pt x="82655" y="74220"/>
                </a:cubicBezTo>
                <a:close/>
                <a:moveTo>
                  <a:pt x="101210" y="74220"/>
                </a:moveTo>
                <a:cubicBezTo>
                  <a:pt x="101210" y="84341"/>
                  <a:pt x="99523" y="94462"/>
                  <a:pt x="97836" y="102897"/>
                </a:cubicBezTo>
                <a:cubicBezTo>
                  <a:pt x="94462" y="111331"/>
                  <a:pt x="89402" y="119765"/>
                  <a:pt x="84341" y="124825"/>
                </a:cubicBezTo>
                <a:cubicBezTo>
                  <a:pt x="79281" y="129886"/>
                  <a:pt x="72534" y="134946"/>
                  <a:pt x="64099" y="136633"/>
                </a:cubicBezTo>
                <a:cubicBezTo>
                  <a:pt x="55665" y="140007"/>
                  <a:pt x="45544" y="141694"/>
                  <a:pt x="33737" y="141694"/>
                </a:cubicBezTo>
                <a:lnTo>
                  <a:pt x="6747" y="141694"/>
                </a:lnTo>
                <a:cubicBezTo>
                  <a:pt x="5060" y="141694"/>
                  <a:pt x="3374" y="141694"/>
                  <a:pt x="1687" y="140007"/>
                </a:cubicBezTo>
                <a:cubicBezTo>
                  <a:pt x="0" y="138320"/>
                  <a:pt x="0" y="136633"/>
                  <a:pt x="0" y="134946"/>
                </a:cubicBezTo>
                <a:lnTo>
                  <a:pt x="0" y="16868"/>
                </a:lnTo>
                <a:cubicBezTo>
                  <a:pt x="0" y="13495"/>
                  <a:pt x="0" y="11808"/>
                  <a:pt x="1687" y="11808"/>
                </a:cubicBezTo>
                <a:cubicBezTo>
                  <a:pt x="3374" y="10121"/>
                  <a:pt x="5060" y="10121"/>
                  <a:pt x="6747" y="10121"/>
                </a:cubicBezTo>
                <a:lnTo>
                  <a:pt x="37110" y="10121"/>
                </a:lnTo>
                <a:cubicBezTo>
                  <a:pt x="47231" y="10121"/>
                  <a:pt x="57352" y="11808"/>
                  <a:pt x="65786" y="13495"/>
                </a:cubicBezTo>
                <a:cubicBezTo>
                  <a:pt x="72534" y="16868"/>
                  <a:pt x="79281" y="21929"/>
                  <a:pt x="84341" y="26989"/>
                </a:cubicBezTo>
                <a:cubicBezTo>
                  <a:pt x="91089" y="32050"/>
                  <a:pt x="94462" y="38797"/>
                  <a:pt x="97836" y="47231"/>
                </a:cubicBezTo>
                <a:cubicBezTo>
                  <a:pt x="99523" y="55665"/>
                  <a:pt x="101210" y="64099"/>
                  <a:pt x="101210" y="742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FF114-CE20-47FC-B7EF-BAE0BC38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359" y="5344241"/>
            <a:ext cx="263145" cy="261458"/>
          </a:xfrm>
          <a:custGeom xmlns:a="http://schemas.openxmlformats.org/drawingml/2006/main">
            <a:pathLst>
              <a:path w="263145" h="261458">
                <a:moveTo>
                  <a:pt x="0" y="131573"/>
                </a:moveTo>
                <a:cubicBezTo>
                  <a:pt x="0" y="59039"/>
                  <a:pt x="59039" y="0"/>
                  <a:pt x="131573" y="0"/>
                </a:cubicBezTo>
                <a:cubicBezTo>
                  <a:pt x="204106" y="0"/>
                  <a:pt x="263145" y="59039"/>
                  <a:pt x="263145" y="131573"/>
                </a:cubicBezTo>
                <a:cubicBezTo>
                  <a:pt x="263145" y="204106"/>
                  <a:pt x="204106" y="261458"/>
                  <a:pt x="131573" y="261458"/>
                </a:cubicBezTo>
                <a:cubicBezTo>
                  <a:pt x="59039" y="261458"/>
                  <a:pt x="0" y="204106"/>
                  <a:pt x="0" y="13157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B8E3F-F4FD-458C-9203-A34B4951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925" y="5335807"/>
            <a:ext cx="280013" cy="278327"/>
          </a:xfrm>
          <a:custGeom xmlns:a="http://schemas.openxmlformats.org/drawingml/2006/main">
            <a:pathLst>
              <a:path w="280013" h="278327">
                <a:moveTo>
                  <a:pt x="8434" y="140007"/>
                </a:moveTo>
                <a:lnTo>
                  <a:pt x="0" y="140007"/>
                </a:lnTo>
                <a:cubicBezTo>
                  <a:pt x="0" y="62413"/>
                  <a:pt x="62413" y="0"/>
                  <a:pt x="140007" y="0"/>
                </a:cubicBezTo>
                <a:cubicBezTo>
                  <a:pt x="217601" y="0"/>
                  <a:pt x="280013" y="62413"/>
                  <a:pt x="280013" y="140007"/>
                </a:cubicBezTo>
                <a:cubicBezTo>
                  <a:pt x="280013" y="217601"/>
                  <a:pt x="217601" y="278327"/>
                  <a:pt x="140007" y="278327"/>
                </a:cubicBezTo>
                <a:cubicBezTo>
                  <a:pt x="62413" y="278327"/>
                  <a:pt x="0" y="217601"/>
                  <a:pt x="0" y="140007"/>
                </a:cubicBezTo>
                <a:lnTo>
                  <a:pt x="8434" y="140007"/>
                </a:lnTo>
                <a:lnTo>
                  <a:pt x="16868" y="140007"/>
                </a:lnTo>
                <a:cubicBezTo>
                  <a:pt x="16868" y="207480"/>
                  <a:pt x="72534" y="261458"/>
                  <a:pt x="140007" y="261458"/>
                </a:cubicBezTo>
                <a:cubicBezTo>
                  <a:pt x="207480" y="261458"/>
                  <a:pt x="263145" y="207480"/>
                  <a:pt x="263145" y="140007"/>
                </a:cubicBezTo>
                <a:cubicBezTo>
                  <a:pt x="263145" y="72534"/>
                  <a:pt x="207480" y="18555"/>
                  <a:pt x="140007" y="18555"/>
                </a:cubicBezTo>
                <a:cubicBezTo>
                  <a:pt x="72534" y="18555"/>
                  <a:pt x="16868" y="72534"/>
                  <a:pt x="16868" y="140007"/>
                </a:cubicBezTo>
                <a:lnTo>
                  <a:pt x="8434" y="140007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96E8A-4A20-44CA-A37B-6B288767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135" y="5421835"/>
            <a:ext cx="77594" cy="119765"/>
          </a:xfrm>
          <a:custGeom xmlns:a="http://schemas.openxmlformats.org/drawingml/2006/main">
            <a:pathLst>
              <a:path w="77594" h="119765">
                <a:moveTo>
                  <a:pt x="59039" y="26989"/>
                </a:moveTo>
                <a:cubicBezTo>
                  <a:pt x="59039" y="25302"/>
                  <a:pt x="59039" y="23616"/>
                  <a:pt x="57352" y="20242"/>
                </a:cubicBezTo>
                <a:cubicBezTo>
                  <a:pt x="57352" y="18555"/>
                  <a:pt x="55665" y="16868"/>
                  <a:pt x="53978" y="15181"/>
                </a:cubicBezTo>
                <a:cubicBezTo>
                  <a:pt x="52292" y="13495"/>
                  <a:pt x="50605" y="13495"/>
                  <a:pt x="47231" y="11808"/>
                </a:cubicBezTo>
                <a:cubicBezTo>
                  <a:pt x="45544" y="11808"/>
                  <a:pt x="42171" y="11808"/>
                  <a:pt x="38797" y="11808"/>
                </a:cubicBezTo>
                <a:cubicBezTo>
                  <a:pt x="32050" y="11808"/>
                  <a:pt x="26989" y="13495"/>
                  <a:pt x="23616" y="15181"/>
                </a:cubicBezTo>
                <a:cubicBezTo>
                  <a:pt x="20242" y="18555"/>
                  <a:pt x="18555" y="21929"/>
                  <a:pt x="18555" y="26989"/>
                </a:cubicBezTo>
                <a:cubicBezTo>
                  <a:pt x="18555" y="30363"/>
                  <a:pt x="20242" y="32050"/>
                  <a:pt x="20242" y="33737"/>
                </a:cubicBezTo>
                <a:cubicBezTo>
                  <a:pt x="21929" y="37110"/>
                  <a:pt x="21929" y="38797"/>
                  <a:pt x="23616" y="40484"/>
                </a:cubicBezTo>
                <a:cubicBezTo>
                  <a:pt x="25302" y="42171"/>
                  <a:pt x="28676" y="43858"/>
                  <a:pt x="30363" y="45544"/>
                </a:cubicBezTo>
                <a:cubicBezTo>
                  <a:pt x="33737" y="47231"/>
                  <a:pt x="37110" y="48918"/>
                  <a:pt x="40484" y="50605"/>
                </a:cubicBezTo>
                <a:cubicBezTo>
                  <a:pt x="45544" y="47231"/>
                  <a:pt x="50605" y="43858"/>
                  <a:pt x="53978" y="40484"/>
                </a:cubicBezTo>
                <a:cubicBezTo>
                  <a:pt x="57352" y="37110"/>
                  <a:pt x="59039" y="32050"/>
                  <a:pt x="59039" y="26989"/>
                </a:cubicBezTo>
                <a:close/>
                <a:moveTo>
                  <a:pt x="62413" y="89402"/>
                </a:moveTo>
                <a:cubicBezTo>
                  <a:pt x="62413" y="86028"/>
                  <a:pt x="62413" y="84341"/>
                  <a:pt x="60726" y="82655"/>
                </a:cubicBezTo>
                <a:cubicBezTo>
                  <a:pt x="60726" y="79281"/>
                  <a:pt x="59039" y="77594"/>
                  <a:pt x="55665" y="75907"/>
                </a:cubicBezTo>
                <a:cubicBezTo>
                  <a:pt x="53978" y="74220"/>
                  <a:pt x="52292" y="70847"/>
                  <a:pt x="48918" y="69160"/>
                </a:cubicBezTo>
                <a:cubicBezTo>
                  <a:pt x="45544" y="67473"/>
                  <a:pt x="42171" y="65786"/>
                  <a:pt x="37110" y="64099"/>
                </a:cubicBezTo>
                <a:cubicBezTo>
                  <a:pt x="33737" y="65786"/>
                  <a:pt x="30363" y="67473"/>
                  <a:pt x="28676" y="69160"/>
                </a:cubicBezTo>
                <a:cubicBezTo>
                  <a:pt x="25302" y="70847"/>
                  <a:pt x="21929" y="74220"/>
                  <a:pt x="20242" y="75907"/>
                </a:cubicBezTo>
                <a:cubicBezTo>
                  <a:pt x="18555" y="77594"/>
                  <a:pt x="16868" y="79281"/>
                  <a:pt x="16868" y="80968"/>
                </a:cubicBezTo>
                <a:cubicBezTo>
                  <a:pt x="15181" y="84341"/>
                  <a:pt x="15181" y="86028"/>
                  <a:pt x="15181" y="89402"/>
                </a:cubicBezTo>
                <a:cubicBezTo>
                  <a:pt x="15181" y="94462"/>
                  <a:pt x="16868" y="99523"/>
                  <a:pt x="21929" y="102897"/>
                </a:cubicBezTo>
                <a:cubicBezTo>
                  <a:pt x="25302" y="106270"/>
                  <a:pt x="32050" y="107957"/>
                  <a:pt x="38797" y="107957"/>
                </a:cubicBezTo>
                <a:cubicBezTo>
                  <a:pt x="47231" y="107957"/>
                  <a:pt x="52292" y="106270"/>
                  <a:pt x="57352" y="102897"/>
                </a:cubicBezTo>
                <a:cubicBezTo>
                  <a:pt x="60726" y="99523"/>
                  <a:pt x="62413" y="94462"/>
                  <a:pt x="62413" y="89402"/>
                </a:cubicBezTo>
                <a:close/>
                <a:moveTo>
                  <a:pt x="77594" y="87715"/>
                </a:moveTo>
                <a:cubicBezTo>
                  <a:pt x="77594" y="92776"/>
                  <a:pt x="77594" y="97836"/>
                  <a:pt x="75907" y="101210"/>
                </a:cubicBezTo>
                <a:cubicBezTo>
                  <a:pt x="74220" y="104583"/>
                  <a:pt x="70847" y="107957"/>
                  <a:pt x="67473" y="111331"/>
                </a:cubicBezTo>
                <a:cubicBezTo>
                  <a:pt x="64099" y="114704"/>
                  <a:pt x="60726" y="116391"/>
                  <a:pt x="55665" y="118078"/>
                </a:cubicBezTo>
                <a:cubicBezTo>
                  <a:pt x="50605" y="118078"/>
                  <a:pt x="43858" y="119765"/>
                  <a:pt x="38797" y="119765"/>
                </a:cubicBezTo>
                <a:cubicBezTo>
                  <a:pt x="32050" y="119765"/>
                  <a:pt x="26989" y="118078"/>
                  <a:pt x="21929" y="118078"/>
                </a:cubicBezTo>
                <a:cubicBezTo>
                  <a:pt x="16868" y="116391"/>
                  <a:pt x="13495" y="114704"/>
                  <a:pt x="10121" y="111331"/>
                </a:cubicBezTo>
                <a:cubicBezTo>
                  <a:pt x="6747" y="109644"/>
                  <a:pt x="3374" y="106270"/>
                  <a:pt x="1687" y="102897"/>
                </a:cubicBezTo>
                <a:cubicBezTo>
                  <a:pt x="0" y="99523"/>
                  <a:pt x="0" y="94462"/>
                  <a:pt x="0" y="91089"/>
                </a:cubicBezTo>
                <a:cubicBezTo>
                  <a:pt x="0" y="86028"/>
                  <a:pt x="0" y="82655"/>
                  <a:pt x="1687" y="80968"/>
                </a:cubicBezTo>
                <a:cubicBezTo>
                  <a:pt x="3374" y="77594"/>
                  <a:pt x="5060" y="74220"/>
                  <a:pt x="6747" y="72534"/>
                </a:cubicBezTo>
                <a:cubicBezTo>
                  <a:pt x="8434" y="69160"/>
                  <a:pt x="11808" y="67473"/>
                  <a:pt x="15181" y="64099"/>
                </a:cubicBezTo>
                <a:cubicBezTo>
                  <a:pt x="18555" y="62413"/>
                  <a:pt x="21929" y="60726"/>
                  <a:pt x="26989" y="57352"/>
                </a:cubicBezTo>
                <a:cubicBezTo>
                  <a:pt x="21929" y="55665"/>
                  <a:pt x="20242" y="53978"/>
                  <a:pt x="16868" y="52292"/>
                </a:cubicBezTo>
                <a:cubicBezTo>
                  <a:pt x="13495" y="50605"/>
                  <a:pt x="11808" y="47231"/>
                  <a:pt x="10121" y="45544"/>
                </a:cubicBezTo>
                <a:cubicBezTo>
                  <a:pt x="8434" y="43858"/>
                  <a:pt x="6747" y="40484"/>
                  <a:pt x="5060" y="37110"/>
                </a:cubicBezTo>
                <a:cubicBezTo>
                  <a:pt x="5060" y="35423"/>
                  <a:pt x="3374" y="32050"/>
                  <a:pt x="3374" y="28676"/>
                </a:cubicBezTo>
                <a:cubicBezTo>
                  <a:pt x="3374" y="25302"/>
                  <a:pt x="5060" y="20242"/>
                  <a:pt x="6747" y="16868"/>
                </a:cubicBezTo>
                <a:cubicBezTo>
                  <a:pt x="6747" y="13495"/>
                  <a:pt x="10121" y="10121"/>
                  <a:pt x="11808" y="8434"/>
                </a:cubicBezTo>
                <a:cubicBezTo>
                  <a:pt x="15181" y="5060"/>
                  <a:pt x="18555" y="3374"/>
                  <a:pt x="23616" y="1687"/>
                </a:cubicBezTo>
                <a:cubicBezTo>
                  <a:pt x="28676" y="0"/>
                  <a:pt x="33737" y="0"/>
                  <a:pt x="40484" y="0"/>
                </a:cubicBezTo>
                <a:cubicBezTo>
                  <a:pt x="45544" y="0"/>
                  <a:pt x="50605" y="0"/>
                  <a:pt x="55665" y="1687"/>
                </a:cubicBezTo>
                <a:cubicBezTo>
                  <a:pt x="59039" y="3374"/>
                  <a:pt x="64099" y="5060"/>
                  <a:pt x="65786" y="6747"/>
                </a:cubicBezTo>
                <a:cubicBezTo>
                  <a:pt x="69160" y="10121"/>
                  <a:pt x="70847" y="11808"/>
                  <a:pt x="72534" y="15181"/>
                </a:cubicBezTo>
                <a:cubicBezTo>
                  <a:pt x="74220" y="18555"/>
                  <a:pt x="74220" y="21929"/>
                  <a:pt x="74220" y="26989"/>
                </a:cubicBezTo>
                <a:cubicBezTo>
                  <a:pt x="74220" y="28676"/>
                  <a:pt x="74220" y="32050"/>
                  <a:pt x="72534" y="35423"/>
                </a:cubicBezTo>
                <a:cubicBezTo>
                  <a:pt x="72534" y="38797"/>
                  <a:pt x="70847" y="40484"/>
                  <a:pt x="69160" y="43858"/>
                </a:cubicBezTo>
                <a:cubicBezTo>
                  <a:pt x="65786" y="45544"/>
                  <a:pt x="64099" y="48918"/>
                  <a:pt x="60726" y="50605"/>
                </a:cubicBezTo>
                <a:cubicBezTo>
                  <a:pt x="59039" y="52292"/>
                  <a:pt x="55665" y="53978"/>
                  <a:pt x="52292" y="57352"/>
                </a:cubicBezTo>
                <a:cubicBezTo>
                  <a:pt x="55665" y="59039"/>
                  <a:pt x="59039" y="60726"/>
                  <a:pt x="62413" y="62413"/>
                </a:cubicBezTo>
                <a:cubicBezTo>
                  <a:pt x="65786" y="65786"/>
                  <a:pt x="69160" y="67473"/>
                  <a:pt x="70847" y="70847"/>
                </a:cubicBezTo>
                <a:cubicBezTo>
                  <a:pt x="74220" y="72534"/>
                  <a:pt x="75907" y="75907"/>
                  <a:pt x="75907" y="77594"/>
                </a:cubicBezTo>
                <a:cubicBezTo>
                  <a:pt x="77594" y="80968"/>
                  <a:pt x="77594" y="84341"/>
                  <a:pt x="77594" y="877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E96BFD-6A86-47E4-A091-193851BF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975" y="5030490"/>
            <a:ext cx="293508" cy="158562"/>
          </a:xfrm>
          <a:custGeom xmlns:a="http://schemas.openxmlformats.org/drawingml/2006/main">
            <a:pathLst>
              <a:path w="293508" h="158562">
                <a:moveTo>
                  <a:pt x="278327" y="82655"/>
                </a:moveTo>
                <a:cubicBezTo>
                  <a:pt x="278327" y="79281"/>
                  <a:pt x="276640" y="74220"/>
                  <a:pt x="276640" y="70847"/>
                </a:cubicBezTo>
                <a:cubicBezTo>
                  <a:pt x="276640" y="67473"/>
                  <a:pt x="274953" y="64099"/>
                  <a:pt x="273266" y="60726"/>
                </a:cubicBezTo>
                <a:cubicBezTo>
                  <a:pt x="271579" y="57352"/>
                  <a:pt x="269892" y="55665"/>
                  <a:pt x="266519" y="53978"/>
                </a:cubicBezTo>
                <a:cubicBezTo>
                  <a:pt x="264832" y="50605"/>
                  <a:pt x="261458" y="50605"/>
                  <a:pt x="258085" y="50605"/>
                </a:cubicBezTo>
                <a:cubicBezTo>
                  <a:pt x="254711" y="50605"/>
                  <a:pt x="253024" y="50605"/>
                  <a:pt x="251337" y="50605"/>
                </a:cubicBezTo>
                <a:cubicBezTo>
                  <a:pt x="249651" y="52292"/>
                  <a:pt x="247964" y="52292"/>
                  <a:pt x="246277" y="53978"/>
                </a:cubicBezTo>
                <a:cubicBezTo>
                  <a:pt x="244590" y="55665"/>
                  <a:pt x="241216" y="57352"/>
                  <a:pt x="239530" y="59039"/>
                </a:cubicBezTo>
                <a:cubicBezTo>
                  <a:pt x="237843" y="60726"/>
                  <a:pt x="236156" y="64099"/>
                  <a:pt x="232782" y="65786"/>
                </a:cubicBezTo>
                <a:lnTo>
                  <a:pt x="232782" y="97836"/>
                </a:lnTo>
                <a:cubicBezTo>
                  <a:pt x="237843" y="102897"/>
                  <a:pt x="241216" y="107957"/>
                  <a:pt x="244590" y="109644"/>
                </a:cubicBezTo>
                <a:cubicBezTo>
                  <a:pt x="247964" y="113017"/>
                  <a:pt x="253024" y="114704"/>
                  <a:pt x="256398" y="114704"/>
                </a:cubicBezTo>
                <a:cubicBezTo>
                  <a:pt x="259772" y="114704"/>
                  <a:pt x="263145" y="113017"/>
                  <a:pt x="266519" y="111331"/>
                </a:cubicBezTo>
                <a:cubicBezTo>
                  <a:pt x="268206" y="109644"/>
                  <a:pt x="271579" y="107957"/>
                  <a:pt x="273266" y="104583"/>
                </a:cubicBezTo>
                <a:cubicBezTo>
                  <a:pt x="274953" y="101210"/>
                  <a:pt x="274953" y="97836"/>
                  <a:pt x="276640" y="94462"/>
                </a:cubicBezTo>
                <a:cubicBezTo>
                  <a:pt x="276640" y="91089"/>
                  <a:pt x="278327" y="86028"/>
                  <a:pt x="278327" y="82655"/>
                </a:cubicBezTo>
                <a:close/>
                <a:moveTo>
                  <a:pt x="293508" y="80968"/>
                </a:moveTo>
                <a:cubicBezTo>
                  <a:pt x="293508" y="87715"/>
                  <a:pt x="291821" y="94462"/>
                  <a:pt x="290134" y="99523"/>
                </a:cubicBezTo>
                <a:cubicBezTo>
                  <a:pt x="288448" y="106270"/>
                  <a:pt x="286761" y="111331"/>
                  <a:pt x="283387" y="114704"/>
                </a:cubicBezTo>
                <a:cubicBezTo>
                  <a:pt x="281700" y="118078"/>
                  <a:pt x="276640" y="121452"/>
                  <a:pt x="273266" y="123138"/>
                </a:cubicBezTo>
                <a:cubicBezTo>
                  <a:pt x="268206" y="126512"/>
                  <a:pt x="263145" y="126512"/>
                  <a:pt x="258085" y="126512"/>
                </a:cubicBezTo>
                <a:cubicBezTo>
                  <a:pt x="254711" y="126512"/>
                  <a:pt x="253024" y="126512"/>
                  <a:pt x="251337" y="126512"/>
                </a:cubicBezTo>
                <a:cubicBezTo>
                  <a:pt x="249651" y="126512"/>
                  <a:pt x="246277" y="124825"/>
                  <a:pt x="244590" y="123138"/>
                </a:cubicBezTo>
                <a:cubicBezTo>
                  <a:pt x="242903" y="123138"/>
                  <a:pt x="241216" y="121452"/>
                  <a:pt x="239530" y="119765"/>
                </a:cubicBezTo>
                <a:cubicBezTo>
                  <a:pt x="237843" y="118078"/>
                  <a:pt x="234469" y="116391"/>
                  <a:pt x="232782" y="114704"/>
                </a:cubicBezTo>
                <a:lnTo>
                  <a:pt x="232782" y="155188"/>
                </a:lnTo>
                <a:lnTo>
                  <a:pt x="232782" y="156875"/>
                </a:lnTo>
                <a:lnTo>
                  <a:pt x="231095" y="156875"/>
                </a:lnTo>
                <a:cubicBezTo>
                  <a:pt x="231095" y="156875"/>
                  <a:pt x="231095" y="158562"/>
                  <a:pt x="229409" y="158562"/>
                </a:cubicBezTo>
                <a:cubicBezTo>
                  <a:pt x="227722" y="158562"/>
                  <a:pt x="227722" y="158562"/>
                  <a:pt x="226035" y="158562"/>
                </a:cubicBezTo>
                <a:cubicBezTo>
                  <a:pt x="224348" y="158562"/>
                  <a:pt x="222661" y="158562"/>
                  <a:pt x="222661" y="158562"/>
                </a:cubicBezTo>
                <a:cubicBezTo>
                  <a:pt x="220974" y="158562"/>
                  <a:pt x="220974" y="156875"/>
                  <a:pt x="219288" y="156875"/>
                </a:cubicBezTo>
                <a:cubicBezTo>
                  <a:pt x="217601" y="156875"/>
                  <a:pt x="217601" y="155188"/>
                  <a:pt x="217601" y="155188"/>
                </a:cubicBezTo>
                <a:lnTo>
                  <a:pt x="217601" y="42171"/>
                </a:lnTo>
                <a:cubicBezTo>
                  <a:pt x="217601" y="40484"/>
                  <a:pt x="217601" y="40484"/>
                  <a:pt x="219288" y="40484"/>
                </a:cubicBezTo>
                <a:lnTo>
                  <a:pt x="219288" y="38797"/>
                </a:lnTo>
                <a:lnTo>
                  <a:pt x="220974" y="38797"/>
                </a:lnTo>
                <a:cubicBezTo>
                  <a:pt x="222661" y="38797"/>
                  <a:pt x="224348" y="38797"/>
                  <a:pt x="224348" y="38797"/>
                </a:cubicBezTo>
                <a:cubicBezTo>
                  <a:pt x="226035" y="38797"/>
                  <a:pt x="227722" y="38797"/>
                  <a:pt x="227722" y="38797"/>
                </a:cubicBezTo>
                <a:lnTo>
                  <a:pt x="229409" y="38797"/>
                </a:lnTo>
                <a:lnTo>
                  <a:pt x="231095" y="40484"/>
                </a:lnTo>
                <a:lnTo>
                  <a:pt x="231095" y="42171"/>
                </a:lnTo>
                <a:lnTo>
                  <a:pt x="231095" y="52292"/>
                </a:lnTo>
                <a:cubicBezTo>
                  <a:pt x="234469" y="50605"/>
                  <a:pt x="236156" y="47231"/>
                  <a:pt x="237843" y="45544"/>
                </a:cubicBezTo>
                <a:cubicBezTo>
                  <a:pt x="241216" y="43858"/>
                  <a:pt x="242903" y="42171"/>
                  <a:pt x="244590" y="42171"/>
                </a:cubicBezTo>
                <a:cubicBezTo>
                  <a:pt x="247964" y="40484"/>
                  <a:pt x="249651" y="38797"/>
                  <a:pt x="253024" y="38797"/>
                </a:cubicBezTo>
                <a:cubicBezTo>
                  <a:pt x="254711" y="37110"/>
                  <a:pt x="258085" y="37110"/>
                  <a:pt x="259772" y="37110"/>
                </a:cubicBezTo>
                <a:cubicBezTo>
                  <a:pt x="266519" y="37110"/>
                  <a:pt x="271579" y="38797"/>
                  <a:pt x="274953" y="40484"/>
                </a:cubicBezTo>
                <a:cubicBezTo>
                  <a:pt x="280013" y="43858"/>
                  <a:pt x="283387" y="47231"/>
                  <a:pt x="285074" y="50605"/>
                </a:cubicBezTo>
                <a:cubicBezTo>
                  <a:pt x="288448" y="53978"/>
                  <a:pt x="290134" y="59039"/>
                  <a:pt x="291821" y="64099"/>
                </a:cubicBezTo>
                <a:cubicBezTo>
                  <a:pt x="291821" y="69160"/>
                  <a:pt x="293508" y="75907"/>
                  <a:pt x="293508" y="80968"/>
                </a:cubicBezTo>
                <a:close/>
                <a:moveTo>
                  <a:pt x="190612" y="123138"/>
                </a:moveTo>
                <a:lnTo>
                  <a:pt x="190612" y="124825"/>
                </a:lnTo>
                <a:lnTo>
                  <a:pt x="188925" y="124825"/>
                </a:lnTo>
                <a:lnTo>
                  <a:pt x="187238" y="124825"/>
                </a:lnTo>
                <a:cubicBezTo>
                  <a:pt x="185551" y="126512"/>
                  <a:pt x="183864" y="126512"/>
                  <a:pt x="182177" y="126512"/>
                </a:cubicBezTo>
                <a:cubicBezTo>
                  <a:pt x="180491" y="126512"/>
                  <a:pt x="180491" y="126512"/>
                  <a:pt x="178804" y="124825"/>
                </a:cubicBezTo>
                <a:lnTo>
                  <a:pt x="177117" y="124825"/>
                </a:lnTo>
                <a:lnTo>
                  <a:pt x="175430" y="124825"/>
                </a:lnTo>
                <a:lnTo>
                  <a:pt x="175430" y="123138"/>
                </a:lnTo>
                <a:lnTo>
                  <a:pt x="175430" y="42171"/>
                </a:lnTo>
                <a:lnTo>
                  <a:pt x="175430" y="40484"/>
                </a:lnTo>
                <a:cubicBezTo>
                  <a:pt x="175430" y="40484"/>
                  <a:pt x="177117" y="40484"/>
                  <a:pt x="177117" y="38797"/>
                </a:cubicBezTo>
                <a:lnTo>
                  <a:pt x="178804" y="38797"/>
                </a:lnTo>
                <a:cubicBezTo>
                  <a:pt x="180491" y="38797"/>
                  <a:pt x="180491" y="38797"/>
                  <a:pt x="182177" y="38797"/>
                </a:cubicBezTo>
                <a:cubicBezTo>
                  <a:pt x="183864" y="38797"/>
                  <a:pt x="185551" y="38797"/>
                  <a:pt x="187238" y="38797"/>
                </a:cubicBezTo>
                <a:lnTo>
                  <a:pt x="188925" y="38797"/>
                </a:lnTo>
                <a:cubicBezTo>
                  <a:pt x="188925" y="40484"/>
                  <a:pt x="188925" y="40484"/>
                  <a:pt x="190612" y="40484"/>
                </a:cubicBezTo>
                <a:lnTo>
                  <a:pt x="190612" y="42171"/>
                </a:lnTo>
                <a:lnTo>
                  <a:pt x="190612" y="123138"/>
                </a:lnTo>
                <a:close/>
                <a:moveTo>
                  <a:pt x="192298" y="13495"/>
                </a:moveTo>
                <a:cubicBezTo>
                  <a:pt x="192298" y="18555"/>
                  <a:pt x="190612" y="20242"/>
                  <a:pt x="190612" y="21929"/>
                </a:cubicBezTo>
                <a:cubicBezTo>
                  <a:pt x="188925" y="21929"/>
                  <a:pt x="185551" y="23616"/>
                  <a:pt x="182177" y="23616"/>
                </a:cubicBezTo>
                <a:cubicBezTo>
                  <a:pt x="178804" y="23616"/>
                  <a:pt x="177117" y="21929"/>
                  <a:pt x="175430" y="21929"/>
                </a:cubicBezTo>
                <a:cubicBezTo>
                  <a:pt x="173743" y="20242"/>
                  <a:pt x="173743" y="18555"/>
                  <a:pt x="173743" y="15181"/>
                </a:cubicBezTo>
                <a:cubicBezTo>
                  <a:pt x="173743" y="10121"/>
                  <a:pt x="173743" y="8434"/>
                  <a:pt x="175430" y="6747"/>
                </a:cubicBezTo>
                <a:cubicBezTo>
                  <a:pt x="177117" y="6747"/>
                  <a:pt x="178804" y="5060"/>
                  <a:pt x="182177" y="5060"/>
                </a:cubicBezTo>
                <a:cubicBezTo>
                  <a:pt x="185551" y="5060"/>
                  <a:pt x="188925" y="6747"/>
                  <a:pt x="190612" y="6747"/>
                </a:cubicBezTo>
                <a:cubicBezTo>
                  <a:pt x="190612" y="8434"/>
                  <a:pt x="192298" y="10121"/>
                  <a:pt x="192298" y="13495"/>
                </a:cubicBezTo>
                <a:close/>
                <a:moveTo>
                  <a:pt x="158562" y="123138"/>
                </a:moveTo>
                <a:lnTo>
                  <a:pt x="158562" y="124825"/>
                </a:lnTo>
                <a:lnTo>
                  <a:pt x="156875" y="124825"/>
                </a:lnTo>
                <a:lnTo>
                  <a:pt x="155188" y="124825"/>
                </a:lnTo>
                <a:cubicBezTo>
                  <a:pt x="153501" y="126512"/>
                  <a:pt x="151815" y="126512"/>
                  <a:pt x="150128" y="126512"/>
                </a:cubicBezTo>
                <a:cubicBezTo>
                  <a:pt x="148441" y="126512"/>
                  <a:pt x="148441" y="126512"/>
                  <a:pt x="146754" y="124825"/>
                </a:cubicBezTo>
                <a:cubicBezTo>
                  <a:pt x="145067" y="124825"/>
                  <a:pt x="145067" y="124825"/>
                  <a:pt x="143380" y="124825"/>
                </a:cubicBezTo>
                <a:lnTo>
                  <a:pt x="141694" y="124825"/>
                </a:lnTo>
                <a:lnTo>
                  <a:pt x="141694" y="123138"/>
                </a:lnTo>
                <a:lnTo>
                  <a:pt x="106270" y="77594"/>
                </a:lnTo>
                <a:lnTo>
                  <a:pt x="106270" y="123138"/>
                </a:lnTo>
                <a:lnTo>
                  <a:pt x="106270" y="124825"/>
                </a:lnTo>
                <a:lnTo>
                  <a:pt x="104583" y="124825"/>
                </a:lnTo>
                <a:lnTo>
                  <a:pt x="102897" y="124825"/>
                </a:lnTo>
                <a:cubicBezTo>
                  <a:pt x="102897" y="126512"/>
                  <a:pt x="101210" y="126512"/>
                  <a:pt x="99523" y="126512"/>
                </a:cubicBezTo>
                <a:cubicBezTo>
                  <a:pt x="97836" y="126512"/>
                  <a:pt x="96149" y="126512"/>
                  <a:pt x="96149" y="124825"/>
                </a:cubicBezTo>
                <a:cubicBezTo>
                  <a:pt x="94462" y="124825"/>
                  <a:pt x="94462" y="124825"/>
                  <a:pt x="92776" y="124825"/>
                </a:cubicBezTo>
                <a:lnTo>
                  <a:pt x="92776" y="123138"/>
                </a:lnTo>
                <a:lnTo>
                  <a:pt x="92776" y="1687"/>
                </a:lnTo>
                <a:lnTo>
                  <a:pt x="92776" y="0"/>
                </a:lnTo>
                <a:cubicBezTo>
                  <a:pt x="94462" y="0"/>
                  <a:pt x="94462" y="0"/>
                  <a:pt x="96149" y="0"/>
                </a:cubicBezTo>
                <a:cubicBezTo>
                  <a:pt x="96149" y="0"/>
                  <a:pt x="97836" y="0"/>
                  <a:pt x="99523" y="0"/>
                </a:cubicBezTo>
                <a:cubicBezTo>
                  <a:pt x="101210" y="0"/>
                  <a:pt x="102897" y="0"/>
                  <a:pt x="102897" y="0"/>
                </a:cubicBezTo>
                <a:lnTo>
                  <a:pt x="104583" y="0"/>
                </a:lnTo>
                <a:cubicBezTo>
                  <a:pt x="106270" y="0"/>
                  <a:pt x="106270" y="0"/>
                  <a:pt x="106270" y="1687"/>
                </a:cubicBezTo>
                <a:lnTo>
                  <a:pt x="106270" y="75907"/>
                </a:lnTo>
                <a:lnTo>
                  <a:pt x="138320" y="42171"/>
                </a:lnTo>
                <a:lnTo>
                  <a:pt x="138320" y="40484"/>
                </a:lnTo>
                <a:cubicBezTo>
                  <a:pt x="140007" y="40484"/>
                  <a:pt x="140007" y="40484"/>
                  <a:pt x="141694" y="38797"/>
                </a:cubicBezTo>
                <a:lnTo>
                  <a:pt x="143380" y="38797"/>
                </a:lnTo>
                <a:cubicBezTo>
                  <a:pt x="145067" y="38797"/>
                  <a:pt x="146754" y="38797"/>
                  <a:pt x="146754" y="38797"/>
                </a:cubicBezTo>
                <a:cubicBezTo>
                  <a:pt x="148441" y="38797"/>
                  <a:pt x="150128" y="38797"/>
                  <a:pt x="151815" y="38797"/>
                </a:cubicBezTo>
                <a:lnTo>
                  <a:pt x="153501" y="38797"/>
                </a:lnTo>
                <a:cubicBezTo>
                  <a:pt x="153501" y="40484"/>
                  <a:pt x="155188" y="40484"/>
                  <a:pt x="155188" y="40484"/>
                </a:cubicBezTo>
                <a:lnTo>
                  <a:pt x="155188" y="42171"/>
                </a:lnTo>
                <a:lnTo>
                  <a:pt x="155188" y="43858"/>
                </a:lnTo>
                <a:lnTo>
                  <a:pt x="153501" y="45544"/>
                </a:lnTo>
                <a:lnTo>
                  <a:pt x="123138" y="75907"/>
                </a:lnTo>
                <a:lnTo>
                  <a:pt x="156875" y="118078"/>
                </a:lnTo>
                <a:cubicBezTo>
                  <a:pt x="156875" y="119765"/>
                  <a:pt x="158562" y="119765"/>
                  <a:pt x="158562" y="121452"/>
                </a:cubicBezTo>
                <a:lnTo>
                  <a:pt x="158562" y="123138"/>
                </a:lnTo>
                <a:close/>
                <a:moveTo>
                  <a:pt x="70847" y="92776"/>
                </a:moveTo>
                <a:cubicBezTo>
                  <a:pt x="70847" y="97836"/>
                  <a:pt x="70847" y="102897"/>
                  <a:pt x="69160" y="106270"/>
                </a:cubicBezTo>
                <a:cubicBezTo>
                  <a:pt x="65786" y="111331"/>
                  <a:pt x="64099" y="114704"/>
                  <a:pt x="60726" y="118078"/>
                </a:cubicBezTo>
                <a:cubicBezTo>
                  <a:pt x="57352" y="121452"/>
                  <a:pt x="52292" y="123138"/>
                  <a:pt x="47231" y="124825"/>
                </a:cubicBezTo>
                <a:cubicBezTo>
                  <a:pt x="42171" y="126512"/>
                  <a:pt x="37110" y="126512"/>
                  <a:pt x="32050" y="126512"/>
                </a:cubicBezTo>
                <a:cubicBezTo>
                  <a:pt x="28676" y="126512"/>
                  <a:pt x="23616" y="126512"/>
                  <a:pt x="20242" y="126512"/>
                </a:cubicBezTo>
                <a:cubicBezTo>
                  <a:pt x="16868" y="124825"/>
                  <a:pt x="15181" y="124825"/>
                  <a:pt x="11808" y="123138"/>
                </a:cubicBezTo>
                <a:cubicBezTo>
                  <a:pt x="10121" y="123138"/>
                  <a:pt x="6747" y="121452"/>
                  <a:pt x="5060" y="119765"/>
                </a:cubicBezTo>
                <a:cubicBezTo>
                  <a:pt x="3374" y="119765"/>
                  <a:pt x="1687" y="118078"/>
                  <a:pt x="1687" y="118078"/>
                </a:cubicBezTo>
                <a:cubicBezTo>
                  <a:pt x="1687" y="116391"/>
                  <a:pt x="0" y="116391"/>
                  <a:pt x="0" y="114704"/>
                </a:cubicBezTo>
                <a:cubicBezTo>
                  <a:pt x="0" y="114704"/>
                  <a:pt x="0" y="113017"/>
                  <a:pt x="0" y="111331"/>
                </a:cubicBezTo>
                <a:cubicBezTo>
                  <a:pt x="0" y="109644"/>
                  <a:pt x="0" y="107957"/>
                  <a:pt x="0" y="107957"/>
                </a:cubicBezTo>
                <a:cubicBezTo>
                  <a:pt x="0" y="106270"/>
                  <a:pt x="0" y="106270"/>
                  <a:pt x="0" y="104583"/>
                </a:cubicBezTo>
                <a:lnTo>
                  <a:pt x="1687" y="104583"/>
                </a:lnTo>
                <a:lnTo>
                  <a:pt x="3374" y="104583"/>
                </a:lnTo>
                <a:cubicBezTo>
                  <a:pt x="3374" y="104583"/>
                  <a:pt x="5060" y="104583"/>
                  <a:pt x="6747" y="104583"/>
                </a:cubicBezTo>
                <a:cubicBezTo>
                  <a:pt x="8434" y="106270"/>
                  <a:pt x="10121" y="107957"/>
                  <a:pt x="11808" y="107957"/>
                </a:cubicBezTo>
                <a:cubicBezTo>
                  <a:pt x="15181" y="109644"/>
                  <a:pt x="16868" y="111331"/>
                  <a:pt x="20242" y="111331"/>
                </a:cubicBezTo>
                <a:cubicBezTo>
                  <a:pt x="23616" y="113017"/>
                  <a:pt x="28676" y="113017"/>
                  <a:pt x="32050" y="113017"/>
                </a:cubicBezTo>
                <a:cubicBezTo>
                  <a:pt x="35423" y="113017"/>
                  <a:pt x="38797" y="113017"/>
                  <a:pt x="42171" y="113017"/>
                </a:cubicBezTo>
                <a:cubicBezTo>
                  <a:pt x="43858" y="111331"/>
                  <a:pt x="47231" y="109644"/>
                  <a:pt x="48918" y="107957"/>
                </a:cubicBezTo>
                <a:cubicBezTo>
                  <a:pt x="50605" y="106270"/>
                  <a:pt x="52292" y="104583"/>
                  <a:pt x="53978" y="102897"/>
                </a:cubicBezTo>
                <a:cubicBezTo>
                  <a:pt x="53978" y="99523"/>
                  <a:pt x="55665" y="97836"/>
                  <a:pt x="55665" y="94462"/>
                </a:cubicBezTo>
                <a:cubicBezTo>
                  <a:pt x="55665" y="91089"/>
                  <a:pt x="53978" y="87715"/>
                  <a:pt x="52292" y="86028"/>
                </a:cubicBezTo>
                <a:cubicBezTo>
                  <a:pt x="52292" y="82655"/>
                  <a:pt x="48918" y="80968"/>
                  <a:pt x="47231" y="79281"/>
                </a:cubicBezTo>
                <a:cubicBezTo>
                  <a:pt x="43858" y="77594"/>
                  <a:pt x="42171" y="75907"/>
                  <a:pt x="38797" y="74220"/>
                </a:cubicBezTo>
                <a:cubicBezTo>
                  <a:pt x="35423" y="72534"/>
                  <a:pt x="32050" y="70847"/>
                  <a:pt x="28676" y="70847"/>
                </a:cubicBezTo>
                <a:cubicBezTo>
                  <a:pt x="25302" y="69160"/>
                  <a:pt x="21929" y="67473"/>
                  <a:pt x="18555" y="65786"/>
                </a:cubicBezTo>
                <a:cubicBezTo>
                  <a:pt x="16868" y="62413"/>
                  <a:pt x="13495" y="60726"/>
                  <a:pt x="10121" y="59039"/>
                </a:cubicBezTo>
                <a:cubicBezTo>
                  <a:pt x="8434" y="55665"/>
                  <a:pt x="6747" y="52292"/>
                  <a:pt x="5060" y="48918"/>
                </a:cubicBezTo>
                <a:cubicBezTo>
                  <a:pt x="3374" y="45544"/>
                  <a:pt x="3374" y="42171"/>
                  <a:pt x="3374" y="37110"/>
                </a:cubicBezTo>
                <a:cubicBezTo>
                  <a:pt x="3374" y="32050"/>
                  <a:pt x="3374" y="28676"/>
                  <a:pt x="5060" y="23616"/>
                </a:cubicBezTo>
                <a:cubicBezTo>
                  <a:pt x="6747" y="20242"/>
                  <a:pt x="10121" y="16868"/>
                  <a:pt x="13495" y="15181"/>
                </a:cubicBezTo>
                <a:cubicBezTo>
                  <a:pt x="15181" y="11808"/>
                  <a:pt x="20242" y="10121"/>
                  <a:pt x="23616" y="8434"/>
                </a:cubicBezTo>
                <a:cubicBezTo>
                  <a:pt x="28676" y="6747"/>
                  <a:pt x="33737" y="6747"/>
                  <a:pt x="38797" y="6747"/>
                </a:cubicBezTo>
                <a:cubicBezTo>
                  <a:pt x="40484" y="6747"/>
                  <a:pt x="43858" y="6747"/>
                  <a:pt x="45544" y="6747"/>
                </a:cubicBezTo>
                <a:cubicBezTo>
                  <a:pt x="48918" y="8434"/>
                  <a:pt x="50605" y="8434"/>
                  <a:pt x="53978" y="8434"/>
                </a:cubicBezTo>
                <a:cubicBezTo>
                  <a:pt x="55665" y="10121"/>
                  <a:pt x="57352" y="10121"/>
                  <a:pt x="59039" y="11808"/>
                </a:cubicBezTo>
                <a:cubicBezTo>
                  <a:pt x="60726" y="11808"/>
                  <a:pt x="62413" y="13495"/>
                  <a:pt x="62413" y="13495"/>
                </a:cubicBezTo>
                <a:lnTo>
                  <a:pt x="64099" y="15181"/>
                </a:lnTo>
                <a:lnTo>
                  <a:pt x="64099" y="16868"/>
                </a:lnTo>
                <a:lnTo>
                  <a:pt x="64099" y="18555"/>
                </a:lnTo>
                <a:cubicBezTo>
                  <a:pt x="65786" y="18555"/>
                  <a:pt x="65786" y="20242"/>
                  <a:pt x="65786" y="21929"/>
                </a:cubicBezTo>
                <a:lnTo>
                  <a:pt x="64099" y="23616"/>
                </a:lnTo>
                <a:cubicBezTo>
                  <a:pt x="64099" y="25302"/>
                  <a:pt x="64099" y="25302"/>
                  <a:pt x="64099" y="26989"/>
                </a:cubicBezTo>
                <a:lnTo>
                  <a:pt x="62413" y="28676"/>
                </a:lnTo>
                <a:cubicBezTo>
                  <a:pt x="62413" y="28676"/>
                  <a:pt x="60726" y="26989"/>
                  <a:pt x="59039" y="26989"/>
                </a:cubicBezTo>
                <a:cubicBezTo>
                  <a:pt x="57352" y="25302"/>
                  <a:pt x="55665" y="25302"/>
                  <a:pt x="53978" y="23616"/>
                </a:cubicBezTo>
                <a:cubicBezTo>
                  <a:pt x="52292" y="21929"/>
                  <a:pt x="50605" y="21929"/>
                  <a:pt x="47231" y="20242"/>
                </a:cubicBezTo>
                <a:cubicBezTo>
                  <a:pt x="43858" y="20242"/>
                  <a:pt x="40484" y="20242"/>
                  <a:pt x="37110" y="20242"/>
                </a:cubicBezTo>
                <a:cubicBezTo>
                  <a:pt x="33737" y="20242"/>
                  <a:pt x="32050" y="20242"/>
                  <a:pt x="28676" y="20242"/>
                </a:cubicBezTo>
                <a:cubicBezTo>
                  <a:pt x="26989" y="21929"/>
                  <a:pt x="25302" y="23616"/>
                  <a:pt x="23616" y="23616"/>
                </a:cubicBezTo>
                <a:cubicBezTo>
                  <a:pt x="21929" y="25302"/>
                  <a:pt x="20242" y="26989"/>
                  <a:pt x="20242" y="28676"/>
                </a:cubicBezTo>
                <a:cubicBezTo>
                  <a:pt x="18555" y="32050"/>
                  <a:pt x="18555" y="33737"/>
                  <a:pt x="18555" y="35423"/>
                </a:cubicBezTo>
                <a:cubicBezTo>
                  <a:pt x="18555" y="38797"/>
                  <a:pt x="18555" y="42171"/>
                  <a:pt x="20242" y="43858"/>
                </a:cubicBezTo>
                <a:cubicBezTo>
                  <a:pt x="21929" y="47231"/>
                  <a:pt x="23616" y="48918"/>
                  <a:pt x="26989" y="50605"/>
                </a:cubicBezTo>
                <a:cubicBezTo>
                  <a:pt x="28676" y="52292"/>
                  <a:pt x="32050" y="53978"/>
                  <a:pt x="35423" y="55665"/>
                </a:cubicBezTo>
                <a:cubicBezTo>
                  <a:pt x="38797" y="57352"/>
                  <a:pt x="42171" y="59039"/>
                  <a:pt x="45544" y="60726"/>
                </a:cubicBezTo>
                <a:cubicBezTo>
                  <a:pt x="48918" y="60726"/>
                  <a:pt x="52292" y="62413"/>
                  <a:pt x="53978" y="65786"/>
                </a:cubicBezTo>
                <a:cubicBezTo>
                  <a:pt x="57352" y="67473"/>
                  <a:pt x="60726" y="69160"/>
                  <a:pt x="62413" y="70847"/>
                </a:cubicBezTo>
                <a:cubicBezTo>
                  <a:pt x="65786" y="74220"/>
                  <a:pt x="67473" y="77594"/>
                  <a:pt x="69160" y="80968"/>
                </a:cubicBezTo>
                <a:cubicBezTo>
                  <a:pt x="70847" y="84341"/>
                  <a:pt x="70847" y="87715"/>
                  <a:pt x="70847" y="927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88D58E-476D-47DD-8DD2-70F76FBD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269" y="5038925"/>
            <a:ext cx="77594" cy="116391"/>
          </a:xfrm>
          <a:custGeom xmlns:a="http://schemas.openxmlformats.org/drawingml/2006/main">
            <a:pathLst>
              <a:path w="77594" h="116391">
                <a:moveTo>
                  <a:pt x="60726" y="84341"/>
                </a:moveTo>
                <a:cubicBezTo>
                  <a:pt x="60726" y="80968"/>
                  <a:pt x="60726" y="77594"/>
                  <a:pt x="59039" y="74220"/>
                </a:cubicBezTo>
                <a:cubicBezTo>
                  <a:pt x="57352" y="72534"/>
                  <a:pt x="55665" y="70847"/>
                  <a:pt x="53978" y="67473"/>
                </a:cubicBezTo>
                <a:cubicBezTo>
                  <a:pt x="52292" y="65786"/>
                  <a:pt x="48918" y="65786"/>
                  <a:pt x="45544" y="64099"/>
                </a:cubicBezTo>
                <a:cubicBezTo>
                  <a:pt x="42171" y="62413"/>
                  <a:pt x="38797" y="62413"/>
                  <a:pt x="33737" y="62413"/>
                </a:cubicBezTo>
                <a:lnTo>
                  <a:pt x="15181" y="62413"/>
                </a:lnTo>
                <a:lnTo>
                  <a:pt x="15181" y="104583"/>
                </a:lnTo>
                <a:lnTo>
                  <a:pt x="37110" y="104583"/>
                </a:lnTo>
                <a:cubicBezTo>
                  <a:pt x="42171" y="104583"/>
                  <a:pt x="43858" y="102897"/>
                  <a:pt x="47231" y="102897"/>
                </a:cubicBezTo>
                <a:cubicBezTo>
                  <a:pt x="48918" y="101210"/>
                  <a:pt x="52292" y="101210"/>
                  <a:pt x="53978" y="99523"/>
                </a:cubicBezTo>
                <a:cubicBezTo>
                  <a:pt x="55665" y="97836"/>
                  <a:pt x="57352" y="94462"/>
                  <a:pt x="59039" y="92776"/>
                </a:cubicBezTo>
                <a:cubicBezTo>
                  <a:pt x="60726" y="91089"/>
                  <a:pt x="60726" y="87715"/>
                  <a:pt x="60726" y="84341"/>
                </a:cubicBezTo>
                <a:close/>
                <a:moveTo>
                  <a:pt x="53978" y="30363"/>
                </a:moveTo>
                <a:cubicBezTo>
                  <a:pt x="53978" y="28676"/>
                  <a:pt x="52292" y="25302"/>
                  <a:pt x="52292" y="23616"/>
                </a:cubicBezTo>
                <a:cubicBezTo>
                  <a:pt x="52292" y="20242"/>
                  <a:pt x="50605" y="18555"/>
                  <a:pt x="48918" y="16868"/>
                </a:cubicBezTo>
                <a:cubicBezTo>
                  <a:pt x="47231" y="15181"/>
                  <a:pt x="45544" y="15181"/>
                  <a:pt x="42171" y="13495"/>
                </a:cubicBezTo>
                <a:cubicBezTo>
                  <a:pt x="38797" y="13495"/>
                  <a:pt x="35423" y="11808"/>
                  <a:pt x="32050" y="11808"/>
                </a:cubicBezTo>
                <a:lnTo>
                  <a:pt x="15181" y="11808"/>
                </a:lnTo>
                <a:lnTo>
                  <a:pt x="15181" y="50605"/>
                </a:lnTo>
                <a:lnTo>
                  <a:pt x="33737" y="50605"/>
                </a:lnTo>
                <a:cubicBezTo>
                  <a:pt x="37110" y="50605"/>
                  <a:pt x="40484" y="50605"/>
                  <a:pt x="42171" y="48918"/>
                </a:cubicBezTo>
                <a:cubicBezTo>
                  <a:pt x="45544" y="47231"/>
                  <a:pt x="47231" y="45544"/>
                  <a:pt x="48918" y="43858"/>
                </a:cubicBezTo>
                <a:cubicBezTo>
                  <a:pt x="50605" y="42171"/>
                  <a:pt x="52292" y="40484"/>
                  <a:pt x="52292" y="38797"/>
                </a:cubicBezTo>
                <a:cubicBezTo>
                  <a:pt x="52292" y="35423"/>
                  <a:pt x="53978" y="33737"/>
                  <a:pt x="53978" y="30363"/>
                </a:cubicBezTo>
                <a:close/>
                <a:moveTo>
                  <a:pt x="77594" y="82655"/>
                </a:moveTo>
                <a:cubicBezTo>
                  <a:pt x="77594" y="87715"/>
                  <a:pt x="75907" y="91089"/>
                  <a:pt x="75907" y="92776"/>
                </a:cubicBezTo>
                <a:cubicBezTo>
                  <a:pt x="74220" y="96149"/>
                  <a:pt x="72534" y="99523"/>
                  <a:pt x="70847" y="101210"/>
                </a:cubicBezTo>
                <a:cubicBezTo>
                  <a:pt x="69160" y="104583"/>
                  <a:pt x="67473" y="106270"/>
                  <a:pt x="65786" y="107957"/>
                </a:cubicBezTo>
                <a:cubicBezTo>
                  <a:pt x="62413" y="109644"/>
                  <a:pt x="60726" y="111331"/>
                  <a:pt x="57352" y="113017"/>
                </a:cubicBezTo>
                <a:cubicBezTo>
                  <a:pt x="53978" y="114704"/>
                  <a:pt x="50605" y="114704"/>
                  <a:pt x="47231" y="116391"/>
                </a:cubicBezTo>
                <a:cubicBezTo>
                  <a:pt x="43858" y="116391"/>
                  <a:pt x="40484" y="116391"/>
                  <a:pt x="35423" y="116391"/>
                </a:cubicBezTo>
                <a:lnTo>
                  <a:pt x="5060" y="116391"/>
                </a:lnTo>
                <a:cubicBezTo>
                  <a:pt x="3374" y="116391"/>
                  <a:pt x="3374" y="116391"/>
                  <a:pt x="1687" y="114704"/>
                </a:cubicBezTo>
                <a:cubicBezTo>
                  <a:pt x="0" y="114704"/>
                  <a:pt x="0" y="113017"/>
                  <a:pt x="0" y="109644"/>
                </a:cubicBezTo>
                <a:lnTo>
                  <a:pt x="0" y="6747"/>
                </a:lnTo>
                <a:cubicBezTo>
                  <a:pt x="0" y="3374"/>
                  <a:pt x="0" y="1687"/>
                  <a:pt x="1687" y="1687"/>
                </a:cubicBezTo>
                <a:cubicBezTo>
                  <a:pt x="3374" y="0"/>
                  <a:pt x="3374" y="0"/>
                  <a:pt x="5060" y="0"/>
                </a:cubicBezTo>
                <a:lnTo>
                  <a:pt x="32050" y="0"/>
                </a:lnTo>
                <a:cubicBezTo>
                  <a:pt x="38797" y="0"/>
                  <a:pt x="45544" y="0"/>
                  <a:pt x="48918" y="1687"/>
                </a:cubicBezTo>
                <a:cubicBezTo>
                  <a:pt x="53978" y="3374"/>
                  <a:pt x="57352" y="5060"/>
                  <a:pt x="60726" y="8434"/>
                </a:cubicBezTo>
                <a:cubicBezTo>
                  <a:pt x="64099" y="10121"/>
                  <a:pt x="65786" y="13495"/>
                  <a:pt x="67473" y="16868"/>
                </a:cubicBezTo>
                <a:cubicBezTo>
                  <a:pt x="69160" y="20242"/>
                  <a:pt x="69160" y="25302"/>
                  <a:pt x="69160" y="28676"/>
                </a:cubicBezTo>
                <a:cubicBezTo>
                  <a:pt x="69160" y="32050"/>
                  <a:pt x="69160" y="35423"/>
                  <a:pt x="69160" y="37110"/>
                </a:cubicBezTo>
                <a:cubicBezTo>
                  <a:pt x="67473" y="40484"/>
                  <a:pt x="67473" y="42171"/>
                  <a:pt x="65786" y="43858"/>
                </a:cubicBezTo>
                <a:cubicBezTo>
                  <a:pt x="64099" y="47231"/>
                  <a:pt x="62413" y="48918"/>
                  <a:pt x="60726" y="50605"/>
                </a:cubicBezTo>
                <a:cubicBezTo>
                  <a:pt x="59039" y="52292"/>
                  <a:pt x="55665" y="53978"/>
                  <a:pt x="53978" y="53978"/>
                </a:cubicBezTo>
                <a:cubicBezTo>
                  <a:pt x="57352" y="55665"/>
                  <a:pt x="60726" y="55665"/>
                  <a:pt x="62413" y="57352"/>
                </a:cubicBezTo>
                <a:cubicBezTo>
                  <a:pt x="65786" y="59039"/>
                  <a:pt x="67473" y="60726"/>
                  <a:pt x="70847" y="64099"/>
                </a:cubicBezTo>
                <a:cubicBezTo>
                  <a:pt x="72534" y="65786"/>
                  <a:pt x="74220" y="69160"/>
                  <a:pt x="74220" y="72534"/>
                </a:cubicBezTo>
                <a:cubicBezTo>
                  <a:pt x="75907" y="75907"/>
                  <a:pt x="77594" y="79281"/>
                  <a:pt x="77594" y="82655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38F6BE-5D06-4668-B29D-5812BF75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298" y="5128327"/>
            <a:ext cx="35423" cy="72534"/>
          </a:xfrm>
          <a:custGeom xmlns:a="http://schemas.openxmlformats.org/drawingml/2006/main">
            <a:pathLst>
              <a:path w="35423" h="72534">
                <a:moveTo>
                  <a:pt x="35423" y="65786"/>
                </a:moveTo>
                <a:cubicBezTo>
                  <a:pt x="35423" y="67473"/>
                  <a:pt x="35423" y="69160"/>
                  <a:pt x="35423" y="69160"/>
                </a:cubicBezTo>
                <a:lnTo>
                  <a:pt x="35423" y="70847"/>
                </a:lnTo>
                <a:lnTo>
                  <a:pt x="33737" y="70847"/>
                </a:lnTo>
                <a:lnTo>
                  <a:pt x="32050" y="72534"/>
                </a:lnTo>
                <a:cubicBezTo>
                  <a:pt x="30363" y="72534"/>
                  <a:pt x="30363" y="72534"/>
                  <a:pt x="28676" y="72534"/>
                </a:cubicBezTo>
                <a:cubicBezTo>
                  <a:pt x="26989" y="72534"/>
                  <a:pt x="26989" y="72534"/>
                  <a:pt x="25302" y="72534"/>
                </a:cubicBezTo>
                <a:cubicBezTo>
                  <a:pt x="23616" y="72534"/>
                  <a:pt x="20242" y="72534"/>
                  <a:pt x="18555" y="72534"/>
                </a:cubicBezTo>
                <a:cubicBezTo>
                  <a:pt x="16868" y="70847"/>
                  <a:pt x="15181" y="69160"/>
                  <a:pt x="13495" y="69160"/>
                </a:cubicBezTo>
                <a:cubicBezTo>
                  <a:pt x="11808" y="67473"/>
                  <a:pt x="11808" y="64099"/>
                  <a:pt x="10121" y="62413"/>
                </a:cubicBezTo>
                <a:cubicBezTo>
                  <a:pt x="10121" y="60726"/>
                  <a:pt x="10121" y="57352"/>
                  <a:pt x="10121" y="53978"/>
                </a:cubicBezTo>
                <a:lnTo>
                  <a:pt x="10121" y="21929"/>
                </a:lnTo>
                <a:lnTo>
                  <a:pt x="1687" y="21929"/>
                </a:lnTo>
                <a:cubicBezTo>
                  <a:pt x="0" y="20242"/>
                  <a:pt x="0" y="20242"/>
                  <a:pt x="0" y="18555"/>
                </a:cubicBezTo>
                <a:lnTo>
                  <a:pt x="0" y="16868"/>
                </a:lnTo>
                <a:cubicBezTo>
                  <a:pt x="0" y="16868"/>
                  <a:pt x="0" y="15181"/>
                  <a:pt x="1687" y="15181"/>
                </a:cubicBezTo>
                <a:lnTo>
                  <a:pt x="10121" y="15181"/>
                </a:lnTo>
                <a:lnTo>
                  <a:pt x="10121" y="1687"/>
                </a:lnTo>
                <a:lnTo>
                  <a:pt x="10121" y="0"/>
                </a:lnTo>
                <a:lnTo>
                  <a:pt x="11808" y="0"/>
                </a:lnTo>
                <a:cubicBezTo>
                  <a:pt x="13495" y="0"/>
                  <a:pt x="13495" y="0"/>
                  <a:pt x="15181" y="0"/>
                </a:cubicBezTo>
                <a:lnTo>
                  <a:pt x="16868" y="0"/>
                </a:lnTo>
                <a:lnTo>
                  <a:pt x="18555" y="0"/>
                </a:lnTo>
                <a:lnTo>
                  <a:pt x="20242" y="0"/>
                </a:lnTo>
                <a:lnTo>
                  <a:pt x="20242" y="1687"/>
                </a:lnTo>
                <a:lnTo>
                  <a:pt x="20242" y="15181"/>
                </a:lnTo>
                <a:lnTo>
                  <a:pt x="33737" y="15181"/>
                </a:lnTo>
                <a:lnTo>
                  <a:pt x="35423" y="15181"/>
                </a:lnTo>
                <a:lnTo>
                  <a:pt x="35423" y="16868"/>
                </a:lnTo>
                <a:lnTo>
                  <a:pt x="35423" y="18555"/>
                </a:lnTo>
                <a:cubicBezTo>
                  <a:pt x="35423" y="20242"/>
                  <a:pt x="35423" y="20242"/>
                  <a:pt x="35423" y="21929"/>
                </a:cubicBezTo>
                <a:lnTo>
                  <a:pt x="33737" y="21929"/>
                </a:lnTo>
                <a:lnTo>
                  <a:pt x="20242" y="21929"/>
                </a:lnTo>
                <a:lnTo>
                  <a:pt x="20242" y="52292"/>
                </a:lnTo>
                <a:cubicBezTo>
                  <a:pt x="20242" y="57352"/>
                  <a:pt x="20242" y="59039"/>
                  <a:pt x="21929" y="60726"/>
                </a:cubicBezTo>
                <a:cubicBezTo>
                  <a:pt x="21929" y="64099"/>
                  <a:pt x="25302" y="64099"/>
                  <a:pt x="26989" y="64099"/>
                </a:cubicBezTo>
                <a:cubicBezTo>
                  <a:pt x="28676" y="64099"/>
                  <a:pt x="28676" y="64099"/>
                  <a:pt x="30363" y="64099"/>
                </a:cubicBezTo>
                <a:lnTo>
                  <a:pt x="32050" y="64099"/>
                </a:lnTo>
                <a:lnTo>
                  <a:pt x="33737" y="62413"/>
                </a:lnTo>
                <a:lnTo>
                  <a:pt x="35423" y="62413"/>
                </a:lnTo>
                <a:lnTo>
                  <a:pt x="35423" y="64099"/>
                </a:lnTo>
                <a:lnTo>
                  <a:pt x="35423" y="6578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323CC-CEDE-49DC-B9DF-631FE513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506" y="5413400"/>
            <a:ext cx="113017" cy="87715"/>
          </a:xfrm>
          <a:custGeom xmlns:a="http://schemas.openxmlformats.org/drawingml/2006/main">
            <a:pathLst>
              <a:path w="113017" h="87715">
                <a:moveTo>
                  <a:pt x="18555" y="60726"/>
                </a:moveTo>
                <a:cubicBezTo>
                  <a:pt x="15181" y="59039"/>
                  <a:pt x="10121" y="57352"/>
                  <a:pt x="6747" y="55665"/>
                </a:cubicBezTo>
                <a:cubicBezTo>
                  <a:pt x="5060" y="53978"/>
                  <a:pt x="1687" y="50605"/>
                  <a:pt x="1687" y="47231"/>
                </a:cubicBezTo>
                <a:lnTo>
                  <a:pt x="0" y="47231"/>
                </a:lnTo>
                <a:cubicBezTo>
                  <a:pt x="0" y="43858"/>
                  <a:pt x="1687" y="38797"/>
                  <a:pt x="1687" y="37110"/>
                </a:cubicBezTo>
                <a:cubicBezTo>
                  <a:pt x="1687" y="33737"/>
                  <a:pt x="5060" y="33737"/>
                  <a:pt x="6747" y="33737"/>
                </a:cubicBezTo>
                <a:cubicBezTo>
                  <a:pt x="11808" y="35423"/>
                  <a:pt x="18555" y="38797"/>
                  <a:pt x="21929" y="42171"/>
                </a:cubicBezTo>
                <a:cubicBezTo>
                  <a:pt x="28676" y="45544"/>
                  <a:pt x="33737" y="48918"/>
                  <a:pt x="40484" y="52292"/>
                </a:cubicBezTo>
                <a:cubicBezTo>
                  <a:pt x="42171" y="48918"/>
                  <a:pt x="45544" y="43858"/>
                  <a:pt x="48918" y="40484"/>
                </a:cubicBezTo>
                <a:cubicBezTo>
                  <a:pt x="53978" y="32050"/>
                  <a:pt x="62413" y="25302"/>
                  <a:pt x="69160" y="20242"/>
                </a:cubicBezTo>
                <a:cubicBezTo>
                  <a:pt x="84341" y="8434"/>
                  <a:pt x="102897" y="0"/>
                  <a:pt x="107957" y="0"/>
                </a:cubicBezTo>
                <a:cubicBezTo>
                  <a:pt x="109644" y="0"/>
                  <a:pt x="111331" y="0"/>
                  <a:pt x="111331" y="0"/>
                </a:cubicBezTo>
                <a:cubicBezTo>
                  <a:pt x="113017" y="5060"/>
                  <a:pt x="102897" y="11808"/>
                  <a:pt x="102897" y="11808"/>
                </a:cubicBezTo>
                <a:cubicBezTo>
                  <a:pt x="94462" y="18555"/>
                  <a:pt x="84341" y="26989"/>
                  <a:pt x="74220" y="38797"/>
                </a:cubicBezTo>
                <a:cubicBezTo>
                  <a:pt x="55665" y="59039"/>
                  <a:pt x="42171" y="87715"/>
                  <a:pt x="42171" y="87715"/>
                </a:cubicBezTo>
                <a:cubicBezTo>
                  <a:pt x="42171" y="87715"/>
                  <a:pt x="26989" y="67473"/>
                  <a:pt x="18555" y="60726"/>
                </a:cubicBezTo>
                <a:close/>
              </a:path>
            </a:pathLst>
          </a:custGeom>
          <a:solidFill xmlns:a="http://schemas.openxmlformats.org/drawingml/2006/main">
            <a:srgbClr val="00810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B5CA3-8572-4D41-ABC7-9CF08A8A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4406" y="5295323"/>
            <a:ext cx="241216" cy="312063"/>
          </a:xfrm>
          <a:custGeom xmlns:a="http://schemas.openxmlformats.org/drawingml/2006/main">
            <a:pathLst>
              <a:path w="241216" h="312063">
                <a:moveTo>
                  <a:pt x="119765" y="23616"/>
                </a:moveTo>
                <a:cubicBezTo>
                  <a:pt x="128199" y="32050"/>
                  <a:pt x="136633" y="40484"/>
                  <a:pt x="145067" y="45544"/>
                </a:cubicBezTo>
                <a:cubicBezTo>
                  <a:pt x="175430" y="64099"/>
                  <a:pt x="204106" y="74220"/>
                  <a:pt x="226035" y="75907"/>
                </a:cubicBezTo>
                <a:lnTo>
                  <a:pt x="226035" y="166996"/>
                </a:lnTo>
                <a:cubicBezTo>
                  <a:pt x="226035" y="195672"/>
                  <a:pt x="212540" y="220974"/>
                  <a:pt x="190612" y="237843"/>
                </a:cubicBezTo>
                <a:lnTo>
                  <a:pt x="119765" y="293508"/>
                </a:lnTo>
                <a:lnTo>
                  <a:pt x="48918" y="237843"/>
                </a:lnTo>
                <a:cubicBezTo>
                  <a:pt x="26989" y="220974"/>
                  <a:pt x="15181" y="195672"/>
                  <a:pt x="15181" y="166996"/>
                </a:cubicBezTo>
                <a:lnTo>
                  <a:pt x="15181" y="75907"/>
                </a:lnTo>
                <a:cubicBezTo>
                  <a:pt x="35423" y="74220"/>
                  <a:pt x="64099" y="64099"/>
                  <a:pt x="94462" y="45544"/>
                </a:cubicBezTo>
                <a:cubicBezTo>
                  <a:pt x="104583" y="40484"/>
                  <a:pt x="113017" y="32050"/>
                  <a:pt x="119765" y="23616"/>
                </a:cubicBezTo>
                <a:close/>
                <a:moveTo>
                  <a:pt x="119765" y="0"/>
                </a:moveTo>
                <a:cubicBezTo>
                  <a:pt x="114704" y="8434"/>
                  <a:pt x="102897" y="21929"/>
                  <a:pt x="86028" y="32050"/>
                </a:cubicBezTo>
                <a:cubicBezTo>
                  <a:pt x="48918" y="55665"/>
                  <a:pt x="15181" y="62413"/>
                  <a:pt x="0" y="62413"/>
                </a:cubicBezTo>
                <a:lnTo>
                  <a:pt x="0" y="166996"/>
                </a:lnTo>
                <a:cubicBezTo>
                  <a:pt x="0" y="200733"/>
                  <a:pt x="15181" y="231095"/>
                  <a:pt x="40484" y="249651"/>
                </a:cubicBezTo>
                <a:lnTo>
                  <a:pt x="119765" y="312063"/>
                </a:lnTo>
                <a:lnTo>
                  <a:pt x="200733" y="249651"/>
                </a:lnTo>
                <a:cubicBezTo>
                  <a:pt x="226035" y="231095"/>
                  <a:pt x="241216" y="200733"/>
                  <a:pt x="241216" y="166996"/>
                </a:cubicBezTo>
                <a:lnTo>
                  <a:pt x="241216" y="62413"/>
                </a:lnTo>
                <a:cubicBezTo>
                  <a:pt x="226035" y="62413"/>
                  <a:pt x="190612" y="55665"/>
                  <a:pt x="153501" y="32050"/>
                </a:cubicBezTo>
                <a:cubicBezTo>
                  <a:pt x="136633" y="21929"/>
                  <a:pt x="126512" y="8434"/>
                  <a:pt x="119765" y="0"/>
                </a:cubicBezTo>
                <a:close/>
              </a:path>
            </a:pathLst>
          </a:custGeom>
          <a:solidFill xmlns:a="http://schemas.openxmlformats.org/drawingml/2006/main">
            <a:srgbClr val="00810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3393FA-0EE1-4D9D-9F13-6993DD67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178" y="5097964"/>
            <a:ext cx="1528266" cy="325558"/>
          </a:xfrm>
          <a:custGeom xmlns:a="http://schemas.openxmlformats.org/drawingml/2006/main">
            <a:pathLst>
              <a:path w="1528266" h="325558">
                <a:moveTo>
                  <a:pt x="74220" y="317124"/>
                </a:moveTo>
                <a:lnTo>
                  <a:pt x="74220" y="308690"/>
                </a:lnTo>
                <a:lnTo>
                  <a:pt x="1452359" y="308690"/>
                </a:lnTo>
                <a:cubicBezTo>
                  <a:pt x="1484409" y="308690"/>
                  <a:pt x="1509711" y="283387"/>
                  <a:pt x="1509711" y="251337"/>
                </a:cubicBezTo>
                <a:lnTo>
                  <a:pt x="1509711" y="74220"/>
                </a:lnTo>
                <a:cubicBezTo>
                  <a:pt x="1509711" y="42171"/>
                  <a:pt x="1484409" y="16868"/>
                  <a:pt x="1452359" y="16868"/>
                </a:cubicBezTo>
                <a:lnTo>
                  <a:pt x="74220" y="16868"/>
                </a:lnTo>
                <a:cubicBezTo>
                  <a:pt x="43858" y="16868"/>
                  <a:pt x="18555" y="42171"/>
                  <a:pt x="18555" y="74220"/>
                </a:cubicBezTo>
                <a:lnTo>
                  <a:pt x="18555" y="251337"/>
                </a:lnTo>
                <a:cubicBezTo>
                  <a:pt x="18555" y="283387"/>
                  <a:pt x="43858" y="308690"/>
                  <a:pt x="74220" y="308690"/>
                </a:cubicBezTo>
                <a:lnTo>
                  <a:pt x="74220" y="317124"/>
                </a:lnTo>
                <a:lnTo>
                  <a:pt x="74220" y="325558"/>
                </a:lnTo>
                <a:cubicBezTo>
                  <a:pt x="33737" y="325558"/>
                  <a:pt x="0" y="291821"/>
                  <a:pt x="0" y="251337"/>
                </a:cubicBezTo>
                <a:lnTo>
                  <a:pt x="0" y="74220"/>
                </a:lnTo>
                <a:cubicBezTo>
                  <a:pt x="0" y="33737"/>
                  <a:pt x="33737" y="0"/>
                  <a:pt x="74220" y="0"/>
                </a:cubicBezTo>
                <a:lnTo>
                  <a:pt x="1452359" y="0"/>
                </a:lnTo>
                <a:cubicBezTo>
                  <a:pt x="1494530" y="0"/>
                  <a:pt x="1528266" y="33737"/>
                  <a:pt x="1528266" y="74220"/>
                </a:cubicBezTo>
                <a:lnTo>
                  <a:pt x="1528266" y="251337"/>
                </a:lnTo>
                <a:cubicBezTo>
                  <a:pt x="1528266" y="291821"/>
                  <a:pt x="1494530" y="325558"/>
                  <a:pt x="1452359" y="325558"/>
                </a:cubicBezTo>
                <a:lnTo>
                  <a:pt x="74220" y="325558"/>
                </a:lnTo>
                <a:lnTo>
                  <a:pt x="74220" y="317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AA8A36-76CD-4009-9AD6-5EE106E0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135" y="5204234"/>
            <a:ext cx="350860" cy="119765"/>
          </a:xfrm>
          <a:custGeom xmlns:a="http://schemas.openxmlformats.org/drawingml/2006/main">
            <a:pathLst>
              <a:path w="350860" h="119765">
                <a:moveTo>
                  <a:pt x="350860" y="109644"/>
                </a:moveTo>
                <a:cubicBezTo>
                  <a:pt x="350860" y="111331"/>
                  <a:pt x="350860" y="113017"/>
                  <a:pt x="350860" y="114704"/>
                </a:cubicBezTo>
                <a:cubicBezTo>
                  <a:pt x="349173" y="114704"/>
                  <a:pt x="349173" y="116391"/>
                  <a:pt x="349173" y="116391"/>
                </a:cubicBezTo>
                <a:lnTo>
                  <a:pt x="347487" y="118078"/>
                </a:lnTo>
                <a:cubicBezTo>
                  <a:pt x="345800" y="118078"/>
                  <a:pt x="344113" y="118078"/>
                  <a:pt x="344113" y="119765"/>
                </a:cubicBezTo>
                <a:cubicBezTo>
                  <a:pt x="342426" y="119765"/>
                  <a:pt x="340739" y="119765"/>
                  <a:pt x="339052" y="119765"/>
                </a:cubicBezTo>
                <a:cubicBezTo>
                  <a:pt x="339052" y="119765"/>
                  <a:pt x="337366" y="119765"/>
                  <a:pt x="335679" y="119765"/>
                </a:cubicBezTo>
                <a:cubicBezTo>
                  <a:pt x="330618" y="119765"/>
                  <a:pt x="327245" y="119765"/>
                  <a:pt x="323871" y="118078"/>
                </a:cubicBezTo>
                <a:cubicBezTo>
                  <a:pt x="322184" y="116391"/>
                  <a:pt x="318810" y="114704"/>
                  <a:pt x="317124" y="113017"/>
                </a:cubicBezTo>
                <a:cubicBezTo>
                  <a:pt x="315437" y="111331"/>
                  <a:pt x="313750" y="107957"/>
                  <a:pt x="313750" y="104583"/>
                </a:cubicBezTo>
                <a:cubicBezTo>
                  <a:pt x="312063" y="101210"/>
                  <a:pt x="312063" y="97836"/>
                  <a:pt x="312063" y="92776"/>
                </a:cubicBezTo>
                <a:lnTo>
                  <a:pt x="312063" y="45544"/>
                </a:lnTo>
                <a:lnTo>
                  <a:pt x="300255" y="45544"/>
                </a:lnTo>
                <a:lnTo>
                  <a:pt x="298569" y="43858"/>
                </a:lnTo>
                <a:cubicBezTo>
                  <a:pt x="296882" y="42171"/>
                  <a:pt x="296882" y="40484"/>
                  <a:pt x="296882" y="38797"/>
                </a:cubicBezTo>
                <a:cubicBezTo>
                  <a:pt x="296882" y="37110"/>
                  <a:pt x="296882" y="37110"/>
                  <a:pt x="296882" y="35423"/>
                </a:cubicBezTo>
                <a:cubicBezTo>
                  <a:pt x="298569" y="35423"/>
                  <a:pt x="298569" y="33737"/>
                  <a:pt x="298569" y="33737"/>
                </a:cubicBezTo>
                <a:lnTo>
                  <a:pt x="298569" y="32050"/>
                </a:lnTo>
                <a:lnTo>
                  <a:pt x="300255" y="32050"/>
                </a:lnTo>
                <a:lnTo>
                  <a:pt x="312063" y="32050"/>
                </a:lnTo>
                <a:lnTo>
                  <a:pt x="312063" y="13495"/>
                </a:lnTo>
                <a:lnTo>
                  <a:pt x="312063" y="11808"/>
                </a:lnTo>
                <a:lnTo>
                  <a:pt x="313750" y="11808"/>
                </a:lnTo>
                <a:cubicBezTo>
                  <a:pt x="313750" y="10121"/>
                  <a:pt x="313750" y="10121"/>
                  <a:pt x="315437" y="10121"/>
                </a:cubicBezTo>
                <a:cubicBezTo>
                  <a:pt x="317124" y="10121"/>
                  <a:pt x="317124" y="10121"/>
                  <a:pt x="318810" y="10121"/>
                </a:cubicBezTo>
                <a:cubicBezTo>
                  <a:pt x="320497" y="10121"/>
                  <a:pt x="322184" y="10121"/>
                  <a:pt x="322184" y="10121"/>
                </a:cubicBezTo>
                <a:cubicBezTo>
                  <a:pt x="323871" y="10121"/>
                  <a:pt x="323871" y="10121"/>
                  <a:pt x="325558" y="11808"/>
                </a:cubicBezTo>
                <a:cubicBezTo>
                  <a:pt x="327245" y="11808"/>
                  <a:pt x="327245" y="13495"/>
                  <a:pt x="327245" y="13495"/>
                </a:cubicBezTo>
                <a:lnTo>
                  <a:pt x="327245" y="32050"/>
                </a:lnTo>
                <a:lnTo>
                  <a:pt x="347487" y="32050"/>
                </a:lnTo>
                <a:lnTo>
                  <a:pt x="349173" y="32050"/>
                </a:lnTo>
                <a:lnTo>
                  <a:pt x="349173" y="33737"/>
                </a:lnTo>
                <a:lnTo>
                  <a:pt x="350860" y="35423"/>
                </a:lnTo>
                <a:cubicBezTo>
                  <a:pt x="350860" y="37110"/>
                  <a:pt x="350860" y="37110"/>
                  <a:pt x="350860" y="38797"/>
                </a:cubicBezTo>
                <a:cubicBezTo>
                  <a:pt x="350860" y="40484"/>
                  <a:pt x="350860" y="42171"/>
                  <a:pt x="349173" y="43858"/>
                </a:cubicBezTo>
                <a:cubicBezTo>
                  <a:pt x="349173" y="43858"/>
                  <a:pt x="349173" y="45544"/>
                  <a:pt x="347487" y="45544"/>
                </a:cubicBezTo>
                <a:lnTo>
                  <a:pt x="327245" y="45544"/>
                </a:lnTo>
                <a:lnTo>
                  <a:pt x="327245" y="89402"/>
                </a:lnTo>
                <a:cubicBezTo>
                  <a:pt x="327245" y="96149"/>
                  <a:pt x="327245" y="99523"/>
                  <a:pt x="328931" y="102897"/>
                </a:cubicBezTo>
                <a:cubicBezTo>
                  <a:pt x="330618" y="106270"/>
                  <a:pt x="333992" y="107957"/>
                  <a:pt x="337366" y="107957"/>
                </a:cubicBezTo>
                <a:cubicBezTo>
                  <a:pt x="339052" y="107957"/>
                  <a:pt x="340739" y="106270"/>
                  <a:pt x="342426" y="106270"/>
                </a:cubicBezTo>
                <a:lnTo>
                  <a:pt x="344113" y="106270"/>
                </a:lnTo>
                <a:cubicBezTo>
                  <a:pt x="345800" y="106270"/>
                  <a:pt x="345800" y="104583"/>
                  <a:pt x="347487" y="104583"/>
                </a:cubicBezTo>
                <a:lnTo>
                  <a:pt x="349173" y="104583"/>
                </a:lnTo>
                <a:lnTo>
                  <a:pt x="349173" y="106270"/>
                </a:lnTo>
                <a:cubicBezTo>
                  <a:pt x="350860" y="106270"/>
                  <a:pt x="350860" y="106270"/>
                  <a:pt x="350860" y="107957"/>
                </a:cubicBezTo>
                <a:lnTo>
                  <a:pt x="350860" y="109644"/>
                </a:lnTo>
                <a:close/>
                <a:moveTo>
                  <a:pt x="291821" y="40484"/>
                </a:moveTo>
                <a:cubicBezTo>
                  <a:pt x="291821" y="42171"/>
                  <a:pt x="291821" y="42171"/>
                  <a:pt x="291821" y="43858"/>
                </a:cubicBezTo>
                <a:lnTo>
                  <a:pt x="291821" y="45544"/>
                </a:lnTo>
                <a:lnTo>
                  <a:pt x="290134" y="47231"/>
                </a:lnTo>
                <a:lnTo>
                  <a:pt x="288448" y="47231"/>
                </a:lnTo>
                <a:cubicBezTo>
                  <a:pt x="286761" y="47231"/>
                  <a:pt x="286761" y="45544"/>
                  <a:pt x="285074" y="45544"/>
                </a:cubicBezTo>
                <a:cubicBezTo>
                  <a:pt x="285074" y="45544"/>
                  <a:pt x="283387" y="45544"/>
                  <a:pt x="281700" y="45544"/>
                </a:cubicBezTo>
                <a:cubicBezTo>
                  <a:pt x="281700" y="45544"/>
                  <a:pt x="280013" y="45544"/>
                  <a:pt x="278327" y="45544"/>
                </a:cubicBezTo>
                <a:cubicBezTo>
                  <a:pt x="276640" y="45544"/>
                  <a:pt x="276640" y="45544"/>
                  <a:pt x="274953" y="45544"/>
                </a:cubicBezTo>
                <a:cubicBezTo>
                  <a:pt x="273266" y="47231"/>
                  <a:pt x="271579" y="47231"/>
                  <a:pt x="269892" y="48918"/>
                </a:cubicBezTo>
                <a:cubicBezTo>
                  <a:pt x="268206" y="50605"/>
                  <a:pt x="266519" y="52292"/>
                  <a:pt x="264832" y="53978"/>
                </a:cubicBezTo>
                <a:cubicBezTo>
                  <a:pt x="263145" y="57352"/>
                  <a:pt x="261458" y="59039"/>
                  <a:pt x="259772" y="62413"/>
                </a:cubicBezTo>
                <a:lnTo>
                  <a:pt x="259772" y="116391"/>
                </a:lnTo>
                <a:lnTo>
                  <a:pt x="258085" y="118078"/>
                </a:lnTo>
                <a:cubicBezTo>
                  <a:pt x="256398" y="118078"/>
                  <a:pt x="256398" y="118078"/>
                  <a:pt x="254711" y="118078"/>
                </a:cubicBezTo>
                <a:cubicBezTo>
                  <a:pt x="254711" y="118078"/>
                  <a:pt x="253024" y="118078"/>
                  <a:pt x="251337" y="118078"/>
                </a:cubicBezTo>
                <a:cubicBezTo>
                  <a:pt x="249651" y="118078"/>
                  <a:pt x="249651" y="118078"/>
                  <a:pt x="247964" y="118078"/>
                </a:cubicBezTo>
                <a:lnTo>
                  <a:pt x="246277" y="118078"/>
                </a:lnTo>
                <a:lnTo>
                  <a:pt x="244590" y="118078"/>
                </a:lnTo>
                <a:lnTo>
                  <a:pt x="244590" y="116391"/>
                </a:lnTo>
                <a:lnTo>
                  <a:pt x="244590" y="35423"/>
                </a:lnTo>
                <a:lnTo>
                  <a:pt x="244590" y="33737"/>
                </a:lnTo>
                <a:lnTo>
                  <a:pt x="246277" y="32050"/>
                </a:lnTo>
                <a:lnTo>
                  <a:pt x="247964" y="32050"/>
                </a:lnTo>
                <a:cubicBezTo>
                  <a:pt x="247964" y="32050"/>
                  <a:pt x="249651" y="32050"/>
                  <a:pt x="251337" y="32050"/>
                </a:cubicBezTo>
                <a:cubicBezTo>
                  <a:pt x="253024" y="32050"/>
                  <a:pt x="253024" y="32050"/>
                  <a:pt x="254711" y="32050"/>
                </a:cubicBezTo>
                <a:lnTo>
                  <a:pt x="256398" y="32050"/>
                </a:lnTo>
                <a:cubicBezTo>
                  <a:pt x="256398" y="33737"/>
                  <a:pt x="256398" y="33737"/>
                  <a:pt x="258085" y="33737"/>
                </a:cubicBezTo>
                <a:lnTo>
                  <a:pt x="258085" y="35423"/>
                </a:lnTo>
                <a:lnTo>
                  <a:pt x="258085" y="47231"/>
                </a:lnTo>
                <a:cubicBezTo>
                  <a:pt x="259772" y="43858"/>
                  <a:pt x="261458" y="40484"/>
                  <a:pt x="263145" y="38797"/>
                </a:cubicBezTo>
                <a:cubicBezTo>
                  <a:pt x="266519" y="37110"/>
                  <a:pt x="268206" y="35423"/>
                  <a:pt x="269892" y="33737"/>
                </a:cubicBezTo>
                <a:cubicBezTo>
                  <a:pt x="271579" y="32050"/>
                  <a:pt x="273266" y="32050"/>
                  <a:pt x="274953" y="32050"/>
                </a:cubicBezTo>
                <a:cubicBezTo>
                  <a:pt x="276640" y="30363"/>
                  <a:pt x="278327" y="30363"/>
                  <a:pt x="280013" y="30363"/>
                </a:cubicBezTo>
                <a:cubicBezTo>
                  <a:pt x="280013" y="30363"/>
                  <a:pt x="281700" y="30363"/>
                  <a:pt x="283387" y="30363"/>
                </a:cubicBezTo>
                <a:lnTo>
                  <a:pt x="285074" y="32050"/>
                </a:lnTo>
                <a:cubicBezTo>
                  <a:pt x="286761" y="32050"/>
                  <a:pt x="288448" y="32050"/>
                  <a:pt x="288448" y="32050"/>
                </a:cubicBezTo>
                <a:cubicBezTo>
                  <a:pt x="290134" y="32050"/>
                  <a:pt x="290134" y="32050"/>
                  <a:pt x="290134" y="33737"/>
                </a:cubicBezTo>
                <a:lnTo>
                  <a:pt x="291821" y="33737"/>
                </a:lnTo>
                <a:lnTo>
                  <a:pt x="291821" y="35423"/>
                </a:lnTo>
                <a:lnTo>
                  <a:pt x="291821" y="37110"/>
                </a:lnTo>
                <a:cubicBezTo>
                  <a:pt x="291821" y="37110"/>
                  <a:pt x="291821" y="38797"/>
                  <a:pt x="291821" y="40484"/>
                </a:cubicBezTo>
                <a:close/>
                <a:moveTo>
                  <a:pt x="200733" y="79281"/>
                </a:moveTo>
                <a:lnTo>
                  <a:pt x="188925" y="79281"/>
                </a:lnTo>
                <a:cubicBezTo>
                  <a:pt x="183864" y="79281"/>
                  <a:pt x="180491" y="79281"/>
                  <a:pt x="178804" y="80968"/>
                </a:cubicBezTo>
                <a:cubicBezTo>
                  <a:pt x="175430" y="80968"/>
                  <a:pt x="172056" y="82655"/>
                  <a:pt x="170370" y="82655"/>
                </a:cubicBezTo>
                <a:cubicBezTo>
                  <a:pt x="168683" y="84341"/>
                  <a:pt x="166996" y="86028"/>
                  <a:pt x="165309" y="87715"/>
                </a:cubicBezTo>
                <a:cubicBezTo>
                  <a:pt x="165309" y="89402"/>
                  <a:pt x="165309" y="92776"/>
                  <a:pt x="165309" y="94462"/>
                </a:cubicBezTo>
                <a:cubicBezTo>
                  <a:pt x="165309" y="99523"/>
                  <a:pt x="165309" y="102897"/>
                  <a:pt x="168683" y="104583"/>
                </a:cubicBezTo>
                <a:cubicBezTo>
                  <a:pt x="172056" y="107957"/>
                  <a:pt x="175430" y="107957"/>
                  <a:pt x="180491" y="107957"/>
                </a:cubicBezTo>
                <a:cubicBezTo>
                  <a:pt x="183864" y="107957"/>
                  <a:pt x="187238" y="107957"/>
                  <a:pt x="190612" y="106270"/>
                </a:cubicBezTo>
                <a:cubicBezTo>
                  <a:pt x="193985" y="102897"/>
                  <a:pt x="197359" y="101210"/>
                  <a:pt x="200733" y="96149"/>
                </a:cubicBezTo>
                <a:lnTo>
                  <a:pt x="200733" y="79281"/>
                </a:lnTo>
                <a:close/>
                <a:moveTo>
                  <a:pt x="215914" y="116391"/>
                </a:moveTo>
                <a:lnTo>
                  <a:pt x="215914" y="118078"/>
                </a:lnTo>
                <a:lnTo>
                  <a:pt x="214227" y="118078"/>
                </a:lnTo>
                <a:cubicBezTo>
                  <a:pt x="212540" y="118078"/>
                  <a:pt x="210853" y="118078"/>
                  <a:pt x="209167" y="118078"/>
                </a:cubicBezTo>
                <a:cubicBezTo>
                  <a:pt x="207480" y="118078"/>
                  <a:pt x="207480" y="118078"/>
                  <a:pt x="205793" y="118078"/>
                </a:cubicBezTo>
                <a:lnTo>
                  <a:pt x="204106" y="118078"/>
                </a:lnTo>
                <a:lnTo>
                  <a:pt x="204106" y="116391"/>
                </a:lnTo>
                <a:lnTo>
                  <a:pt x="204106" y="107957"/>
                </a:lnTo>
                <a:cubicBezTo>
                  <a:pt x="199046" y="111331"/>
                  <a:pt x="195672" y="114704"/>
                  <a:pt x="192298" y="116391"/>
                </a:cubicBezTo>
                <a:cubicBezTo>
                  <a:pt x="187238" y="119765"/>
                  <a:pt x="182177" y="119765"/>
                  <a:pt x="177117" y="119765"/>
                </a:cubicBezTo>
                <a:cubicBezTo>
                  <a:pt x="173743" y="119765"/>
                  <a:pt x="168683" y="119765"/>
                  <a:pt x="165309" y="118078"/>
                </a:cubicBezTo>
                <a:cubicBezTo>
                  <a:pt x="161935" y="118078"/>
                  <a:pt x="160249" y="116391"/>
                  <a:pt x="156875" y="113017"/>
                </a:cubicBezTo>
                <a:cubicBezTo>
                  <a:pt x="155188" y="111331"/>
                  <a:pt x="153501" y="109644"/>
                  <a:pt x="151815" y="106270"/>
                </a:cubicBezTo>
                <a:cubicBezTo>
                  <a:pt x="150128" y="102897"/>
                  <a:pt x="150128" y="99523"/>
                  <a:pt x="150128" y="96149"/>
                </a:cubicBezTo>
                <a:cubicBezTo>
                  <a:pt x="150128" y="91089"/>
                  <a:pt x="150128" y="86028"/>
                  <a:pt x="151815" y="82655"/>
                </a:cubicBezTo>
                <a:cubicBezTo>
                  <a:pt x="153501" y="79281"/>
                  <a:pt x="156875" y="77594"/>
                  <a:pt x="160249" y="74220"/>
                </a:cubicBezTo>
                <a:cubicBezTo>
                  <a:pt x="163622" y="72534"/>
                  <a:pt x="168683" y="70847"/>
                  <a:pt x="173743" y="70847"/>
                </a:cubicBezTo>
                <a:cubicBezTo>
                  <a:pt x="178804" y="69160"/>
                  <a:pt x="183864" y="69160"/>
                  <a:pt x="190612" y="69160"/>
                </a:cubicBezTo>
                <a:lnTo>
                  <a:pt x="200733" y="69160"/>
                </a:lnTo>
                <a:lnTo>
                  <a:pt x="200733" y="62413"/>
                </a:lnTo>
                <a:cubicBezTo>
                  <a:pt x="200733" y="59039"/>
                  <a:pt x="200733" y="55665"/>
                  <a:pt x="200733" y="53978"/>
                </a:cubicBezTo>
                <a:cubicBezTo>
                  <a:pt x="199046" y="50605"/>
                  <a:pt x="199046" y="48918"/>
                  <a:pt x="197359" y="47231"/>
                </a:cubicBezTo>
                <a:cubicBezTo>
                  <a:pt x="195672" y="45544"/>
                  <a:pt x="193985" y="45544"/>
                  <a:pt x="190612" y="43858"/>
                </a:cubicBezTo>
                <a:cubicBezTo>
                  <a:pt x="188925" y="43858"/>
                  <a:pt x="185551" y="42171"/>
                  <a:pt x="182177" y="42171"/>
                </a:cubicBezTo>
                <a:cubicBezTo>
                  <a:pt x="178804" y="42171"/>
                  <a:pt x="175430" y="43858"/>
                  <a:pt x="172056" y="43858"/>
                </a:cubicBezTo>
                <a:cubicBezTo>
                  <a:pt x="170370" y="45544"/>
                  <a:pt x="166996" y="45544"/>
                  <a:pt x="165309" y="47231"/>
                </a:cubicBezTo>
                <a:cubicBezTo>
                  <a:pt x="163622" y="48918"/>
                  <a:pt x="161935" y="48918"/>
                  <a:pt x="160249" y="50605"/>
                </a:cubicBezTo>
                <a:cubicBezTo>
                  <a:pt x="158562" y="50605"/>
                  <a:pt x="156875" y="50605"/>
                  <a:pt x="156875" y="50605"/>
                </a:cubicBezTo>
                <a:lnTo>
                  <a:pt x="155188" y="50605"/>
                </a:lnTo>
                <a:lnTo>
                  <a:pt x="153501" y="50605"/>
                </a:lnTo>
                <a:cubicBezTo>
                  <a:pt x="153501" y="48918"/>
                  <a:pt x="153501" y="48918"/>
                  <a:pt x="153501" y="47231"/>
                </a:cubicBezTo>
                <a:lnTo>
                  <a:pt x="153501" y="45544"/>
                </a:lnTo>
                <a:cubicBezTo>
                  <a:pt x="153501" y="43858"/>
                  <a:pt x="153501" y="42171"/>
                  <a:pt x="153501" y="42171"/>
                </a:cubicBezTo>
                <a:cubicBezTo>
                  <a:pt x="153501" y="40484"/>
                  <a:pt x="155188" y="40484"/>
                  <a:pt x="155188" y="38797"/>
                </a:cubicBezTo>
                <a:cubicBezTo>
                  <a:pt x="156875" y="38797"/>
                  <a:pt x="156875" y="37110"/>
                  <a:pt x="160249" y="37110"/>
                </a:cubicBezTo>
                <a:cubicBezTo>
                  <a:pt x="161935" y="35423"/>
                  <a:pt x="163622" y="35423"/>
                  <a:pt x="166996" y="33737"/>
                </a:cubicBezTo>
                <a:cubicBezTo>
                  <a:pt x="168683" y="33737"/>
                  <a:pt x="172056" y="32050"/>
                  <a:pt x="175430" y="32050"/>
                </a:cubicBezTo>
                <a:cubicBezTo>
                  <a:pt x="177117" y="30363"/>
                  <a:pt x="180491" y="30363"/>
                  <a:pt x="183864" y="30363"/>
                </a:cubicBezTo>
                <a:cubicBezTo>
                  <a:pt x="190612" y="30363"/>
                  <a:pt x="195672" y="32050"/>
                  <a:pt x="199046" y="32050"/>
                </a:cubicBezTo>
                <a:cubicBezTo>
                  <a:pt x="202419" y="33737"/>
                  <a:pt x="205793" y="35423"/>
                  <a:pt x="209167" y="38797"/>
                </a:cubicBezTo>
                <a:cubicBezTo>
                  <a:pt x="210853" y="40484"/>
                  <a:pt x="212540" y="43858"/>
                  <a:pt x="214227" y="48918"/>
                </a:cubicBezTo>
                <a:cubicBezTo>
                  <a:pt x="215914" y="52292"/>
                  <a:pt x="215914" y="55665"/>
                  <a:pt x="215914" y="60726"/>
                </a:cubicBezTo>
                <a:lnTo>
                  <a:pt x="215914" y="116391"/>
                </a:lnTo>
                <a:close/>
                <a:moveTo>
                  <a:pt x="134946" y="109644"/>
                </a:moveTo>
                <a:cubicBezTo>
                  <a:pt x="134946" y="111331"/>
                  <a:pt x="134946" y="113017"/>
                  <a:pt x="134946" y="114704"/>
                </a:cubicBezTo>
                <a:cubicBezTo>
                  <a:pt x="134946" y="114704"/>
                  <a:pt x="134946" y="116391"/>
                  <a:pt x="133259" y="116391"/>
                </a:cubicBezTo>
                <a:cubicBezTo>
                  <a:pt x="133259" y="116391"/>
                  <a:pt x="133259" y="118078"/>
                  <a:pt x="131573" y="118078"/>
                </a:cubicBezTo>
                <a:cubicBezTo>
                  <a:pt x="129886" y="118078"/>
                  <a:pt x="129886" y="118078"/>
                  <a:pt x="128199" y="119765"/>
                </a:cubicBezTo>
                <a:cubicBezTo>
                  <a:pt x="126512" y="119765"/>
                  <a:pt x="126512" y="119765"/>
                  <a:pt x="124825" y="119765"/>
                </a:cubicBezTo>
                <a:cubicBezTo>
                  <a:pt x="123138" y="119765"/>
                  <a:pt x="121452" y="119765"/>
                  <a:pt x="119765" y="119765"/>
                </a:cubicBezTo>
                <a:cubicBezTo>
                  <a:pt x="116391" y="119765"/>
                  <a:pt x="113017" y="119765"/>
                  <a:pt x="109644" y="118078"/>
                </a:cubicBezTo>
                <a:cubicBezTo>
                  <a:pt x="106270" y="116391"/>
                  <a:pt x="104583" y="114704"/>
                  <a:pt x="102897" y="113017"/>
                </a:cubicBezTo>
                <a:cubicBezTo>
                  <a:pt x="99523" y="111331"/>
                  <a:pt x="99523" y="107957"/>
                  <a:pt x="97836" y="104583"/>
                </a:cubicBezTo>
                <a:cubicBezTo>
                  <a:pt x="96149" y="101210"/>
                  <a:pt x="96149" y="97836"/>
                  <a:pt x="96149" y="92776"/>
                </a:cubicBezTo>
                <a:lnTo>
                  <a:pt x="96149" y="45544"/>
                </a:lnTo>
                <a:lnTo>
                  <a:pt x="84341" y="45544"/>
                </a:lnTo>
                <a:cubicBezTo>
                  <a:pt x="84341" y="45544"/>
                  <a:pt x="84341" y="43858"/>
                  <a:pt x="82655" y="43858"/>
                </a:cubicBezTo>
                <a:cubicBezTo>
                  <a:pt x="82655" y="42171"/>
                  <a:pt x="82655" y="40484"/>
                  <a:pt x="82655" y="38797"/>
                </a:cubicBezTo>
                <a:cubicBezTo>
                  <a:pt x="82655" y="37110"/>
                  <a:pt x="82655" y="37110"/>
                  <a:pt x="82655" y="35423"/>
                </a:cubicBezTo>
                <a:lnTo>
                  <a:pt x="82655" y="33737"/>
                </a:lnTo>
                <a:cubicBezTo>
                  <a:pt x="82655" y="33737"/>
                  <a:pt x="84341" y="33737"/>
                  <a:pt x="84341" y="32050"/>
                </a:cubicBezTo>
                <a:lnTo>
                  <a:pt x="86028" y="32050"/>
                </a:lnTo>
                <a:lnTo>
                  <a:pt x="96149" y="32050"/>
                </a:lnTo>
                <a:lnTo>
                  <a:pt x="96149" y="13495"/>
                </a:lnTo>
                <a:lnTo>
                  <a:pt x="96149" y="11808"/>
                </a:lnTo>
                <a:lnTo>
                  <a:pt x="97836" y="11808"/>
                </a:lnTo>
                <a:cubicBezTo>
                  <a:pt x="97836" y="10121"/>
                  <a:pt x="99523" y="10121"/>
                  <a:pt x="99523" y="10121"/>
                </a:cubicBezTo>
                <a:cubicBezTo>
                  <a:pt x="101210" y="10121"/>
                  <a:pt x="102897" y="10121"/>
                  <a:pt x="104583" y="10121"/>
                </a:cubicBezTo>
                <a:cubicBezTo>
                  <a:pt x="106270" y="10121"/>
                  <a:pt x="106270" y="10121"/>
                  <a:pt x="107957" y="10121"/>
                </a:cubicBezTo>
                <a:cubicBezTo>
                  <a:pt x="107957" y="10121"/>
                  <a:pt x="109644" y="10121"/>
                  <a:pt x="109644" y="11808"/>
                </a:cubicBezTo>
                <a:lnTo>
                  <a:pt x="111331" y="11808"/>
                </a:lnTo>
                <a:lnTo>
                  <a:pt x="111331" y="13495"/>
                </a:lnTo>
                <a:lnTo>
                  <a:pt x="111331" y="32050"/>
                </a:lnTo>
                <a:lnTo>
                  <a:pt x="131573" y="32050"/>
                </a:lnTo>
                <a:lnTo>
                  <a:pt x="133259" y="32050"/>
                </a:lnTo>
                <a:cubicBezTo>
                  <a:pt x="133259" y="33737"/>
                  <a:pt x="134946" y="33737"/>
                  <a:pt x="134946" y="33737"/>
                </a:cubicBezTo>
                <a:lnTo>
                  <a:pt x="134946" y="35423"/>
                </a:lnTo>
                <a:cubicBezTo>
                  <a:pt x="134946" y="37110"/>
                  <a:pt x="134946" y="37110"/>
                  <a:pt x="134946" y="38797"/>
                </a:cubicBezTo>
                <a:cubicBezTo>
                  <a:pt x="134946" y="40484"/>
                  <a:pt x="134946" y="42171"/>
                  <a:pt x="134946" y="43858"/>
                </a:cubicBezTo>
                <a:cubicBezTo>
                  <a:pt x="133259" y="43858"/>
                  <a:pt x="133259" y="45544"/>
                  <a:pt x="131573" y="45544"/>
                </a:cubicBezTo>
                <a:lnTo>
                  <a:pt x="111331" y="45544"/>
                </a:lnTo>
                <a:lnTo>
                  <a:pt x="111331" y="89402"/>
                </a:lnTo>
                <a:cubicBezTo>
                  <a:pt x="111331" y="96149"/>
                  <a:pt x="113017" y="99523"/>
                  <a:pt x="114704" y="102897"/>
                </a:cubicBezTo>
                <a:cubicBezTo>
                  <a:pt x="116391" y="106270"/>
                  <a:pt x="118078" y="107957"/>
                  <a:pt x="123138" y="107957"/>
                </a:cubicBezTo>
                <a:cubicBezTo>
                  <a:pt x="124825" y="107957"/>
                  <a:pt x="124825" y="106270"/>
                  <a:pt x="126512" y="106270"/>
                </a:cubicBezTo>
                <a:cubicBezTo>
                  <a:pt x="128199" y="106270"/>
                  <a:pt x="128199" y="106270"/>
                  <a:pt x="129886" y="106270"/>
                </a:cubicBezTo>
                <a:lnTo>
                  <a:pt x="131573" y="104583"/>
                </a:lnTo>
                <a:lnTo>
                  <a:pt x="133259" y="104583"/>
                </a:lnTo>
                <a:cubicBezTo>
                  <a:pt x="134946" y="104583"/>
                  <a:pt x="134946" y="104583"/>
                  <a:pt x="134946" y="106270"/>
                </a:cubicBezTo>
                <a:lnTo>
                  <a:pt x="134946" y="107957"/>
                </a:lnTo>
                <a:lnTo>
                  <a:pt x="134946" y="109644"/>
                </a:lnTo>
                <a:close/>
                <a:moveTo>
                  <a:pt x="72534" y="86028"/>
                </a:moveTo>
                <a:cubicBezTo>
                  <a:pt x="72534" y="91089"/>
                  <a:pt x="70847" y="96149"/>
                  <a:pt x="69160" y="99523"/>
                </a:cubicBezTo>
                <a:cubicBezTo>
                  <a:pt x="67473" y="104583"/>
                  <a:pt x="64099" y="107957"/>
                  <a:pt x="60726" y="111331"/>
                </a:cubicBezTo>
                <a:cubicBezTo>
                  <a:pt x="57352" y="114704"/>
                  <a:pt x="53978" y="116391"/>
                  <a:pt x="48918" y="118078"/>
                </a:cubicBezTo>
                <a:cubicBezTo>
                  <a:pt x="43858" y="119765"/>
                  <a:pt x="38797" y="119765"/>
                  <a:pt x="33737" y="119765"/>
                </a:cubicBezTo>
                <a:cubicBezTo>
                  <a:pt x="28676" y="119765"/>
                  <a:pt x="25302" y="119765"/>
                  <a:pt x="21929" y="119765"/>
                </a:cubicBezTo>
                <a:cubicBezTo>
                  <a:pt x="18555" y="118078"/>
                  <a:pt x="15181" y="118078"/>
                  <a:pt x="13495" y="116391"/>
                </a:cubicBezTo>
                <a:cubicBezTo>
                  <a:pt x="10121" y="116391"/>
                  <a:pt x="8434" y="114704"/>
                  <a:pt x="6747" y="113017"/>
                </a:cubicBezTo>
                <a:cubicBezTo>
                  <a:pt x="5060" y="113017"/>
                  <a:pt x="3374" y="111331"/>
                  <a:pt x="3374" y="111331"/>
                </a:cubicBezTo>
                <a:cubicBezTo>
                  <a:pt x="1687" y="109644"/>
                  <a:pt x="1687" y="109644"/>
                  <a:pt x="1687" y="107957"/>
                </a:cubicBezTo>
                <a:cubicBezTo>
                  <a:pt x="1687" y="107957"/>
                  <a:pt x="0" y="106270"/>
                  <a:pt x="0" y="104583"/>
                </a:cubicBezTo>
                <a:cubicBezTo>
                  <a:pt x="0" y="102897"/>
                  <a:pt x="0" y="101210"/>
                  <a:pt x="1687" y="101210"/>
                </a:cubicBezTo>
                <a:cubicBezTo>
                  <a:pt x="1687" y="99523"/>
                  <a:pt x="1687" y="99523"/>
                  <a:pt x="1687" y="97836"/>
                </a:cubicBezTo>
                <a:cubicBezTo>
                  <a:pt x="3374" y="97836"/>
                  <a:pt x="3374" y="96149"/>
                  <a:pt x="3374" y="96149"/>
                </a:cubicBezTo>
                <a:cubicBezTo>
                  <a:pt x="5060" y="96149"/>
                  <a:pt x="5060" y="97836"/>
                  <a:pt x="6747" y="97836"/>
                </a:cubicBezTo>
                <a:cubicBezTo>
                  <a:pt x="8434" y="99523"/>
                  <a:pt x="10121" y="101210"/>
                  <a:pt x="13495" y="101210"/>
                </a:cubicBezTo>
                <a:cubicBezTo>
                  <a:pt x="15181" y="102897"/>
                  <a:pt x="18555" y="104583"/>
                  <a:pt x="21929" y="104583"/>
                </a:cubicBezTo>
                <a:cubicBezTo>
                  <a:pt x="25302" y="106270"/>
                  <a:pt x="28676" y="106270"/>
                  <a:pt x="33737" y="106270"/>
                </a:cubicBezTo>
                <a:cubicBezTo>
                  <a:pt x="37110" y="106270"/>
                  <a:pt x="40484" y="106270"/>
                  <a:pt x="42171" y="106270"/>
                </a:cubicBezTo>
                <a:cubicBezTo>
                  <a:pt x="45544" y="104583"/>
                  <a:pt x="48918" y="102897"/>
                  <a:pt x="50605" y="101210"/>
                </a:cubicBezTo>
                <a:cubicBezTo>
                  <a:pt x="52292" y="99523"/>
                  <a:pt x="53978" y="97836"/>
                  <a:pt x="53978" y="96149"/>
                </a:cubicBezTo>
                <a:cubicBezTo>
                  <a:pt x="55665" y="92776"/>
                  <a:pt x="55665" y="91089"/>
                  <a:pt x="55665" y="87715"/>
                </a:cubicBezTo>
                <a:cubicBezTo>
                  <a:pt x="55665" y="84341"/>
                  <a:pt x="55665" y="80968"/>
                  <a:pt x="53978" y="79281"/>
                </a:cubicBezTo>
                <a:cubicBezTo>
                  <a:pt x="52292" y="75907"/>
                  <a:pt x="50605" y="74220"/>
                  <a:pt x="48918" y="72534"/>
                </a:cubicBezTo>
                <a:cubicBezTo>
                  <a:pt x="45544" y="70847"/>
                  <a:pt x="42171" y="69160"/>
                  <a:pt x="40484" y="67473"/>
                </a:cubicBezTo>
                <a:cubicBezTo>
                  <a:pt x="37110" y="65786"/>
                  <a:pt x="33737" y="64099"/>
                  <a:pt x="30363" y="64099"/>
                </a:cubicBezTo>
                <a:cubicBezTo>
                  <a:pt x="26989" y="62413"/>
                  <a:pt x="23616" y="60726"/>
                  <a:pt x="20242" y="57352"/>
                </a:cubicBezTo>
                <a:cubicBezTo>
                  <a:pt x="16868" y="55665"/>
                  <a:pt x="15181" y="53978"/>
                  <a:pt x="11808" y="52292"/>
                </a:cubicBezTo>
                <a:cubicBezTo>
                  <a:pt x="10121" y="48918"/>
                  <a:pt x="6747" y="45544"/>
                  <a:pt x="6747" y="42171"/>
                </a:cubicBezTo>
                <a:cubicBezTo>
                  <a:pt x="5060" y="38797"/>
                  <a:pt x="3374" y="35423"/>
                  <a:pt x="3374" y="30363"/>
                </a:cubicBezTo>
                <a:cubicBezTo>
                  <a:pt x="3374" y="25302"/>
                  <a:pt x="5060" y="21929"/>
                  <a:pt x="6747" y="16868"/>
                </a:cubicBezTo>
                <a:cubicBezTo>
                  <a:pt x="8434" y="13495"/>
                  <a:pt x="10121" y="10121"/>
                  <a:pt x="13495" y="8434"/>
                </a:cubicBezTo>
                <a:cubicBezTo>
                  <a:pt x="16868" y="5060"/>
                  <a:pt x="20242" y="3374"/>
                  <a:pt x="25302" y="1687"/>
                </a:cubicBezTo>
                <a:cubicBezTo>
                  <a:pt x="28676" y="0"/>
                  <a:pt x="33737" y="0"/>
                  <a:pt x="38797" y="0"/>
                </a:cubicBezTo>
                <a:cubicBezTo>
                  <a:pt x="42171" y="0"/>
                  <a:pt x="43858" y="0"/>
                  <a:pt x="47231" y="0"/>
                </a:cubicBezTo>
                <a:cubicBezTo>
                  <a:pt x="48918" y="1687"/>
                  <a:pt x="52292" y="1687"/>
                  <a:pt x="53978" y="1687"/>
                </a:cubicBezTo>
                <a:cubicBezTo>
                  <a:pt x="57352" y="3374"/>
                  <a:pt x="59039" y="3374"/>
                  <a:pt x="60726" y="5060"/>
                </a:cubicBezTo>
                <a:cubicBezTo>
                  <a:pt x="62413" y="5060"/>
                  <a:pt x="64099" y="6747"/>
                  <a:pt x="64099" y="6747"/>
                </a:cubicBezTo>
                <a:cubicBezTo>
                  <a:pt x="64099" y="8434"/>
                  <a:pt x="65786" y="8434"/>
                  <a:pt x="65786" y="8434"/>
                </a:cubicBezTo>
                <a:lnTo>
                  <a:pt x="65786" y="10121"/>
                </a:lnTo>
                <a:lnTo>
                  <a:pt x="65786" y="11808"/>
                </a:lnTo>
                <a:cubicBezTo>
                  <a:pt x="65786" y="11808"/>
                  <a:pt x="65786" y="13495"/>
                  <a:pt x="65786" y="15181"/>
                </a:cubicBezTo>
                <a:lnTo>
                  <a:pt x="65786" y="16868"/>
                </a:lnTo>
                <a:lnTo>
                  <a:pt x="65786" y="18555"/>
                </a:lnTo>
                <a:cubicBezTo>
                  <a:pt x="65786" y="20242"/>
                  <a:pt x="65786" y="20242"/>
                  <a:pt x="64099" y="20242"/>
                </a:cubicBezTo>
                <a:cubicBezTo>
                  <a:pt x="62413" y="20242"/>
                  <a:pt x="62413" y="20242"/>
                  <a:pt x="60726" y="20242"/>
                </a:cubicBezTo>
                <a:cubicBezTo>
                  <a:pt x="59039" y="18555"/>
                  <a:pt x="57352" y="18555"/>
                  <a:pt x="55665" y="16868"/>
                </a:cubicBezTo>
                <a:cubicBezTo>
                  <a:pt x="53978" y="15181"/>
                  <a:pt x="50605" y="15181"/>
                  <a:pt x="47231" y="13495"/>
                </a:cubicBezTo>
                <a:cubicBezTo>
                  <a:pt x="45544" y="13495"/>
                  <a:pt x="42171" y="13495"/>
                  <a:pt x="38797" y="13495"/>
                </a:cubicBezTo>
                <a:cubicBezTo>
                  <a:pt x="35423" y="13495"/>
                  <a:pt x="32050" y="13495"/>
                  <a:pt x="30363" y="13495"/>
                </a:cubicBezTo>
                <a:cubicBezTo>
                  <a:pt x="26989" y="15181"/>
                  <a:pt x="25302" y="16868"/>
                  <a:pt x="23616" y="16868"/>
                </a:cubicBezTo>
                <a:cubicBezTo>
                  <a:pt x="21929" y="18555"/>
                  <a:pt x="21929" y="20242"/>
                  <a:pt x="20242" y="21929"/>
                </a:cubicBezTo>
                <a:cubicBezTo>
                  <a:pt x="20242" y="25302"/>
                  <a:pt x="20242" y="26989"/>
                  <a:pt x="20242" y="28676"/>
                </a:cubicBezTo>
                <a:cubicBezTo>
                  <a:pt x="20242" y="32050"/>
                  <a:pt x="20242" y="35423"/>
                  <a:pt x="21929" y="37110"/>
                </a:cubicBezTo>
                <a:cubicBezTo>
                  <a:pt x="23616" y="40484"/>
                  <a:pt x="25302" y="42171"/>
                  <a:pt x="26989" y="43858"/>
                </a:cubicBezTo>
                <a:cubicBezTo>
                  <a:pt x="30363" y="45544"/>
                  <a:pt x="33737" y="47231"/>
                  <a:pt x="35423" y="48918"/>
                </a:cubicBezTo>
                <a:cubicBezTo>
                  <a:pt x="38797" y="50605"/>
                  <a:pt x="42171" y="52292"/>
                  <a:pt x="45544" y="53978"/>
                </a:cubicBezTo>
                <a:cubicBezTo>
                  <a:pt x="48918" y="53978"/>
                  <a:pt x="52292" y="55665"/>
                  <a:pt x="55665" y="59039"/>
                </a:cubicBezTo>
                <a:cubicBezTo>
                  <a:pt x="59039" y="60726"/>
                  <a:pt x="62413" y="62413"/>
                  <a:pt x="64099" y="64099"/>
                </a:cubicBezTo>
                <a:cubicBezTo>
                  <a:pt x="67473" y="67473"/>
                  <a:pt x="69160" y="70847"/>
                  <a:pt x="70847" y="74220"/>
                </a:cubicBezTo>
                <a:cubicBezTo>
                  <a:pt x="72534" y="77594"/>
                  <a:pt x="72534" y="80968"/>
                  <a:pt x="72534" y="860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7E36B-1558-4BFC-9AA9-7846E31B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347" y="5205921"/>
            <a:ext cx="87715" cy="116391"/>
          </a:xfrm>
          <a:custGeom xmlns:a="http://schemas.openxmlformats.org/drawingml/2006/main">
            <a:pathLst>
              <a:path w="87715" h="116391">
                <a:moveTo>
                  <a:pt x="70847" y="25302"/>
                </a:moveTo>
                <a:cubicBezTo>
                  <a:pt x="70847" y="23616"/>
                  <a:pt x="70847" y="21929"/>
                  <a:pt x="69160" y="20242"/>
                </a:cubicBezTo>
                <a:cubicBezTo>
                  <a:pt x="69160" y="18555"/>
                  <a:pt x="67473" y="16868"/>
                  <a:pt x="65786" y="16868"/>
                </a:cubicBezTo>
                <a:cubicBezTo>
                  <a:pt x="64099" y="15181"/>
                  <a:pt x="62413" y="13495"/>
                  <a:pt x="60726" y="13495"/>
                </a:cubicBezTo>
                <a:cubicBezTo>
                  <a:pt x="59039" y="13495"/>
                  <a:pt x="55665" y="11808"/>
                  <a:pt x="52292" y="11808"/>
                </a:cubicBezTo>
                <a:lnTo>
                  <a:pt x="35423" y="11808"/>
                </a:lnTo>
                <a:lnTo>
                  <a:pt x="26989" y="50605"/>
                </a:lnTo>
                <a:lnTo>
                  <a:pt x="45544" y="50605"/>
                </a:lnTo>
                <a:cubicBezTo>
                  <a:pt x="50605" y="50605"/>
                  <a:pt x="53978" y="48918"/>
                  <a:pt x="57352" y="47231"/>
                </a:cubicBezTo>
                <a:cubicBezTo>
                  <a:pt x="60726" y="47231"/>
                  <a:pt x="62413" y="43858"/>
                  <a:pt x="64099" y="42171"/>
                </a:cubicBezTo>
                <a:cubicBezTo>
                  <a:pt x="65786" y="38797"/>
                  <a:pt x="67473" y="37110"/>
                  <a:pt x="69160" y="33737"/>
                </a:cubicBezTo>
                <a:cubicBezTo>
                  <a:pt x="69160" y="30363"/>
                  <a:pt x="70847" y="28676"/>
                  <a:pt x="70847" y="25302"/>
                </a:cubicBezTo>
                <a:close/>
                <a:moveTo>
                  <a:pt x="67473" y="77594"/>
                </a:moveTo>
                <a:cubicBezTo>
                  <a:pt x="67473" y="74220"/>
                  <a:pt x="65786" y="69160"/>
                  <a:pt x="60726" y="67473"/>
                </a:cubicBezTo>
                <a:cubicBezTo>
                  <a:pt x="57352" y="64099"/>
                  <a:pt x="52292" y="62413"/>
                  <a:pt x="45544" y="62413"/>
                </a:cubicBezTo>
                <a:lnTo>
                  <a:pt x="25302" y="62413"/>
                </a:lnTo>
                <a:lnTo>
                  <a:pt x="16868" y="104583"/>
                </a:lnTo>
                <a:lnTo>
                  <a:pt x="38797" y="104583"/>
                </a:lnTo>
                <a:cubicBezTo>
                  <a:pt x="43858" y="104583"/>
                  <a:pt x="47231" y="102897"/>
                  <a:pt x="50605" y="101210"/>
                </a:cubicBezTo>
                <a:cubicBezTo>
                  <a:pt x="53978" y="99523"/>
                  <a:pt x="57352" y="97836"/>
                  <a:pt x="59039" y="96149"/>
                </a:cubicBezTo>
                <a:cubicBezTo>
                  <a:pt x="62413" y="94462"/>
                  <a:pt x="64099" y="91089"/>
                  <a:pt x="65786" y="87715"/>
                </a:cubicBezTo>
                <a:cubicBezTo>
                  <a:pt x="65786" y="84341"/>
                  <a:pt x="67473" y="80968"/>
                  <a:pt x="67473" y="77594"/>
                </a:cubicBezTo>
                <a:close/>
                <a:moveTo>
                  <a:pt x="87715" y="21929"/>
                </a:moveTo>
                <a:cubicBezTo>
                  <a:pt x="87715" y="26989"/>
                  <a:pt x="86028" y="30363"/>
                  <a:pt x="86028" y="33737"/>
                </a:cubicBezTo>
                <a:cubicBezTo>
                  <a:pt x="84341" y="37110"/>
                  <a:pt x="82655" y="38797"/>
                  <a:pt x="80968" y="42171"/>
                </a:cubicBezTo>
                <a:cubicBezTo>
                  <a:pt x="79281" y="45544"/>
                  <a:pt x="77594" y="47231"/>
                  <a:pt x="74220" y="48918"/>
                </a:cubicBezTo>
                <a:cubicBezTo>
                  <a:pt x="72534" y="52292"/>
                  <a:pt x="69160" y="53978"/>
                  <a:pt x="65786" y="53978"/>
                </a:cubicBezTo>
                <a:cubicBezTo>
                  <a:pt x="67473" y="55665"/>
                  <a:pt x="70847" y="55665"/>
                  <a:pt x="72534" y="57352"/>
                </a:cubicBezTo>
                <a:cubicBezTo>
                  <a:pt x="74220" y="59039"/>
                  <a:pt x="77594" y="60726"/>
                  <a:pt x="77594" y="62413"/>
                </a:cubicBezTo>
                <a:cubicBezTo>
                  <a:pt x="79281" y="64099"/>
                  <a:pt x="80968" y="65786"/>
                  <a:pt x="82655" y="69160"/>
                </a:cubicBezTo>
                <a:cubicBezTo>
                  <a:pt x="82655" y="70847"/>
                  <a:pt x="82655" y="74220"/>
                  <a:pt x="82655" y="77594"/>
                </a:cubicBezTo>
                <a:cubicBezTo>
                  <a:pt x="82655" y="80968"/>
                  <a:pt x="82655" y="84341"/>
                  <a:pt x="82655" y="87715"/>
                </a:cubicBezTo>
                <a:cubicBezTo>
                  <a:pt x="80968" y="89402"/>
                  <a:pt x="79281" y="92776"/>
                  <a:pt x="77594" y="96149"/>
                </a:cubicBezTo>
                <a:cubicBezTo>
                  <a:pt x="75907" y="99523"/>
                  <a:pt x="74220" y="101210"/>
                  <a:pt x="72534" y="104583"/>
                </a:cubicBezTo>
                <a:cubicBezTo>
                  <a:pt x="69160" y="106270"/>
                  <a:pt x="65786" y="109644"/>
                  <a:pt x="62413" y="111331"/>
                </a:cubicBezTo>
                <a:cubicBezTo>
                  <a:pt x="59039" y="113017"/>
                  <a:pt x="55665" y="114704"/>
                  <a:pt x="50605" y="114704"/>
                </a:cubicBezTo>
                <a:cubicBezTo>
                  <a:pt x="47231" y="116391"/>
                  <a:pt x="42171" y="116391"/>
                  <a:pt x="37110" y="116391"/>
                </a:cubicBezTo>
                <a:lnTo>
                  <a:pt x="5060" y="116391"/>
                </a:lnTo>
                <a:cubicBezTo>
                  <a:pt x="3374" y="116391"/>
                  <a:pt x="1687" y="116391"/>
                  <a:pt x="1687" y="114704"/>
                </a:cubicBezTo>
                <a:cubicBezTo>
                  <a:pt x="0" y="114704"/>
                  <a:pt x="0" y="113017"/>
                  <a:pt x="0" y="109644"/>
                </a:cubicBezTo>
                <a:lnTo>
                  <a:pt x="21929" y="6747"/>
                </a:lnTo>
                <a:cubicBezTo>
                  <a:pt x="21929" y="3374"/>
                  <a:pt x="21929" y="1687"/>
                  <a:pt x="23616" y="1687"/>
                </a:cubicBezTo>
                <a:cubicBezTo>
                  <a:pt x="25302" y="0"/>
                  <a:pt x="26989" y="0"/>
                  <a:pt x="28676" y="0"/>
                </a:cubicBezTo>
                <a:lnTo>
                  <a:pt x="53978" y="0"/>
                </a:lnTo>
                <a:cubicBezTo>
                  <a:pt x="59039" y="0"/>
                  <a:pt x="64099" y="0"/>
                  <a:pt x="69160" y="1687"/>
                </a:cubicBezTo>
                <a:cubicBezTo>
                  <a:pt x="72534" y="1687"/>
                  <a:pt x="75907" y="3374"/>
                  <a:pt x="79281" y="5060"/>
                </a:cubicBezTo>
                <a:cubicBezTo>
                  <a:pt x="80968" y="8434"/>
                  <a:pt x="84341" y="10121"/>
                  <a:pt x="84341" y="13495"/>
                </a:cubicBezTo>
                <a:cubicBezTo>
                  <a:pt x="86028" y="15181"/>
                  <a:pt x="87715" y="18555"/>
                  <a:pt x="87715" y="219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9C5A9-E742-493F-86AD-6B751F6B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870" y="5288575"/>
            <a:ext cx="146754" cy="79281"/>
          </a:xfrm>
          <a:custGeom xmlns:a="http://schemas.openxmlformats.org/drawingml/2006/main">
            <a:pathLst>
              <a:path w="146754" h="79281">
                <a:moveTo>
                  <a:pt x="146754" y="72534"/>
                </a:moveTo>
                <a:lnTo>
                  <a:pt x="146754" y="72534"/>
                </a:lnTo>
                <a:lnTo>
                  <a:pt x="146754" y="74220"/>
                </a:lnTo>
                <a:lnTo>
                  <a:pt x="146754" y="75907"/>
                </a:lnTo>
                <a:cubicBezTo>
                  <a:pt x="146754" y="75907"/>
                  <a:pt x="146754" y="77594"/>
                  <a:pt x="145067" y="77594"/>
                </a:cubicBezTo>
                <a:cubicBezTo>
                  <a:pt x="145067" y="77594"/>
                  <a:pt x="145067" y="79281"/>
                  <a:pt x="143380" y="79281"/>
                </a:cubicBezTo>
                <a:lnTo>
                  <a:pt x="102897" y="79281"/>
                </a:lnTo>
                <a:cubicBezTo>
                  <a:pt x="102897" y="79281"/>
                  <a:pt x="102897" y="77594"/>
                  <a:pt x="101210" y="77594"/>
                </a:cubicBezTo>
                <a:lnTo>
                  <a:pt x="101210" y="75907"/>
                </a:lnTo>
                <a:lnTo>
                  <a:pt x="101210" y="74220"/>
                </a:lnTo>
                <a:cubicBezTo>
                  <a:pt x="101210" y="74220"/>
                  <a:pt x="101210" y="72534"/>
                  <a:pt x="102897" y="72534"/>
                </a:cubicBezTo>
                <a:lnTo>
                  <a:pt x="102897" y="70847"/>
                </a:lnTo>
                <a:lnTo>
                  <a:pt x="104583" y="70847"/>
                </a:lnTo>
                <a:lnTo>
                  <a:pt x="121452" y="70847"/>
                </a:lnTo>
                <a:lnTo>
                  <a:pt x="133259" y="11808"/>
                </a:lnTo>
                <a:lnTo>
                  <a:pt x="116391" y="20242"/>
                </a:lnTo>
                <a:lnTo>
                  <a:pt x="114704" y="20242"/>
                </a:lnTo>
                <a:lnTo>
                  <a:pt x="113017" y="20242"/>
                </a:lnTo>
                <a:lnTo>
                  <a:pt x="113017" y="18555"/>
                </a:lnTo>
                <a:lnTo>
                  <a:pt x="113017" y="16868"/>
                </a:lnTo>
                <a:lnTo>
                  <a:pt x="113017" y="15181"/>
                </a:lnTo>
                <a:cubicBezTo>
                  <a:pt x="113017" y="15181"/>
                  <a:pt x="113017" y="13495"/>
                  <a:pt x="114704" y="13495"/>
                </a:cubicBezTo>
                <a:lnTo>
                  <a:pt x="114704" y="11808"/>
                </a:lnTo>
                <a:lnTo>
                  <a:pt x="136633" y="0"/>
                </a:lnTo>
                <a:lnTo>
                  <a:pt x="138320" y="0"/>
                </a:lnTo>
                <a:lnTo>
                  <a:pt x="140007" y="0"/>
                </a:lnTo>
                <a:cubicBezTo>
                  <a:pt x="141694" y="0"/>
                  <a:pt x="141694" y="0"/>
                  <a:pt x="143380" y="0"/>
                </a:cubicBezTo>
                <a:lnTo>
                  <a:pt x="145067" y="0"/>
                </a:lnTo>
                <a:lnTo>
                  <a:pt x="145067" y="1687"/>
                </a:lnTo>
                <a:lnTo>
                  <a:pt x="131573" y="70847"/>
                </a:lnTo>
                <a:lnTo>
                  <a:pt x="145067" y="70847"/>
                </a:lnTo>
                <a:lnTo>
                  <a:pt x="146754" y="70847"/>
                </a:lnTo>
                <a:lnTo>
                  <a:pt x="146754" y="72534"/>
                </a:lnTo>
                <a:close/>
                <a:moveTo>
                  <a:pt x="92776" y="42171"/>
                </a:moveTo>
                <a:lnTo>
                  <a:pt x="92776" y="42171"/>
                </a:lnTo>
                <a:lnTo>
                  <a:pt x="92776" y="43858"/>
                </a:lnTo>
                <a:lnTo>
                  <a:pt x="92776" y="45544"/>
                </a:lnTo>
                <a:lnTo>
                  <a:pt x="91089" y="47231"/>
                </a:lnTo>
                <a:lnTo>
                  <a:pt x="89402" y="48918"/>
                </a:lnTo>
                <a:lnTo>
                  <a:pt x="69160" y="48918"/>
                </a:lnTo>
                <a:lnTo>
                  <a:pt x="65786" y="70847"/>
                </a:lnTo>
                <a:lnTo>
                  <a:pt x="64099" y="70847"/>
                </a:lnTo>
                <a:lnTo>
                  <a:pt x="62413" y="72534"/>
                </a:lnTo>
                <a:lnTo>
                  <a:pt x="60726" y="72534"/>
                </a:lnTo>
                <a:lnTo>
                  <a:pt x="59039" y="72534"/>
                </a:lnTo>
                <a:cubicBezTo>
                  <a:pt x="57352" y="72534"/>
                  <a:pt x="57352" y="70847"/>
                  <a:pt x="57352" y="70847"/>
                </a:cubicBezTo>
                <a:lnTo>
                  <a:pt x="55665" y="70847"/>
                </a:lnTo>
                <a:lnTo>
                  <a:pt x="60726" y="48918"/>
                </a:lnTo>
                <a:lnTo>
                  <a:pt x="40484" y="48918"/>
                </a:lnTo>
                <a:lnTo>
                  <a:pt x="40484" y="47231"/>
                </a:lnTo>
                <a:cubicBezTo>
                  <a:pt x="38797" y="47231"/>
                  <a:pt x="38797" y="47231"/>
                  <a:pt x="38797" y="45544"/>
                </a:cubicBezTo>
                <a:cubicBezTo>
                  <a:pt x="38797" y="43858"/>
                  <a:pt x="38797" y="43858"/>
                  <a:pt x="40484" y="43858"/>
                </a:cubicBezTo>
                <a:lnTo>
                  <a:pt x="40484" y="42171"/>
                </a:lnTo>
                <a:lnTo>
                  <a:pt x="40484" y="40484"/>
                </a:lnTo>
                <a:lnTo>
                  <a:pt x="42171" y="40484"/>
                </a:lnTo>
                <a:lnTo>
                  <a:pt x="42171" y="38797"/>
                </a:lnTo>
                <a:lnTo>
                  <a:pt x="62413" y="38797"/>
                </a:lnTo>
                <a:lnTo>
                  <a:pt x="67473" y="16868"/>
                </a:lnTo>
                <a:lnTo>
                  <a:pt x="67473" y="15181"/>
                </a:lnTo>
                <a:lnTo>
                  <a:pt x="69160" y="15181"/>
                </a:lnTo>
                <a:cubicBezTo>
                  <a:pt x="70847" y="15181"/>
                  <a:pt x="70847" y="15181"/>
                  <a:pt x="72534" y="15181"/>
                </a:cubicBezTo>
                <a:lnTo>
                  <a:pt x="74220" y="15181"/>
                </a:lnTo>
                <a:lnTo>
                  <a:pt x="75907" y="15181"/>
                </a:lnTo>
                <a:lnTo>
                  <a:pt x="75907" y="16868"/>
                </a:lnTo>
                <a:lnTo>
                  <a:pt x="70847" y="38797"/>
                </a:lnTo>
                <a:lnTo>
                  <a:pt x="91089" y="38797"/>
                </a:lnTo>
                <a:cubicBezTo>
                  <a:pt x="91089" y="38797"/>
                  <a:pt x="92776" y="38797"/>
                  <a:pt x="92776" y="40484"/>
                </a:cubicBezTo>
                <a:lnTo>
                  <a:pt x="92776" y="42171"/>
                </a:lnTo>
                <a:close/>
                <a:moveTo>
                  <a:pt x="35423" y="23616"/>
                </a:moveTo>
                <a:lnTo>
                  <a:pt x="35423" y="23616"/>
                </a:lnTo>
                <a:lnTo>
                  <a:pt x="35423" y="25302"/>
                </a:lnTo>
                <a:lnTo>
                  <a:pt x="35423" y="26989"/>
                </a:lnTo>
                <a:cubicBezTo>
                  <a:pt x="33737" y="26989"/>
                  <a:pt x="33737" y="28676"/>
                  <a:pt x="33737" y="28676"/>
                </a:cubicBezTo>
                <a:lnTo>
                  <a:pt x="32050" y="28676"/>
                </a:lnTo>
                <a:lnTo>
                  <a:pt x="18555" y="28676"/>
                </a:lnTo>
                <a:lnTo>
                  <a:pt x="11808" y="59039"/>
                </a:lnTo>
                <a:cubicBezTo>
                  <a:pt x="11808" y="60726"/>
                  <a:pt x="11808" y="60726"/>
                  <a:pt x="11808" y="62413"/>
                </a:cubicBezTo>
                <a:cubicBezTo>
                  <a:pt x="11808" y="64099"/>
                  <a:pt x="11808" y="64099"/>
                  <a:pt x="11808" y="65786"/>
                </a:cubicBezTo>
                <a:cubicBezTo>
                  <a:pt x="11808" y="67473"/>
                  <a:pt x="11808" y="69160"/>
                  <a:pt x="13495" y="69160"/>
                </a:cubicBezTo>
                <a:cubicBezTo>
                  <a:pt x="13495" y="70847"/>
                  <a:pt x="15181" y="70847"/>
                  <a:pt x="16868" y="70847"/>
                </a:cubicBezTo>
                <a:cubicBezTo>
                  <a:pt x="18555" y="70847"/>
                  <a:pt x="18555" y="70847"/>
                  <a:pt x="20242" y="70847"/>
                </a:cubicBezTo>
                <a:lnTo>
                  <a:pt x="21929" y="70847"/>
                </a:lnTo>
                <a:cubicBezTo>
                  <a:pt x="21929" y="69160"/>
                  <a:pt x="23616" y="69160"/>
                  <a:pt x="23616" y="69160"/>
                </a:cubicBezTo>
                <a:lnTo>
                  <a:pt x="25302" y="69160"/>
                </a:lnTo>
                <a:lnTo>
                  <a:pt x="25302" y="70847"/>
                </a:lnTo>
                <a:lnTo>
                  <a:pt x="25302" y="72534"/>
                </a:lnTo>
                <a:lnTo>
                  <a:pt x="25302" y="74220"/>
                </a:lnTo>
                <a:lnTo>
                  <a:pt x="25302" y="75907"/>
                </a:lnTo>
                <a:cubicBezTo>
                  <a:pt x="23616" y="75907"/>
                  <a:pt x="23616" y="77594"/>
                  <a:pt x="23616" y="77594"/>
                </a:cubicBezTo>
                <a:lnTo>
                  <a:pt x="21929" y="77594"/>
                </a:lnTo>
                <a:lnTo>
                  <a:pt x="20242" y="79281"/>
                </a:lnTo>
                <a:cubicBezTo>
                  <a:pt x="18555" y="79281"/>
                  <a:pt x="18555" y="79281"/>
                  <a:pt x="16868" y="79281"/>
                </a:cubicBezTo>
                <a:lnTo>
                  <a:pt x="15181" y="79281"/>
                </a:lnTo>
                <a:cubicBezTo>
                  <a:pt x="11808" y="79281"/>
                  <a:pt x="10121" y="79281"/>
                  <a:pt x="8434" y="79281"/>
                </a:cubicBezTo>
                <a:cubicBezTo>
                  <a:pt x="6747" y="77594"/>
                  <a:pt x="5060" y="77594"/>
                  <a:pt x="5060" y="75907"/>
                </a:cubicBezTo>
                <a:cubicBezTo>
                  <a:pt x="3374" y="75907"/>
                  <a:pt x="3374" y="74220"/>
                  <a:pt x="1687" y="72534"/>
                </a:cubicBezTo>
                <a:cubicBezTo>
                  <a:pt x="1687" y="70847"/>
                  <a:pt x="1687" y="69160"/>
                  <a:pt x="1687" y="67473"/>
                </a:cubicBezTo>
                <a:lnTo>
                  <a:pt x="1687" y="65786"/>
                </a:lnTo>
                <a:lnTo>
                  <a:pt x="1687" y="64099"/>
                </a:lnTo>
                <a:lnTo>
                  <a:pt x="1687" y="62413"/>
                </a:lnTo>
                <a:lnTo>
                  <a:pt x="1687" y="60726"/>
                </a:lnTo>
                <a:lnTo>
                  <a:pt x="8434" y="28676"/>
                </a:lnTo>
                <a:lnTo>
                  <a:pt x="0" y="28676"/>
                </a:lnTo>
                <a:lnTo>
                  <a:pt x="0" y="26989"/>
                </a:lnTo>
                <a:lnTo>
                  <a:pt x="0" y="25302"/>
                </a:lnTo>
                <a:lnTo>
                  <a:pt x="0" y="23616"/>
                </a:lnTo>
                <a:cubicBezTo>
                  <a:pt x="0" y="21929"/>
                  <a:pt x="0" y="21929"/>
                  <a:pt x="1687" y="21929"/>
                </a:cubicBezTo>
                <a:lnTo>
                  <a:pt x="1687" y="20242"/>
                </a:lnTo>
                <a:lnTo>
                  <a:pt x="10121" y="20242"/>
                </a:lnTo>
                <a:lnTo>
                  <a:pt x="11808" y="8434"/>
                </a:lnTo>
                <a:cubicBezTo>
                  <a:pt x="13495" y="8434"/>
                  <a:pt x="13495" y="8434"/>
                  <a:pt x="13495" y="6747"/>
                </a:cubicBezTo>
                <a:lnTo>
                  <a:pt x="15181" y="6747"/>
                </a:lnTo>
                <a:cubicBezTo>
                  <a:pt x="16868" y="6747"/>
                  <a:pt x="16868" y="6747"/>
                  <a:pt x="18555" y="6747"/>
                </a:cubicBezTo>
                <a:lnTo>
                  <a:pt x="20242" y="6747"/>
                </a:lnTo>
                <a:lnTo>
                  <a:pt x="21929" y="6747"/>
                </a:lnTo>
                <a:lnTo>
                  <a:pt x="21929" y="8434"/>
                </a:lnTo>
                <a:lnTo>
                  <a:pt x="20242" y="20242"/>
                </a:lnTo>
                <a:lnTo>
                  <a:pt x="33737" y="20242"/>
                </a:lnTo>
                <a:lnTo>
                  <a:pt x="35423" y="21929"/>
                </a:lnTo>
                <a:lnTo>
                  <a:pt x="35423" y="236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95976-AF3A-474A-BB80-793933AE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290" y="5202547"/>
            <a:ext cx="603884" cy="153501"/>
          </a:xfrm>
          <a:custGeom xmlns:a="http://schemas.openxmlformats.org/drawingml/2006/main">
            <a:pathLst>
              <a:path w="603884" h="153501">
                <a:moveTo>
                  <a:pt x="580269" y="62413"/>
                </a:moveTo>
                <a:cubicBezTo>
                  <a:pt x="580269" y="55665"/>
                  <a:pt x="578582" y="52292"/>
                  <a:pt x="575208" y="48918"/>
                </a:cubicBezTo>
                <a:cubicBezTo>
                  <a:pt x="573522" y="45544"/>
                  <a:pt x="568461" y="43858"/>
                  <a:pt x="563401" y="43858"/>
                </a:cubicBezTo>
                <a:cubicBezTo>
                  <a:pt x="560027" y="43858"/>
                  <a:pt x="558340" y="43858"/>
                  <a:pt x="554966" y="45544"/>
                </a:cubicBezTo>
                <a:cubicBezTo>
                  <a:pt x="553280" y="47231"/>
                  <a:pt x="551593" y="47231"/>
                  <a:pt x="549906" y="48918"/>
                </a:cubicBezTo>
                <a:cubicBezTo>
                  <a:pt x="548219" y="50605"/>
                  <a:pt x="548219" y="52292"/>
                  <a:pt x="546532" y="55665"/>
                </a:cubicBezTo>
                <a:cubicBezTo>
                  <a:pt x="546532" y="57352"/>
                  <a:pt x="546532" y="59039"/>
                  <a:pt x="546532" y="62413"/>
                </a:cubicBezTo>
                <a:cubicBezTo>
                  <a:pt x="546532" y="67473"/>
                  <a:pt x="548219" y="72534"/>
                  <a:pt x="549906" y="74220"/>
                </a:cubicBezTo>
                <a:cubicBezTo>
                  <a:pt x="553280" y="77594"/>
                  <a:pt x="558340" y="79281"/>
                  <a:pt x="563401" y="79281"/>
                </a:cubicBezTo>
                <a:cubicBezTo>
                  <a:pt x="566774" y="79281"/>
                  <a:pt x="568461" y="79281"/>
                  <a:pt x="570148" y="77594"/>
                </a:cubicBezTo>
                <a:cubicBezTo>
                  <a:pt x="573522" y="77594"/>
                  <a:pt x="575208" y="75907"/>
                  <a:pt x="576895" y="74220"/>
                </a:cubicBezTo>
                <a:cubicBezTo>
                  <a:pt x="576895" y="72534"/>
                  <a:pt x="578582" y="70847"/>
                  <a:pt x="578582" y="69160"/>
                </a:cubicBezTo>
                <a:cubicBezTo>
                  <a:pt x="580269" y="65786"/>
                  <a:pt x="580269" y="64099"/>
                  <a:pt x="580269" y="62413"/>
                </a:cubicBezTo>
                <a:close/>
                <a:moveTo>
                  <a:pt x="588703" y="126512"/>
                </a:moveTo>
                <a:cubicBezTo>
                  <a:pt x="588703" y="123138"/>
                  <a:pt x="587016" y="119765"/>
                  <a:pt x="583642" y="118078"/>
                </a:cubicBezTo>
                <a:cubicBezTo>
                  <a:pt x="580269" y="116391"/>
                  <a:pt x="576895" y="114704"/>
                  <a:pt x="571835" y="114704"/>
                </a:cubicBezTo>
                <a:lnTo>
                  <a:pt x="551593" y="114704"/>
                </a:lnTo>
                <a:cubicBezTo>
                  <a:pt x="549906" y="116391"/>
                  <a:pt x="548219" y="116391"/>
                  <a:pt x="546532" y="118078"/>
                </a:cubicBezTo>
                <a:cubicBezTo>
                  <a:pt x="544845" y="119765"/>
                  <a:pt x="544845" y="121452"/>
                  <a:pt x="543159" y="123138"/>
                </a:cubicBezTo>
                <a:cubicBezTo>
                  <a:pt x="543159" y="123138"/>
                  <a:pt x="541472" y="124825"/>
                  <a:pt x="541472" y="126512"/>
                </a:cubicBezTo>
                <a:cubicBezTo>
                  <a:pt x="541472" y="126512"/>
                  <a:pt x="541472" y="128199"/>
                  <a:pt x="541472" y="129886"/>
                </a:cubicBezTo>
                <a:cubicBezTo>
                  <a:pt x="541472" y="133259"/>
                  <a:pt x="543159" y="136633"/>
                  <a:pt x="548219" y="138320"/>
                </a:cubicBezTo>
                <a:cubicBezTo>
                  <a:pt x="551593" y="140007"/>
                  <a:pt x="556653" y="141694"/>
                  <a:pt x="563401" y="141694"/>
                </a:cubicBezTo>
                <a:cubicBezTo>
                  <a:pt x="568461" y="141694"/>
                  <a:pt x="571835" y="141694"/>
                  <a:pt x="575208" y="140007"/>
                </a:cubicBezTo>
                <a:cubicBezTo>
                  <a:pt x="578582" y="140007"/>
                  <a:pt x="580269" y="138320"/>
                  <a:pt x="581956" y="136633"/>
                </a:cubicBezTo>
                <a:cubicBezTo>
                  <a:pt x="585329" y="134946"/>
                  <a:pt x="585329" y="133259"/>
                  <a:pt x="587016" y="131573"/>
                </a:cubicBezTo>
                <a:cubicBezTo>
                  <a:pt x="587016" y="129886"/>
                  <a:pt x="588703" y="128199"/>
                  <a:pt x="588703" y="126512"/>
                </a:cubicBezTo>
                <a:close/>
                <a:moveTo>
                  <a:pt x="603884" y="40484"/>
                </a:moveTo>
                <a:cubicBezTo>
                  <a:pt x="603884" y="42171"/>
                  <a:pt x="603884" y="43858"/>
                  <a:pt x="602198" y="45544"/>
                </a:cubicBezTo>
                <a:lnTo>
                  <a:pt x="600511" y="45544"/>
                </a:lnTo>
                <a:lnTo>
                  <a:pt x="588703" y="45544"/>
                </a:lnTo>
                <a:cubicBezTo>
                  <a:pt x="590390" y="48918"/>
                  <a:pt x="592077" y="50605"/>
                  <a:pt x="593763" y="53978"/>
                </a:cubicBezTo>
                <a:cubicBezTo>
                  <a:pt x="593763" y="55665"/>
                  <a:pt x="595450" y="59039"/>
                  <a:pt x="595450" y="60726"/>
                </a:cubicBezTo>
                <a:cubicBezTo>
                  <a:pt x="595450" y="65786"/>
                  <a:pt x="593763" y="70847"/>
                  <a:pt x="592077" y="74220"/>
                </a:cubicBezTo>
                <a:cubicBezTo>
                  <a:pt x="590390" y="77594"/>
                  <a:pt x="588703" y="80968"/>
                  <a:pt x="585329" y="82655"/>
                </a:cubicBezTo>
                <a:cubicBezTo>
                  <a:pt x="583642" y="86028"/>
                  <a:pt x="580269" y="87715"/>
                  <a:pt x="575208" y="89402"/>
                </a:cubicBezTo>
                <a:cubicBezTo>
                  <a:pt x="571835" y="91089"/>
                  <a:pt x="568461" y="91089"/>
                  <a:pt x="563401" y="91089"/>
                </a:cubicBezTo>
                <a:cubicBezTo>
                  <a:pt x="560027" y="91089"/>
                  <a:pt x="556653" y="91089"/>
                  <a:pt x="553280" y="89402"/>
                </a:cubicBezTo>
                <a:cubicBezTo>
                  <a:pt x="551593" y="89402"/>
                  <a:pt x="548219" y="87715"/>
                  <a:pt x="546532" y="86028"/>
                </a:cubicBezTo>
                <a:cubicBezTo>
                  <a:pt x="546532" y="87715"/>
                  <a:pt x="544845" y="89402"/>
                  <a:pt x="544845" y="89402"/>
                </a:cubicBezTo>
                <a:cubicBezTo>
                  <a:pt x="543159" y="91089"/>
                  <a:pt x="543159" y="92776"/>
                  <a:pt x="543159" y="94462"/>
                </a:cubicBezTo>
                <a:cubicBezTo>
                  <a:pt x="543159" y="96149"/>
                  <a:pt x="544845" y="97836"/>
                  <a:pt x="546532" y="99523"/>
                </a:cubicBezTo>
                <a:cubicBezTo>
                  <a:pt x="548219" y="101210"/>
                  <a:pt x="549906" y="102897"/>
                  <a:pt x="553280" y="102897"/>
                </a:cubicBezTo>
                <a:lnTo>
                  <a:pt x="575208" y="102897"/>
                </a:lnTo>
                <a:cubicBezTo>
                  <a:pt x="578582" y="102897"/>
                  <a:pt x="583642" y="104583"/>
                  <a:pt x="587016" y="104583"/>
                </a:cubicBezTo>
                <a:cubicBezTo>
                  <a:pt x="590390" y="106270"/>
                  <a:pt x="592077" y="107957"/>
                  <a:pt x="595450" y="109644"/>
                </a:cubicBezTo>
                <a:cubicBezTo>
                  <a:pt x="597137" y="111331"/>
                  <a:pt x="598824" y="113017"/>
                  <a:pt x="600511" y="116391"/>
                </a:cubicBezTo>
                <a:cubicBezTo>
                  <a:pt x="602198" y="118078"/>
                  <a:pt x="602198" y="121452"/>
                  <a:pt x="602198" y="124825"/>
                </a:cubicBezTo>
                <a:cubicBezTo>
                  <a:pt x="602198" y="128199"/>
                  <a:pt x="602198" y="133259"/>
                  <a:pt x="600511" y="136633"/>
                </a:cubicBezTo>
                <a:cubicBezTo>
                  <a:pt x="598824" y="140007"/>
                  <a:pt x="597137" y="141694"/>
                  <a:pt x="593763" y="145067"/>
                </a:cubicBezTo>
                <a:cubicBezTo>
                  <a:pt x="590390" y="146754"/>
                  <a:pt x="585329" y="150128"/>
                  <a:pt x="580269" y="150128"/>
                </a:cubicBezTo>
                <a:cubicBezTo>
                  <a:pt x="575208" y="151815"/>
                  <a:pt x="570148" y="153501"/>
                  <a:pt x="563401" y="153501"/>
                </a:cubicBezTo>
                <a:cubicBezTo>
                  <a:pt x="556653" y="153501"/>
                  <a:pt x="551593" y="151815"/>
                  <a:pt x="546532" y="151815"/>
                </a:cubicBezTo>
                <a:cubicBezTo>
                  <a:pt x="541472" y="150128"/>
                  <a:pt x="538098" y="148441"/>
                  <a:pt x="534724" y="146754"/>
                </a:cubicBezTo>
                <a:cubicBezTo>
                  <a:pt x="533038" y="145067"/>
                  <a:pt x="529664" y="143380"/>
                  <a:pt x="527977" y="140007"/>
                </a:cubicBezTo>
                <a:cubicBezTo>
                  <a:pt x="527977" y="136633"/>
                  <a:pt x="526290" y="134946"/>
                  <a:pt x="526290" y="131573"/>
                </a:cubicBezTo>
                <a:cubicBezTo>
                  <a:pt x="526290" y="129886"/>
                  <a:pt x="526290" y="126512"/>
                  <a:pt x="527977" y="124825"/>
                </a:cubicBezTo>
                <a:cubicBezTo>
                  <a:pt x="527977" y="123138"/>
                  <a:pt x="527977" y="121452"/>
                  <a:pt x="529664" y="119765"/>
                </a:cubicBezTo>
                <a:cubicBezTo>
                  <a:pt x="531351" y="118078"/>
                  <a:pt x="531351" y="116391"/>
                  <a:pt x="533038" y="114704"/>
                </a:cubicBezTo>
                <a:cubicBezTo>
                  <a:pt x="534724" y="113017"/>
                  <a:pt x="536411" y="113017"/>
                  <a:pt x="538098" y="111331"/>
                </a:cubicBezTo>
                <a:cubicBezTo>
                  <a:pt x="536411" y="109644"/>
                  <a:pt x="533038" y="107957"/>
                  <a:pt x="531351" y="104583"/>
                </a:cubicBezTo>
                <a:cubicBezTo>
                  <a:pt x="531351" y="102897"/>
                  <a:pt x="529664" y="99523"/>
                  <a:pt x="529664" y="97836"/>
                </a:cubicBezTo>
                <a:cubicBezTo>
                  <a:pt x="529664" y="94462"/>
                  <a:pt x="531351" y="91089"/>
                  <a:pt x="531351" y="87715"/>
                </a:cubicBezTo>
                <a:cubicBezTo>
                  <a:pt x="533038" y="84341"/>
                  <a:pt x="534724" y="82655"/>
                  <a:pt x="538098" y="79281"/>
                </a:cubicBezTo>
                <a:cubicBezTo>
                  <a:pt x="536411" y="77594"/>
                  <a:pt x="534724" y="75907"/>
                  <a:pt x="533038" y="72534"/>
                </a:cubicBezTo>
                <a:cubicBezTo>
                  <a:pt x="533038" y="69160"/>
                  <a:pt x="531351" y="65786"/>
                  <a:pt x="531351" y="62413"/>
                </a:cubicBezTo>
                <a:cubicBezTo>
                  <a:pt x="531351" y="57352"/>
                  <a:pt x="533038" y="53978"/>
                  <a:pt x="534724" y="50605"/>
                </a:cubicBezTo>
                <a:cubicBezTo>
                  <a:pt x="536411" y="45544"/>
                  <a:pt x="538098" y="43858"/>
                  <a:pt x="539785" y="40484"/>
                </a:cubicBezTo>
                <a:cubicBezTo>
                  <a:pt x="543159" y="38797"/>
                  <a:pt x="546532" y="35423"/>
                  <a:pt x="549906" y="35423"/>
                </a:cubicBezTo>
                <a:cubicBezTo>
                  <a:pt x="554966" y="33737"/>
                  <a:pt x="558340" y="32050"/>
                  <a:pt x="563401" y="32050"/>
                </a:cubicBezTo>
                <a:cubicBezTo>
                  <a:pt x="565087" y="32050"/>
                  <a:pt x="568461" y="32050"/>
                  <a:pt x="570148" y="33737"/>
                </a:cubicBezTo>
                <a:cubicBezTo>
                  <a:pt x="571835" y="33737"/>
                  <a:pt x="573522" y="33737"/>
                  <a:pt x="576895" y="33737"/>
                </a:cubicBezTo>
                <a:lnTo>
                  <a:pt x="600511" y="33737"/>
                </a:lnTo>
                <a:cubicBezTo>
                  <a:pt x="602198" y="33737"/>
                  <a:pt x="602198" y="35423"/>
                  <a:pt x="602198" y="35423"/>
                </a:cubicBezTo>
                <a:cubicBezTo>
                  <a:pt x="603884" y="37110"/>
                  <a:pt x="603884" y="38797"/>
                  <a:pt x="603884" y="40484"/>
                </a:cubicBezTo>
                <a:close/>
                <a:moveTo>
                  <a:pt x="509422" y="118078"/>
                </a:moveTo>
                <a:lnTo>
                  <a:pt x="507735" y="119765"/>
                </a:lnTo>
                <a:cubicBezTo>
                  <a:pt x="506048" y="119765"/>
                  <a:pt x="506048" y="119765"/>
                  <a:pt x="504362" y="119765"/>
                </a:cubicBezTo>
                <a:cubicBezTo>
                  <a:pt x="504362" y="119765"/>
                  <a:pt x="502675" y="119765"/>
                  <a:pt x="500988" y="119765"/>
                </a:cubicBezTo>
                <a:cubicBezTo>
                  <a:pt x="499301" y="119765"/>
                  <a:pt x="499301" y="119765"/>
                  <a:pt x="497614" y="119765"/>
                </a:cubicBezTo>
                <a:lnTo>
                  <a:pt x="495927" y="119765"/>
                </a:lnTo>
                <a:lnTo>
                  <a:pt x="494241" y="119765"/>
                </a:lnTo>
                <a:lnTo>
                  <a:pt x="494241" y="118078"/>
                </a:lnTo>
                <a:lnTo>
                  <a:pt x="494241" y="70847"/>
                </a:lnTo>
                <a:cubicBezTo>
                  <a:pt x="494241" y="65786"/>
                  <a:pt x="494241" y="62413"/>
                  <a:pt x="492554" y="59039"/>
                </a:cubicBezTo>
                <a:cubicBezTo>
                  <a:pt x="492554" y="55665"/>
                  <a:pt x="490867" y="53978"/>
                  <a:pt x="489180" y="52292"/>
                </a:cubicBezTo>
                <a:cubicBezTo>
                  <a:pt x="487493" y="48918"/>
                  <a:pt x="485806" y="48918"/>
                  <a:pt x="484120" y="47231"/>
                </a:cubicBezTo>
                <a:cubicBezTo>
                  <a:pt x="482433" y="45544"/>
                  <a:pt x="479059" y="45544"/>
                  <a:pt x="477372" y="45544"/>
                </a:cubicBezTo>
                <a:cubicBezTo>
                  <a:pt x="472312" y="45544"/>
                  <a:pt x="468938" y="47231"/>
                  <a:pt x="465565" y="48918"/>
                </a:cubicBezTo>
                <a:cubicBezTo>
                  <a:pt x="462191" y="52292"/>
                  <a:pt x="457130" y="55665"/>
                  <a:pt x="453757" y="60726"/>
                </a:cubicBezTo>
                <a:lnTo>
                  <a:pt x="453757" y="118078"/>
                </a:lnTo>
                <a:lnTo>
                  <a:pt x="453757" y="119765"/>
                </a:lnTo>
                <a:lnTo>
                  <a:pt x="452070" y="119765"/>
                </a:lnTo>
                <a:lnTo>
                  <a:pt x="450383" y="119765"/>
                </a:lnTo>
                <a:cubicBezTo>
                  <a:pt x="448696" y="119765"/>
                  <a:pt x="447009" y="119765"/>
                  <a:pt x="447009" y="119765"/>
                </a:cubicBezTo>
                <a:cubicBezTo>
                  <a:pt x="445323" y="119765"/>
                  <a:pt x="443636" y="119765"/>
                  <a:pt x="441949" y="119765"/>
                </a:cubicBezTo>
                <a:lnTo>
                  <a:pt x="440262" y="119765"/>
                </a:lnTo>
                <a:lnTo>
                  <a:pt x="438575" y="119765"/>
                </a:lnTo>
                <a:lnTo>
                  <a:pt x="438575" y="118078"/>
                </a:lnTo>
                <a:lnTo>
                  <a:pt x="438575" y="37110"/>
                </a:lnTo>
                <a:lnTo>
                  <a:pt x="438575" y="35423"/>
                </a:lnTo>
                <a:cubicBezTo>
                  <a:pt x="438575" y="35423"/>
                  <a:pt x="440262" y="35423"/>
                  <a:pt x="440262" y="33737"/>
                </a:cubicBezTo>
                <a:lnTo>
                  <a:pt x="441949" y="33737"/>
                </a:lnTo>
                <a:cubicBezTo>
                  <a:pt x="443636" y="33737"/>
                  <a:pt x="443636" y="33737"/>
                  <a:pt x="445323" y="33737"/>
                </a:cubicBezTo>
                <a:cubicBezTo>
                  <a:pt x="447009" y="33737"/>
                  <a:pt x="448696" y="33737"/>
                  <a:pt x="448696" y="33737"/>
                </a:cubicBezTo>
                <a:lnTo>
                  <a:pt x="450383" y="33737"/>
                </a:lnTo>
                <a:lnTo>
                  <a:pt x="452070" y="35423"/>
                </a:lnTo>
                <a:lnTo>
                  <a:pt x="452070" y="37110"/>
                </a:lnTo>
                <a:lnTo>
                  <a:pt x="452070" y="47231"/>
                </a:lnTo>
                <a:cubicBezTo>
                  <a:pt x="457130" y="42171"/>
                  <a:pt x="462191" y="38797"/>
                  <a:pt x="465565" y="35423"/>
                </a:cubicBezTo>
                <a:cubicBezTo>
                  <a:pt x="470625" y="33737"/>
                  <a:pt x="475685" y="32050"/>
                  <a:pt x="479059" y="32050"/>
                </a:cubicBezTo>
                <a:cubicBezTo>
                  <a:pt x="485806" y="32050"/>
                  <a:pt x="489180" y="33737"/>
                  <a:pt x="492554" y="35423"/>
                </a:cubicBezTo>
                <a:cubicBezTo>
                  <a:pt x="497614" y="37110"/>
                  <a:pt x="499301" y="38797"/>
                  <a:pt x="502675" y="42171"/>
                </a:cubicBezTo>
                <a:cubicBezTo>
                  <a:pt x="504362" y="45544"/>
                  <a:pt x="506048" y="48918"/>
                  <a:pt x="507735" y="53978"/>
                </a:cubicBezTo>
                <a:cubicBezTo>
                  <a:pt x="507735" y="57352"/>
                  <a:pt x="509422" y="62413"/>
                  <a:pt x="509422" y="67473"/>
                </a:cubicBezTo>
                <a:lnTo>
                  <a:pt x="509422" y="118078"/>
                </a:lnTo>
                <a:close/>
                <a:moveTo>
                  <a:pt x="409899" y="118078"/>
                </a:moveTo>
                <a:lnTo>
                  <a:pt x="409899" y="119765"/>
                </a:lnTo>
                <a:cubicBezTo>
                  <a:pt x="408212" y="119765"/>
                  <a:pt x="408212" y="119765"/>
                  <a:pt x="406526" y="119765"/>
                </a:cubicBezTo>
                <a:cubicBezTo>
                  <a:pt x="406526" y="119765"/>
                  <a:pt x="404839" y="119765"/>
                  <a:pt x="403152" y="119765"/>
                </a:cubicBezTo>
                <a:cubicBezTo>
                  <a:pt x="401465" y="119765"/>
                  <a:pt x="399778" y="119765"/>
                  <a:pt x="399778" y="119765"/>
                </a:cubicBezTo>
                <a:cubicBezTo>
                  <a:pt x="398091" y="119765"/>
                  <a:pt x="398091" y="119765"/>
                  <a:pt x="396405" y="119765"/>
                </a:cubicBezTo>
                <a:lnTo>
                  <a:pt x="396405" y="118078"/>
                </a:lnTo>
                <a:lnTo>
                  <a:pt x="396405" y="37110"/>
                </a:lnTo>
                <a:lnTo>
                  <a:pt x="396405" y="35423"/>
                </a:lnTo>
                <a:lnTo>
                  <a:pt x="396405" y="33737"/>
                </a:lnTo>
                <a:cubicBezTo>
                  <a:pt x="398091" y="33737"/>
                  <a:pt x="398091" y="33737"/>
                  <a:pt x="399778" y="33737"/>
                </a:cubicBezTo>
                <a:cubicBezTo>
                  <a:pt x="399778" y="33737"/>
                  <a:pt x="401465" y="33737"/>
                  <a:pt x="403152" y="33737"/>
                </a:cubicBezTo>
                <a:cubicBezTo>
                  <a:pt x="404839" y="33737"/>
                  <a:pt x="406526" y="33737"/>
                  <a:pt x="406526" y="33737"/>
                </a:cubicBezTo>
                <a:cubicBezTo>
                  <a:pt x="408212" y="33737"/>
                  <a:pt x="408212" y="33737"/>
                  <a:pt x="409899" y="33737"/>
                </a:cubicBezTo>
                <a:lnTo>
                  <a:pt x="409899" y="35423"/>
                </a:lnTo>
                <a:lnTo>
                  <a:pt x="409899" y="37110"/>
                </a:lnTo>
                <a:lnTo>
                  <a:pt x="409899" y="118078"/>
                </a:lnTo>
                <a:close/>
                <a:moveTo>
                  <a:pt x="411586" y="8434"/>
                </a:moveTo>
                <a:cubicBezTo>
                  <a:pt x="411586" y="11808"/>
                  <a:pt x="411586" y="15181"/>
                  <a:pt x="409899" y="16868"/>
                </a:cubicBezTo>
                <a:cubicBezTo>
                  <a:pt x="408212" y="16868"/>
                  <a:pt x="406526" y="18555"/>
                  <a:pt x="403152" y="18555"/>
                </a:cubicBezTo>
                <a:cubicBezTo>
                  <a:pt x="399778" y="18555"/>
                  <a:pt x="396405" y="16868"/>
                  <a:pt x="396405" y="16868"/>
                </a:cubicBezTo>
                <a:cubicBezTo>
                  <a:pt x="394718" y="15181"/>
                  <a:pt x="394718" y="13495"/>
                  <a:pt x="394718" y="10121"/>
                </a:cubicBezTo>
                <a:cubicBezTo>
                  <a:pt x="394718" y="5060"/>
                  <a:pt x="394718" y="3374"/>
                  <a:pt x="396405" y="1687"/>
                </a:cubicBezTo>
                <a:cubicBezTo>
                  <a:pt x="396405" y="1687"/>
                  <a:pt x="399778" y="0"/>
                  <a:pt x="403152" y="0"/>
                </a:cubicBezTo>
                <a:cubicBezTo>
                  <a:pt x="406526" y="0"/>
                  <a:pt x="409899" y="1687"/>
                  <a:pt x="409899" y="1687"/>
                </a:cubicBezTo>
                <a:cubicBezTo>
                  <a:pt x="411586" y="3374"/>
                  <a:pt x="411586" y="5060"/>
                  <a:pt x="411586" y="8434"/>
                </a:cubicBezTo>
                <a:close/>
                <a:moveTo>
                  <a:pt x="369415" y="118078"/>
                </a:moveTo>
                <a:cubicBezTo>
                  <a:pt x="369415" y="118078"/>
                  <a:pt x="367728" y="118078"/>
                  <a:pt x="367728" y="119765"/>
                </a:cubicBezTo>
                <a:cubicBezTo>
                  <a:pt x="366042" y="119765"/>
                  <a:pt x="366042" y="119765"/>
                  <a:pt x="364355" y="119765"/>
                </a:cubicBezTo>
                <a:cubicBezTo>
                  <a:pt x="364355" y="119765"/>
                  <a:pt x="362668" y="119765"/>
                  <a:pt x="360981" y="119765"/>
                </a:cubicBezTo>
                <a:cubicBezTo>
                  <a:pt x="359294" y="119765"/>
                  <a:pt x="359294" y="119765"/>
                  <a:pt x="357608" y="119765"/>
                </a:cubicBezTo>
                <a:lnTo>
                  <a:pt x="355921" y="119765"/>
                </a:lnTo>
                <a:lnTo>
                  <a:pt x="354234" y="119765"/>
                </a:lnTo>
                <a:lnTo>
                  <a:pt x="354234" y="118078"/>
                </a:lnTo>
                <a:lnTo>
                  <a:pt x="354234" y="70847"/>
                </a:lnTo>
                <a:cubicBezTo>
                  <a:pt x="354234" y="65786"/>
                  <a:pt x="352547" y="62413"/>
                  <a:pt x="352547" y="59039"/>
                </a:cubicBezTo>
                <a:cubicBezTo>
                  <a:pt x="352547" y="55665"/>
                  <a:pt x="350860" y="53978"/>
                  <a:pt x="349173" y="52292"/>
                </a:cubicBezTo>
                <a:cubicBezTo>
                  <a:pt x="347487" y="48918"/>
                  <a:pt x="345800" y="48918"/>
                  <a:pt x="344113" y="47231"/>
                </a:cubicBezTo>
                <a:cubicBezTo>
                  <a:pt x="342426" y="45544"/>
                  <a:pt x="339052" y="45544"/>
                  <a:pt x="335679" y="45544"/>
                </a:cubicBezTo>
                <a:cubicBezTo>
                  <a:pt x="332305" y="45544"/>
                  <a:pt x="328931" y="47231"/>
                  <a:pt x="325558" y="48918"/>
                </a:cubicBezTo>
                <a:cubicBezTo>
                  <a:pt x="322184" y="52292"/>
                  <a:pt x="317124" y="55665"/>
                  <a:pt x="313750" y="60726"/>
                </a:cubicBezTo>
                <a:lnTo>
                  <a:pt x="313750" y="118078"/>
                </a:lnTo>
                <a:lnTo>
                  <a:pt x="313750" y="119765"/>
                </a:lnTo>
                <a:lnTo>
                  <a:pt x="312063" y="119765"/>
                </a:lnTo>
                <a:lnTo>
                  <a:pt x="310376" y="119765"/>
                </a:lnTo>
                <a:cubicBezTo>
                  <a:pt x="308690" y="119765"/>
                  <a:pt x="307003" y="119765"/>
                  <a:pt x="305316" y="119765"/>
                </a:cubicBezTo>
                <a:cubicBezTo>
                  <a:pt x="305316" y="119765"/>
                  <a:pt x="303629" y="119765"/>
                  <a:pt x="301942" y="119765"/>
                </a:cubicBezTo>
                <a:lnTo>
                  <a:pt x="300255" y="119765"/>
                </a:lnTo>
                <a:lnTo>
                  <a:pt x="298569" y="119765"/>
                </a:lnTo>
                <a:lnTo>
                  <a:pt x="298569" y="118078"/>
                </a:lnTo>
                <a:lnTo>
                  <a:pt x="298569" y="37110"/>
                </a:lnTo>
                <a:lnTo>
                  <a:pt x="298569" y="35423"/>
                </a:lnTo>
                <a:cubicBezTo>
                  <a:pt x="298569" y="35423"/>
                  <a:pt x="300255" y="35423"/>
                  <a:pt x="300255" y="33737"/>
                </a:cubicBezTo>
                <a:lnTo>
                  <a:pt x="301942" y="33737"/>
                </a:lnTo>
                <a:cubicBezTo>
                  <a:pt x="303629" y="33737"/>
                  <a:pt x="303629" y="33737"/>
                  <a:pt x="305316" y="33737"/>
                </a:cubicBezTo>
                <a:cubicBezTo>
                  <a:pt x="307003" y="33737"/>
                  <a:pt x="308690" y="33737"/>
                  <a:pt x="308690" y="33737"/>
                </a:cubicBezTo>
                <a:lnTo>
                  <a:pt x="310376" y="33737"/>
                </a:lnTo>
                <a:lnTo>
                  <a:pt x="312063" y="35423"/>
                </a:lnTo>
                <a:lnTo>
                  <a:pt x="312063" y="37110"/>
                </a:lnTo>
                <a:lnTo>
                  <a:pt x="312063" y="47231"/>
                </a:lnTo>
                <a:cubicBezTo>
                  <a:pt x="317124" y="42171"/>
                  <a:pt x="320497" y="38797"/>
                  <a:pt x="325558" y="35423"/>
                </a:cubicBezTo>
                <a:cubicBezTo>
                  <a:pt x="330618" y="33737"/>
                  <a:pt x="335679" y="32050"/>
                  <a:pt x="339052" y="32050"/>
                </a:cubicBezTo>
                <a:cubicBezTo>
                  <a:pt x="345800" y="32050"/>
                  <a:pt x="349173" y="33737"/>
                  <a:pt x="352547" y="35423"/>
                </a:cubicBezTo>
                <a:cubicBezTo>
                  <a:pt x="357608" y="37110"/>
                  <a:pt x="359294" y="38797"/>
                  <a:pt x="362668" y="42171"/>
                </a:cubicBezTo>
                <a:cubicBezTo>
                  <a:pt x="364355" y="45544"/>
                  <a:pt x="366042" y="48918"/>
                  <a:pt x="367728" y="53978"/>
                </a:cubicBezTo>
                <a:cubicBezTo>
                  <a:pt x="367728" y="57352"/>
                  <a:pt x="369415" y="62413"/>
                  <a:pt x="369415" y="67473"/>
                </a:cubicBezTo>
                <a:lnTo>
                  <a:pt x="369415" y="118078"/>
                </a:lnTo>
                <a:close/>
                <a:moveTo>
                  <a:pt x="269892" y="118078"/>
                </a:moveTo>
                <a:lnTo>
                  <a:pt x="269892" y="119765"/>
                </a:lnTo>
                <a:lnTo>
                  <a:pt x="268206" y="119765"/>
                </a:lnTo>
                <a:lnTo>
                  <a:pt x="266519" y="119765"/>
                </a:lnTo>
                <a:cubicBezTo>
                  <a:pt x="266519" y="119765"/>
                  <a:pt x="264832" y="119765"/>
                  <a:pt x="263145" y="119765"/>
                </a:cubicBezTo>
                <a:cubicBezTo>
                  <a:pt x="261458" y="119765"/>
                  <a:pt x="259772" y="119765"/>
                  <a:pt x="259772" y="119765"/>
                </a:cubicBezTo>
                <a:cubicBezTo>
                  <a:pt x="258085" y="119765"/>
                  <a:pt x="258085" y="119765"/>
                  <a:pt x="256398" y="119765"/>
                </a:cubicBezTo>
                <a:lnTo>
                  <a:pt x="256398" y="118078"/>
                </a:lnTo>
                <a:lnTo>
                  <a:pt x="256398" y="37110"/>
                </a:lnTo>
                <a:lnTo>
                  <a:pt x="256398" y="35423"/>
                </a:lnTo>
                <a:lnTo>
                  <a:pt x="256398" y="33737"/>
                </a:lnTo>
                <a:cubicBezTo>
                  <a:pt x="258085" y="33737"/>
                  <a:pt x="258085" y="33737"/>
                  <a:pt x="259772" y="33737"/>
                </a:cubicBezTo>
                <a:cubicBezTo>
                  <a:pt x="259772" y="33737"/>
                  <a:pt x="261458" y="33737"/>
                  <a:pt x="263145" y="33737"/>
                </a:cubicBezTo>
                <a:cubicBezTo>
                  <a:pt x="264832" y="33737"/>
                  <a:pt x="266519" y="33737"/>
                  <a:pt x="266519" y="33737"/>
                </a:cubicBezTo>
                <a:lnTo>
                  <a:pt x="268206" y="33737"/>
                </a:lnTo>
                <a:lnTo>
                  <a:pt x="269892" y="35423"/>
                </a:lnTo>
                <a:lnTo>
                  <a:pt x="269892" y="37110"/>
                </a:lnTo>
                <a:lnTo>
                  <a:pt x="269892" y="118078"/>
                </a:lnTo>
                <a:close/>
                <a:moveTo>
                  <a:pt x="271579" y="8434"/>
                </a:moveTo>
                <a:cubicBezTo>
                  <a:pt x="271579" y="11808"/>
                  <a:pt x="271579" y="15181"/>
                  <a:pt x="269892" y="16868"/>
                </a:cubicBezTo>
                <a:cubicBezTo>
                  <a:pt x="268206" y="16868"/>
                  <a:pt x="266519" y="18555"/>
                  <a:pt x="263145" y="18555"/>
                </a:cubicBezTo>
                <a:cubicBezTo>
                  <a:pt x="259772" y="18555"/>
                  <a:pt x="256398" y="16868"/>
                  <a:pt x="256398" y="16868"/>
                </a:cubicBezTo>
                <a:cubicBezTo>
                  <a:pt x="254711" y="15181"/>
                  <a:pt x="253024" y="13495"/>
                  <a:pt x="253024" y="10121"/>
                </a:cubicBezTo>
                <a:cubicBezTo>
                  <a:pt x="253024" y="5060"/>
                  <a:pt x="254711" y="3374"/>
                  <a:pt x="256398" y="1687"/>
                </a:cubicBezTo>
                <a:cubicBezTo>
                  <a:pt x="256398" y="1687"/>
                  <a:pt x="259772" y="0"/>
                  <a:pt x="263145" y="0"/>
                </a:cubicBezTo>
                <a:cubicBezTo>
                  <a:pt x="266519" y="0"/>
                  <a:pt x="268206" y="1687"/>
                  <a:pt x="269892" y="1687"/>
                </a:cubicBezTo>
                <a:cubicBezTo>
                  <a:pt x="271579" y="3374"/>
                  <a:pt x="271579" y="5060"/>
                  <a:pt x="271579" y="8434"/>
                </a:cubicBezTo>
                <a:close/>
                <a:moveTo>
                  <a:pt x="214227" y="80968"/>
                </a:moveTo>
                <a:lnTo>
                  <a:pt x="200733" y="80968"/>
                </a:lnTo>
                <a:cubicBezTo>
                  <a:pt x="197359" y="80968"/>
                  <a:pt x="192298" y="80968"/>
                  <a:pt x="190612" y="82655"/>
                </a:cubicBezTo>
                <a:cubicBezTo>
                  <a:pt x="187238" y="82655"/>
                  <a:pt x="183864" y="84341"/>
                  <a:pt x="182177" y="84341"/>
                </a:cubicBezTo>
                <a:cubicBezTo>
                  <a:pt x="180491" y="86028"/>
                  <a:pt x="178804" y="87715"/>
                  <a:pt x="178804" y="89402"/>
                </a:cubicBezTo>
                <a:cubicBezTo>
                  <a:pt x="177117" y="91089"/>
                  <a:pt x="177117" y="94462"/>
                  <a:pt x="177117" y="96149"/>
                </a:cubicBezTo>
                <a:cubicBezTo>
                  <a:pt x="177117" y="101210"/>
                  <a:pt x="178804" y="104583"/>
                  <a:pt x="180491" y="106270"/>
                </a:cubicBezTo>
                <a:cubicBezTo>
                  <a:pt x="183864" y="109644"/>
                  <a:pt x="187238" y="109644"/>
                  <a:pt x="192298" y="109644"/>
                </a:cubicBezTo>
                <a:cubicBezTo>
                  <a:pt x="195672" y="109644"/>
                  <a:pt x="199046" y="109644"/>
                  <a:pt x="202419" y="107957"/>
                </a:cubicBezTo>
                <a:cubicBezTo>
                  <a:pt x="205793" y="104583"/>
                  <a:pt x="209167" y="102897"/>
                  <a:pt x="214227" y="97836"/>
                </a:cubicBezTo>
                <a:lnTo>
                  <a:pt x="214227" y="80968"/>
                </a:lnTo>
                <a:close/>
                <a:moveTo>
                  <a:pt x="227722" y="118078"/>
                </a:moveTo>
                <a:lnTo>
                  <a:pt x="227722" y="119765"/>
                </a:lnTo>
                <a:lnTo>
                  <a:pt x="226035" y="119765"/>
                </a:lnTo>
                <a:cubicBezTo>
                  <a:pt x="224348" y="119765"/>
                  <a:pt x="222661" y="119765"/>
                  <a:pt x="222661" y="119765"/>
                </a:cubicBezTo>
                <a:cubicBezTo>
                  <a:pt x="220974" y="119765"/>
                  <a:pt x="219288" y="119765"/>
                  <a:pt x="217601" y="119765"/>
                </a:cubicBezTo>
                <a:lnTo>
                  <a:pt x="215914" y="119765"/>
                </a:lnTo>
                <a:lnTo>
                  <a:pt x="215914" y="118078"/>
                </a:lnTo>
                <a:lnTo>
                  <a:pt x="215914" y="109644"/>
                </a:lnTo>
                <a:cubicBezTo>
                  <a:pt x="212540" y="113017"/>
                  <a:pt x="207480" y="116391"/>
                  <a:pt x="204106" y="118078"/>
                </a:cubicBezTo>
                <a:cubicBezTo>
                  <a:pt x="199046" y="121452"/>
                  <a:pt x="193985" y="121452"/>
                  <a:pt x="188925" y="121452"/>
                </a:cubicBezTo>
                <a:cubicBezTo>
                  <a:pt x="185551" y="121452"/>
                  <a:pt x="182177" y="121452"/>
                  <a:pt x="178804" y="119765"/>
                </a:cubicBezTo>
                <a:cubicBezTo>
                  <a:pt x="175430" y="119765"/>
                  <a:pt x="172056" y="118078"/>
                  <a:pt x="168683" y="114704"/>
                </a:cubicBezTo>
                <a:cubicBezTo>
                  <a:pt x="166996" y="113017"/>
                  <a:pt x="165309" y="111331"/>
                  <a:pt x="163622" y="107957"/>
                </a:cubicBezTo>
                <a:cubicBezTo>
                  <a:pt x="161935" y="104583"/>
                  <a:pt x="161935" y="101210"/>
                  <a:pt x="161935" y="97836"/>
                </a:cubicBezTo>
                <a:cubicBezTo>
                  <a:pt x="161935" y="92776"/>
                  <a:pt x="161935" y="87715"/>
                  <a:pt x="163622" y="84341"/>
                </a:cubicBezTo>
                <a:cubicBezTo>
                  <a:pt x="166996" y="80968"/>
                  <a:pt x="168683" y="79281"/>
                  <a:pt x="172056" y="75907"/>
                </a:cubicBezTo>
                <a:cubicBezTo>
                  <a:pt x="175430" y="74220"/>
                  <a:pt x="180491" y="72534"/>
                  <a:pt x="185551" y="72534"/>
                </a:cubicBezTo>
                <a:cubicBezTo>
                  <a:pt x="190612" y="70847"/>
                  <a:pt x="195672" y="70847"/>
                  <a:pt x="202419" y="70847"/>
                </a:cubicBezTo>
                <a:lnTo>
                  <a:pt x="214227" y="70847"/>
                </a:lnTo>
                <a:lnTo>
                  <a:pt x="214227" y="64099"/>
                </a:lnTo>
                <a:cubicBezTo>
                  <a:pt x="214227" y="60726"/>
                  <a:pt x="212540" y="57352"/>
                  <a:pt x="212540" y="55665"/>
                </a:cubicBezTo>
                <a:cubicBezTo>
                  <a:pt x="212540" y="52292"/>
                  <a:pt x="210853" y="50605"/>
                  <a:pt x="209167" y="48918"/>
                </a:cubicBezTo>
                <a:cubicBezTo>
                  <a:pt x="207480" y="47231"/>
                  <a:pt x="205793" y="47231"/>
                  <a:pt x="204106" y="45544"/>
                </a:cubicBezTo>
                <a:cubicBezTo>
                  <a:pt x="200733" y="45544"/>
                  <a:pt x="199046" y="43858"/>
                  <a:pt x="195672" y="43858"/>
                </a:cubicBezTo>
                <a:cubicBezTo>
                  <a:pt x="190612" y="43858"/>
                  <a:pt x="187238" y="45544"/>
                  <a:pt x="185551" y="45544"/>
                </a:cubicBezTo>
                <a:cubicBezTo>
                  <a:pt x="182177" y="47231"/>
                  <a:pt x="178804" y="47231"/>
                  <a:pt x="177117" y="48918"/>
                </a:cubicBezTo>
                <a:cubicBezTo>
                  <a:pt x="175430" y="50605"/>
                  <a:pt x="173743" y="50605"/>
                  <a:pt x="172056" y="52292"/>
                </a:cubicBezTo>
                <a:cubicBezTo>
                  <a:pt x="170370" y="52292"/>
                  <a:pt x="168683" y="52292"/>
                  <a:pt x="168683" y="52292"/>
                </a:cubicBezTo>
                <a:lnTo>
                  <a:pt x="166996" y="52292"/>
                </a:lnTo>
                <a:cubicBezTo>
                  <a:pt x="165309" y="50605"/>
                  <a:pt x="165309" y="50605"/>
                  <a:pt x="165309" y="48918"/>
                </a:cubicBezTo>
                <a:lnTo>
                  <a:pt x="165309" y="47231"/>
                </a:lnTo>
                <a:cubicBezTo>
                  <a:pt x="165309" y="45544"/>
                  <a:pt x="165309" y="43858"/>
                  <a:pt x="165309" y="43858"/>
                </a:cubicBezTo>
                <a:cubicBezTo>
                  <a:pt x="165309" y="42171"/>
                  <a:pt x="166996" y="42171"/>
                  <a:pt x="166996" y="40484"/>
                </a:cubicBezTo>
                <a:cubicBezTo>
                  <a:pt x="168683" y="40484"/>
                  <a:pt x="170370" y="38797"/>
                  <a:pt x="172056" y="38797"/>
                </a:cubicBezTo>
                <a:cubicBezTo>
                  <a:pt x="173743" y="37110"/>
                  <a:pt x="175430" y="37110"/>
                  <a:pt x="178804" y="35423"/>
                </a:cubicBezTo>
                <a:cubicBezTo>
                  <a:pt x="180491" y="35423"/>
                  <a:pt x="183864" y="33737"/>
                  <a:pt x="187238" y="33737"/>
                </a:cubicBezTo>
                <a:cubicBezTo>
                  <a:pt x="190612" y="32050"/>
                  <a:pt x="192298" y="32050"/>
                  <a:pt x="195672" y="32050"/>
                </a:cubicBezTo>
                <a:cubicBezTo>
                  <a:pt x="202419" y="32050"/>
                  <a:pt x="207480" y="33737"/>
                  <a:pt x="210853" y="33737"/>
                </a:cubicBezTo>
                <a:cubicBezTo>
                  <a:pt x="215914" y="35423"/>
                  <a:pt x="219288" y="37110"/>
                  <a:pt x="220974" y="40484"/>
                </a:cubicBezTo>
                <a:cubicBezTo>
                  <a:pt x="224348" y="42171"/>
                  <a:pt x="226035" y="45544"/>
                  <a:pt x="226035" y="50605"/>
                </a:cubicBezTo>
                <a:cubicBezTo>
                  <a:pt x="227722" y="53978"/>
                  <a:pt x="227722" y="57352"/>
                  <a:pt x="227722" y="62413"/>
                </a:cubicBezTo>
                <a:lnTo>
                  <a:pt x="227722" y="118078"/>
                </a:lnTo>
                <a:close/>
                <a:moveTo>
                  <a:pt x="150128" y="42171"/>
                </a:moveTo>
                <a:cubicBezTo>
                  <a:pt x="150128" y="43858"/>
                  <a:pt x="150128" y="43858"/>
                  <a:pt x="150128" y="45544"/>
                </a:cubicBezTo>
                <a:lnTo>
                  <a:pt x="150128" y="47231"/>
                </a:lnTo>
                <a:lnTo>
                  <a:pt x="148441" y="48918"/>
                </a:lnTo>
                <a:lnTo>
                  <a:pt x="146754" y="48918"/>
                </a:lnTo>
                <a:cubicBezTo>
                  <a:pt x="145067" y="48918"/>
                  <a:pt x="145067" y="47231"/>
                  <a:pt x="143380" y="47231"/>
                </a:cubicBezTo>
                <a:cubicBezTo>
                  <a:pt x="143380" y="47231"/>
                  <a:pt x="141694" y="47231"/>
                  <a:pt x="140007" y="47231"/>
                </a:cubicBezTo>
                <a:cubicBezTo>
                  <a:pt x="140007" y="47231"/>
                  <a:pt x="138320" y="47231"/>
                  <a:pt x="136633" y="47231"/>
                </a:cubicBezTo>
                <a:cubicBezTo>
                  <a:pt x="134946" y="47231"/>
                  <a:pt x="134946" y="47231"/>
                  <a:pt x="133259" y="47231"/>
                </a:cubicBezTo>
                <a:cubicBezTo>
                  <a:pt x="131573" y="48918"/>
                  <a:pt x="129886" y="48918"/>
                  <a:pt x="128199" y="50605"/>
                </a:cubicBezTo>
                <a:cubicBezTo>
                  <a:pt x="126512" y="52292"/>
                  <a:pt x="124825" y="53978"/>
                  <a:pt x="123138" y="55665"/>
                </a:cubicBezTo>
                <a:cubicBezTo>
                  <a:pt x="121452" y="59039"/>
                  <a:pt x="119765" y="60726"/>
                  <a:pt x="118078" y="64099"/>
                </a:cubicBezTo>
                <a:lnTo>
                  <a:pt x="118078" y="118078"/>
                </a:lnTo>
                <a:lnTo>
                  <a:pt x="116391" y="119765"/>
                </a:lnTo>
                <a:cubicBezTo>
                  <a:pt x="114704" y="119765"/>
                  <a:pt x="114704" y="119765"/>
                  <a:pt x="113017" y="119765"/>
                </a:cubicBezTo>
                <a:cubicBezTo>
                  <a:pt x="113017" y="119765"/>
                  <a:pt x="111331" y="119765"/>
                  <a:pt x="109644" y="119765"/>
                </a:cubicBezTo>
                <a:cubicBezTo>
                  <a:pt x="107957" y="119765"/>
                  <a:pt x="107957" y="119765"/>
                  <a:pt x="106270" y="119765"/>
                </a:cubicBezTo>
                <a:lnTo>
                  <a:pt x="104583" y="119765"/>
                </a:lnTo>
                <a:lnTo>
                  <a:pt x="102897" y="119765"/>
                </a:lnTo>
                <a:lnTo>
                  <a:pt x="102897" y="118078"/>
                </a:lnTo>
                <a:lnTo>
                  <a:pt x="102897" y="37110"/>
                </a:lnTo>
                <a:lnTo>
                  <a:pt x="102897" y="35423"/>
                </a:lnTo>
                <a:lnTo>
                  <a:pt x="104583" y="33737"/>
                </a:lnTo>
                <a:lnTo>
                  <a:pt x="106270" y="33737"/>
                </a:lnTo>
                <a:cubicBezTo>
                  <a:pt x="106270" y="33737"/>
                  <a:pt x="107957" y="33737"/>
                  <a:pt x="109644" y="33737"/>
                </a:cubicBezTo>
                <a:cubicBezTo>
                  <a:pt x="111331" y="33737"/>
                  <a:pt x="111331" y="33737"/>
                  <a:pt x="113017" y="33737"/>
                </a:cubicBezTo>
                <a:lnTo>
                  <a:pt x="114704" y="33737"/>
                </a:lnTo>
                <a:cubicBezTo>
                  <a:pt x="114704" y="35423"/>
                  <a:pt x="114704" y="35423"/>
                  <a:pt x="116391" y="35423"/>
                </a:cubicBezTo>
                <a:lnTo>
                  <a:pt x="116391" y="37110"/>
                </a:lnTo>
                <a:lnTo>
                  <a:pt x="116391" y="48918"/>
                </a:lnTo>
                <a:cubicBezTo>
                  <a:pt x="118078" y="45544"/>
                  <a:pt x="119765" y="42171"/>
                  <a:pt x="121452" y="40484"/>
                </a:cubicBezTo>
                <a:cubicBezTo>
                  <a:pt x="124825" y="38797"/>
                  <a:pt x="126512" y="37110"/>
                  <a:pt x="128199" y="35423"/>
                </a:cubicBezTo>
                <a:cubicBezTo>
                  <a:pt x="129886" y="33737"/>
                  <a:pt x="131573" y="33737"/>
                  <a:pt x="133259" y="33737"/>
                </a:cubicBezTo>
                <a:cubicBezTo>
                  <a:pt x="134946" y="32050"/>
                  <a:pt x="136633" y="32050"/>
                  <a:pt x="138320" y="32050"/>
                </a:cubicBezTo>
                <a:lnTo>
                  <a:pt x="140007" y="32050"/>
                </a:lnTo>
                <a:cubicBezTo>
                  <a:pt x="141694" y="32050"/>
                  <a:pt x="143380" y="33737"/>
                  <a:pt x="143380" y="33737"/>
                </a:cubicBezTo>
                <a:cubicBezTo>
                  <a:pt x="145067" y="33737"/>
                  <a:pt x="146754" y="33737"/>
                  <a:pt x="146754" y="33737"/>
                </a:cubicBezTo>
                <a:cubicBezTo>
                  <a:pt x="148441" y="33737"/>
                  <a:pt x="148441" y="33737"/>
                  <a:pt x="148441" y="35423"/>
                </a:cubicBezTo>
                <a:lnTo>
                  <a:pt x="150128" y="35423"/>
                </a:lnTo>
                <a:lnTo>
                  <a:pt x="150128" y="37110"/>
                </a:lnTo>
                <a:lnTo>
                  <a:pt x="150128" y="38797"/>
                </a:lnTo>
                <a:cubicBezTo>
                  <a:pt x="150128" y="38797"/>
                  <a:pt x="150128" y="40484"/>
                  <a:pt x="150128" y="42171"/>
                </a:cubicBezTo>
                <a:close/>
                <a:moveTo>
                  <a:pt x="87715" y="10121"/>
                </a:moveTo>
                <a:cubicBezTo>
                  <a:pt x="87715" y="11808"/>
                  <a:pt x="87715" y="11808"/>
                  <a:pt x="87715" y="13495"/>
                </a:cubicBezTo>
                <a:cubicBezTo>
                  <a:pt x="87715" y="13495"/>
                  <a:pt x="87715" y="15181"/>
                  <a:pt x="86028" y="15181"/>
                </a:cubicBezTo>
                <a:lnTo>
                  <a:pt x="86028" y="16868"/>
                </a:lnTo>
                <a:lnTo>
                  <a:pt x="84341" y="16868"/>
                </a:lnTo>
                <a:lnTo>
                  <a:pt x="52292" y="16868"/>
                </a:lnTo>
                <a:lnTo>
                  <a:pt x="52292" y="118078"/>
                </a:lnTo>
                <a:cubicBezTo>
                  <a:pt x="52292" y="118078"/>
                  <a:pt x="50605" y="118078"/>
                  <a:pt x="50605" y="119765"/>
                </a:cubicBezTo>
                <a:cubicBezTo>
                  <a:pt x="48918" y="119765"/>
                  <a:pt x="48918" y="119765"/>
                  <a:pt x="47231" y="119765"/>
                </a:cubicBezTo>
                <a:cubicBezTo>
                  <a:pt x="47231" y="119765"/>
                  <a:pt x="45544" y="119765"/>
                  <a:pt x="43858" y="119765"/>
                </a:cubicBezTo>
                <a:cubicBezTo>
                  <a:pt x="42171" y="119765"/>
                  <a:pt x="40484" y="119765"/>
                  <a:pt x="40484" y="119765"/>
                </a:cubicBezTo>
                <a:cubicBezTo>
                  <a:pt x="38797" y="119765"/>
                  <a:pt x="38797" y="119765"/>
                  <a:pt x="37110" y="119765"/>
                </a:cubicBezTo>
                <a:lnTo>
                  <a:pt x="35423" y="118078"/>
                </a:lnTo>
                <a:lnTo>
                  <a:pt x="35423" y="16868"/>
                </a:lnTo>
                <a:lnTo>
                  <a:pt x="3374" y="16868"/>
                </a:lnTo>
                <a:lnTo>
                  <a:pt x="1687" y="16868"/>
                </a:lnTo>
                <a:cubicBezTo>
                  <a:pt x="1687" y="15181"/>
                  <a:pt x="1687" y="15181"/>
                  <a:pt x="0" y="15181"/>
                </a:cubicBezTo>
                <a:lnTo>
                  <a:pt x="0" y="13495"/>
                </a:lnTo>
                <a:cubicBezTo>
                  <a:pt x="0" y="11808"/>
                  <a:pt x="0" y="11808"/>
                  <a:pt x="0" y="10121"/>
                </a:cubicBezTo>
                <a:cubicBezTo>
                  <a:pt x="0" y="8434"/>
                  <a:pt x="0" y="8434"/>
                  <a:pt x="0" y="6747"/>
                </a:cubicBezTo>
                <a:lnTo>
                  <a:pt x="0" y="5060"/>
                </a:lnTo>
                <a:cubicBezTo>
                  <a:pt x="1687" y="5060"/>
                  <a:pt x="1687" y="3374"/>
                  <a:pt x="1687" y="3374"/>
                </a:cubicBezTo>
                <a:lnTo>
                  <a:pt x="3374" y="3374"/>
                </a:lnTo>
                <a:lnTo>
                  <a:pt x="84341" y="3374"/>
                </a:lnTo>
                <a:lnTo>
                  <a:pt x="86028" y="3374"/>
                </a:lnTo>
                <a:lnTo>
                  <a:pt x="86028" y="5060"/>
                </a:lnTo>
                <a:cubicBezTo>
                  <a:pt x="87715" y="5060"/>
                  <a:pt x="87715" y="6747"/>
                  <a:pt x="87715" y="6747"/>
                </a:cubicBezTo>
                <a:cubicBezTo>
                  <a:pt x="87715" y="8434"/>
                  <a:pt x="87715" y="8434"/>
                  <a:pt x="87715" y="101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E3A574-3609-4524-A9CD-B8164440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657" y="5494369"/>
            <a:ext cx="263145" cy="261458"/>
          </a:xfrm>
          <a:custGeom xmlns:a="http://schemas.openxmlformats.org/drawingml/2006/main">
            <a:pathLst>
              <a:path w="263145" h="261458">
                <a:moveTo>
                  <a:pt x="0" y="129886"/>
                </a:moveTo>
                <a:cubicBezTo>
                  <a:pt x="0" y="59039"/>
                  <a:pt x="59039" y="0"/>
                  <a:pt x="131573" y="0"/>
                </a:cubicBezTo>
                <a:cubicBezTo>
                  <a:pt x="204106" y="0"/>
                  <a:pt x="263145" y="59039"/>
                  <a:pt x="263145" y="129886"/>
                </a:cubicBezTo>
                <a:cubicBezTo>
                  <a:pt x="263145" y="202419"/>
                  <a:pt x="204106" y="261458"/>
                  <a:pt x="131573" y="261458"/>
                </a:cubicBezTo>
                <a:cubicBezTo>
                  <a:pt x="59039" y="261458"/>
                  <a:pt x="0" y="202419"/>
                  <a:pt x="0" y="12988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050F2B-1551-4C3E-8D9F-045306CD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677" y="5485934"/>
            <a:ext cx="280013" cy="278327"/>
          </a:xfrm>
          <a:custGeom xmlns:a="http://schemas.openxmlformats.org/drawingml/2006/main">
            <a:pathLst>
              <a:path w="280013" h="278327">
                <a:moveTo>
                  <a:pt x="8434" y="138320"/>
                </a:moveTo>
                <a:lnTo>
                  <a:pt x="0" y="138320"/>
                </a:lnTo>
                <a:cubicBezTo>
                  <a:pt x="0" y="62413"/>
                  <a:pt x="62413" y="0"/>
                  <a:pt x="140007" y="0"/>
                </a:cubicBezTo>
                <a:cubicBezTo>
                  <a:pt x="215914" y="0"/>
                  <a:pt x="280013" y="62413"/>
                  <a:pt x="280013" y="138320"/>
                </a:cubicBezTo>
                <a:cubicBezTo>
                  <a:pt x="280013" y="215914"/>
                  <a:pt x="215914" y="278327"/>
                  <a:pt x="140007" y="278327"/>
                </a:cubicBezTo>
                <a:cubicBezTo>
                  <a:pt x="62413" y="278327"/>
                  <a:pt x="0" y="215914"/>
                  <a:pt x="0" y="138320"/>
                </a:cubicBezTo>
                <a:lnTo>
                  <a:pt x="8434" y="138320"/>
                </a:lnTo>
                <a:lnTo>
                  <a:pt x="16868" y="138320"/>
                </a:lnTo>
                <a:cubicBezTo>
                  <a:pt x="16868" y="205793"/>
                  <a:pt x="72534" y="261458"/>
                  <a:pt x="140007" y="261458"/>
                </a:cubicBezTo>
                <a:cubicBezTo>
                  <a:pt x="207480" y="261458"/>
                  <a:pt x="261458" y="205793"/>
                  <a:pt x="261458" y="138320"/>
                </a:cubicBezTo>
                <a:cubicBezTo>
                  <a:pt x="261458" y="70847"/>
                  <a:pt x="207480" y="16868"/>
                  <a:pt x="140007" y="16868"/>
                </a:cubicBezTo>
                <a:cubicBezTo>
                  <a:pt x="72534" y="16868"/>
                  <a:pt x="16868" y="70847"/>
                  <a:pt x="16868" y="138320"/>
                </a:cubicBezTo>
                <a:lnTo>
                  <a:pt x="8434" y="138320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79CDF-3759-4FDB-97FE-1B6C3F5F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7465" y="5566902"/>
            <a:ext cx="163622" cy="121452"/>
          </a:xfrm>
          <a:custGeom xmlns:a="http://schemas.openxmlformats.org/drawingml/2006/main">
            <a:pathLst>
              <a:path w="163622" h="121452">
                <a:moveTo>
                  <a:pt x="148441" y="62413"/>
                </a:moveTo>
                <a:cubicBezTo>
                  <a:pt x="148441" y="55665"/>
                  <a:pt x="148441" y="50605"/>
                  <a:pt x="148441" y="45544"/>
                </a:cubicBezTo>
                <a:cubicBezTo>
                  <a:pt x="146754" y="42171"/>
                  <a:pt x="146754" y="37110"/>
                  <a:pt x="145067" y="33737"/>
                </a:cubicBezTo>
                <a:cubicBezTo>
                  <a:pt x="145067" y="30363"/>
                  <a:pt x="143380" y="26989"/>
                  <a:pt x="143380" y="25302"/>
                </a:cubicBezTo>
                <a:cubicBezTo>
                  <a:pt x="141694" y="21929"/>
                  <a:pt x="140007" y="20242"/>
                  <a:pt x="138320" y="18555"/>
                </a:cubicBezTo>
                <a:cubicBezTo>
                  <a:pt x="136633" y="16868"/>
                  <a:pt x="134946" y="15181"/>
                  <a:pt x="131573" y="15181"/>
                </a:cubicBezTo>
                <a:cubicBezTo>
                  <a:pt x="129886" y="13495"/>
                  <a:pt x="126512" y="13495"/>
                  <a:pt x="124825" y="13495"/>
                </a:cubicBezTo>
                <a:cubicBezTo>
                  <a:pt x="119765" y="13495"/>
                  <a:pt x="114704" y="15181"/>
                  <a:pt x="111331" y="16868"/>
                </a:cubicBezTo>
                <a:cubicBezTo>
                  <a:pt x="107957" y="20242"/>
                  <a:pt x="106270" y="23616"/>
                  <a:pt x="104583" y="26989"/>
                </a:cubicBezTo>
                <a:cubicBezTo>
                  <a:pt x="102897" y="32050"/>
                  <a:pt x="101210" y="35423"/>
                  <a:pt x="99523" y="42171"/>
                </a:cubicBezTo>
                <a:cubicBezTo>
                  <a:pt x="99523" y="47231"/>
                  <a:pt x="99523" y="53978"/>
                  <a:pt x="99523" y="60726"/>
                </a:cubicBezTo>
                <a:cubicBezTo>
                  <a:pt x="99523" y="69160"/>
                  <a:pt x="99523" y="75907"/>
                  <a:pt x="101210" y="82655"/>
                </a:cubicBezTo>
                <a:cubicBezTo>
                  <a:pt x="101210" y="87715"/>
                  <a:pt x="102897" y="92776"/>
                  <a:pt x="104583" y="97836"/>
                </a:cubicBezTo>
                <a:cubicBezTo>
                  <a:pt x="106270" y="101210"/>
                  <a:pt x="109644" y="104583"/>
                  <a:pt x="113017" y="106270"/>
                </a:cubicBezTo>
                <a:cubicBezTo>
                  <a:pt x="114704" y="107957"/>
                  <a:pt x="119765" y="107957"/>
                  <a:pt x="123138" y="107957"/>
                </a:cubicBezTo>
                <a:cubicBezTo>
                  <a:pt x="126512" y="107957"/>
                  <a:pt x="129886" y="107957"/>
                  <a:pt x="131573" y="106270"/>
                </a:cubicBezTo>
                <a:cubicBezTo>
                  <a:pt x="134946" y="106270"/>
                  <a:pt x="136633" y="104583"/>
                  <a:pt x="138320" y="102897"/>
                </a:cubicBezTo>
                <a:cubicBezTo>
                  <a:pt x="140007" y="99523"/>
                  <a:pt x="141694" y="97836"/>
                  <a:pt x="143380" y="94462"/>
                </a:cubicBezTo>
                <a:cubicBezTo>
                  <a:pt x="145067" y="92776"/>
                  <a:pt x="145067" y="89402"/>
                  <a:pt x="146754" y="86028"/>
                </a:cubicBezTo>
                <a:cubicBezTo>
                  <a:pt x="146754" y="82655"/>
                  <a:pt x="148441" y="77594"/>
                  <a:pt x="148441" y="74220"/>
                </a:cubicBezTo>
                <a:cubicBezTo>
                  <a:pt x="148441" y="70847"/>
                  <a:pt x="148441" y="65786"/>
                  <a:pt x="148441" y="62413"/>
                </a:cubicBezTo>
                <a:close/>
                <a:moveTo>
                  <a:pt x="163622" y="60726"/>
                </a:moveTo>
                <a:cubicBezTo>
                  <a:pt x="163622" y="69160"/>
                  <a:pt x="163622" y="77594"/>
                  <a:pt x="161935" y="86028"/>
                </a:cubicBezTo>
                <a:cubicBezTo>
                  <a:pt x="160249" y="92776"/>
                  <a:pt x="158562" y="99523"/>
                  <a:pt x="155188" y="104583"/>
                </a:cubicBezTo>
                <a:cubicBezTo>
                  <a:pt x="151815" y="109644"/>
                  <a:pt x="146754" y="113017"/>
                  <a:pt x="141694" y="116391"/>
                </a:cubicBezTo>
                <a:cubicBezTo>
                  <a:pt x="136633" y="119765"/>
                  <a:pt x="129886" y="121452"/>
                  <a:pt x="123138" y="121452"/>
                </a:cubicBezTo>
                <a:cubicBezTo>
                  <a:pt x="114704" y="121452"/>
                  <a:pt x="109644" y="119765"/>
                  <a:pt x="104583" y="116391"/>
                </a:cubicBezTo>
                <a:cubicBezTo>
                  <a:pt x="99523" y="114704"/>
                  <a:pt x="94462" y="111331"/>
                  <a:pt x="91089" y="106270"/>
                </a:cubicBezTo>
                <a:cubicBezTo>
                  <a:pt x="89402" y="101210"/>
                  <a:pt x="86028" y="94462"/>
                  <a:pt x="86028" y="86028"/>
                </a:cubicBezTo>
                <a:cubicBezTo>
                  <a:pt x="84341" y="79281"/>
                  <a:pt x="82655" y="70847"/>
                  <a:pt x="82655" y="60726"/>
                </a:cubicBezTo>
                <a:cubicBezTo>
                  <a:pt x="82655" y="52292"/>
                  <a:pt x="84341" y="43858"/>
                  <a:pt x="86028" y="37110"/>
                </a:cubicBezTo>
                <a:cubicBezTo>
                  <a:pt x="87715" y="28676"/>
                  <a:pt x="89402" y="23616"/>
                  <a:pt x="92776" y="16868"/>
                </a:cubicBezTo>
                <a:cubicBezTo>
                  <a:pt x="96149" y="11808"/>
                  <a:pt x="99523" y="8434"/>
                  <a:pt x="106270" y="5060"/>
                </a:cubicBezTo>
                <a:cubicBezTo>
                  <a:pt x="111331" y="1687"/>
                  <a:pt x="118078" y="0"/>
                  <a:pt x="124825" y="0"/>
                </a:cubicBezTo>
                <a:cubicBezTo>
                  <a:pt x="131573" y="0"/>
                  <a:pt x="138320" y="1687"/>
                  <a:pt x="143380" y="5060"/>
                </a:cubicBezTo>
                <a:cubicBezTo>
                  <a:pt x="148441" y="6747"/>
                  <a:pt x="153501" y="11808"/>
                  <a:pt x="155188" y="16868"/>
                </a:cubicBezTo>
                <a:cubicBezTo>
                  <a:pt x="158562" y="21929"/>
                  <a:pt x="160249" y="26989"/>
                  <a:pt x="161935" y="35423"/>
                </a:cubicBezTo>
                <a:cubicBezTo>
                  <a:pt x="163622" y="42171"/>
                  <a:pt x="163622" y="50605"/>
                  <a:pt x="163622" y="60726"/>
                </a:cubicBezTo>
                <a:close/>
                <a:moveTo>
                  <a:pt x="67473" y="113017"/>
                </a:moveTo>
                <a:cubicBezTo>
                  <a:pt x="67473" y="114704"/>
                  <a:pt x="67473" y="114704"/>
                  <a:pt x="67473" y="116391"/>
                </a:cubicBezTo>
                <a:cubicBezTo>
                  <a:pt x="67473" y="116391"/>
                  <a:pt x="67473" y="118078"/>
                  <a:pt x="65786" y="118078"/>
                </a:cubicBezTo>
                <a:lnTo>
                  <a:pt x="65786" y="119765"/>
                </a:lnTo>
                <a:lnTo>
                  <a:pt x="64099" y="119765"/>
                </a:lnTo>
                <a:lnTo>
                  <a:pt x="3374" y="119765"/>
                </a:lnTo>
                <a:lnTo>
                  <a:pt x="1687" y="119765"/>
                </a:lnTo>
                <a:lnTo>
                  <a:pt x="1687" y="118078"/>
                </a:lnTo>
                <a:cubicBezTo>
                  <a:pt x="0" y="118078"/>
                  <a:pt x="0" y="116391"/>
                  <a:pt x="0" y="116391"/>
                </a:cubicBezTo>
                <a:cubicBezTo>
                  <a:pt x="0" y="114704"/>
                  <a:pt x="0" y="114704"/>
                  <a:pt x="0" y="113017"/>
                </a:cubicBezTo>
                <a:cubicBezTo>
                  <a:pt x="0" y="111331"/>
                  <a:pt x="0" y="111331"/>
                  <a:pt x="0" y="109644"/>
                </a:cubicBezTo>
                <a:lnTo>
                  <a:pt x="1687" y="107957"/>
                </a:lnTo>
                <a:cubicBezTo>
                  <a:pt x="1687" y="106270"/>
                  <a:pt x="3374" y="106270"/>
                  <a:pt x="3374" y="106270"/>
                </a:cubicBezTo>
                <a:lnTo>
                  <a:pt x="26989" y="106270"/>
                </a:lnTo>
                <a:lnTo>
                  <a:pt x="26989" y="18555"/>
                </a:lnTo>
                <a:lnTo>
                  <a:pt x="5060" y="32050"/>
                </a:lnTo>
                <a:cubicBezTo>
                  <a:pt x="3374" y="32050"/>
                  <a:pt x="3374" y="32050"/>
                  <a:pt x="1687" y="32050"/>
                </a:cubicBezTo>
                <a:lnTo>
                  <a:pt x="0" y="32050"/>
                </a:lnTo>
                <a:lnTo>
                  <a:pt x="0" y="30363"/>
                </a:lnTo>
                <a:cubicBezTo>
                  <a:pt x="0" y="28676"/>
                  <a:pt x="0" y="28676"/>
                  <a:pt x="0" y="26989"/>
                </a:cubicBezTo>
                <a:cubicBezTo>
                  <a:pt x="0" y="25302"/>
                  <a:pt x="0" y="25302"/>
                  <a:pt x="0" y="23616"/>
                </a:cubicBezTo>
                <a:lnTo>
                  <a:pt x="0" y="21929"/>
                </a:lnTo>
                <a:lnTo>
                  <a:pt x="1687" y="20242"/>
                </a:lnTo>
                <a:lnTo>
                  <a:pt x="28676" y="3374"/>
                </a:lnTo>
                <a:lnTo>
                  <a:pt x="30363" y="1687"/>
                </a:lnTo>
                <a:lnTo>
                  <a:pt x="32050" y="1687"/>
                </a:lnTo>
                <a:lnTo>
                  <a:pt x="33737" y="1687"/>
                </a:lnTo>
                <a:lnTo>
                  <a:pt x="35423" y="1687"/>
                </a:lnTo>
                <a:cubicBezTo>
                  <a:pt x="37110" y="1687"/>
                  <a:pt x="38797" y="1687"/>
                  <a:pt x="38797" y="1687"/>
                </a:cubicBezTo>
                <a:cubicBezTo>
                  <a:pt x="40484" y="1687"/>
                  <a:pt x="40484" y="1687"/>
                  <a:pt x="42171" y="1687"/>
                </a:cubicBezTo>
                <a:lnTo>
                  <a:pt x="42171" y="3374"/>
                </a:lnTo>
                <a:cubicBezTo>
                  <a:pt x="43858" y="3374"/>
                  <a:pt x="43858" y="3374"/>
                  <a:pt x="43858" y="5060"/>
                </a:cubicBezTo>
                <a:lnTo>
                  <a:pt x="43858" y="106270"/>
                </a:lnTo>
                <a:lnTo>
                  <a:pt x="64099" y="106270"/>
                </a:lnTo>
                <a:cubicBezTo>
                  <a:pt x="64099" y="106270"/>
                  <a:pt x="65786" y="106270"/>
                  <a:pt x="65786" y="107957"/>
                </a:cubicBezTo>
                <a:lnTo>
                  <a:pt x="67473" y="109644"/>
                </a:lnTo>
                <a:cubicBezTo>
                  <a:pt x="67473" y="111331"/>
                  <a:pt x="67473" y="111331"/>
                  <a:pt x="67473" y="1130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BC02F-FDC9-49E9-B792-C6853874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361" y="4929281"/>
            <a:ext cx="86028" cy="131573"/>
          </a:xfrm>
          <a:custGeom xmlns:a="http://schemas.openxmlformats.org/drawingml/2006/main">
            <a:pathLst>
              <a:path w="86028" h="131573">
                <a:moveTo>
                  <a:pt x="67473" y="96149"/>
                </a:moveTo>
                <a:cubicBezTo>
                  <a:pt x="67473" y="91089"/>
                  <a:pt x="67473" y="87715"/>
                  <a:pt x="65786" y="86028"/>
                </a:cubicBezTo>
                <a:cubicBezTo>
                  <a:pt x="64099" y="82655"/>
                  <a:pt x="62413" y="79281"/>
                  <a:pt x="60726" y="77594"/>
                </a:cubicBezTo>
                <a:cubicBezTo>
                  <a:pt x="59039" y="75907"/>
                  <a:pt x="55665" y="74220"/>
                  <a:pt x="52292" y="72534"/>
                </a:cubicBezTo>
                <a:cubicBezTo>
                  <a:pt x="47231" y="72534"/>
                  <a:pt x="43858" y="70847"/>
                  <a:pt x="37110" y="70847"/>
                </a:cubicBezTo>
                <a:lnTo>
                  <a:pt x="16868" y="70847"/>
                </a:lnTo>
                <a:lnTo>
                  <a:pt x="16868" y="118078"/>
                </a:lnTo>
                <a:lnTo>
                  <a:pt x="42171" y="118078"/>
                </a:lnTo>
                <a:cubicBezTo>
                  <a:pt x="47231" y="118078"/>
                  <a:pt x="50605" y="118078"/>
                  <a:pt x="52292" y="116391"/>
                </a:cubicBezTo>
                <a:cubicBezTo>
                  <a:pt x="55665" y="114704"/>
                  <a:pt x="59039" y="114704"/>
                  <a:pt x="60726" y="113017"/>
                </a:cubicBezTo>
                <a:cubicBezTo>
                  <a:pt x="62413" y="109644"/>
                  <a:pt x="64099" y="107957"/>
                  <a:pt x="65786" y="104583"/>
                </a:cubicBezTo>
                <a:cubicBezTo>
                  <a:pt x="67473" y="102897"/>
                  <a:pt x="67473" y="99523"/>
                  <a:pt x="67473" y="96149"/>
                </a:cubicBezTo>
                <a:close/>
                <a:moveTo>
                  <a:pt x="60726" y="35423"/>
                </a:moveTo>
                <a:cubicBezTo>
                  <a:pt x="60726" y="32050"/>
                  <a:pt x="59039" y="30363"/>
                  <a:pt x="59039" y="26989"/>
                </a:cubicBezTo>
                <a:cubicBezTo>
                  <a:pt x="57352" y="23616"/>
                  <a:pt x="55665" y="21929"/>
                  <a:pt x="53978" y="20242"/>
                </a:cubicBezTo>
                <a:cubicBezTo>
                  <a:pt x="52292" y="18555"/>
                  <a:pt x="50605" y="16868"/>
                  <a:pt x="47231" y="16868"/>
                </a:cubicBezTo>
                <a:cubicBezTo>
                  <a:pt x="43858" y="15181"/>
                  <a:pt x="40484" y="15181"/>
                  <a:pt x="35423" y="15181"/>
                </a:cubicBezTo>
                <a:lnTo>
                  <a:pt x="16868" y="15181"/>
                </a:lnTo>
                <a:lnTo>
                  <a:pt x="16868" y="57352"/>
                </a:lnTo>
                <a:lnTo>
                  <a:pt x="37110" y="57352"/>
                </a:lnTo>
                <a:cubicBezTo>
                  <a:pt x="42171" y="57352"/>
                  <a:pt x="45544" y="57352"/>
                  <a:pt x="47231" y="55665"/>
                </a:cubicBezTo>
                <a:cubicBezTo>
                  <a:pt x="50605" y="53978"/>
                  <a:pt x="52292" y="52292"/>
                  <a:pt x="53978" y="50605"/>
                </a:cubicBezTo>
                <a:cubicBezTo>
                  <a:pt x="57352" y="48918"/>
                  <a:pt x="57352" y="47231"/>
                  <a:pt x="59039" y="43858"/>
                </a:cubicBezTo>
                <a:cubicBezTo>
                  <a:pt x="59039" y="40484"/>
                  <a:pt x="60726" y="38797"/>
                  <a:pt x="60726" y="35423"/>
                </a:cubicBezTo>
                <a:close/>
                <a:moveTo>
                  <a:pt x="86028" y="94462"/>
                </a:moveTo>
                <a:cubicBezTo>
                  <a:pt x="86028" y="99523"/>
                  <a:pt x="86028" y="102897"/>
                  <a:pt x="84341" y="106270"/>
                </a:cubicBezTo>
                <a:cubicBezTo>
                  <a:pt x="84341" y="109644"/>
                  <a:pt x="82655" y="113017"/>
                  <a:pt x="80968" y="114704"/>
                </a:cubicBezTo>
                <a:cubicBezTo>
                  <a:pt x="79281" y="118078"/>
                  <a:pt x="75907" y="121452"/>
                  <a:pt x="74220" y="123138"/>
                </a:cubicBezTo>
                <a:cubicBezTo>
                  <a:pt x="70847" y="124825"/>
                  <a:pt x="67473" y="126512"/>
                  <a:pt x="64099" y="128199"/>
                </a:cubicBezTo>
                <a:cubicBezTo>
                  <a:pt x="60726" y="129886"/>
                  <a:pt x="57352" y="129886"/>
                  <a:pt x="53978" y="131573"/>
                </a:cubicBezTo>
                <a:cubicBezTo>
                  <a:pt x="50605" y="131573"/>
                  <a:pt x="45544" y="131573"/>
                  <a:pt x="40484" y="131573"/>
                </a:cubicBezTo>
                <a:lnTo>
                  <a:pt x="6747" y="131573"/>
                </a:lnTo>
                <a:cubicBezTo>
                  <a:pt x="5060" y="131573"/>
                  <a:pt x="3374" y="131573"/>
                  <a:pt x="1687" y="131573"/>
                </a:cubicBezTo>
                <a:cubicBezTo>
                  <a:pt x="0" y="129886"/>
                  <a:pt x="0" y="128199"/>
                  <a:pt x="0" y="124825"/>
                </a:cubicBezTo>
                <a:lnTo>
                  <a:pt x="0" y="8434"/>
                </a:lnTo>
                <a:cubicBezTo>
                  <a:pt x="0" y="5060"/>
                  <a:pt x="0" y="3374"/>
                  <a:pt x="1687" y="1687"/>
                </a:cubicBezTo>
                <a:cubicBezTo>
                  <a:pt x="3374" y="1687"/>
                  <a:pt x="5060" y="0"/>
                  <a:pt x="6747" y="0"/>
                </a:cubicBezTo>
                <a:lnTo>
                  <a:pt x="35423" y="0"/>
                </a:lnTo>
                <a:cubicBezTo>
                  <a:pt x="43858" y="0"/>
                  <a:pt x="50605" y="1687"/>
                  <a:pt x="55665" y="3374"/>
                </a:cubicBezTo>
                <a:cubicBezTo>
                  <a:pt x="60726" y="5060"/>
                  <a:pt x="64099" y="6747"/>
                  <a:pt x="67473" y="10121"/>
                </a:cubicBezTo>
                <a:cubicBezTo>
                  <a:pt x="70847" y="11808"/>
                  <a:pt x="74220" y="15181"/>
                  <a:pt x="75907" y="20242"/>
                </a:cubicBezTo>
                <a:cubicBezTo>
                  <a:pt x="77594" y="23616"/>
                  <a:pt x="77594" y="28676"/>
                  <a:pt x="77594" y="33737"/>
                </a:cubicBezTo>
                <a:cubicBezTo>
                  <a:pt x="77594" y="37110"/>
                  <a:pt x="77594" y="40484"/>
                  <a:pt x="77594" y="42171"/>
                </a:cubicBezTo>
                <a:cubicBezTo>
                  <a:pt x="75907" y="45544"/>
                  <a:pt x="75907" y="48918"/>
                  <a:pt x="74220" y="50605"/>
                </a:cubicBezTo>
                <a:cubicBezTo>
                  <a:pt x="72534" y="53978"/>
                  <a:pt x="70847" y="55665"/>
                  <a:pt x="67473" y="57352"/>
                </a:cubicBezTo>
                <a:cubicBezTo>
                  <a:pt x="65786" y="59039"/>
                  <a:pt x="64099" y="60726"/>
                  <a:pt x="60726" y="62413"/>
                </a:cubicBezTo>
                <a:cubicBezTo>
                  <a:pt x="64099" y="62413"/>
                  <a:pt x="67473" y="64099"/>
                  <a:pt x="70847" y="65786"/>
                </a:cubicBezTo>
                <a:cubicBezTo>
                  <a:pt x="74220" y="67473"/>
                  <a:pt x="75907" y="69160"/>
                  <a:pt x="79281" y="72534"/>
                </a:cubicBezTo>
                <a:cubicBezTo>
                  <a:pt x="80968" y="75907"/>
                  <a:pt x="82655" y="79281"/>
                  <a:pt x="84341" y="82655"/>
                </a:cubicBezTo>
                <a:cubicBezTo>
                  <a:pt x="86028" y="86028"/>
                  <a:pt x="86028" y="89402"/>
                  <a:pt x="86028" y="944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7E5D51-5744-4613-A21D-ED9A881F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510" y="5025430"/>
            <a:ext cx="177117" cy="89402"/>
          </a:xfrm>
          <a:custGeom xmlns:a="http://schemas.openxmlformats.org/drawingml/2006/main">
            <a:pathLst>
              <a:path w="177117" h="89402">
                <a:moveTo>
                  <a:pt x="177117" y="82655"/>
                </a:moveTo>
                <a:lnTo>
                  <a:pt x="177117" y="84341"/>
                </a:lnTo>
                <a:lnTo>
                  <a:pt x="177117" y="86028"/>
                </a:lnTo>
                <a:cubicBezTo>
                  <a:pt x="177117" y="87715"/>
                  <a:pt x="177117" y="87715"/>
                  <a:pt x="175430" y="87715"/>
                </a:cubicBezTo>
                <a:lnTo>
                  <a:pt x="129886" y="87715"/>
                </a:lnTo>
                <a:lnTo>
                  <a:pt x="128199" y="87715"/>
                </a:lnTo>
                <a:lnTo>
                  <a:pt x="128199" y="86028"/>
                </a:lnTo>
                <a:cubicBezTo>
                  <a:pt x="128199" y="86028"/>
                  <a:pt x="126512" y="86028"/>
                  <a:pt x="126512" y="84341"/>
                </a:cubicBezTo>
                <a:lnTo>
                  <a:pt x="126512" y="82655"/>
                </a:lnTo>
                <a:lnTo>
                  <a:pt x="126512" y="80968"/>
                </a:lnTo>
                <a:lnTo>
                  <a:pt x="128199" y="79281"/>
                </a:lnTo>
                <a:cubicBezTo>
                  <a:pt x="128199" y="77594"/>
                  <a:pt x="129886" y="77594"/>
                  <a:pt x="129886" y="77594"/>
                </a:cubicBezTo>
                <a:lnTo>
                  <a:pt x="148441" y="77594"/>
                </a:lnTo>
                <a:lnTo>
                  <a:pt x="148441" y="11808"/>
                </a:lnTo>
                <a:lnTo>
                  <a:pt x="131573" y="21929"/>
                </a:lnTo>
                <a:cubicBezTo>
                  <a:pt x="129886" y="21929"/>
                  <a:pt x="129886" y="21929"/>
                  <a:pt x="128199" y="21929"/>
                </a:cubicBezTo>
                <a:cubicBezTo>
                  <a:pt x="126512" y="21929"/>
                  <a:pt x="126512" y="21929"/>
                  <a:pt x="126512" y="20242"/>
                </a:cubicBezTo>
                <a:lnTo>
                  <a:pt x="126512" y="18555"/>
                </a:lnTo>
                <a:lnTo>
                  <a:pt x="126512" y="16868"/>
                </a:lnTo>
                <a:lnTo>
                  <a:pt x="126512" y="15181"/>
                </a:lnTo>
                <a:lnTo>
                  <a:pt x="128199" y="13495"/>
                </a:lnTo>
                <a:lnTo>
                  <a:pt x="148441" y="0"/>
                </a:lnTo>
                <a:lnTo>
                  <a:pt x="150128" y="0"/>
                </a:lnTo>
                <a:lnTo>
                  <a:pt x="151815" y="0"/>
                </a:lnTo>
                <a:lnTo>
                  <a:pt x="153501" y="0"/>
                </a:lnTo>
                <a:cubicBezTo>
                  <a:pt x="155188" y="0"/>
                  <a:pt x="155188" y="0"/>
                  <a:pt x="156875" y="0"/>
                </a:cubicBezTo>
                <a:lnTo>
                  <a:pt x="158562" y="0"/>
                </a:lnTo>
                <a:cubicBezTo>
                  <a:pt x="158562" y="0"/>
                  <a:pt x="160249" y="0"/>
                  <a:pt x="160249" y="1687"/>
                </a:cubicBezTo>
                <a:lnTo>
                  <a:pt x="160249" y="77594"/>
                </a:lnTo>
                <a:lnTo>
                  <a:pt x="175430" y="77594"/>
                </a:lnTo>
                <a:lnTo>
                  <a:pt x="177117" y="79281"/>
                </a:lnTo>
                <a:lnTo>
                  <a:pt x="177117" y="80968"/>
                </a:lnTo>
                <a:lnTo>
                  <a:pt x="177117" y="82655"/>
                </a:lnTo>
                <a:close/>
                <a:moveTo>
                  <a:pt x="109644" y="48918"/>
                </a:moveTo>
                <a:lnTo>
                  <a:pt x="109644" y="50605"/>
                </a:lnTo>
                <a:lnTo>
                  <a:pt x="109644" y="52292"/>
                </a:lnTo>
                <a:lnTo>
                  <a:pt x="107957" y="53978"/>
                </a:lnTo>
                <a:lnTo>
                  <a:pt x="86028" y="53978"/>
                </a:lnTo>
                <a:lnTo>
                  <a:pt x="86028" y="77594"/>
                </a:lnTo>
                <a:cubicBezTo>
                  <a:pt x="86028" y="79281"/>
                  <a:pt x="86028" y="79281"/>
                  <a:pt x="84341" y="79281"/>
                </a:cubicBezTo>
                <a:cubicBezTo>
                  <a:pt x="84341" y="79281"/>
                  <a:pt x="82655" y="79281"/>
                  <a:pt x="82655" y="80968"/>
                </a:cubicBezTo>
                <a:lnTo>
                  <a:pt x="80968" y="80968"/>
                </a:lnTo>
                <a:cubicBezTo>
                  <a:pt x="79281" y="80968"/>
                  <a:pt x="79281" y="80968"/>
                  <a:pt x="77594" y="80968"/>
                </a:cubicBezTo>
                <a:cubicBezTo>
                  <a:pt x="77594" y="79281"/>
                  <a:pt x="75907" y="79281"/>
                  <a:pt x="75907" y="79281"/>
                </a:cubicBezTo>
                <a:lnTo>
                  <a:pt x="75907" y="77594"/>
                </a:lnTo>
                <a:lnTo>
                  <a:pt x="75907" y="53978"/>
                </a:lnTo>
                <a:lnTo>
                  <a:pt x="52292" y="53978"/>
                </a:lnTo>
                <a:cubicBezTo>
                  <a:pt x="52292" y="52292"/>
                  <a:pt x="50605" y="52292"/>
                  <a:pt x="50605" y="52292"/>
                </a:cubicBezTo>
                <a:lnTo>
                  <a:pt x="50605" y="50605"/>
                </a:lnTo>
                <a:lnTo>
                  <a:pt x="50605" y="48918"/>
                </a:lnTo>
                <a:lnTo>
                  <a:pt x="50605" y="47231"/>
                </a:lnTo>
                <a:lnTo>
                  <a:pt x="50605" y="45544"/>
                </a:lnTo>
                <a:cubicBezTo>
                  <a:pt x="50605" y="43858"/>
                  <a:pt x="52292" y="43858"/>
                  <a:pt x="52292" y="43858"/>
                </a:cubicBezTo>
                <a:lnTo>
                  <a:pt x="75907" y="43858"/>
                </a:lnTo>
                <a:lnTo>
                  <a:pt x="75907" y="18555"/>
                </a:lnTo>
                <a:lnTo>
                  <a:pt x="75907" y="16868"/>
                </a:lnTo>
                <a:lnTo>
                  <a:pt x="77594" y="16868"/>
                </a:lnTo>
                <a:cubicBezTo>
                  <a:pt x="79281" y="16868"/>
                  <a:pt x="79281" y="16868"/>
                  <a:pt x="80968" y="16868"/>
                </a:cubicBezTo>
                <a:lnTo>
                  <a:pt x="82655" y="16868"/>
                </a:lnTo>
                <a:lnTo>
                  <a:pt x="84341" y="16868"/>
                </a:lnTo>
                <a:lnTo>
                  <a:pt x="84341" y="18555"/>
                </a:lnTo>
                <a:lnTo>
                  <a:pt x="86028" y="18555"/>
                </a:lnTo>
                <a:lnTo>
                  <a:pt x="86028" y="43858"/>
                </a:lnTo>
                <a:lnTo>
                  <a:pt x="107957" y="43858"/>
                </a:lnTo>
                <a:cubicBezTo>
                  <a:pt x="109644" y="43858"/>
                  <a:pt x="109644" y="43858"/>
                  <a:pt x="109644" y="45544"/>
                </a:cubicBezTo>
                <a:lnTo>
                  <a:pt x="109644" y="47231"/>
                </a:lnTo>
                <a:lnTo>
                  <a:pt x="109644" y="48918"/>
                </a:lnTo>
                <a:close/>
                <a:moveTo>
                  <a:pt x="40484" y="80968"/>
                </a:moveTo>
                <a:cubicBezTo>
                  <a:pt x="40484" y="82655"/>
                  <a:pt x="40484" y="84341"/>
                  <a:pt x="40484" y="84341"/>
                </a:cubicBezTo>
                <a:cubicBezTo>
                  <a:pt x="40484" y="86028"/>
                  <a:pt x="40484" y="86028"/>
                  <a:pt x="38797" y="86028"/>
                </a:cubicBezTo>
                <a:lnTo>
                  <a:pt x="38797" y="87715"/>
                </a:lnTo>
                <a:cubicBezTo>
                  <a:pt x="37110" y="87715"/>
                  <a:pt x="37110" y="87715"/>
                  <a:pt x="35423" y="87715"/>
                </a:cubicBezTo>
                <a:cubicBezTo>
                  <a:pt x="33737" y="87715"/>
                  <a:pt x="33737" y="87715"/>
                  <a:pt x="32050" y="89402"/>
                </a:cubicBezTo>
                <a:cubicBezTo>
                  <a:pt x="32050" y="89402"/>
                  <a:pt x="30363" y="89402"/>
                  <a:pt x="28676" y="89402"/>
                </a:cubicBezTo>
                <a:cubicBezTo>
                  <a:pt x="26989" y="89402"/>
                  <a:pt x="23616" y="87715"/>
                  <a:pt x="21929" y="87715"/>
                </a:cubicBezTo>
                <a:cubicBezTo>
                  <a:pt x="18555" y="86028"/>
                  <a:pt x="16868" y="86028"/>
                  <a:pt x="15181" y="84341"/>
                </a:cubicBezTo>
                <a:cubicBezTo>
                  <a:pt x="13495" y="82655"/>
                  <a:pt x="13495" y="79281"/>
                  <a:pt x="11808" y="77594"/>
                </a:cubicBezTo>
                <a:cubicBezTo>
                  <a:pt x="11808" y="74220"/>
                  <a:pt x="11808" y="70847"/>
                  <a:pt x="11808" y="67473"/>
                </a:cubicBezTo>
                <a:lnTo>
                  <a:pt x="11808" y="32050"/>
                </a:lnTo>
                <a:lnTo>
                  <a:pt x="3374" y="32050"/>
                </a:lnTo>
                <a:lnTo>
                  <a:pt x="1687" y="32050"/>
                </a:lnTo>
                <a:cubicBezTo>
                  <a:pt x="1687" y="30363"/>
                  <a:pt x="0" y="28676"/>
                  <a:pt x="0" y="26989"/>
                </a:cubicBezTo>
                <a:lnTo>
                  <a:pt x="1687" y="25302"/>
                </a:lnTo>
                <a:lnTo>
                  <a:pt x="1687" y="23616"/>
                </a:lnTo>
                <a:lnTo>
                  <a:pt x="3374" y="23616"/>
                </a:lnTo>
                <a:lnTo>
                  <a:pt x="11808" y="23616"/>
                </a:lnTo>
                <a:lnTo>
                  <a:pt x="11808" y="8434"/>
                </a:lnTo>
                <a:cubicBezTo>
                  <a:pt x="11808" y="6747"/>
                  <a:pt x="11808" y="6747"/>
                  <a:pt x="13495" y="6747"/>
                </a:cubicBezTo>
                <a:lnTo>
                  <a:pt x="15181" y="6747"/>
                </a:lnTo>
                <a:lnTo>
                  <a:pt x="16868" y="6747"/>
                </a:lnTo>
                <a:cubicBezTo>
                  <a:pt x="18555" y="6747"/>
                  <a:pt x="18555" y="6747"/>
                  <a:pt x="20242" y="6747"/>
                </a:cubicBezTo>
                <a:lnTo>
                  <a:pt x="21929" y="6747"/>
                </a:lnTo>
                <a:lnTo>
                  <a:pt x="21929" y="8434"/>
                </a:lnTo>
                <a:lnTo>
                  <a:pt x="21929" y="23616"/>
                </a:lnTo>
                <a:lnTo>
                  <a:pt x="38797" y="23616"/>
                </a:lnTo>
                <a:lnTo>
                  <a:pt x="40484" y="23616"/>
                </a:lnTo>
                <a:lnTo>
                  <a:pt x="40484" y="25302"/>
                </a:lnTo>
                <a:lnTo>
                  <a:pt x="40484" y="26989"/>
                </a:lnTo>
                <a:cubicBezTo>
                  <a:pt x="40484" y="28676"/>
                  <a:pt x="40484" y="30363"/>
                  <a:pt x="40484" y="32050"/>
                </a:cubicBezTo>
                <a:lnTo>
                  <a:pt x="38797" y="32050"/>
                </a:lnTo>
                <a:lnTo>
                  <a:pt x="21929" y="32050"/>
                </a:lnTo>
                <a:lnTo>
                  <a:pt x="21929" y="65786"/>
                </a:lnTo>
                <a:cubicBezTo>
                  <a:pt x="21929" y="70847"/>
                  <a:pt x="23616" y="74220"/>
                  <a:pt x="25302" y="75907"/>
                </a:cubicBezTo>
                <a:cubicBezTo>
                  <a:pt x="25302" y="77594"/>
                  <a:pt x="28676" y="79281"/>
                  <a:pt x="32050" y="79281"/>
                </a:cubicBezTo>
                <a:lnTo>
                  <a:pt x="33737" y="79281"/>
                </a:lnTo>
                <a:cubicBezTo>
                  <a:pt x="35423" y="79281"/>
                  <a:pt x="35423" y="79281"/>
                  <a:pt x="35423" y="77594"/>
                </a:cubicBezTo>
                <a:lnTo>
                  <a:pt x="37110" y="77594"/>
                </a:lnTo>
                <a:lnTo>
                  <a:pt x="38797" y="77594"/>
                </a:lnTo>
                <a:lnTo>
                  <a:pt x="40484" y="77594"/>
                </a:lnTo>
                <a:lnTo>
                  <a:pt x="40484" y="79281"/>
                </a:lnTo>
                <a:lnTo>
                  <a:pt x="40484" y="80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8077F6-59D3-4C95-9E0D-6AFF98E5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405" y="4949523"/>
            <a:ext cx="175430" cy="79281"/>
          </a:xfrm>
          <a:custGeom xmlns:a="http://schemas.openxmlformats.org/drawingml/2006/main">
            <a:pathLst>
              <a:path w="175430" h="79281">
                <a:moveTo>
                  <a:pt x="0" y="67473"/>
                </a:moveTo>
                <a:lnTo>
                  <a:pt x="172056" y="0"/>
                </a:lnTo>
                <a:lnTo>
                  <a:pt x="175430" y="10121"/>
                </a:lnTo>
                <a:lnTo>
                  <a:pt x="3374" y="79281"/>
                </a:lnTo>
                <a:lnTo>
                  <a:pt x="0" y="67473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68DE4-82F2-46B5-9C86-6B6D334F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032" y="4984946"/>
            <a:ext cx="195672" cy="231095"/>
          </a:xfrm>
          <a:custGeom xmlns:a="http://schemas.openxmlformats.org/drawingml/2006/main">
            <a:pathLst>
              <a:path w="195672" h="231095">
                <a:moveTo>
                  <a:pt x="0" y="222661"/>
                </a:moveTo>
                <a:lnTo>
                  <a:pt x="187238" y="0"/>
                </a:lnTo>
                <a:lnTo>
                  <a:pt x="195672" y="6747"/>
                </a:lnTo>
                <a:lnTo>
                  <a:pt x="10121" y="231095"/>
                </a:lnTo>
                <a:lnTo>
                  <a:pt x="0" y="222661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8D6A9-CA66-4498-9DCC-32BF859B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032" y="4986633"/>
            <a:ext cx="195672" cy="414960"/>
          </a:xfrm>
          <a:custGeom xmlns:a="http://schemas.openxmlformats.org/drawingml/2006/main">
            <a:pathLst>
              <a:path w="195672" h="414960">
                <a:moveTo>
                  <a:pt x="0" y="409899"/>
                </a:moveTo>
                <a:lnTo>
                  <a:pt x="185551" y="0"/>
                </a:lnTo>
                <a:lnTo>
                  <a:pt x="195672" y="3374"/>
                </a:lnTo>
                <a:lnTo>
                  <a:pt x="10121" y="414960"/>
                </a:lnTo>
                <a:lnTo>
                  <a:pt x="0" y="409899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16DA0-3BF7-47BD-8B8F-322D7C30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900" y="5050732"/>
            <a:ext cx="175430" cy="62413"/>
          </a:xfrm>
          <a:custGeom xmlns:a="http://schemas.openxmlformats.org/drawingml/2006/main">
            <a:pathLst>
              <a:path w="175430" h="62413">
                <a:moveTo>
                  <a:pt x="3374" y="0"/>
                </a:moveTo>
                <a:lnTo>
                  <a:pt x="175430" y="52292"/>
                </a:lnTo>
                <a:lnTo>
                  <a:pt x="172056" y="62413"/>
                </a:lnTo>
                <a:lnTo>
                  <a:pt x="0" y="11808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C6E72A-BB27-4110-B643-9EAE92CF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032" y="5087843"/>
            <a:ext cx="195672" cy="399778"/>
          </a:xfrm>
          <a:custGeom xmlns:a="http://schemas.openxmlformats.org/drawingml/2006/main">
            <a:pathLst>
              <a:path w="195672" h="399778">
                <a:moveTo>
                  <a:pt x="10121" y="0"/>
                </a:moveTo>
                <a:lnTo>
                  <a:pt x="195672" y="394718"/>
                </a:lnTo>
                <a:lnTo>
                  <a:pt x="185551" y="399778"/>
                </a:lnTo>
                <a:lnTo>
                  <a:pt x="0" y="5060"/>
                </a:lnTo>
                <a:lnTo>
                  <a:pt x="10121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3A851-975E-405F-AC93-DBBC9B61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718" y="5086156"/>
            <a:ext cx="193985" cy="214227"/>
          </a:xfrm>
          <a:custGeom xmlns:a="http://schemas.openxmlformats.org/drawingml/2006/main">
            <a:pathLst>
              <a:path w="193985" h="214227">
                <a:moveTo>
                  <a:pt x="8434" y="0"/>
                </a:moveTo>
                <a:lnTo>
                  <a:pt x="193985" y="207480"/>
                </a:lnTo>
                <a:lnTo>
                  <a:pt x="185551" y="214227"/>
                </a:lnTo>
                <a:lnTo>
                  <a:pt x="0" y="6747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063904-9897-4596-A5A4-526053CA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405" y="5135074"/>
            <a:ext cx="177117" cy="80968"/>
          </a:xfrm>
          <a:custGeom xmlns:a="http://schemas.openxmlformats.org/drawingml/2006/main">
            <a:pathLst>
              <a:path w="177117" h="80968">
                <a:moveTo>
                  <a:pt x="0" y="70847"/>
                </a:moveTo>
                <a:lnTo>
                  <a:pt x="172056" y="0"/>
                </a:lnTo>
                <a:lnTo>
                  <a:pt x="177117" y="11808"/>
                </a:lnTo>
                <a:lnTo>
                  <a:pt x="3374" y="80968"/>
                </a:lnTo>
                <a:lnTo>
                  <a:pt x="0" y="7084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F3A25-A3AD-4BD2-9484-D3A054E1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213" y="5239657"/>
            <a:ext cx="163622" cy="96149"/>
          </a:xfrm>
          <a:custGeom xmlns:a="http://schemas.openxmlformats.org/drawingml/2006/main">
            <a:pathLst>
              <a:path w="163622" h="96149">
                <a:moveTo>
                  <a:pt x="5060" y="0"/>
                </a:moveTo>
                <a:lnTo>
                  <a:pt x="163622" y="86028"/>
                </a:lnTo>
                <a:lnTo>
                  <a:pt x="158562" y="96149"/>
                </a:lnTo>
                <a:lnTo>
                  <a:pt x="0" y="10121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666711-2D7F-4AE3-82D6-7A2556F2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718" y="5275081"/>
            <a:ext cx="193985" cy="214227"/>
          </a:xfrm>
          <a:custGeom xmlns:a="http://schemas.openxmlformats.org/drawingml/2006/main">
            <a:pathLst>
              <a:path w="193985" h="214227">
                <a:moveTo>
                  <a:pt x="8434" y="0"/>
                </a:moveTo>
                <a:lnTo>
                  <a:pt x="193985" y="205793"/>
                </a:lnTo>
                <a:lnTo>
                  <a:pt x="185551" y="214227"/>
                </a:lnTo>
                <a:lnTo>
                  <a:pt x="0" y="6747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287EBB-97F1-4312-B9FC-93E96458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032" y="5170497"/>
            <a:ext cx="195672" cy="232782"/>
          </a:xfrm>
          <a:custGeom xmlns:a="http://schemas.openxmlformats.org/drawingml/2006/main">
            <a:pathLst>
              <a:path w="195672" h="232782">
                <a:moveTo>
                  <a:pt x="0" y="224348"/>
                </a:moveTo>
                <a:lnTo>
                  <a:pt x="187238" y="0"/>
                </a:lnTo>
                <a:lnTo>
                  <a:pt x="195672" y="8434"/>
                </a:lnTo>
                <a:lnTo>
                  <a:pt x="10121" y="232782"/>
                </a:lnTo>
                <a:lnTo>
                  <a:pt x="0" y="22434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C617F-F895-49AA-90B6-FF898DE3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213" y="5357735"/>
            <a:ext cx="177117" cy="80968"/>
          </a:xfrm>
          <a:custGeom xmlns:a="http://schemas.openxmlformats.org/drawingml/2006/main">
            <a:pathLst>
              <a:path w="177117" h="80968">
                <a:moveTo>
                  <a:pt x="0" y="69160"/>
                </a:moveTo>
                <a:lnTo>
                  <a:pt x="172056" y="0"/>
                </a:lnTo>
                <a:lnTo>
                  <a:pt x="177117" y="11808"/>
                </a:lnTo>
                <a:lnTo>
                  <a:pt x="5060" y="80968"/>
                </a:lnTo>
                <a:lnTo>
                  <a:pt x="0" y="6916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28567-096E-4EDB-A4D4-E509D0DD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405" y="5460632"/>
            <a:ext cx="175430" cy="62413"/>
          </a:xfrm>
          <a:custGeom xmlns:a="http://schemas.openxmlformats.org/drawingml/2006/main">
            <a:pathLst>
              <a:path w="175430" h="62413">
                <a:moveTo>
                  <a:pt x="3374" y="0"/>
                </a:moveTo>
                <a:lnTo>
                  <a:pt x="175430" y="52292"/>
                </a:lnTo>
                <a:lnTo>
                  <a:pt x="172056" y="62413"/>
                </a:lnTo>
                <a:lnTo>
                  <a:pt x="0" y="11808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4332C-945C-4837-9E70-A5ED2EBF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550" y="4949523"/>
            <a:ext cx="161935" cy="70847"/>
          </a:xfrm>
          <a:custGeom xmlns:a="http://schemas.openxmlformats.org/drawingml/2006/main">
            <a:pathLst>
              <a:path w="161935" h="70847">
                <a:moveTo>
                  <a:pt x="3374" y="0"/>
                </a:moveTo>
                <a:lnTo>
                  <a:pt x="161935" y="60726"/>
                </a:lnTo>
                <a:lnTo>
                  <a:pt x="158562" y="70847"/>
                </a:lnTo>
                <a:lnTo>
                  <a:pt x="0" y="10121"/>
                </a:lnTo>
                <a:lnTo>
                  <a:pt x="337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8DB04-BC59-4D1C-ABAD-8C6B7A60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369" y="4984946"/>
            <a:ext cx="180491" cy="222661"/>
          </a:xfrm>
          <a:custGeom xmlns:a="http://schemas.openxmlformats.org/drawingml/2006/main">
            <a:pathLst>
              <a:path w="180491" h="222661">
                <a:moveTo>
                  <a:pt x="8434" y="0"/>
                </a:moveTo>
                <a:lnTo>
                  <a:pt x="180491" y="214227"/>
                </a:lnTo>
                <a:lnTo>
                  <a:pt x="172056" y="222661"/>
                </a:lnTo>
                <a:lnTo>
                  <a:pt x="0" y="6747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573087-FBCE-4C4A-B58F-8A137B4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9682" y="4986633"/>
            <a:ext cx="183864" cy="406526"/>
          </a:xfrm>
          <a:custGeom xmlns:a="http://schemas.openxmlformats.org/drawingml/2006/main">
            <a:pathLst>
              <a:path w="183864" h="406526">
                <a:moveTo>
                  <a:pt x="11808" y="0"/>
                </a:moveTo>
                <a:lnTo>
                  <a:pt x="183864" y="401465"/>
                </a:lnTo>
                <a:lnTo>
                  <a:pt x="172056" y="406526"/>
                </a:lnTo>
                <a:lnTo>
                  <a:pt x="0" y="3374"/>
                </a:lnTo>
                <a:lnTo>
                  <a:pt x="11808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29428-5884-48CA-97A7-A4CC1C1C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056" y="5043985"/>
            <a:ext cx="163622" cy="70847"/>
          </a:xfrm>
          <a:custGeom xmlns:a="http://schemas.openxmlformats.org/drawingml/2006/main">
            <a:pathLst>
              <a:path w="163622" h="70847">
                <a:moveTo>
                  <a:pt x="0" y="59039"/>
                </a:moveTo>
                <a:lnTo>
                  <a:pt x="158562" y="0"/>
                </a:lnTo>
                <a:lnTo>
                  <a:pt x="163622" y="10121"/>
                </a:lnTo>
                <a:lnTo>
                  <a:pt x="5060" y="70847"/>
                </a:lnTo>
                <a:lnTo>
                  <a:pt x="0" y="59039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729C9-23FB-46C7-A735-1395D554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550" y="5135074"/>
            <a:ext cx="163622" cy="72534"/>
          </a:xfrm>
          <a:custGeom xmlns:a="http://schemas.openxmlformats.org/drawingml/2006/main">
            <a:pathLst>
              <a:path w="163622" h="72534">
                <a:moveTo>
                  <a:pt x="5060" y="0"/>
                </a:moveTo>
                <a:lnTo>
                  <a:pt x="163622" y="62413"/>
                </a:lnTo>
                <a:lnTo>
                  <a:pt x="158562" y="72534"/>
                </a:lnTo>
                <a:lnTo>
                  <a:pt x="0" y="11808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C7315D-0095-4040-B962-39E3B126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369" y="5170497"/>
            <a:ext cx="180491" cy="224348"/>
          </a:xfrm>
          <a:custGeom xmlns:a="http://schemas.openxmlformats.org/drawingml/2006/main">
            <a:pathLst>
              <a:path w="180491" h="224348">
                <a:moveTo>
                  <a:pt x="8434" y="0"/>
                </a:moveTo>
                <a:lnTo>
                  <a:pt x="180491" y="215914"/>
                </a:lnTo>
                <a:lnTo>
                  <a:pt x="172056" y="224348"/>
                </a:lnTo>
                <a:lnTo>
                  <a:pt x="0" y="6747"/>
                </a:lnTo>
                <a:lnTo>
                  <a:pt x="8434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1D854B-B397-40EC-BE11-8C64F43E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369" y="5079409"/>
            <a:ext cx="180491" cy="220974"/>
          </a:xfrm>
          <a:custGeom xmlns:a="http://schemas.openxmlformats.org/drawingml/2006/main">
            <a:pathLst>
              <a:path w="180491" h="220974">
                <a:moveTo>
                  <a:pt x="0" y="214227"/>
                </a:moveTo>
                <a:lnTo>
                  <a:pt x="172056" y="0"/>
                </a:lnTo>
                <a:lnTo>
                  <a:pt x="180491" y="6747"/>
                </a:lnTo>
                <a:lnTo>
                  <a:pt x="8434" y="220974"/>
                </a:lnTo>
                <a:lnTo>
                  <a:pt x="0" y="21422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E5589-D5B5-42C5-821F-A1EC486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864" y="5232910"/>
            <a:ext cx="151815" cy="102897"/>
          </a:xfrm>
          <a:custGeom xmlns:a="http://schemas.openxmlformats.org/drawingml/2006/main">
            <a:pathLst>
              <a:path w="151815" h="102897">
                <a:moveTo>
                  <a:pt x="0" y="92776"/>
                </a:moveTo>
                <a:lnTo>
                  <a:pt x="145067" y="0"/>
                </a:lnTo>
                <a:lnTo>
                  <a:pt x="151815" y="8434"/>
                </a:lnTo>
                <a:lnTo>
                  <a:pt x="6747" y="102897"/>
                </a:lnTo>
                <a:lnTo>
                  <a:pt x="0" y="9277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76165-26D1-454B-AE9F-C2FF885A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056" y="5357735"/>
            <a:ext cx="163622" cy="72534"/>
          </a:xfrm>
          <a:custGeom xmlns:a="http://schemas.openxmlformats.org/drawingml/2006/main">
            <a:pathLst>
              <a:path w="163622" h="72534">
                <a:moveTo>
                  <a:pt x="5060" y="0"/>
                </a:moveTo>
                <a:lnTo>
                  <a:pt x="163622" y="60726"/>
                </a:lnTo>
                <a:lnTo>
                  <a:pt x="158562" y="72534"/>
                </a:lnTo>
                <a:lnTo>
                  <a:pt x="0" y="11808"/>
                </a:lnTo>
                <a:lnTo>
                  <a:pt x="5060" y="0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465D3-D509-4657-A0BE-0960751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9682" y="5081095"/>
            <a:ext cx="183864" cy="406526"/>
          </a:xfrm>
          <a:custGeom xmlns:a="http://schemas.openxmlformats.org/drawingml/2006/main">
            <a:pathLst>
              <a:path w="183864" h="406526">
                <a:moveTo>
                  <a:pt x="0" y="401465"/>
                </a:moveTo>
                <a:lnTo>
                  <a:pt x="172056" y="0"/>
                </a:lnTo>
                <a:lnTo>
                  <a:pt x="183864" y="3374"/>
                </a:lnTo>
                <a:lnTo>
                  <a:pt x="11808" y="406526"/>
                </a:lnTo>
                <a:lnTo>
                  <a:pt x="0" y="401465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C6418A-BE51-4240-BDD8-28B08FB9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1369" y="5266646"/>
            <a:ext cx="180491" cy="222661"/>
          </a:xfrm>
          <a:custGeom xmlns:a="http://schemas.openxmlformats.org/drawingml/2006/main">
            <a:pathLst>
              <a:path w="180491" h="222661">
                <a:moveTo>
                  <a:pt x="0" y="214227"/>
                </a:moveTo>
                <a:lnTo>
                  <a:pt x="172056" y="0"/>
                </a:lnTo>
                <a:lnTo>
                  <a:pt x="180491" y="6747"/>
                </a:lnTo>
                <a:lnTo>
                  <a:pt x="8434" y="222661"/>
                </a:lnTo>
                <a:lnTo>
                  <a:pt x="0" y="214227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7E592-9120-4C68-B1B8-9EF45913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550" y="5450511"/>
            <a:ext cx="161935" cy="72534"/>
          </a:xfrm>
          <a:custGeom xmlns:a="http://schemas.openxmlformats.org/drawingml/2006/main">
            <a:pathLst>
              <a:path w="161935" h="72534">
                <a:moveTo>
                  <a:pt x="0" y="60726"/>
                </a:moveTo>
                <a:lnTo>
                  <a:pt x="158562" y="0"/>
                </a:lnTo>
                <a:lnTo>
                  <a:pt x="161935" y="11808"/>
                </a:lnTo>
                <a:lnTo>
                  <a:pt x="3374" y="72534"/>
                </a:lnTo>
                <a:lnTo>
                  <a:pt x="0" y="60726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CC03A0-56DA-4C66-9F54-1BE6E248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149" y="4907352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4220"/>
                  <a:pt x="70847" y="94462"/>
                  <a:pt x="45544" y="94462"/>
                </a:cubicBezTo>
                <a:cubicBezTo>
                  <a:pt x="20242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DD0F68-E933-4A27-B0B7-43E97060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88" y="4902292"/>
            <a:ext cx="101210" cy="106270"/>
          </a:xfrm>
          <a:custGeom xmlns:a="http://schemas.openxmlformats.org/drawingml/2006/main">
            <a:pathLst>
              <a:path w="101210" h="106270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2292"/>
                </a:cubicBezTo>
                <a:cubicBezTo>
                  <a:pt x="101210" y="80968"/>
                  <a:pt x="79281" y="106270"/>
                  <a:pt x="50605" y="106270"/>
                </a:cubicBezTo>
                <a:cubicBezTo>
                  <a:pt x="21929" y="106270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89402" y="75907"/>
                  <a:pt x="89402" y="52292"/>
                </a:cubicBezTo>
                <a:cubicBezTo>
                  <a:pt x="89402" y="28676"/>
                  <a:pt x="72534" y="11808"/>
                  <a:pt x="50605" y="11808"/>
                </a:cubicBezTo>
                <a:cubicBezTo>
                  <a:pt x="28676" y="11808"/>
                  <a:pt x="11808" y="28676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67F7A-6DC6-4AA8-AEC1-420ACF57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149" y="5094590"/>
            <a:ext cx="92776" cy="94462"/>
          </a:xfrm>
          <a:custGeom xmlns:a="http://schemas.openxmlformats.org/drawingml/2006/main">
            <a:pathLst>
              <a:path w="92776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2534" y="0"/>
                  <a:pt x="92776" y="21929"/>
                  <a:pt x="92776" y="47231"/>
                </a:cubicBezTo>
                <a:cubicBezTo>
                  <a:pt x="92776" y="72534"/>
                  <a:pt x="72534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2105E-5AD9-4338-B0E6-1EEED049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88" y="5089530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3616" y="0"/>
                  <a:pt x="50605" y="0"/>
                </a:cubicBezTo>
                <a:cubicBezTo>
                  <a:pt x="79281" y="0"/>
                  <a:pt x="102897" y="23616"/>
                  <a:pt x="102897" y="52292"/>
                </a:cubicBezTo>
                <a:cubicBezTo>
                  <a:pt x="102897" y="80968"/>
                  <a:pt x="79281" y="104583"/>
                  <a:pt x="50605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4220"/>
                  <a:pt x="28676" y="92776"/>
                  <a:pt x="50605" y="92776"/>
                </a:cubicBezTo>
                <a:cubicBezTo>
                  <a:pt x="74220" y="92776"/>
                  <a:pt x="91089" y="74220"/>
                  <a:pt x="91089" y="52292"/>
                </a:cubicBezTo>
                <a:cubicBezTo>
                  <a:pt x="91089" y="30363"/>
                  <a:pt x="74220" y="11808"/>
                  <a:pt x="50605" y="11808"/>
                </a:cubicBezTo>
                <a:cubicBezTo>
                  <a:pt x="28676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D645A-261A-4DDE-8484-36597368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149" y="5283515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40F69F-C926-4B18-8B12-93938AE3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88" y="5276768"/>
            <a:ext cx="101210" cy="106270"/>
          </a:xfrm>
          <a:custGeom xmlns:a="http://schemas.openxmlformats.org/drawingml/2006/main">
            <a:pathLst>
              <a:path w="101210" h="106270">
                <a:moveTo>
                  <a:pt x="5060" y="53978"/>
                </a:moveTo>
                <a:lnTo>
                  <a:pt x="0" y="53978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3978"/>
                </a:cubicBezTo>
                <a:cubicBezTo>
                  <a:pt x="101210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3978"/>
                </a:cubicBezTo>
                <a:lnTo>
                  <a:pt x="5060" y="53978"/>
                </a:lnTo>
                <a:lnTo>
                  <a:pt x="11808" y="53978"/>
                </a:lnTo>
                <a:cubicBezTo>
                  <a:pt x="11808" y="75907"/>
                  <a:pt x="28676" y="94462"/>
                  <a:pt x="50605" y="94462"/>
                </a:cubicBezTo>
                <a:cubicBezTo>
                  <a:pt x="72534" y="94462"/>
                  <a:pt x="89402" y="75907"/>
                  <a:pt x="89402" y="53978"/>
                </a:cubicBezTo>
                <a:cubicBezTo>
                  <a:pt x="89402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3978"/>
                </a:cubicBezTo>
                <a:lnTo>
                  <a:pt x="5060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C8E2B2-2474-4831-B79C-816B1F15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149" y="5470753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60376-E6CD-4C87-9F56-35A2700E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88" y="5464005"/>
            <a:ext cx="101210" cy="106270"/>
          </a:xfrm>
          <a:custGeom xmlns:a="http://schemas.openxmlformats.org/drawingml/2006/main">
            <a:pathLst>
              <a:path w="101210" h="106270">
                <a:moveTo>
                  <a:pt x="5060" y="53978"/>
                </a:moveTo>
                <a:lnTo>
                  <a:pt x="0" y="53978"/>
                </a:lnTo>
                <a:cubicBezTo>
                  <a:pt x="0" y="25302"/>
                  <a:pt x="21929" y="0"/>
                  <a:pt x="50605" y="0"/>
                </a:cubicBezTo>
                <a:cubicBezTo>
                  <a:pt x="79281" y="0"/>
                  <a:pt x="101210" y="25302"/>
                  <a:pt x="101210" y="53978"/>
                </a:cubicBezTo>
                <a:cubicBezTo>
                  <a:pt x="101210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3978"/>
                </a:cubicBezTo>
                <a:lnTo>
                  <a:pt x="5060" y="53978"/>
                </a:lnTo>
                <a:lnTo>
                  <a:pt x="11808" y="53978"/>
                </a:lnTo>
                <a:cubicBezTo>
                  <a:pt x="11808" y="77594"/>
                  <a:pt x="28676" y="94462"/>
                  <a:pt x="50605" y="94462"/>
                </a:cubicBezTo>
                <a:cubicBezTo>
                  <a:pt x="72534" y="94462"/>
                  <a:pt x="89402" y="77594"/>
                  <a:pt x="89402" y="53978"/>
                </a:cubicBezTo>
                <a:cubicBezTo>
                  <a:pt x="89402" y="30363"/>
                  <a:pt x="72534" y="11808"/>
                  <a:pt x="50605" y="11808"/>
                </a:cubicBezTo>
                <a:cubicBezTo>
                  <a:pt x="28676" y="11808"/>
                  <a:pt x="11808" y="30363"/>
                  <a:pt x="11808" y="53978"/>
                </a:cubicBezTo>
                <a:lnTo>
                  <a:pt x="5060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0152F-B4F3-4405-A9EF-35B1F583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498" y="5008562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4220"/>
                  <a:pt x="70847" y="94462"/>
                  <a:pt x="45544" y="94462"/>
                </a:cubicBezTo>
                <a:cubicBezTo>
                  <a:pt x="20242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DC23B-17EA-403B-8A72-4790C6A4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437" y="5003501"/>
            <a:ext cx="101210" cy="106270"/>
          </a:xfrm>
          <a:custGeom xmlns:a="http://schemas.openxmlformats.org/drawingml/2006/main">
            <a:pathLst>
              <a:path w="101210" h="106270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2292"/>
                </a:cubicBezTo>
                <a:cubicBezTo>
                  <a:pt x="101210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2292"/>
                </a:cubicBezTo>
                <a:lnTo>
                  <a:pt x="5060" y="52292"/>
                </a:lnTo>
                <a:lnTo>
                  <a:pt x="10121" y="52292"/>
                </a:lnTo>
                <a:cubicBezTo>
                  <a:pt x="10121" y="75907"/>
                  <a:pt x="28676" y="94462"/>
                  <a:pt x="50605" y="94462"/>
                </a:cubicBezTo>
                <a:cubicBezTo>
                  <a:pt x="70847" y="94462"/>
                  <a:pt x="89402" y="75907"/>
                  <a:pt x="89402" y="52292"/>
                </a:cubicBezTo>
                <a:cubicBezTo>
                  <a:pt x="89402" y="30363"/>
                  <a:pt x="70847" y="11808"/>
                  <a:pt x="50605" y="11808"/>
                </a:cubicBezTo>
                <a:cubicBezTo>
                  <a:pt x="28676" y="11808"/>
                  <a:pt x="10121" y="30363"/>
                  <a:pt x="10121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B83A5-A714-452A-90F0-408D8C05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498" y="5197487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1929"/>
                  <a:pt x="20242" y="0"/>
                  <a:pt x="45544" y="0"/>
                </a:cubicBezTo>
                <a:cubicBezTo>
                  <a:pt x="70847" y="0"/>
                  <a:pt x="91089" y="21929"/>
                  <a:pt x="91089" y="47231"/>
                </a:cubicBezTo>
                <a:cubicBezTo>
                  <a:pt x="91089" y="74220"/>
                  <a:pt x="70847" y="94462"/>
                  <a:pt x="45544" y="94462"/>
                </a:cubicBezTo>
                <a:cubicBezTo>
                  <a:pt x="20242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3E2D8-829D-41BB-91DD-E52D0BC8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437" y="5192426"/>
            <a:ext cx="101210" cy="106270"/>
          </a:xfrm>
          <a:custGeom xmlns:a="http://schemas.openxmlformats.org/drawingml/2006/main">
            <a:pathLst>
              <a:path w="101210" h="106270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2292"/>
                </a:cubicBezTo>
                <a:cubicBezTo>
                  <a:pt x="101210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2292"/>
                </a:cubicBezTo>
                <a:lnTo>
                  <a:pt x="5060" y="52292"/>
                </a:lnTo>
                <a:lnTo>
                  <a:pt x="10121" y="52292"/>
                </a:lnTo>
                <a:cubicBezTo>
                  <a:pt x="10121" y="75907"/>
                  <a:pt x="28676" y="94462"/>
                  <a:pt x="50605" y="94462"/>
                </a:cubicBezTo>
                <a:cubicBezTo>
                  <a:pt x="70847" y="94462"/>
                  <a:pt x="89402" y="75907"/>
                  <a:pt x="89402" y="52292"/>
                </a:cubicBezTo>
                <a:cubicBezTo>
                  <a:pt x="89402" y="30363"/>
                  <a:pt x="70847" y="11808"/>
                  <a:pt x="50605" y="11808"/>
                </a:cubicBezTo>
                <a:cubicBezTo>
                  <a:pt x="28676" y="11808"/>
                  <a:pt x="10121" y="30363"/>
                  <a:pt x="10121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6DBB1-6CF0-431E-ABC9-7D1FD6C1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498" y="5386411"/>
            <a:ext cx="91089" cy="94462"/>
          </a:xfrm>
          <a:custGeom xmlns:a="http://schemas.openxmlformats.org/drawingml/2006/main">
            <a:pathLst>
              <a:path w="91089" h="94462">
                <a:moveTo>
                  <a:pt x="0" y="47231"/>
                </a:moveTo>
                <a:cubicBezTo>
                  <a:pt x="0" y="20242"/>
                  <a:pt x="20242" y="0"/>
                  <a:pt x="45544" y="0"/>
                </a:cubicBezTo>
                <a:cubicBezTo>
                  <a:pt x="70847" y="0"/>
                  <a:pt x="91089" y="20242"/>
                  <a:pt x="91089" y="47231"/>
                </a:cubicBezTo>
                <a:cubicBezTo>
                  <a:pt x="91089" y="72534"/>
                  <a:pt x="70847" y="94462"/>
                  <a:pt x="45544" y="94462"/>
                </a:cubicBezTo>
                <a:cubicBezTo>
                  <a:pt x="20242" y="94462"/>
                  <a:pt x="0" y="72534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0F168F-E489-48CF-90A7-268274E4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437" y="5379664"/>
            <a:ext cx="101210" cy="106270"/>
          </a:xfrm>
          <a:custGeom xmlns:a="http://schemas.openxmlformats.org/drawingml/2006/main">
            <a:pathLst>
              <a:path w="101210" h="106270">
                <a:moveTo>
                  <a:pt x="5060" y="53978"/>
                </a:moveTo>
                <a:lnTo>
                  <a:pt x="0" y="53978"/>
                </a:lnTo>
                <a:cubicBezTo>
                  <a:pt x="0" y="23616"/>
                  <a:pt x="21929" y="0"/>
                  <a:pt x="50605" y="0"/>
                </a:cubicBezTo>
                <a:cubicBezTo>
                  <a:pt x="79281" y="0"/>
                  <a:pt x="101210" y="23616"/>
                  <a:pt x="101210" y="53978"/>
                </a:cubicBezTo>
                <a:cubicBezTo>
                  <a:pt x="101210" y="82655"/>
                  <a:pt x="79281" y="106270"/>
                  <a:pt x="50605" y="106270"/>
                </a:cubicBezTo>
                <a:cubicBezTo>
                  <a:pt x="21929" y="106270"/>
                  <a:pt x="0" y="82655"/>
                  <a:pt x="0" y="53978"/>
                </a:cubicBezTo>
                <a:lnTo>
                  <a:pt x="5060" y="53978"/>
                </a:lnTo>
                <a:lnTo>
                  <a:pt x="10121" y="53978"/>
                </a:lnTo>
                <a:cubicBezTo>
                  <a:pt x="10121" y="75907"/>
                  <a:pt x="28676" y="94462"/>
                  <a:pt x="50605" y="94462"/>
                </a:cubicBezTo>
                <a:cubicBezTo>
                  <a:pt x="72534" y="94462"/>
                  <a:pt x="89402" y="75907"/>
                  <a:pt x="89402" y="53978"/>
                </a:cubicBezTo>
                <a:cubicBezTo>
                  <a:pt x="89402" y="30363"/>
                  <a:pt x="72534" y="11808"/>
                  <a:pt x="50605" y="11808"/>
                </a:cubicBezTo>
                <a:cubicBezTo>
                  <a:pt x="28676" y="11808"/>
                  <a:pt x="10121" y="30363"/>
                  <a:pt x="10121" y="53978"/>
                </a:cubicBezTo>
                <a:lnTo>
                  <a:pt x="5060" y="53978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C5BDC-7DE7-49E8-B6AE-4DBD309E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3304" y="5001814"/>
            <a:ext cx="92776" cy="94462"/>
          </a:xfrm>
          <a:custGeom xmlns:a="http://schemas.openxmlformats.org/drawingml/2006/main">
            <a:pathLst>
              <a:path w="92776" h="94462">
                <a:moveTo>
                  <a:pt x="0" y="47231"/>
                </a:moveTo>
                <a:cubicBezTo>
                  <a:pt x="0" y="21929"/>
                  <a:pt x="21929" y="0"/>
                  <a:pt x="47231" y="0"/>
                </a:cubicBezTo>
                <a:cubicBezTo>
                  <a:pt x="72534" y="0"/>
                  <a:pt x="92776" y="21929"/>
                  <a:pt x="92776" y="47231"/>
                </a:cubicBezTo>
                <a:cubicBezTo>
                  <a:pt x="92776" y="74220"/>
                  <a:pt x="72534" y="94462"/>
                  <a:pt x="47231" y="94462"/>
                </a:cubicBezTo>
                <a:cubicBezTo>
                  <a:pt x="21929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0B93E-2170-4853-9F6F-4705980D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244" y="4996754"/>
            <a:ext cx="102897" cy="106270"/>
          </a:xfrm>
          <a:custGeom xmlns:a="http://schemas.openxmlformats.org/drawingml/2006/main">
            <a:pathLst>
              <a:path w="102897" h="106270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6270"/>
                  <a:pt x="52292" y="106270"/>
                </a:cubicBezTo>
                <a:cubicBezTo>
                  <a:pt x="23616" y="106270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1089" y="75907"/>
                  <a:pt x="91089" y="52292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FB383-3EC2-45D0-BFDB-696445FE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3304" y="5189052"/>
            <a:ext cx="92776" cy="94462"/>
          </a:xfrm>
          <a:custGeom xmlns:a="http://schemas.openxmlformats.org/drawingml/2006/main">
            <a:pathLst>
              <a:path w="92776" h="94462">
                <a:moveTo>
                  <a:pt x="0" y="47231"/>
                </a:moveTo>
                <a:cubicBezTo>
                  <a:pt x="0" y="21929"/>
                  <a:pt x="21929" y="0"/>
                  <a:pt x="47231" y="0"/>
                </a:cubicBezTo>
                <a:cubicBezTo>
                  <a:pt x="72534" y="0"/>
                  <a:pt x="92776" y="21929"/>
                  <a:pt x="92776" y="47231"/>
                </a:cubicBezTo>
                <a:cubicBezTo>
                  <a:pt x="92776" y="74220"/>
                  <a:pt x="72534" y="94462"/>
                  <a:pt x="47231" y="94462"/>
                </a:cubicBezTo>
                <a:cubicBezTo>
                  <a:pt x="21929" y="94462"/>
                  <a:pt x="0" y="74220"/>
                  <a:pt x="0" y="47231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AA934-D2F0-4A87-8D89-986606C9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244" y="5183992"/>
            <a:ext cx="102897" cy="106270"/>
          </a:xfrm>
          <a:custGeom xmlns:a="http://schemas.openxmlformats.org/drawingml/2006/main">
            <a:pathLst>
              <a:path w="102897" h="106270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2655"/>
                  <a:pt x="80968" y="106270"/>
                  <a:pt x="52292" y="106270"/>
                </a:cubicBezTo>
                <a:cubicBezTo>
                  <a:pt x="23616" y="106270"/>
                  <a:pt x="0" y="82655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30363" y="94462"/>
                  <a:pt x="52292" y="94462"/>
                </a:cubicBezTo>
                <a:cubicBezTo>
                  <a:pt x="74220" y="94462"/>
                  <a:pt x="91089" y="75907"/>
                  <a:pt x="91089" y="52292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30363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5F913-6B85-49A7-AD07-59C9A9DE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3304" y="5377977"/>
            <a:ext cx="92776" cy="92776"/>
          </a:xfrm>
          <a:custGeom xmlns:a="http://schemas.openxmlformats.org/drawingml/2006/main">
            <a:pathLst>
              <a:path w="92776" h="92776">
                <a:moveTo>
                  <a:pt x="0" y="45544"/>
                </a:moveTo>
                <a:cubicBezTo>
                  <a:pt x="0" y="20242"/>
                  <a:pt x="21929" y="0"/>
                  <a:pt x="47231" y="0"/>
                </a:cubicBezTo>
                <a:cubicBezTo>
                  <a:pt x="72534" y="0"/>
                  <a:pt x="92776" y="20242"/>
                  <a:pt x="92776" y="45544"/>
                </a:cubicBezTo>
                <a:cubicBezTo>
                  <a:pt x="92776" y="72534"/>
                  <a:pt x="72534" y="92776"/>
                  <a:pt x="47231" y="92776"/>
                </a:cubicBezTo>
                <a:cubicBezTo>
                  <a:pt x="21929" y="92776"/>
                  <a:pt x="0" y="72534"/>
                  <a:pt x="0" y="45544"/>
                </a:cubicBezTo>
                <a:close/>
              </a:path>
            </a:pathLst>
          </a:custGeom>
          <a:solidFill xmlns:a="http://schemas.openxmlformats.org/drawingml/2006/main">
            <a:srgbClr val="3F5D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708AC-C95B-47D0-87C6-14D3D44D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244" y="5371230"/>
            <a:ext cx="102897" cy="104583"/>
          </a:xfrm>
          <a:custGeom xmlns:a="http://schemas.openxmlformats.org/drawingml/2006/main">
            <a:pathLst>
              <a:path w="102897" h="104583">
                <a:moveTo>
                  <a:pt x="5060" y="52292"/>
                </a:moveTo>
                <a:lnTo>
                  <a:pt x="0" y="52292"/>
                </a:lnTo>
                <a:cubicBezTo>
                  <a:pt x="0" y="23616"/>
                  <a:pt x="23616" y="0"/>
                  <a:pt x="52292" y="0"/>
                </a:cubicBezTo>
                <a:cubicBezTo>
                  <a:pt x="80968" y="0"/>
                  <a:pt x="102897" y="23616"/>
                  <a:pt x="102897" y="52292"/>
                </a:cubicBezTo>
                <a:cubicBezTo>
                  <a:pt x="102897" y="80968"/>
                  <a:pt x="80968" y="104583"/>
                  <a:pt x="52292" y="104583"/>
                </a:cubicBezTo>
                <a:cubicBezTo>
                  <a:pt x="23616" y="104583"/>
                  <a:pt x="0" y="80968"/>
                  <a:pt x="0" y="52292"/>
                </a:cubicBezTo>
                <a:lnTo>
                  <a:pt x="5060" y="52292"/>
                </a:lnTo>
                <a:lnTo>
                  <a:pt x="11808" y="52292"/>
                </a:lnTo>
                <a:cubicBezTo>
                  <a:pt x="11808" y="75907"/>
                  <a:pt x="28676" y="92776"/>
                  <a:pt x="52292" y="92776"/>
                </a:cubicBezTo>
                <a:cubicBezTo>
                  <a:pt x="74220" y="92776"/>
                  <a:pt x="91089" y="75907"/>
                  <a:pt x="91089" y="52292"/>
                </a:cubicBezTo>
                <a:cubicBezTo>
                  <a:pt x="91089" y="30363"/>
                  <a:pt x="74220" y="11808"/>
                  <a:pt x="52292" y="11808"/>
                </a:cubicBezTo>
                <a:cubicBezTo>
                  <a:pt x="28676" y="11808"/>
                  <a:pt x="11808" y="30363"/>
                  <a:pt x="11808" y="52292"/>
                </a:cubicBezTo>
                <a:lnTo>
                  <a:pt x="5060" y="52292"/>
                </a:lnTo>
                <a:close/>
              </a:path>
            </a:pathLst>
          </a:custGeom>
          <a:solidFill xmlns:a="http://schemas.openxmlformats.org/drawingml/2006/main">
            <a:srgbClr val="0027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5EDA8-635B-426C-8E04-28F2269A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295" y="5339180"/>
            <a:ext cx="280013" cy="280013"/>
          </a:xfrm>
          <a:custGeom xmlns:a="http://schemas.openxmlformats.org/drawingml/2006/main">
            <a:pathLst>
              <a:path w="280013" h="280013">
                <a:moveTo>
                  <a:pt x="8434" y="140007"/>
                </a:moveTo>
                <a:lnTo>
                  <a:pt x="0" y="140007"/>
                </a:lnTo>
                <a:cubicBezTo>
                  <a:pt x="0" y="62413"/>
                  <a:pt x="62413" y="0"/>
                  <a:pt x="140007" y="0"/>
                </a:cubicBezTo>
                <a:cubicBezTo>
                  <a:pt x="217601" y="0"/>
                  <a:pt x="280013" y="62413"/>
                  <a:pt x="280013" y="140007"/>
                </a:cubicBezTo>
                <a:cubicBezTo>
                  <a:pt x="280013" y="217601"/>
                  <a:pt x="217601" y="280013"/>
                  <a:pt x="140007" y="280013"/>
                </a:cubicBezTo>
                <a:cubicBezTo>
                  <a:pt x="62413" y="280013"/>
                  <a:pt x="0" y="217601"/>
                  <a:pt x="0" y="140007"/>
                </a:cubicBezTo>
                <a:lnTo>
                  <a:pt x="8434" y="140007"/>
                </a:lnTo>
                <a:lnTo>
                  <a:pt x="18555" y="140007"/>
                </a:lnTo>
                <a:cubicBezTo>
                  <a:pt x="18555" y="207480"/>
                  <a:pt x="72534" y="263145"/>
                  <a:pt x="140007" y="263145"/>
                </a:cubicBezTo>
                <a:cubicBezTo>
                  <a:pt x="207480" y="263145"/>
                  <a:pt x="263145" y="207480"/>
                  <a:pt x="263145" y="140007"/>
                </a:cubicBezTo>
                <a:cubicBezTo>
                  <a:pt x="263145" y="72534"/>
                  <a:pt x="207480" y="16868"/>
                  <a:pt x="140007" y="16868"/>
                </a:cubicBezTo>
                <a:cubicBezTo>
                  <a:pt x="72534" y="16868"/>
                  <a:pt x="18555" y="72534"/>
                  <a:pt x="18555" y="140007"/>
                </a:cubicBezTo>
                <a:lnTo>
                  <a:pt x="8434" y="140007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F16747-8743-4B5C-88B0-B0928C35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505" y="5423522"/>
            <a:ext cx="77594" cy="119765"/>
          </a:xfrm>
          <a:custGeom xmlns:a="http://schemas.openxmlformats.org/drawingml/2006/main">
            <a:pathLst>
              <a:path w="77594" h="119765">
                <a:moveTo>
                  <a:pt x="60726" y="53978"/>
                </a:moveTo>
                <a:cubicBezTo>
                  <a:pt x="60726" y="47231"/>
                  <a:pt x="60726" y="40484"/>
                  <a:pt x="60726" y="35423"/>
                </a:cubicBezTo>
                <a:cubicBezTo>
                  <a:pt x="59039" y="28676"/>
                  <a:pt x="57352" y="25302"/>
                  <a:pt x="55665" y="21929"/>
                </a:cubicBezTo>
                <a:cubicBezTo>
                  <a:pt x="53978" y="18555"/>
                  <a:pt x="50605" y="16868"/>
                  <a:pt x="48918" y="15181"/>
                </a:cubicBezTo>
                <a:cubicBezTo>
                  <a:pt x="45544" y="13495"/>
                  <a:pt x="42171" y="13495"/>
                  <a:pt x="38797" y="13495"/>
                </a:cubicBezTo>
                <a:cubicBezTo>
                  <a:pt x="33737" y="13495"/>
                  <a:pt x="30363" y="13495"/>
                  <a:pt x="28676" y="15181"/>
                </a:cubicBezTo>
                <a:cubicBezTo>
                  <a:pt x="25302" y="16868"/>
                  <a:pt x="23616" y="18555"/>
                  <a:pt x="21929" y="20242"/>
                </a:cubicBezTo>
                <a:cubicBezTo>
                  <a:pt x="20242" y="23616"/>
                  <a:pt x="18555" y="25302"/>
                  <a:pt x="16868" y="28676"/>
                </a:cubicBezTo>
                <a:cubicBezTo>
                  <a:pt x="16868" y="32050"/>
                  <a:pt x="16868" y="35423"/>
                  <a:pt x="16868" y="37110"/>
                </a:cubicBezTo>
                <a:cubicBezTo>
                  <a:pt x="16868" y="42171"/>
                  <a:pt x="16868" y="43858"/>
                  <a:pt x="16868" y="47231"/>
                </a:cubicBezTo>
                <a:cubicBezTo>
                  <a:pt x="18555" y="50605"/>
                  <a:pt x="18555" y="52292"/>
                  <a:pt x="20242" y="55665"/>
                </a:cubicBezTo>
                <a:cubicBezTo>
                  <a:pt x="21929" y="57352"/>
                  <a:pt x="25302" y="59039"/>
                  <a:pt x="26989" y="59039"/>
                </a:cubicBezTo>
                <a:cubicBezTo>
                  <a:pt x="30363" y="60726"/>
                  <a:pt x="33737" y="60726"/>
                  <a:pt x="37110" y="60726"/>
                </a:cubicBezTo>
                <a:cubicBezTo>
                  <a:pt x="42171" y="60726"/>
                  <a:pt x="45544" y="60726"/>
                  <a:pt x="50605" y="59039"/>
                </a:cubicBezTo>
                <a:cubicBezTo>
                  <a:pt x="53978" y="57352"/>
                  <a:pt x="59039" y="55665"/>
                  <a:pt x="60726" y="53978"/>
                </a:cubicBezTo>
                <a:close/>
                <a:moveTo>
                  <a:pt x="77594" y="55665"/>
                </a:moveTo>
                <a:cubicBezTo>
                  <a:pt x="77594" y="60726"/>
                  <a:pt x="77594" y="65786"/>
                  <a:pt x="75907" y="70847"/>
                </a:cubicBezTo>
                <a:cubicBezTo>
                  <a:pt x="75907" y="75907"/>
                  <a:pt x="74220" y="80968"/>
                  <a:pt x="72534" y="86028"/>
                </a:cubicBezTo>
                <a:cubicBezTo>
                  <a:pt x="72534" y="91089"/>
                  <a:pt x="69160" y="96149"/>
                  <a:pt x="67473" y="99523"/>
                </a:cubicBezTo>
                <a:cubicBezTo>
                  <a:pt x="65786" y="102897"/>
                  <a:pt x="62413" y="107957"/>
                  <a:pt x="59039" y="111331"/>
                </a:cubicBezTo>
                <a:cubicBezTo>
                  <a:pt x="53978" y="113017"/>
                  <a:pt x="50605" y="116391"/>
                  <a:pt x="45544" y="118078"/>
                </a:cubicBezTo>
                <a:cubicBezTo>
                  <a:pt x="40484" y="119765"/>
                  <a:pt x="33737" y="119765"/>
                  <a:pt x="26989" y="119765"/>
                </a:cubicBezTo>
                <a:cubicBezTo>
                  <a:pt x="25302" y="119765"/>
                  <a:pt x="21929" y="119765"/>
                  <a:pt x="20242" y="119765"/>
                </a:cubicBezTo>
                <a:cubicBezTo>
                  <a:pt x="16868" y="119765"/>
                  <a:pt x="15181" y="119765"/>
                  <a:pt x="13495" y="118078"/>
                </a:cubicBezTo>
                <a:cubicBezTo>
                  <a:pt x="11808" y="118078"/>
                  <a:pt x="10121" y="118078"/>
                  <a:pt x="8434" y="118078"/>
                </a:cubicBezTo>
                <a:cubicBezTo>
                  <a:pt x="6747" y="116391"/>
                  <a:pt x="6747" y="116391"/>
                  <a:pt x="5060" y="116391"/>
                </a:cubicBezTo>
                <a:cubicBezTo>
                  <a:pt x="5060" y="114704"/>
                  <a:pt x="5060" y="114704"/>
                  <a:pt x="3374" y="113017"/>
                </a:cubicBezTo>
                <a:cubicBezTo>
                  <a:pt x="3374" y="113017"/>
                  <a:pt x="3374" y="111331"/>
                  <a:pt x="3374" y="109644"/>
                </a:cubicBezTo>
                <a:cubicBezTo>
                  <a:pt x="3374" y="107957"/>
                  <a:pt x="3374" y="107957"/>
                  <a:pt x="3374" y="106270"/>
                </a:cubicBezTo>
                <a:cubicBezTo>
                  <a:pt x="3374" y="106270"/>
                  <a:pt x="3374" y="104583"/>
                  <a:pt x="5060" y="104583"/>
                </a:cubicBezTo>
                <a:cubicBezTo>
                  <a:pt x="5060" y="102897"/>
                  <a:pt x="5060" y="102897"/>
                  <a:pt x="6747" y="102897"/>
                </a:cubicBezTo>
                <a:lnTo>
                  <a:pt x="8434" y="104583"/>
                </a:lnTo>
                <a:cubicBezTo>
                  <a:pt x="10121" y="104583"/>
                  <a:pt x="11808" y="104583"/>
                  <a:pt x="13495" y="106270"/>
                </a:cubicBezTo>
                <a:cubicBezTo>
                  <a:pt x="15181" y="106270"/>
                  <a:pt x="16868" y="106270"/>
                  <a:pt x="20242" y="107957"/>
                </a:cubicBezTo>
                <a:cubicBezTo>
                  <a:pt x="21929" y="107957"/>
                  <a:pt x="25302" y="107957"/>
                  <a:pt x="28676" y="107957"/>
                </a:cubicBezTo>
                <a:cubicBezTo>
                  <a:pt x="33737" y="107957"/>
                  <a:pt x="38797" y="106270"/>
                  <a:pt x="43858" y="104583"/>
                </a:cubicBezTo>
                <a:cubicBezTo>
                  <a:pt x="47231" y="102897"/>
                  <a:pt x="50605" y="99523"/>
                  <a:pt x="53978" y="96149"/>
                </a:cubicBezTo>
                <a:cubicBezTo>
                  <a:pt x="55665" y="91089"/>
                  <a:pt x="59039" y="87715"/>
                  <a:pt x="59039" y="82655"/>
                </a:cubicBezTo>
                <a:cubicBezTo>
                  <a:pt x="60726" y="77594"/>
                  <a:pt x="62413" y="72534"/>
                  <a:pt x="62413" y="65786"/>
                </a:cubicBezTo>
                <a:cubicBezTo>
                  <a:pt x="59039" y="69160"/>
                  <a:pt x="53978" y="70847"/>
                  <a:pt x="50605" y="70847"/>
                </a:cubicBezTo>
                <a:cubicBezTo>
                  <a:pt x="45544" y="72534"/>
                  <a:pt x="40484" y="74220"/>
                  <a:pt x="35423" y="74220"/>
                </a:cubicBezTo>
                <a:cubicBezTo>
                  <a:pt x="28676" y="74220"/>
                  <a:pt x="23616" y="72534"/>
                  <a:pt x="18555" y="70847"/>
                </a:cubicBezTo>
                <a:cubicBezTo>
                  <a:pt x="13495" y="69160"/>
                  <a:pt x="10121" y="67473"/>
                  <a:pt x="8434" y="64099"/>
                </a:cubicBezTo>
                <a:cubicBezTo>
                  <a:pt x="5060" y="60726"/>
                  <a:pt x="3374" y="57352"/>
                  <a:pt x="1687" y="52292"/>
                </a:cubicBezTo>
                <a:cubicBezTo>
                  <a:pt x="1687" y="48918"/>
                  <a:pt x="0" y="43858"/>
                  <a:pt x="0" y="38797"/>
                </a:cubicBezTo>
                <a:cubicBezTo>
                  <a:pt x="0" y="33737"/>
                  <a:pt x="1687" y="28676"/>
                  <a:pt x="3374" y="23616"/>
                </a:cubicBezTo>
                <a:cubicBezTo>
                  <a:pt x="3374" y="20242"/>
                  <a:pt x="6747" y="15181"/>
                  <a:pt x="10121" y="11808"/>
                </a:cubicBezTo>
                <a:cubicBezTo>
                  <a:pt x="13495" y="8434"/>
                  <a:pt x="16868" y="5060"/>
                  <a:pt x="21929" y="3374"/>
                </a:cubicBezTo>
                <a:cubicBezTo>
                  <a:pt x="26989" y="1687"/>
                  <a:pt x="32050" y="0"/>
                  <a:pt x="38797" y="0"/>
                </a:cubicBezTo>
                <a:cubicBezTo>
                  <a:pt x="43858" y="0"/>
                  <a:pt x="48918" y="1687"/>
                  <a:pt x="52292" y="1687"/>
                </a:cubicBezTo>
                <a:cubicBezTo>
                  <a:pt x="55665" y="3374"/>
                  <a:pt x="59039" y="5060"/>
                  <a:pt x="62413" y="6747"/>
                </a:cubicBezTo>
                <a:cubicBezTo>
                  <a:pt x="65786" y="10121"/>
                  <a:pt x="67473" y="11808"/>
                  <a:pt x="69160" y="15181"/>
                </a:cubicBezTo>
                <a:cubicBezTo>
                  <a:pt x="70847" y="18555"/>
                  <a:pt x="72534" y="23616"/>
                  <a:pt x="74220" y="26989"/>
                </a:cubicBezTo>
                <a:cubicBezTo>
                  <a:pt x="75907" y="30363"/>
                  <a:pt x="75907" y="35423"/>
                  <a:pt x="75907" y="40484"/>
                </a:cubicBezTo>
                <a:cubicBezTo>
                  <a:pt x="77594" y="45544"/>
                  <a:pt x="77594" y="50605"/>
                  <a:pt x="77594" y="556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947AB-BC3B-4559-A3CA-EF7D16E3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537" y="5008562"/>
            <a:ext cx="352547" cy="150128"/>
          </a:xfrm>
          <a:custGeom xmlns:a="http://schemas.openxmlformats.org/drawingml/2006/main">
            <a:pathLst>
              <a:path w="352547" h="150128">
                <a:moveTo>
                  <a:pt x="337366" y="75907"/>
                </a:moveTo>
                <a:cubicBezTo>
                  <a:pt x="337366" y="70847"/>
                  <a:pt x="337366" y="67473"/>
                  <a:pt x="335679" y="64099"/>
                </a:cubicBezTo>
                <a:cubicBezTo>
                  <a:pt x="335679" y="59039"/>
                  <a:pt x="333992" y="55665"/>
                  <a:pt x="332305" y="52292"/>
                </a:cubicBezTo>
                <a:cubicBezTo>
                  <a:pt x="330618" y="50605"/>
                  <a:pt x="328931" y="47231"/>
                  <a:pt x="325558" y="45544"/>
                </a:cubicBezTo>
                <a:cubicBezTo>
                  <a:pt x="323871" y="43858"/>
                  <a:pt x="320497" y="43858"/>
                  <a:pt x="317124" y="43858"/>
                </a:cubicBezTo>
                <a:cubicBezTo>
                  <a:pt x="315437" y="43858"/>
                  <a:pt x="312063" y="43858"/>
                  <a:pt x="310376" y="43858"/>
                </a:cubicBezTo>
                <a:cubicBezTo>
                  <a:pt x="308690" y="43858"/>
                  <a:pt x="307003" y="45544"/>
                  <a:pt x="305316" y="47231"/>
                </a:cubicBezTo>
                <a:cubicBezTo>
                  <a:pt x="303629" y="47231"/>
                  <a:pt x="301942" y="48918"/>
                  <a:pt x="298569" y="52292"/>
                </a:cubicBezTo>
                <a:cubicBezTo>
                  <a:pt x="296882" y="53978"/>
                  <a:pt x="295195" y="55665"/>
                  <a:pt x="291821" y="59039"/>
                </a:cubicBezTo>
                <a:lnTo>
                  <a:pt x="291821" y="91089"/>
                </a:lnTo>
                <a:cubicBezTo>
                  <a:pt x="296882" y="96149"/>
                  <a:pt x="300255" y="99523"/>
                  <a:pt x="303629" y="102897"/>
                </a:cubicBezTo>
                <a:cubicBezTo>
                  <a:pt x="307003" y="106270"/>
                  <a:pt x="312063" y="106270"/>
                  <a:pt x="315437" y="106270"/>
                </a:cubicBezTo>
                <a:cubicBezTo>
                  <a:pt x="318810" y="106270"/>
                  <a:pt x="322184" y="106270"/>
                  <a:pt x="325558" y="104583"/>
                </a:cubicBezTo>
                <a:cubicBezTo>
                  <a:pt x="328931" y="102897"/>
                  <a:pt x="330618" y="99523"/>
                  <a:pt x="332305" y="96149"/>
                </a:cubicBezTo>
                <a:cubicBezTo>
                  <a:pt x="333992" y="94462"/>
                  <a:pt x="335679" y="91089"/>
                  <a:pt x="335679" y="86028"/>
                </a:cubicBezTo>
                <a:cubicBezTo>
                  <a:pt x="335679" y="82655"/>
                  <a:pt x="337366" y="79281"/>
                  <a:pt x="337366" y="75907"/>
                </a:cubicBezTo>
                <a:close/>
                <a:moveTo>
                  <a:pt x="352547" y="74220"/>
                </a:moveTo>
                <a:cubicBezTo>
                  <a:pt x="352547" y="80968"/>
                  <a:pt x="350860" y="87715"/>
                  <a:pt x="349173" y="92776"/>
                </a:cubicBezTo>
                <a:cubicBezTo>
                  <a:pt x="349173" y="97836"/>
                  <a:pt x="345800" y="102897"/>
                  <a:pt x="342426" y="107957"/>
                </a:cubicBezTo>
                <a:cubicBezTo>
                  <a:pt x="340739" y="111331"/>
                  <a:pt x="337366" y="114704"/>
                  <a:pt x="332305" y="116391"/>
                </a:cubicBezTo>
                <a:cubicBezTo>
                  <a:pt x="327245" y="118078"/>
                  <a:pt x="322184" y="119765"/>
                  <a:pt x="317124" y="119765"/>
                </a:cubicBezTo>
                <a:cubicBezTo>
                  <a:pt x="315437" y="119765"/>
                  <a:pt x="312063" y="119765"/>
                  <a:pt x="310376" y="119765"/>
                </a:cubicBezTo>
                <a:cubicBezTo>
                  <a:pt x="308690" y="118078"/>
                  <a:pt x="307003" y="118078"/>
                  <a:pt x="303629" y="116391"/>
                </a:cubicBezTo>
                <a:cubicBezTo>
                  <a:pt x="301942" y="116391"/>
                  <a:pt x="300255" y="114704"/>
                  <a:pt x="298569" y="113017"/>
                </a:cubicBezTo>
                <a:cubicBezTo>
                  <a:pt x="296882" y="111331"/>
                  <a:pt x="295195" y="109644"/>
                  <a:pt x="291821" y="107957"/>
                </a:cubicBezTo>
                <a:lnTo>
                  <a:pt x="291821" y="148441"/>
                </a:lnTo>
                <a:cubicBezTo>
                  <a:pt x="291821" y="150128"/>
                  <a:pt x="291821" y="150128"/>
                  <a:pt x="290134" y="150128"/>
                </a:cubicBezTo>
                <a:lnTo>
                  <a:pt x="288448" y="150128"/>
                </a:lnTo>
                <a:cubicBezTo>
                  <a:pt x="288448" y="150128"/>
                  <a:pt x="286761" y="150128"/>
                  <a:pt x="285074" y="150128"/>
                </a:cubicBezTo>
                <a:cubicBezTo>
                  <a:pt x="283387" y="150128"/>
                  <a:pt x="281700" y="150128"/>
                  <a:pt x="281700" y="150128"/>
                </a:cubicBezTo>
                <a:cubicBezTo>
                  <a:pt x="280013" y="150128"/>
                  <a:pt x="280013" y="150128"/>
                  <a:pt x="278327" y="150128"/>
                </a:cubicBezTo>
                <a:lnTo>
                  <a:pt x="278327" y="148441"/>
                </a:lnTo>
                <a:lnTo>
                  <a:pt x="276640" y="148441"/>
                </a:lnTo>
                <a:lnTo>
                  <a:pt x="276640" y="33737"/>
                </a:lnTo>
                <a:lnTo>
                  <a:pt x="278327" y="33737"/>
                </a:lnTo>
                <a:lnTo>
                  <a:pt x="278327" y="32050"/>
                </a:lnTo>
                <a:cubicBezTo>
                  <a:pt x="280013" y="32050"/>
                  <a:pt x="280013" y="32050"/>
                  <a:pt x="281700" y="32050"/>
                </a:cubicBezTo>
                <a:lnTo>
                  <a:pt x="283387" y="32050"/>
                </a:lnTo>
                <a:cubicBezTo>
                  <a:pt x="285074" y="32050"/>
                  <a:pt x="286761" y="32050"/>
                  <a:pt x="286761" y="32050"/>
                </a:cubicBezTo>
                <a:lnTo>
                  <a:pt x="288448" y="32050"/>
                </a:lnTo>
                <a:cubicBezTo>
                  <a:pt x="290134" y="32050"/>
                  <a:pt x="290134" y="32050"/>
                  <a:pt x="290134" y="33737"/>
                </a:cubicBezTo>
                <a:lnTo>
                  <a:pt x="290134" y="45544"/>
                </a:lnTo>
                <a:cubicBezTo>
                  <a:pt x="293508" y="42171"/>
                  <a:pt x="295195" y="40484"/>
                  <a:pt x="296882" y="38797"/>
                </a:cubicBezTo>
                <a:cubicBezTo>
                  <a:pt x="300255" y="37110"/>
                  <a:pt x="301942" y="35423"/>
                  <a:pt x="305316" y="33737"/>
                </a:cubicBezTo>
                <a:cubicBezTo>
                  <a:pt x="307003" y="32050"/>
                  <a:pt x="308690" y="32050"/>
                  <a:pt x="312063" y="30363"/>
                </a:cubicBezTo>
                <a:cubicBezTo>
                  <a:pt x="313750" y="30363"/>
                  <a:pt x="317124" y="30363"/>
                  <a:pt x="318810" y="30363"/>
                </a:cubicBezTo>
                <a:cubicBezTo>
                  <a:pt x="325558" y="30363"/>
                  <a:pt x="330618" y="32050"/>
                  <a:pt x="333992" y="33737"/>
                </a:cubicBezTo>
                <a:cubicBezTo>
                  <a:pt x="339052" y="35423"/>
                  <a:pt x="342426" y="38797"/>
                  <a:pt x="344113" y="43858"/>
                </a:cubicBezTo>
                <a:cubicBezTo>
                  <a:pt x="347487" y="47231"/>
                  <a:pt x="349173" y="52292"/>
                  <a:pt x="350860" y="57352"/>
                </a:cubicBezTo>
                <a:cubicBezTo>
                  <a:pt x="352547" y="62413"/>
                  <a:pt x="352547" y="67473"/>
                  <a:pt x="352547" y="74220"/>
                </a:cubicBezTo>
                <a:close/>
                <a:moveTo>
                  <a:pt x="239530" y="67473"/>
                </a:moveTo>
                <a:cubicBezTo>
                  <a:pt x="239530" y="59039"/>
                  <a:pt x="237843" y="52292"/>
                  <a:pt x="234469" y="48918"/>
                </a:cubicBezTo>
                <a:cubicBezTo>
                  <a:pt x="231095" y="43858"/>
                  <a:pt x="226035" y="42171"/>
                  <a:pt x="217601" y="42171"/>
                </a:cubicBezTo>
                <a:cubicBezTo>
                  <a:pt x="214227" y="42171"/>
                  <a:pt x="210853" y="42171"/>
                  <a:pt x="209167" y="43858"/>
                </a:cubicBezTo>
                <a:cubicBezTo>
                  <a:pt x="205793" y="45544"/>
                  <a:pt x="202419" y="47231"/>
                  <a:pt x="200733" y="48918"/>
                </a:cubicBezTo>
                <a:cubicBezTo>
                  <a:pt x="199046" y="52292"/>
                  <a:pt x="197359" y="53978"/>
                  <a:pt x="197359" y="57352"/>
                </a:cubicBezTo>
                <a:cubicBezTo>
                  <a:pt x="195672" y="60726"/>
                  <a:pt x="195672" y="64099"/>
                  <a:pt x="195672" y="67473"/>
                </a:cubicBezTo>
                <a:lnTo>
                  <a:pt x="239530" y="67473"/>
                </a:lnTo>
                <a:close/>
                <a:moveTo>
                  <a:pt x="254711" y="70847"/>
                </a:moveTo>
                <a:cubicBezTo>
                  <a:pt x="254711" y="74220"/>
                  <a:pt x="254711" y="75907"/>
                  <a:pt x="253024" y="75907"/>
                </a:cubicBezTo>
                <a:cubicBezTo>
                  <a:pt x="251337" y="77594"/>
                  <a:pt x="249651" y="77594"/>
                  <a:pt x="249651" y="77594"/>
                </a:cubicBezTo>
                <a:lnTo>
                  <a:pt x="195672" y="77594"/>
                </a:lnTo>
                <a:cubicBezTo>
                  <a:pt x="195672" y="82655"/>
                  <a:pt x="195672" y="86028"/>
                  <a:pt x="197359" y="89402"/>
                </a:cubicBezTo>
                <a:cubicBezTo>
                  <a:pt x="197359" y="94462"/>
                  <a:pt x="199046" y="96149"/>
                  <a:pt x="200733" y="99523"/>
                </a:cubicBezTo>
                <a:cubicBezTo>
                  <a:pt x="204106" y="102897"/>
                  <a:pt x="205793" y="104583"/>
                  <a:pt x="209167" y="106270"/>
                </a:cubicBezTo>
                <a:cubicBezTo>
                  <a:pt x="212540" y="106270"/>
                  <a:pt x="217601" y="107957"/>
                  <a:pt x="222661" y="107957"/>
                </a:cubicBezTo>
                <a:cubicBezTo>
                  <a:pt x="226035" y="107957"/>
                  <a:pt x="229409" y="107957"/>
                  <a:pt x="232782" y="106270"/>
                </a:cubicBezTo>
                <a:cubicBezTo>
                  <a:pt x="234469" y="106270"/>
                  <a:pt x="237843" y="104583"/>
                  <a:pt x="239530" y="104583"/>
                </a:cubicBezTo>
                <a:cubicBezTo>
                  <a:pt x="242903" y="102897"/>
                  <a:pt x="244590" y="102897"/>
                  <a:pt x="246277" y="102897"/>
                </a:cubicBezTo>
                <a:cubicBezTo>
                  <a:pt x="246277" y="101210"/>
                  <a:pt x="247964" y="101210"/>
                  <a:pt x="247964" y="101210"/>
                </a:cubicBezTo>
                <a:lnTo>
                  <a:pt x="249651" y="101210"/>
                </a:lnTo>
                <a:lnTo>
                  <a:pt x="251337" y="102897"/>
                </a:lnTo>
                <a:lnTo>
                  <a:pt x="251337" y="104583"/>
                </a:lnTo>
                <a:cubicBezTo>
                  <a:pt x="251337" y="104583"/>
                  <a:pt x="251337" y="106270"/>
                  <a:pt x="251337" y="107957"/>
                </a:cubicBezTo>
                <a:lnTo>
                  <a:pt x="251337" y="109644"/>
                </a:lnTo>
                <a:lnTo>
                  <a:pt x="251337" y="111331"/>
                </a:lnTo>
                <a:lnTo>
                  <a:pt x="249651" y="111331"/>
                </a:lnTo>
                <a:lnTo>
                  <a:pt x="249651" y="113017"/>
                </a:lnTo>
                <a:cubicBezTo>
                  <a:pt x="249651" y="113017"/>
                  <a:pt x="247964" y="114704"/>
                  <a:pt x="246277" y="114704"/>
                </a:cubicBezTo>
                <a:cubicBezTo>
                  <a:pt x="244590" y="114704"/>
                  <a:pt x="242903" y="116391"/>
                  <a:pt x="241216" y="116391"/>
                </a:cubicBezTo>
                <a:cubicBezTo>
                  <a:pt x="237843" y="118078"/>
                  <a:pt x="234469" y="118078"/>
                  <a:pt x="231095" y="118078"/>
                </a:cubicBezTo>
                <a:cubicBezTo>
                  <a:pt x="227722" y="119765"/>
                  <a:pt x="224348" y="119765"/>
                  <a:pt x="220974" y="119765"/>
                </a:cubicBezTo>
                <a:cubicBezTo>
                  <a:pt x="214227" y="119765"/>
                  <a:pt x="207480" y="118078"/>
                  <a:pt x="202419" y="116391"/>
                </a:cubicBezTo>
                <a:cubicBezTo>
                  <a:pt x="197359" y="114704"/>
                  <a:pt x="193985" y="113017"/>
                  <a:pt x="190612" y="107957"/>
                </a:cubicBezTo>
                <a:cubicBezTo>
                  <a:pt x="187238" y="104583"/>
                  <a:pt x="183864" y="99523"/>
                  <a:pt x="182177" y="94462"/>
                </a:cubicBezTo>
                <a:cubicBezTo>
                  <a:pt x="180491" y="89402"/>
                  <a:pt x="180491" y="82655"/>
                  <a:pt x="180491" y="75907"/>
                </a:cubicBezTo>
                <a:cubicBezTo>
                  <a:pt x="180491" y="69160"/>
                  <a:pt x="180491" y="62413"/>
                  <a:pt x="182177" y="55665"/>
                </a:cubicBezTo>
                <a:cubicBezTo>
                  <a:pt x="183864" y="50605"/>
                  <a:pt x="187238" y="45544"/>
                  <a:pt x="190612" y="42171"/>
                </a:cubicBezTo>
                <a:cubicBezTo>
                  <a:pt x="193985" y="38797"/>
                  <a:pt x="197359" y="35423"/>
                  <a:pt x="202419" y="33737"/>
                </a:cubicBezTo>
                <a:cubicBezTo>
                  <a:pt x="207480" y="32050"/>
                  <a:pt x="212540" y="30363"/>
                  <a:pt x="219288" y="30363"/>
                </a:cubicBezTo>
                <a:cubicBezTo>
                  <a:pt x="226035" y="30363"/>
                  <a:pt x="231095" y="32050"/>
                  <a:pt x="234469" y="33737"/>
                </a:cubicBezTo>
                <a:cubicBezTo>
                  <a:pt x="239530" y="35423"/>
                  <a:pt x="242903" y="38797"/>
                  <a:pt x="246277" y="42171"/>
                </a:cubicBezTo>
                <a:cubicBezTo>
                  <a:pt x="249651" y="45544"/>
                  <a:pt x="251337" y="48918"/>
                  <a:pt x="253024" y="53978"/>
                </a:cubicBezTo>
                <a:cubicBezTo>
                  <a:pt x="254711" y="59039"/>
                  <a:pt x="254711" y="64099"/>
                  <a:pt x="254711" y="69160"/>
                </a:cubicBezTo>
                <a:lnTo>
                  <a:pt x="254711" y="70847"/>
                </a:lnTo>
                <a:close/>
                <a:moveTo>
                  <a:pt x="148441" y="67473"/>
                </a:moveTo>
                <a:cubicBezTo>
                  <a:pt x="148441" y="59039"/>
                  <a:pt x="146754" y="52292"/>
                  <a:pt x="143380" y="48918"/>
                </a:cubicBezTo>
                <a:cubicBezTo>
                  <a:pt x="140007" y="43858"/>
                  <a:pt x="133259" y="42171"/>
                  <a:pt x="126512" y="42171"/>
                </a:cubicBezTo>
                <a:cubicBezTo>
                  <a:pt x="123138" y="42171"/>
                  <a:pt x="119765" y="42171"/>
                  <a:pt x="116391" y="43858"/>
                </a:cubicBezTo>
                <a:cubicBezTo>
                  <a:pt x="114704" y="45544"/>
                  <a:pt x="111331" y="47231"/>
                  <a:pt x="109644" y="48918"/>
                </a:cubicBezTo>
                <a:cubicBezTo>
                  <a:pt x="107957" y="52292"/>
                  <a:pt x="106270" y="53978"/>
                  <a:pt x="106270" y="57352"/>
                </a:cubicBezTo>
                <a:cubicBezTo>
                  <a:pt x="104583" y="60726"/>
                  <a:pt x="104583" y="64099"/>
                  <a:pt x="104583" y="67473"/>
                </a:cubicBezTo>
                <a:lnTo>
                  <a:pt x="148441" y="67473"/>
                </a:lnTo>
                <a:close/>
                <a:moveTo>
                  <a:pt x="163622" y="70847"/>
                </a:moveTo>
                <a:cubicBezTo>
                  <a:pt x="163622" y="74220"/>
                  <a:pt x="161935" y="75907"/>
                  <a:pt x="161935" y="75907"/>
                </a:cubicBezTo>
                <a:cubicBezTo>
                  <a:pt x="160249" y="77594"/>
                  <a:pt x="158562" y="77594"/>
                  <a:pt x="156875" y="77594"/>
                </a:cubicBezTo>
                <a:lnTo>
                  <a:pt x="104583" y="77594"/>
                </a:lnTo>
                <a:cubicBezTo>
                  <a:pt x="104583" y="82655"/>
                  <a:pt x="104583" y="86028"/>
                  <a:pt x="104583" y="89402"/>
                </a:cubicBezTo>
                <a:cubicBezTo>
                  <a:pt x="106270" y="94462"/>
                  <a:pt x="107957" y="96149"/>
                  <a:pt x="109644" y="99523"/>
                </a:cubicBezTo>
                <a:cubicBezTo>
                  <a:pt x="111331" y="102897"/>
                  <a:pt x="114704" y="104583"/>
                  <a:pt x="118078" y="106270"/>
                </a:cubicBezTo>
                <a:cubicBezTo>
                  <a:pt x="121452" y="106270"/>
                  <a:pt x="124825" y="107957"/>
                  <a:pt x="129886" y="107957"/>
                </a:cubicBezTo>
                <a:cubicBezTo>
                  <a:pt x="134946" y="107957"/>
                  <a:pt x="138320" y="107957"/>
                  <a:pt x="140007" y="106270"/>
                </a:cubicBezTo>
                <a:cubicBezTo>
                  <a:pt x="143380" y="106270"/>
                  <a:pt x="146754" y="104583"/>
                  <a:pt x="148441" y="104583"/>
                </a:cubicBezTo>
                <a:cubicBezTo>
                  <a:pt x="150128" y="102897"/>
                  <a:pt x="153501" y="102897"/>
                  <a:pt x="153501" y="102897"/>
                </a:cubicBezTo>
                <a:cubicBezTo>
                  <a:pt x="155188" y="101210"/>
                  <a:pt x="156875" y="101210"/>
                  <a:pt x="156875" y="101210"/>
                </a:cubicBezTo>
                <a:lnTo>
                  <a:pt x="158562" y="101210"/>
                </a:lnTo>
                <a:lnTo>
                  <a:pt x="158562" y="102897"/>
                </a:lnTo>
                <a:cubicBezTo>
                  <a:pt x="160249" y="102897"/>
                  <a:pt x="160249" y="102897"/>
                  <a:pt x="160249" y="104583"/>
                </a:cubicBezTo>
                <a:cubicBezTo>
                  <a:pt x="160249" y="104583"/>
                  <a:pt x="160249" y="106270"/>
                  <a:pt x="160249" y="107957"/>
                </a:cubicBezTo>
                <a:lnTo>
                  <a:pt x="160249" y="109644"/>
                </a:lnTo>
                <a:lnTo>
                  <a:pt x="160249" y="111331"/>
                </a:lnTo>
                <a:lnTo>
                  <a:pt x="158562" y="111331"/>
                </a:lnTo>
                <a:lnTo>
                  <a:pt x="158562" y="113017"/>
                </a:lnTo>
                <a:cubicBezTo>
                  <a:pt x="158562" y="113017"/>
                  <a:pt x="156875" y="114704"/>
                  <a:pt x="155188" y="114704"/>
                </a:cubicBezTo>
                <a:cubicBezTo>
                  <a:pt x="153501" y="114704"/>
                  <a:pt x="151815" y="116391"/>
                  <a:pt x="148441" y="116391"/>
                </a:cubicBezTo>
                <a:cubicBezTo>
                  <a:pt x="146754" y="118078"/>
                  <a:pt x="143380" y="118078"/>
                  <a:pt x="140007" y="118078"/>
                </a:cubicBezTo>
                <a:cubicBezTo>
                  <a:pt x="136633" y="119765"/>
                  <a:pt x="133259" y="119765"/>
                  <a:pt x="128199" y="119765"/>
                </a:cubicBezTo>
                <a:cubicBezTo>
                  <a:pt x="123138" y="119765"/>
                  <a:pt x="116391" y="118078"/>
                  <a:pt x="111331" y="116391"/>
                </a:cubicBezTo>
                <a:cubicBezTo>
                  <a:pt x="106270" y="114704"/>
                  <a:pt x="102897" y="113017"/>
                  <a:pt x="99523" y="107957"/>
                </a:cubicBezTo>
                <a:cubicBezTo>
                  <a:pt x="96149" y="104583"/>
                  <a:pt x="92776" y="99523"/>
                  <a:pt x="91089" y="94462"/>
                </a:cubicBezTo>
                <a:cubicBezTo>
                  <a:pt x="89402" y="89402"/>
                  <a:pt x="87715" y="82655"/>
                  <a:pt x="87715" y="75907"/>
                </a:cubicBezTo>
                <a:cubicBezTo>
                  <a:pt x="87715" y="69160"/>
                  <a:pt x="89402" y="62413"/>
                  <a:pt x="91089" y="55665"/>
                </a:cubicBezTo>
                <a:cubicBezTo>
                  <a:pt x="92776" y="50605"/>
                  <a:pt x="96149" y="45544"/>
                  <a:pt x="99523" y="42171"/>
                </a:cubicBezTo>
                <a:cubicBezTo>
                  <a:pt x="102897" y="38797"/>
                  <a:pt x="106270" y="35423"/>
                  <a:pt x="111331" y="33737"/>
                </a:cubicBezTo>
                <a:cubicBezTo>
                  <a:pt x="116391" y="32050"/>
                  <a:pt x="121452" y="30363"/>
                  <a:pt x="128199" y="30363"/>
                </a:cubicBezTo>
                <a:cubicBezTo>
                  <a:pt x="133259" y="30363"/>
                  <a:pt x="140007" y="32050"/>
                  <a:pt x="143380" y="33737"/>
                </a:cubicBezTo>
                <a:cubicBezTo>
                  <a:pt x="148441" y="35423"/>
                  <a:pt x="151815" y="38797"/>
                  <a:pt x="155188" y="42171"/>
                </a:cubicBezTo>
                <a:cubicBezTo>
                  <a:pt x="156875" y="45544"/>
                  <a:pt x="160249" y="48918"/>
                  <a:pt x="161935" y="53978"/>
                </a:cubicBezTo>
                <a:cubicBezTo>
                  <a:pt x="161935" y="59039"/>
                  <a:pt x="163622" y="64099"/>
                  <a:pt x="163622" y="69160"/>
                </a:cubicBezTo>
                <a:lnTo>
                  <a:pt x="163622" y="70847"/>
                </a:lnTo>
                <a:close/>
                <a:moveTo>
                  <a:pt x="75907" y="114704"/>
                </a:moveTo>
                <a:lnTo>
                  <a:pt x="75907" y="116391"/>
                </a:lnTo>
                <a:cubicBezTo>
                  <a:pt x="74220" y="116391"/>
                  <a:pt x="74220" y="118078"/>
                  <a:pt x="74220" y="118078"/>
                </a:cubicBezTo>
                <a:cubicBezTo>
                  <a:pt x="74220" y="118078"/>
                  <a:pt x="72534" y="118078"/>
                  <a:pt x="70847" y="118078"/>
                </a:cubicBezTo>
                <a:cubicBezTo>
                  <a:pt x="70847" y="118078"/>
                  <a:pt x="69160" y="118078"/>
                  <a:pt x="67473" y="118078"/>
                </a:cubicBezTo>
                <a:cubicBezTo>
                  <a:pt x="65786" y="118078"/>
                  <a:pt x="64099" y="118078"/>
                  <a:pt x="62413" y="118078"/>
                </a:cubicBezTo>
                <a:cubicBezTo>
                  <a:pt x="60726" y="118078"/>
                  <a:pt x="60726" y="118078"/>
                  <a:pt x="59039" y="116391"/>
                </a:cubicBezTo>
                <a:lnTo>
                  <a:pt x="57352" y="116391"/>
                </a:lnTo>
                <a:lnTo>
                  <a:pt x="15181" y="57352"/>
                </a:lnTo>
                <a:lnTo>
                  <a:pt x="15181" y="116391"/>
                </a:lnTo>
                <a:cubicBezTo>
                  <a:pt x="13495" y="116391"/>
                  <a:pt x="13495" y="118078"/>
                  <a:pt x="13495" y="118078"/>
                </a:cubicBezTo>
                <a:cubicBezTo>
                  <a:pt x="11808" y="118078"/>
                  <a:pt x="11808" y="118078"/>
                  <a:pt x="10121" y="118078"/>
                </a:cubicBezTo>
                <a:cubicBezTo>
                  <a:pt x="10121" y="118078"/>
                  <a:pt x="8434" y="118078"/>
                  <a:pt x="6747" y="118078"/>
                </a:cubicBezTo>
                <a:cubicBezTo>
                  <a:pt x="5060" y="118078"/>
                  <a:pt x="5060" y="118078"/>
                  <a:pt x="3374" y="118078"/>
                </a:cubicBezTo>
                <a:lnTo>
                  <a:pt x="1687" y="118078"/>
                </a:lnTo>
                <a:cubicBezTo>
                  <a:pt x="0" y="118078"/>
                  <a:pt x="0" y="116391"/>
                  <a:pt x="0" y="116391"/>
                </a:cubicBezTo>
                <a:lnTo>
                  <a:pt x="0" y="3374"/>
                </a:lnTo>
                <a:lnTo>
                  <a:pt x="0" y="1687"/>
                </a:lnTo>
                <a:lnTo>
                  <a:pt x="1687" y="1687"/>
                </a:lnTo>
                <a:cubicBezTo>
                  <a:pt x="1687" y="1687"/>
                  <a:pt x="1687" y="0"/>
                  <a:pt x="3374" y="0"/>
                </a:cubicBezTo>
                <a:cubicBezTo>
                  <a:pt x="5060" y="0"/>
                  <a:pt x="5060" y="0"/>
                  <a:pt x="6747" y="0"/>
                </a:cubicBezTo>
                <a:cubicBezTo>
                  <a:pt x="8434" y="0"/>
                  <a:pt x="10121" y="0"/>
                  <a:pt x="10121" y="0"/>
                </a:cubicBezTo>
                <a:cubicBezTo>
                  <a:pt x="11808" y="0"/>
                  <a:pt x="11808" y="1687"/>
                  <a:pt x="13495" y="1687"/>
                </a:cubicBezTo>
                <a:lnTo>
                  <a:pt x="15181" y="1687"/>
                </a:lnTo>
                <a:lnTo>
                  <a:pt x="15181" y="3374"/>
                </a:lnTo>
                <a:lnTo>
                  <a:pt x="15181" y="55665"/>
                </a:lnTo>
                <a:lnTo>
                  <a:pt x="55665" y="3374"/>
                </a:lnTo>
                <a:cubicBezTo>
                  <a:pt x="57352" y="3374"/>
                  <a:pt x="57352" y="1687"/>
                  <a:pt x="57352" y="1687"/>
                </a:cubicBezTo>
                <a:lnTo>
                  <a:pt x="59039" y="1687"/>
                </a:lnTo>
                <a:cubicBezTo>
                  <a:pt x="60726" y="1687"/>
                  <a:pt x="60726" y="0"/>
                  <a:pt x="62413" y="0"/>
                </a:cubicBezTo>
                <a:cubicBezTo>
                  <a:pt x="62413" y="0"/>
                  <a:pt x="64099" y="0"/>
                  <a:pt x="65786" y="0"/>
                </a:cubicBezTo>
                <a:cubicBezTo>
                  <a:pt x="67473" y="0"/>
                  <a:pt x="69160" y="0"/>
                  <a:pt x="69160" y="0"/>
                </a:cubicBezTo>
                <a:cubicBezTo>
                  <a:pt x="70847" y="0"/>
                  <a:pt x="70847" y="1687"/>
                  <a:pt x="70847" y="1687"/>
                </a:cubicBezTo>
                <a:lnTo>
                  <a:pt x="72534" y="1687"/>
                </a:lnTo>
                <a:lnTo>
                  <a:pt x="72534" y="3374"/>
                </a:lnTo>
                <a:lnTo>
                  <a:pt x="72534" y="5060"/>
                </a:lnTo>
                <a:cubicBezTo>
                  <a:pt x="72534" y="6747"/>
                  <a:pt x="70847" y="6747"/>
                  <a:pt x="70847" y="8434"/>
                </a:cubicBezTo>
                <a:lnTo>
                  <a:pt x="32050" y="55665"/>
                </a:lnTo>
                <a:lnTo>
                  <a:pt x="72534" y="111331"/>
                </a:lnTo>
                <a:cubicBezTo>
                  <a:pt x="74220" y="113017"/>
                  <a:pt x="74220" y="113017"/>
                  <a:pt x="75907" y="1147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74716-56B6-42A4-8E3E-8D983EC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557" y="5010248"/>
            <a:ext cx="77594" cy="116391"/>
          </a:xfrm>
          <a:custGeom xmlns:a="http://schemas.openxmlformats.org/drawingml/2006/main">
            <a:pathLst>
              <a:path w="77594" h="116391">
                <a:moveTo>
                  <a:pt x="60726" y="84341"/>
                </a:moveTo>
                <a:cubicBezTo>
                  <a:pt x="60726" y="79281"/>
                  <a:pt x="60726" y="77594"/>
                  <a:pt x="59039" y="74220"/>
                </a:cubicBezTo>
                <a:cubicBezTo>
                  <a:pt x="59039" y="72534"/>
                  <a:pt x="57352" y="69160"/>
                  <a:pt x="53978" y="67473"/>
                </a:cubicBezTo>
                <a:cubicBezTo>
                  <a:pt x="52292" y="65786"/>
                  <a:pt x="50605" y="64099"/>
                  <a:pt x="47231" y="64099"/>
                </a:cubicBezTo>
                <a:cubicBezTo>
                  <a:pt x="43858" y="62413"/>
                  <a:pt x="38797" y="62413"/>
                  <a:pt x="33737" y="62413"/>
                </a:cubicBezTo>
                <a:lnTo>
                  <a:pt x="15181" y="62413"/>
                </a:lnTo>
                <a:lnTo>
                  <a:pt x="15181" y="102897"/>
                </a:lnTo>
                <a:lnTo>
                  <a:pt x="38797" y="102897"/>
                </a:lnTo>
                <a:cubicBezTo>
                  <a:pt x="42171" y="102897"/>
                  <a:pt x="45544" y="102897"/>
                  <a:pt x="47231" y="102897"/>
                </a:cubicBezTo>
                <a:cubicBezTo>
                  <a:pt x="50605" y="101210"/>
                  <a:pt x="52292" y="99523"/>
                  <a:pt x="53978" y="97836"/>
                </a:cubicBezTo>
                <a:cubicBezTo>
                  <a:pt x="57352" y="96149"/>
                  <a:pt x="59039" y="94462"/>
                  <a:pt x="59039" y="92776"/>
                </a:cubicBezTo>
                <a:cubicBezTo>
                  <a:pt x="60726" y="89402"/>
                  <a:pt x="60726" y="86028"/>
                  <a:pt x="60726" y="84341"/>
                </a:cubicBezTo>
                <a:close/>
                <a:moveTo>
                  <a:pt x="53978" y="30363"/>
                </a:moveTo>
                <a:cubicBezTo>
                  <a:pt x="53978" y="26989"/>
                  <a:pt x="53978" y="25302"/>
                  <a:pt x="52292" y="21929"/>
                </a:cubicBezTo>
                <a:cubicBezTo>
                  <a:pt x="52292" y="20242"/>
                  <a:pt x="50605" y="18555"/>
                  <a:pt x="48918" y="16868"/>
                </a:cubicBezTo>
                <a:cubicBezTo>
                  <a:pt x="47231" y="15181"/>
                  <a:pt x="45544" y="13495"/>
                  <a:pt x="42171" y="13495"/>
                </a:cubicBezTo>
                <a:cubicBezTo>
                  <a:pt x="40484" y="11808"/>
                  <a:pt x="37110" y="11808"/>
                  <a:pt x="32050" y="11808"/>
                </a:cubicBezTo>
                <a:lnTo>
                  <a:pt x="15181" y="11808"/>
                </a:lnTo>
                <a:lnTo>
                  <a:pt x="15181" y="50605"/>
                </a:lnTo>
                <a:lnTo>
                  <a:pt x="33737" y="50605"/>
                </a:lnTo>
                <a:cubicBezTo>
                  <a:pt x="37110" y="50605"/>
                  <a:pt x="40484" y="48918"/>
                  <a:pt x="43858" y="48918"/>
                </a:cubicBezTo>
                <a:cubicBezTo>
                  <a:pt x="45544" y="47231"/>
                  <a:pt x="47231" y="45544"/>
                  <a:pt x="48918" y="43858"/>
                </a:cubicBezTo>
                <a:cubicBezTo>
                  <a:pt x="50605" y="42171"/>
                  <a:pt x="52292" y="40484"/>
                  <a:pt x="52292" y="37110"/>
                </a:cubicBezTo>
                <a:cubicBezTo>
                  <a:pt x="53978" y="35423"/>
                  <a:pt x="53978" y="33737"/>
                  <a:pt x="53978" y="30363"/>
                </a:cubicBezTo>
                <a:close/>
                <a:moveTo>
                  <a:pt x="77594" y="82655"/>
                </a:moveTo>
                <a:cubicBezTo>
                  <a:pt x="77594" y="86028"/>
                  <a:pt x="77594" y="89402"/>
                  <a:pt x="75907" y="92776"/>
                </a:cubicBezTo>
                <a:cubicBezTo>
                  <a:pt x="75907" y="96149"/>
                  <a:pt x="74220" y="99523"/>
                  <a:pt x="72534" y="101210"/>
                </a:cubicBezTo>
                <a:cubicBezTo>
                  <a:pt x="70847" y="102897"/>
                  <a:pt x="69160" y="106270"/>
                  <a:pt x="65786" y="107957"/>
                </a:cubicBezTo>
                <a:cubicBezTo>
                  <a:pt x="64099" y="109644"/>
                  <a:pt x="60726" y="111331"/>
                  <a:pt x="57352" y="113017"/>
                </a:cubicBezTo>
                <a:cubicBezTo>
                  <a:pt x="55665" y="113017"/>
                  <a:pt x="52292" y="114704"/>
                  <a:pt x="48918" y="114704"/>
                </a:cubicBezTo>
                <a:cubicBezTo>
                  <a:pt x="45544" y="116391"/>
                  <a:pt x="40484" y="116391"/>
                  <a:pt x="37110" y="116391"/>
                </a:cubicBezTo>
                <a:lnTo>
                  <a:pt x="6747" y="116391"/>
                </a:lnTo>
                <a:cubicBezTo>
                  <a:pt x="5060" y="116391"/>
                  <a:pt x="3374" y="116391"/>
                  <a:pt x="1687" y="114704"/>
                </a:cubicBezTo>
                <a:cubicBezTo>
                  <a:pt x="1687" y="114704"/>
                  <a:pt x="0" y="113017"/>
                  <a:pt x="0" y="109644"/>
                </a:cubicBezTo>
                <a:lnTo>
                  <a:pt x="0" y="5060"/>
                </a:lnTo>
                <a:cubicBezTo>
                  <a:pt x="0" y="3374"/>
                  <a:pt x="1687" y="1687"/>
                  <a:pt x="1687" y="0"/>
                </a:cubicBezTo>
                <a:cubicBezTo>
                  <a:pt x="3374" y="0"/>
                  <a:pt x="5060" y="0"/>
                  <a:pt x="6747" y="0"/>
                </a:cubicBezTo>
                <a:lnTo>
                  <a:pt x="32050" y="0"/>
                </a:lnTo>
                <a:cubicBezTo>
                  <a:pt x="40484" y="0"/>
                  <a:pt x="45544" y="0"/>
                  <a:pt x="50605" y="1687"/>
                </a:cubicBezTo>
                <a:cubicBezTo>
                  <a:pt x="53978" y="3374"/>
                  <a:pt x="57352" y="5060"/>
                  <a:pt x="60726" y="6747"/>
                </a:cubicBezTo>
                <a:cubicBezTo>
                  <a:pt x="64099" y="10121"/>
                  <a:pt x="65786" y="13495"/>
                  <a:pt x="67473" y="16868"/>
                </a:cubicBezTo>
                <a:cubicBezTo>
                  <a:pt x="69160" y="20242"/>
                  <a:pt x="70847" y="23616"/>
                  <a:pt x="70847" y="28676"/>
                </a:cubicBezTo>
                <a:cubicBezTo>
                  <a:pt x="70847" y="32050"/>
                  <a:pt x="69160" y="33737"/>
                  <a:pt x="69160" y="37110"/>
                </a:cubicBezTo>
                <a:cubicBezTo>
                  <a:pt x="69160" y="38797"/>
                  <a:pt x="67473" y="42171"/>
                  <a:pt x="65786" y="43858"/>
                </a:cubicBezTo>
                <a:cubicBezTo>
                  <a:pt x="64099" y="45544"/>
                  <a:pt x="62413" y="47231"/>
                  <a:pt x="60726" y="48918"/>
                </a:cubicBezTo>
                <a:cubicBezTo>
                  <a:pt x="59039" y="50605"/>
                  <a:pt x="57352" y="52292"/>
                  <a:pt x="53978" y="53978"/>
                </a:cubicBezTo>
                <a:cubicBezTo>
                  <a:pt x="57352" y="53978"/>
                  <a:pt x="60726" y="55665"/>
                  <a:pt x="64099" y="57352"/>
                </a:cubicBezTo>
                <a:cubicBezTo>
                  <a:pt x="65786" y="59039"/>
                  <a:pt x="69160" y="60726"/>
                  <a:pt x="70847" y="62413"/>
                </a:cubicBezTo>
                <a:cubicBezTo>
                  <a:pt x="72534" y="65786"/>
                  <a:pt x="74220" y="69160"/>
                  <a:pt x="75907" y="72534"/>
                </a:cubicBezTo>
                <a:cubicBezTo>
                  <a:pt x="77594" y="75907"/>
                  <a:pt x="77594" y="79281"/>
                  <a:pt x="77594" y="82655"/>
                </a:cubicBezTo>
                <a:close/>
              </a:path>
            </a:pathLst>
          </a:custGeom>
          <a:solidFill xmlns:a="http://schemas.openxmlformats.org/drawingml/2006/main">
            <a:srgbClr val="007A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F6E348-DF8E-41BF-BE95-5665D2FD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272" y="5097964"/>
            <a:ext cx="35423" cy="74220"/>
          </a:xfrm>
          <a:custGeom xmlns:a="http://schemas.openxmlformats.org/drawingml/2006/main">
            <a:pathLst>
              <a:path w="35423" h="74220">
                <a:moveTo>
                  <a:pt x="35423" y="67473"/>
                </a:moveTo>
                <a:cubicBezTo>
                  <a:pt x="35423" y="69160"/>
                  <a:pt x="35423" y="69160"/>
                  <a:pt x="33737" y="70847"/>
                </a:cubicBezTo>
                <a:lnTo>
                  <a:pt x="33737" y="72534"/>
                </a:lnTo>
                <a:lnTo>
                  <a:pt x="32050" y="72534"/>
                </a:lnTo>
                <a:cubicBezTo>
                  <a:pt x="32050" y="72534"/>
                  <a:pt x="30363" y="72534"/>
                  <a:pt x="30363" y="74220"/>
                </a:cubicBezTo>
                <a:cubicBezTo>
                  <a:pt x="28676" y="74220"/>
                  <a:pt x="28676" y="74220"/>
                  <a:pt x="26989" y="74220"/>
                </a:cubicBezTo>
                <a:lnTo>
                  <a:pt x="25302" y="74220"/>
                </a:lnTo>
                <a:cubicBezTo>
                  <a:pt x="21929" y="74220"/>
                  <a:pt x="20242" y="74220"/>
                  <a:pt x="16868" y="72534"/>
                </a:cubicBezTo>
                <a:cubicBezTo>
                  <a:pt x="15181" y="72534"/>
                  <a:pt x="13495" y="70847"/>
                  <a:pt x="11808" y="69160"/>
                </a:cubicBezTo>
                <a:cubicBezTo>
                  <a:pt x="11808" y="67473"/>
                  <a:pt x="10121" y="65786"/>
                  <a:pt x="10121" y="64099"/>
                </a:cubicBezTo>
                <a:cubicBezTo>
                  <a:pt x="8434" y="60726"/>
                  <a:pt x="8434" y="59039"/>
                  <a:pt x="8434" y="55665"/>
                </a:cubicBezTo>
                <a:lnTo>
                  <a:pt x="8434" y="23616"/>
                </a:lnTo>
                <a:lnTo>
                  <a:pt x="1687" y="23616"/>
                </a:lnTo>
                <a:cubicBezTo>
                  <a:pt x="0" y="23616"/>
                  <a:pt x="0" y="23616"/>
                  <a:pt x="0" y="21929"/>
                </a:cubicBezTo>
                <a:lnTo>
                  <a:pt x="0" y="20242"/>
                </a:lnTo>
                <a:cubicBezTo>
                  <a:pt x="0" y="18555"/>
                  <a:pt x="0" y="18555"/>
                  <a:pt x="0" y="16868"/>
                </a:cubicBezTo>
                <a:lnTo>
                  <a:pt x="0" y="15181"/>
                </a:lnTo>
                <a:lnTo>
                  <a:pt x="1687" y="15181"/>
                </a:lnTo>
                <a:lnTo>
                  <a:pt x="8434" y="15181"/>
                </a:lnTo>
                <a:lnTo>
                  <a:pt x="8434" y="1687"/>
                </a:lnTo>
                <a:lnTo>
                  <a:pt x="10121" y="1687"/>
                </a:lnTo>
                <a:cubicBezTo>
                  <a:pt x="10121" y="1687"/>
                  <a:pt x="10121" y="0"/>
                  <a:pt x="11808" y="0"/>
                </a:cubicBezTo>
                <a:lnTo>
                  <a:pt x="13495" y="0"/>
                </a:lnTo>
                <a:cubicBezTo>
                  <a:pt x="15181" y="0"/>
                  <a:pt x="15181" y="0"/>
                  <a:pt x="16868" y="0"/>
                </a:cubicBezTo>
                <a:cubicBezTo>
                  <a:pt x="16868" y="0"/>
                  <a:pt x="16868" y="1687"/>
                  <a:pt x="18555" y="1687"/>
                </a:cubicBezTo>
                <a:lnTo>
                  <a:pt x="18555" y="15181"/>
                </a:lnTo>
                <a:lnTo>
                  <a:pt x="32050" y="15181"/>
                </a:lnTo>
                <a:lnTo>
                  <a:pt x="33737" y="15181"/>
                </a:lnTo>
                <a:lnTo>
                  <a:pt x="33737" y="16868"/>
                </a:lnTo>
                <a:lnTo>
                  <a:pt x="35423" y="16868"/>
                </a:lnTo>
                <a:cubicBezTo>
                  <a:pt x="35423" y="18555"/>
                  <a:pt x="35423" y="18555"/>
                  <a:pt x="35423" y="20242"/>
                </a:cubicBezTo>
                <a:cubicBezTo>
                  <a:pt x="35423" y="20242"/>
                  <a:pt x="35423" y="21929"/>
                  <a:pt x="33737" y="21929"/>
                </a:cubicBezTo>
                <a:cubicBezTo>
                  <a:pt x="33737" y="23616"/>
                  <a:pt x="33737" y="23616"/>
                  <a:pt x="32050" y="23616"/>
                </a:cubicBezTo>
                <a:lnTo>
                  <a:pt x="18555" y="23616"/>
                </a:lnTo>
                <a:lnTo>
                  <a:pt x="18555" y="53978"/>
                </a:lnTo>
                <a:cubicBezTo>
                  <a:pt x="18555" y="57352"/>
                  <a:pt x="18555" y="60726"/>
                  <a:pt x="20242" y="62413"/>
                </a:cubicBezTo>
                <a:cubicBezTo>
                  <a:pt x="21929" y="64099"/>
                  <a:pt x="23616" y="65786"/>
                  <a:pt x="26989" y="65786"/>
                </a:cubicBezTo>
                <a:lnTo>
                  <a:pt x="28676" y="65786"/>
                </a:lnTo>
                <a:cubicBezTo>
                  <a:pt x="30363" y="65786"/>
                  <a:pt x="30363" y="64099"/>
                  <a:pt x="30363" y="64099"/>
                </a:cubicBezTo>
                <a:lnTo>
                  <a:pt x="32050" y="64099"/>
                </a:lnTo>
                <a:lnTo>
                  <a:pt x="33737" y="64099"/>
                </a:lnTo>
                <a:lnTo>
                  <a:pt x="35423" y="65786"/>
                </a:lnTo>
                <a:lnTo>
                  <a:pt x="35423" y="67473"/>
                </a:lnTo>
                <a:close/>
              </a:path>
            </a:pathLst>
          </a:custGeom>
          <a:solidFill xmlns:a="http://schemas.openxmlformats.org/drawingml/2006/main">
            <a:srgbClr val="007A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AAC1C-1F9F-4BAE-9EBE-406C7300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186" y="5902580"/>
            <a:ext cx="1599113" cy="354234"/>
          </a:xfrm>
          <a:custGeom xmlns:a="http://schemas.openxmlformats.org/drawingml/2006/main">
            <a:pathLst>
              <a:path w="1599113" h="354234">
                <a:moveTo>
                  <a:pt x="75907" y="345800"/>
                </a:moveTo>
                <a:lnTo>
                  <a:pt x="75907" y="335679"/>
                </a:lnTo>
                <a:lnTo>
                  <a:pt x="1524892" y="335679"/>
                </a:lnTo>
                <a:cubicBezTo>
                  <a:pt x="1556942" y="335679"/>
                  <a:pt x="1582245" y="310376"/>
                  <a:pt x="1582245" y="280013"/>
                </a:cubicBezTo>
                <a:lnTo>
                  <a:pt x="1582245" y="74220"/>
                </a:lnTo>
                <a:cubicBezTo>
                  <a:pt x="1582245" y="42171"/>
                  <a:pt x="1556942" y="16868"/>
                  <a:pt x="1524892" y="16868"/>
                </a:cubicBezTo>
                <a:lnTo>
                  <a:pt x="75907" y="16868"/>
                </a:lnTo>
                <a:cubicBezTo>
                  <a:pt x="43858" y="16868"/>
                  <a:pt x="18555" y="42171"/>
                  <a:pt x="18555" y="74220"/>
                </a:cubicBezTo>
                <a:lnTo>
                  <a:pt x="18555" y="280013"/>
                </a:lnTo>
                <a:cubicBezTo>
                  <a:pt x="18555" y="310376"/>
                  <a:pt x="43858" y="335679"/>
                  <a:pt x="75907" y="335679"/>
                </a:cubicBezTo>
                <a:lnTo>
                  <a:pt x="75907" y="345800"/>
                </a:lnTo>
                <a:lnTo>
                  <a:pt x="75907" y="354234"/>
                </a:lnTo>
                <a:cubicBezTo>
                  <a:pt x="33737" y="354234"/>
                  <a:pt x="0" y="320497"/>
                  <a:pt x="0" y="280013"/>
                </a:cubicBezTo>
                <a:lnTo>
                  <a:pt x="0" y="74220"/>
                </a:lnTo>
                <a:cubicBezTo>
                  <a:pt x="0" y="33737"/>
                  <a:pt x="33737" y="0"/>
                  <a:pt x="75907" y="0"/>
                </a:cubicBezTo>
                <a:lnTo>
                  <a:pt x="1524892" y="0"/>
                </a:lnTo>
                <a:cubicBezTo>
                  <a:pt x="1567063" y="0"/>
                  <a:pt x="1599113" y="33737"/>
                  <a:pt x="1599113" y="74220"/>
                </a:cubicBezTo>
                <a:lnTo>
                  <a:pt x="1599113" y="280013"/>
                </a:lnTo>
                <a:cubicBezTo>
                  <a:pt x="1599113" y="320497"/>
                  <a:pt x="1567063" y="354234"/>
                  <a:pt x="1524892" y="354234"/>
                </a:cubicBezTo>
                <a:lnTo>
                  <a:pt x="75907" y="354234"/>
                </a:lnTo>
                <a:lnTo>
                  <a:pt x="75907" y="3458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80785A-A767-4F19-AFE4-2E968D06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022" y="6015598"/>
            <a:ext cx="570148" cy="170370"/>
          </a:xfrm>
          <a:custGeom xmlns:a="http://schemas.openxmlformats.org/drawingml/2006/main">
            <a:pathLst>
              <a:path w="570148" h="170370">
                <a:moveTo>
                  <a:pt x="570148" y="123138"/>
                </a:moveTo>
                <a:cubicBezTo>
                  <a:pt x="570148" y="124825"/>
                  <a:pt x="568461" y="126512"/>
                  <a:pt x="568461" y="128199"/>
                </a:cubicBezTo>
                <a:lnTo>
                  <a:pt x="568461" y="129886"/>
                </a:lnTo>
                <a:cubicBezTo>
                  <a:pt x="566774" y="131573"/>
                  <a:pt x="566774" y="131573"/>
                  <a:pt x="565087" y="131573"/>
                </a:cubicBezTo>
                <a:cubicBezTo>
                  <a:pt x="563401" y="133259"/>
                  <a:pt x="563401" y="133259"/>
                  <a:pt x="561714" y="133259"/>
                </a:cubicBezTo>
                <a:cubicBezTo>
                  <a:pt x="560027" y="133259"/>
                  <a:pt x="558340" y="133259"/>
                  <a:pt x="556653" y="134946"/>
                </a:cubicBezTo>
                <a:cubicBezTo>
                  <a:pt x="554966" y="134946"/>
                  <a:pt x="553280" y="134946"/>
                  <a:pt x="553280" y="134946"/>
                </a:cubicBezTo>
                <a:cubicBezTo>
                  <a:pt x="548219" y="134946"/>
                  <a:pt x="543159" y="133259"/>
                  <a:pt x="539785" y="133259"/>
                </a:cubicBezTo>
                <a:cubicBezTo>
                  <a:pt x="536411" y="131573"/>
                  <a:pt x="534724" y="129886"/>
                  <a:pt x="531351" y="126512"/>
                </a:cubicBezTo>
                <a:cubicBezTo>
                  <a:pt x="529664" y="124825"/>
                  <a:pt x="527977" y="121452"/>
                  <a:pt x="527977" y="116391"/>
                </a:cubicBezTo>
                <a:cubicBezTo>
                  <a:pt x="526290" y="113017"/>
                  <a:pt x="526290" y="107957"/>
                  <a:pt x="526290" y="102897"/>
                </a:cubicBezTo>
                <a:lnTo>
                  <a:pt x="526290" y="50605"/>
                </a:lnTo>
                <a:lnTo>
                  <a:pt x="512796" y="50605"/>
                </a:lnTo>
                <a:cubicBezTo>
                  <a:pt x="511109" y="50605"/>
                  <a:pt x="511109" y="48918"/>
                  <a:pt x="511109" y="48918"/>
                </a:cubicBezTo>
                <a:cubicBezTo>
                  <a:pt x="509422" y="47231"/>
                  <a:pt x="509422" y="45544"/>
                  <a:pt x="509422" y="42171"/>
                </a:cubicBezTo>
                <a:lnTo>
                  <a:pt x="509422" y="40484"/>
                </a:lnTo>
                <a:cubicBezTo>
                  <a:pt x="509422" y="38797"/>
                  <a:pt x="509422" y="38797"/>
                  <a:pt x="511109" y="37110"/>
                </a:cubicBezTo>
                <a:lnTo>
                  <a:pt x="511109" y="35423"/>
                </a:lnTo>
                <a:lnTo>
                  <a:pt x="512796" y="35423"/>
                </a:lnTo>
                <a:lnTo>
                  <a:pt x="526290" y="35423"/>
                </a:lnTo>
                <a:lnTo>
                  <a:pt x="526290" y="13495"/>
                </a:lnTo>
                <a:cubicBezTo>
                  <a:pt x="526290" y="11808"/>
                  <a:pt x="526290" y="11808"/>
                  <a:pt x="527977" y="11808"/>
                </a:cubicBezTo>
                <a:lnTo>
                  <a:pt x="529664" y="11808"/>
                </a:lnTo>
                <a:cubicBezTo>
                  <a:pt x="531351" y="10121"/>
                  <a:pt x="533038" y="10121"/>
                  <a:pt x="534724" y="10121"/>
                </a:cubicBezTo>
                <a:cubicBezTo>
                  <a:pt x="536411" y="10121"/>
                  <a:pt x="536411" y="10121"/>
                  <a:pt x="538098" y="11808"/>
                </a:cubicBezTo>
                <a:cubicBezTo>
                  <a:pt x="539785" y="11808"/>
                  <a:pt x="539785" y="11808"/>
                  <a:pt x="541472" y="11808"/>
                </a:cubicBezTo>
                <a:lnTo>
                  <a:pt x="541472" y="13495"/>
                </a:lnTo>
                <a:lnTo>
                  <a:pt x="543159" y="13495"/>
                </a:lnTo>
                <a:lnTo>
                  <a:pt x="543159" y="35423"/>
                </a:lnTo>
                <a:lnTo>
                  <a:pt x="566774" y="35423"/>
                </a:lnTo>
                <a:lnTo>
                  <a:pt x="568461" y="37110"/>
                </a:lnTo>
                <a:cubicBezTo>
                  <a:pt x="568461" y="38797"/>
                  <a:pt x="568461" y="38797"/>
                  <a:pt x="568461" y="40484"/>
                </a:cubicBezTo>
                <a:lnTo>
                  <a:pt x="570148" y="42171"/>
                </a:lnTo>
                <a:cubicBezTo>
                  <a:pt x="570148" y="45544"/>
                  <a:pt x="568461" y="47231"/>
                  <a:pt x="568461" y="48918"/>
                </a:cubicBezTo>
                <a:lnTo>
                  <a:pt x="566774" y="50605"/>
                </a:lnTo>
                <a:lnTo>
                  <a:pt x="543159" y="50605"/>
                </a:lnTo>
                <a:lnTo>
                  <a:pt x="543159" y="101210"/>
                </a:lnTo>
                <a:cubicBezTo>
                  <a:pt x="543159" y="107957"/>
                  <a:pt x="543159" y="111331"/>
                  <a:pt x="544845" y="114704"/>
                </a:cubicBezTo>
                <a:cubicBezTo>
                  <a:pt x="546532" y="118078"/>
                  <a:pt x="549906" y="119765"/>
                  <a:pt x="554966" y="119765"/>
                </a:cubicBezTo>
                <a:cubicBezTo>
                  <a:pt x="556653" y="119765"/>
                  <a:pt x="558340" y="119765"/>
                  <a:pt x="560027" y="119765"/>
                </a:cubicBezTo>
                <a:cubicBezTo>
                  <a:pt x="560027" y="119765"/>
                  <a:pt x="561714" y="119765"/>
                  <a:pt x="563401" y="118078"/>
                </a:cubicBezTo>
                <a:lnTo>
                  <a:pt x="565087" y="118078"/>
                </a:lnTo>
                <a:lnTo>
                  <a:pt x="566774" y="118078"/>
                </a:lnTo>
                <a:lnTo>
                  <a:pt x="568461" y="118078"/>
                </a:lnTo>
                <a:lnTo>
                  <a:pt x="568461" y="119765"/>
                </a:lnTo>
                <a:cubicBezTo>
                  <a:pt x="568461" y="121452"/>
                  <a:pt x="570148" y="121452"/>
                  <a:pt x="570148" y="123138"/>
                </a:cubicBezTo>
                <a:close/>
                <a:moveTo>
                  <a:pt x="479059" y="84341"/>
                </a:moveTo>
                <a:cubicBezTo>
                  <a:pt x="479059" y="80968"/>
                  <a:pt x="477372" y="75907"/>
                  <a:pt x="477372" y="70847"/>
                </a:cubicBezTo>
                <a:cubicBezTo>
                  <a:pt x="477372" y="67473"/>
                  <a:pt x="475685" y="62413"/>
                  <a:pt x="473999" y="59039"/>
                </a:cubicBezTo>
                <a:cubicBezTo>
                  <a:pt x="472312" y="55665"/>
                  <a:pt x="468938" y="53978"/>
                  <a:pt x="467251" y="52292"/>
                </a:cubicBezTo>
                <a:cubicBezTo>
                  <a:pt x="463878" y="48918"/>
                  <a:pt x="460504" y="48918"/>
                  <a:pt x="455444" y="48918"/>
                </a:cubicBezTo>
                <a:cubicBezTo>
                  <a:pt x="453757" y="48918"/>
                  <a:pt x="452070" y="48918"/>
                  <a:pt x="448696" y="48918"/>
                </a:cubicBezTo>
                <a:cubicBezTo>
                  <a:pt x="447009" y="50605"/>
                  <a:pt x="445323" y="50605"/>
                  <a:pt x="443636" y="52292"/>
                </a:cubicBezTo>
                <a:cubicBezTo>
                  <a:pt x="440262" y="53978"/>
                  <a:pt x="438575" y="55665"/>
                  <a:pt x="435202" y="57352"/>
                </a:cubicBezTo>
                <a:cubicBezTo>
                  <a:pt x="433515" y="60726"/>
                  <a:pt x="431828" y="62413"/>
                  <a:pt x="428454" y="65786"/>
                </a:cubicBezTo>
                <a:lnTo>
                  <a:pt x="428454" y="102897"/>
                </a:lnTo>
                <a:cubicBezTo>
                  <a:pt x="433515" y="107957"/>
                  <a:pt x="436888" y="113017"/>
                  <a:pt x="441949" y="116391"/>
                </a:cubicBezTo>
                <a:cubicBezTo>
                  <a:pt x="445323" y="118078"/>
                  <a:pt x="450383" y="119765"/>
                  <a:pt x="455444" y="119765"/>
                </a:cubicBezTo>
                <a:cubicBezTo>
                  <a:pt x="458817" y="119765"/>
                  <a:pt x="462191" y="119765"/>
                  <a:pt x="465565" y="116391"/>
                </a:cubicBezTo>
                <a:cubicBezTo>
                  <a:pt x="468938" y="114704"/>
                  <a:pt x="470625" y="113017"/>
                  <a:pt x="472312" y="109644"/>
                </a:cubicBezTo>
                <a:cubicBezTo>
                  <a:pt x="475685" y="106270"/>
                  <a:pt x="475685" y="101210"/>
                  <a:pt x="477372" y="97836"/>
                </a:cubicBezTo>
                <a:cubicBezTo>
                  <a:pt x="477372" y="92776"/>
                  <a:pt x="479059" y="89402"/>
                  <a:pt x="479059" y="84341"/>
                </a:cubicBezTo>
                <a:close/>
                <a:moveTo>
                  <a:pt x="495927" y="82655"/>
                </a:moveTo>
                <a:cubicBezTo>
                  <a:pt x="495927" y="91089"/>
                  <a:pt x="494241" y="97836"/>
                  <a:pt x="492554" y="104583"/>
                </a:cubicBezTo>
                <a:cubicBezTo>
                  <a:pt x="490867" y="111331"/>
                  <a:pt x="489180" y="116391"/>
                  <a:pt x="485806" y="121452"/>
                </a:cubicBezTo>
                <a:cubicBezTo>
                  <a:pt x="482433" y="124825"/>
                  <a:pt x="477372" y="128199"/>
                  <a:pt x="473999" y="131573"/>
                </a:cubicBezTo>
                <a:cubicBezTo>
                  <a:pt x="468938" y="133259"/>
                  <a:pt x="462191" y="134946"/>
                  <a:pt x="455444" y="134946"/>
                </a:cubicBezTo>
                <a:cubicBezTo>
                  <a:pt x="453757" y="134946"/>
                  <a:pt x="450383" y="134946"/>
                  <a:pt x="448696" y="133259"/>
                </a:cubicBezTo>
                <a:cubicBezTo>
                  <a:pt x="447009" y="133259"/>
                  <a:pt x="443636" y="133259"/>
                  <a:pt x="441949" y="131573"/>
                </a:cubicBezTo>
                <a:cubicBezTo>
                  <a:pt x="440262" y="129886"/>
                  <a:pt x="436888" y="128199"/>
                  <a:pt x="435202" y="126512"/>
                </a:cubicBezTo>
                <a:cubicBezTo>
                  <a:pt x="433515" y="124825"/>
                  <a:pt x="430141" y="123138"/>
                  <a:pt x="428454" y="121452"/>
                </a:cubicBezTo>
                <a:lnTo>
                  <a:pt x="428454" y="166996"/>
                </a:lnTo>
                <a:lnTo>
                  <a:pt x="428454" y="168683"/>
                </a:lnTo>
                <a:lnTo>
                  <a:pt x="426767" y="168683"/>
                </a:lnTo>
                <a:cubicBezTo>
                  <a:pt x="426767" y="168683"/>
                  <a:pt x="425081" y="168683"/>
                  <a:pt x="423394" y="170370"/>
                </a:cubicBezTo>
                <a:cubicBezTo>
                  <a:pt x="423394" y="170370"/>
                  <a:pt x="421707" y="170370"/>
                  <a:pt x="420020" y="170370"/>
                </a:cubicBezTo>
                <a:cubicBezTo>
                  <a:pt x="418333" y="170370"/>
                  <a:pt x="416647" y="170370"/>
                  <a:pt x="416647" y="170370"/>
                </a:cubicBezTo>
                <a:cubicBezTo>
                  <a:pt x="414960" y="168683"/>
                  <a:pt x="413273" y="168683"/>
                  <a:pt x="413273" y="168683"/>
                </a:cubicBezTo>
                <a:lnTo>
                  <a:pt x="411586" y="168683"/>
                </a:lnTo>
                <a:lnTo>
                  <a:pt x="411586" y="166996"/>
                </a:lnTo>
                <a:lnTo>
                  <a:pt x="411586" y="38797"/>
                </a:lnTo>
                <a:lnTo>
                  <a:pt x="411586" y="37110"/>
                </a:lnTo>
                <a:cubicBezTo>
                  <a:pt x="411586" y="37110"/>
                  <a:pt x="413273" y="37110"/>
                  <a:pt x="413273" y="35423"/>
                </a:cubicBezTo>
                <a:lnTo>
                  <a:pt x="414960" y="35423"/>
                </a:lnTo>
                <a:cubicBezTo>
                  <a:pt x="416647" y="35423"/>
                  <a:pt x="418333" y="35423"/>
                  <a:pt x="418333" y="35423"/>
                </a:cubicBezTo>
                <a:cubicBezTo>
                  <a:pt x="420020" y="35423"/>
                  <a:pt x="421707" y="35423"/>
                  <a:pt x="421707" y="35423"/>
                </a:cubicBezTo>
                <a:cubicBezTo>
                  <a:pt x="423394" y="35423"/>
                  <a:pt x="423394" y="35423"/>
                  <a:pt x="425081" y="35423"/>
                </a:cubicBezTo>
                <a:cubicBezTo>
                  <a:pt x="425081" y="37110"/>
                  <a:pt x="425081" y="37110"/>
                  <a:pt x="426767" y="37110"/>
                </a:cubicBezTo>
                <a:lnTo>
                  <a:pt x="426767" y="38797"/>
                </a:lnTo>
                <a:lnTo>
                  <a:pt x="426767" y="50605"/>
                </a:lnTo>
                <a:cubicBezTo>
                  <a:pt x="428454" y="47231"/>
                  <a:pt x="431828" y="45544"/>
                  <a:pt x="435202" y="43858"/>
                </a:cubicBezTo>
                <a:cubicBezTo>
                  <a:pt x="436888" y="40484"/>
                  <a:pt x="440262" y="38797"/>
                  <a:pt x="441949" y="38797"/>
                </a:cubicBezTo>
                <a:cubicBezTo>
                  <a:pt x="445323" y="37110"/>
                  <a:pt x="447009" y="35423"/>
                  <a:pt x="450383" y="35423"/>
                </a:cubicBezTo>
                <a:cubicBezTo>
                  <a:pt x="453757" y="33737"/>
                  <a:pt x="455444" y="33737"/>
                  <a:pt x="458817" y="33737"/>
                </a:cubicBezTo>
                <a:cubicBezTo>
                  <a:pt x="465565" y="33737"/>
                  <a:pt x="470625" y="35423"/>
                  <a:pt x="475685" y="37110"/>
                </a:cubicBezTo>
                <a:cubicBezTo>
                  <a:pt x="480746" y="40484"/>
                  <a:pt x="484120" y="43858"/>
                  <a:pt x="487493" y="48918"/>
                </a:cubicBezTo>
                <a:cubicBezTo>
                  <a:pt x="490867" y="52292"/>
                  <a:pt x="492554" y="57352"/>
                  <a:pt x="494241" y="64099"/>
                </a:cubicBezTo>
                <a:cubicBezTo>
                  <a:pt x="495927" y="69160"/>
                  <a:pt x="495927" y="75907"/>
                  <a:pt x="495927" y="82655"/>
                </a:cubicBezTo>
                <a:close/>
                <a:moveTo>
                  <a:pt x="369415" y="75907"/>
                </a:moveTo>
                <a:cubicBezTo>
                  <a:pt x="369415" y="65786"/>
                  <a:pt x="367728" y="59039"/>
                  <a:pt x="362668" y="53978"/>
                </a:cubicBezTo>
                <a:cubicBezTo>
                  <a:pt x="359294" y="48918"/>
                  <a:pt x="352547" y="47231"/>
                  <a:pt x="344113" y="47231"/>
                </a:cubicBezTo>
                <a:cubicBezTo>
                  <a:pt x="340739" y="47231"/>
                  <a:pt x="337366" y="47231"/>
                  <a:pt x="333992" y="48918"/>
                </a:cubicBezTo>
                <a:cubicBezTo>
                  <a:pt x="330618" y="50605"/>
                  <a:pt x="327245" y="52292"/>
                  <a:pt x="325558" y="55665"/>
                </a:cubicBezTo>
                <a:cubicBezTo>
                  <a:pt x="323871" y="59039"/>
                  <a:pt x="322184" y="60726"/>
                  <a:pt x="320497" y="64099"/>
                </a:cubicBezTo>
                <a:cubicBezTo>
                  <a:pt x="320497" y="67473"/>
                  <a:pt x="318810" y="70847"/>
                  <a:pt x="318810" y="75907"/>
                </a:cubicBezTo>
                <a:lnTo>
                  <a:pt x="369415" y="75907"/>
                </a:lnTo>
                <a:close/>
                <a:moveTo>
                  <a:pt x="386284" y="80968"/>
                </a:moveTo>
                <a:cubicBezTo>
                  <a:pt x="386284" y="82655"/>
                  <a:pt x="384597" y="84341"/>
                  <a:pt x="384597" y="86028"/>
                </a:cubicBezTo>
                <a:cubicBezTo>
                  <a:pt x="382910" y="87715"/>
                  <a:pt x="381223" y="87715"/>
                  <a:pt x="379536" y="87715"/>
                </a:cubicBezTo>
                <a:lnTo>
                  <a:pt x="318810" y="87715"/>
                </a:lnTo>
                <a:cubicBezTo>
                  <a:pt x="318810" y="92776"/>
                  <a:pt x="318810" y="97836"/>
                  <a:pt x="320497" y="101210"/>
                </a:cubicBezTo>
                <a:cubicBezTo>
                  <a:pt x="322184" y="106270"/>
                  <a:pt x="323871" y="109644"/>
                  <a:pt x="325558" y="111331"/>
                </a:cubicBezTo>
                <a:cubicBezTo>
                  <a:pt x="328931" y="114704"/>
                  <a:pt x="330618" y="116391"/>
                  <a:pt x="335679" y="118078"/>
                </a:cubicBezTo>
                <a:cubicBezTo>
                  <a:pt x="339052" y="119765"/>
                  <a:pt x="344113" y="121452"/>
                  <a:pt x="349173" y="121452"/>
                </a:cubicBezTo>
                <a:cubicBezTo>
                  <a:pt x="354234" y="121452"/>
                  <a:pt x="357608" y="121452"/>
                  <a:pt x="360981" y="119765"/>
                </a:cubicBezTo>
                <a:cubicBezTo>
                  <a:pt x="364355" y="119765"/>
                  <a:pt x="367728" y="118078"/>
                  <a:pt x="369415" y="118078"/>
                </a:cubicBezTo>
                <a:cubicBezTo>
                  <a:pt x="372789" y="116391"/>
                  <a:pt x="374476" y="116391"/>
                  <a:pt x="376163" y="114704"/>
                </a:cubicBezTo>
                <a:cubicBezTo>
                  <a:pt x="377849" y="114704"/>
                  <a:pt x="377849" y="114704"/>
                  <a:pt x="379536" y="114704"/>
                </a:cubicBezTo>
                <a:lnTo>
                  <a:pt x="381223" y="114704"/>
                </a:lnTo>
                <a:cubicBezTo>
                  <a:pt x="381223" y="116391"/>
                  <a:pt x="381223" y="116391"/>
                  <a:pt x="381223" y="118078"/>
                </a:cubicBezTo>
                <a:lnTo>
                  <a:pt x="382910" y="119765"/>
                </a:lnTo>
                <a:cubicBezTo>
                  <a:pt x="382910" y="121452"/>
                  <a:pt x="381223" y="121452"/>
                  <a:pt x="381223" y="123138"/>
                </a:cubicBezTo>
                <a:lnTo>
                  <a:pt x="381223" y="124825"/>
                </a:lnTo>
                <a:lnTo>
                  <a:pt x="381223" y="126512"/>
                </a:lnTo>
                <a:lnTo>
                  <a:pt x="379536" y="126512"/>
                </a:lnTo>
                <a:cubicBezTo>
                  <a:pt x="379536" y="128199"/>
                  <a:pt x="379536" y="128199"/>
                  <a:pt x="376163" y="128199"/>
                </a:cubicBezTo>
                <a:cubicBezTo>
                  <a:pt x="374476" y="129886"/>
                  <a:pt x="372789" y="129886"/>
                  <a:pt x="369415" y="131573"/>
                </a:cubicBezTo>
                <a:cubicBezTo>
                  <a:pt x="367728" y="131573"/>
                  <a:pt x="364355" y="133259"/>
                  <a:pt x="359294" y="133259"/>
                </a:cubicBezTo>
                <a:cubicBezTo>
                  <a:pt x="355921" y="134946"/>
                  <a:pt x="352547" y="134946"/>
                  <a:pt x="347487" y="134946"/>
                </a:cubicBezTo>
                <a:cubicBezTo>
                  <a:pt x="340739" y="134946"/>
                  <a:pt x="333992" y="133259"/>
                  <a:pt x="327245" y="131573"/>
                </a:cubicBezTo>
                <a:cubicBezTo>
                  <a:pt x="322184" y="129886"/>
                  <a:pt x="317124" y="126512"/>
                  <a:pt x="313750" y="121452"/>
                </a:cubicBezTo>
                <a:cubicBezTo>
                  <a:pt x="308690" y="118078"/>
                  <a:pt x="307003" y="113017"/>
                  <a:pt x="305316" y="106270"/>
                </a:cubicBezTo>
                <a:cubicBezTo>
                  <a:pt x="301942" y="99523"/>
                  <a:pt x="301942" y="92776"/>
                  <a:pt x="301942" y="84341"/>
                </a:cubicBezTo>
                <a:cubicBezTo>
                  <a:pt x="301942" y="77594"/>
                  <a:pt x="301942" y="69160"/>
                  <a:pt x="305316" y="64099"/>
                </a:cubicBezTo>
                <a:cubicBezTo>
                  <a:pt x="307003" y="57352"/>
                  <a:pt x="310376" y="52292"/>
                  <a:pt x="313750" y="47231"/>
                </a:cubicBezTo>
                <a:cubicBezTo>
                  <a:pt x="317124" y="43858"/>
                  <a:pt x="322184" y="40484"/>
                  <a:pt x="327245" y="37110"/>
                </a:cubicBezTo>
                <a:cubicBezTo>
                  <a:pt x="332305" y="35423"/>
                  <a:pt x="339052" y="33737"/>
                  <a:pt x="345800" y="33737"/>
                </a:cubicBezTo>
                <a:cubicBezTo>
                  <a:pt x="352547" y="33737"/>
                  <a:pt x="359294" y="35423"/>
                  <a:pt x="364355" y="37110"/>
                </a:cubicBezTo>
                <a:cubicBezTo>
                  <a:pt x="369415" y="40484"/>
                  <a:pt x="372789" y="42171"/>
                  <a:pt x="376163" y="47231"/>
                </a:cubicBezTo>
                <a:cubicBezTo>
                  <a:pt x="379536" y="50605"/>
                  <a:pt x="382910" y="55665"/>
                  <a:pt x="382910" y="60726"/>
                </a:cubicBezTo>
                <a:cubicBezTo>
                  <a:pt x="384597" y="65786"/>
                  <a:pt x="386284" y="70847"/>
                  <a:pt x="386284" y="77594"/>
                </a:cubicBezTo>
                <a:lnTo>
                  <a:pt x="386284" y="80968"/>
                </a:lnTo>
                <a:close/>
                <a:moveTo>
                  <a:pt x="286761" y="116391"/>
                </a:moveTo>
                <a:cubicBezTo>
                  <a:pt x="286761" y="118078"/>
                  <a:pt x="286761" y="118078"/>
                  <a:pt x="286761" y="119765"/>
                </a:cubicBezTo>
                <a:lnTo>
                  <a:pt x="286761" y="121452"/>
                </a:lnTo>
                <a:cubicBezTo>
                  <a:pt x="285074" y="121452"/>
                  <a:pt x="285074" y="123138"/>
                  <a:pt x="285074" y="123138"/>
                </a:cubicBezTo>
                <a:lnTo>
                  <a:pt x="283387" y="124825"/>
                </a:lnTo>
                <a:cubicBezTo>
                  <a:pt x="283387" y="126512"/>
                  <a:pt x="281700" y="126512"/>
                  <a:pt x="280013" y="128199"/>
                </a:cubicBezTo>
                <a:cubicBezTo>
                  <a:pt x="276640" y="129886"/>
                  <a:pt x="274953" y="129886"/>
                  <a:pt x="273266" y="131573"/>
                </a:cubicBezTo>
                <a:cubicBezTo>
                  <a:pt x="269892" y="131573"/>
                  <a:pt x="266519" y="133259"/>
                  <a:pt x="264832" y="133259"/>
                </a:cubicBezTo>
                <a:cubicBezTo>
                  <a:pt x="261458" y="134946"/>
                  <a:pt x="258085" y="134946"/>
                  <a:pt x="254711" y="134946"/>
                </a:cubicBezTo>
                <a:cubicBezTo>
                  <a:pt x="247964" y="134946"/>
                  <a:pt x="242903" y="133259"/>
                  <a:pt x="237843" y="131573"/>
                </a:cubicBezTo>
                <a:cubicBezTo>
                  <a:pt x="232782" y="129886"/>
                  <a:pt x="227722" y="126512"/>
                  <a:pt x="224348" y="121452"/>
                </a:cubicBezTo>
                <a:cubicBezTo>
                  <a:pt x="220974" y="118078"/>
                  <a:pt x="219288" y="113017"/>
                  <a:pt x="217601" y="106270"/>
                </a:cubicBezTo>
                <a:cubicBezTo>
                  <a:pt x="215914" y="101210"/>
                  <a:pt x="214227" y="92776"/>
                  <a:pt x="214227" y="86028"/>
                </a:cubicBezTo>
                <a:cubicBezTo>
                  <a:pt x="214227" y="75907"/>
                  <a:pt x="215914" y="69160"/>
                  <a:pt x="217601" y="62413"/>
                </a:cubicBezTo>
                <a:cubicBezTo>
                  <a:pt x="219288" y="55665"/>
                  <a:pt x="222661" y="50605"/>
                  <a:pt x="226035" y="45544"/>
                </a:cubicBezTo>
                <a:cubicBezTo>
                  <a:pt x="231095" y="42171"/>
                  <a:pt x="234469" y="38797"/>
                  <a:pt x="239530" y="37110"/>
                </a:cubicBezTo>
                <a:cubicBezTo>
                  <a:pt x="244590" y="35423"/>
                  <a:pt x="251337" y="33737"/>
                  <a:pt x="256398" y="33737"/>
                </a:cubicBezTo>
                <a:cubicBezTo>
                  <a:pt x="259772" y="33737"/>
                  <a:pt x="263145" y="33737"/>
                  <a:pt x="264832" y="35423"/>
                </a:cubicBezTo>
                <a:cubicBezTo>
                  <a:pt x="268206" y="35423"/>
                  <a:pt x="271579" y="35423"/>
                  <a:pt x="273266" y="37110"/>
                </a:cubicBezTo>
                <a:cubicBezTo>
                  <a:pt x="274953" y="37110"/>
                  <a:pt x="276640" y="38797"/>
                  <a:pt x="280013" y="40484"/>
                </a:cubicBezTo>
                <a:cubicBezTo>
                  <a:pt x="281700" y="40484"/>
                  <a:pt x="281700" y="42171"/>
                  <a:pt x="283387" y="43858"/>
                </a:cubicBezTo>
                <a:cubicBezTo>
                  <a:pt x="283387" y="43858"/>
                  <a:pt x="285074" y="43858"/>
                  <a:pt x="285074" y="45544"/>
                </a:cubicBezTo>
                <a:lnTo>
                  <a:pt x="285074" y="47231"/>
                </a:lnTo>
                <a:lnTo>
                  <a:pt x="286761" y="48918"/>
                </a:lnTo>
                <a:cubicBezTo>
                  <a:pt x="286761" y="48918"/>
                  <a:pt x="286761" y="50605"/>
                  <a:pt x="286761" y="52292"/>
                </a:cubicBezTo>
                <a:cubicBezTo>
                  <a:pt x="286761" y="53978"/>
                  <a:pt x="285074" y="55665"/>
                  <a:pt x="285074" y="57352"/>
                </a:cubicBezTo>
                <a:cubicBezTo>
                  <a:pt x="285074" y="59039"/>
                  <a:pt x="283387" y="59039"/>
                  <a:pt x="283387" y="59039"/>
                </a:cubicBezTo>
                <a:cubicBezTo>
                  <a:pt x="281700" y="59039"/>
                  <a:pt x="280013" y="59039"/>
                  <a:pt x="280013" y="57352"/>
                </a:cubicBezTo>
                <a:cubicBezTo>
                  <a:pt x="278327" y="55665"/>
                  <a:pt x="276640" y="55665"/>
                  <a:pt x="274953" y="53978"/>
                </a:cubicBezTo>
                <a:cubicBezTo>
                  <a:pt x="271579" y="52292"/>
                  <a:pt x="269892" y="50605"/>
                  <a:pt x="266519" y="50605"/>
                </a:cubicBezTo>
                <a:cubicBezTo>
                  <a:pt x="264832" y="48918"/>
                  <a:pt x="261458" y="48918"/>
                  <a:pt x="256398" y="48918"/>
                </a:cubicBezTo>
                <a:cubicBezTo>
                  <a:pt x="247964" y="48918"/>
                  <a:pt x="242903" y="50605"/>
                  <a:pt x="237843" y="57352"/>
                </a:cubicBezTo>
                <a:cubicBezTo>
                  <a:pt x="234469" y="64099"/>
                  <a:pt x="231095" y="72534"/>
                  <a:pt x="231095" y="84341"/>
                </a:cubicBezTo>
                <a:cubicBezTo>
                  <a:pt x="231095" y="91089"/>
                  <a:pt x="232782" y="96149"/>
                  <a:pt x="232782" y="99523"/>
                </a:cubicBezTo>
                <a:cubicBezTo>
                  <a:pt x="234469" y="104583"/>
                  <a:pt x="236156" y="107957"/>
                  <a:pt x="237843" y="111331"/>
                </a:cubicBezTo>
                <a:cubicBezTo>
                  <a:pt x="241216" y="114704"/>
                  <a:pt x="242903" y="116391"/>
                  <a:pt x="246277" y="118078"/>
                </a:cubicBezTo>
                <a:cubicBezTo>
                  <a:pt x="249651" y="119765"/>
                  <a:pt x="253024" y="119765"/>
                  <a:pt x="256398" y="119765"/>
                </a:cubicBezTo>
                <a:cubicBezTo>
                  <a:pt x="261458" y="119765"/>
                  <a:pt x="264832" y="119765"/>
                  <a:pt x="266519" y="118078"/>
                </a:cubicBezTo>
                <a:cubicBezTo>
                  <a:pt x="269892" y="116391"/>
                  <a:pt x="273266" y="116391"/>
                  <a:pt x="274953" y="114704"/>
                </a:cubicBezTo>
                <a:cubicBezTo>
                  <a:pt x="276640" y="113017"/>
                  <a:pt x="278327" y="111331"/>
                  <a:pt x="280013" y="109644"/>
                </a:cubicBezTo>
                <a:cubicBezTo>
                  <a:pt x="281700" y="109644"/>
                  <a:pt x="283387" y="107957"/>
                  <a:pt x="283387" y="107957"/>
                </a:cubicBezTo>
                <a:cubicBezTo>
                  <a:pt x="283387" y="107957"/>
                  <a:pt x="285074" y="107957"/>
                  <a:pt x="285074" y="109644"/>
                </a:cubicBezTo>
                <a:cubicBezTo>
                  <a:pt x="286761" y="111331"/>
                  <a:pt x="286761" y="111331"/>
                  <a:pt x="286761" y="113017"/>
                </a:cubicBezTo>
                <a:cubicBezTo>
                  <a:pt x="286761" y="113017"/>
                  <a:pt x="286761" y="114704"/>
                  <a:pt x="286761" y="116391"/>
                </a:cubicBezTo>
                <a:close/>
                <a:moveTo>
                  <a:pt x="199046" y="116391"/>
                </a:moveTo>
                <a:cubicBezTo>
                  <a:pt x="199046" y="118078"/>
                  <a:pt x="199046" y="118078"/>
                  <a:pt x="197359" y="119765"/>
                </a:cubicBezTo>
                <a:lnTo>
                  <a:pt x="197359" y="121452"/>
                </a:lnTo>
                <a:lnTo>
                  <a:pt x="197359" y="123138"/>
                </a:lnTo>
                <a:cubicBezTo>
                  <a:pt x="197359" y="123138"/>
                  <a:pt x="195672" y="123138"/>
                  <a:pt x="195672" y="124825"/>
                </a:cubicBezTo>
                <a:cubicBezTo>
                  <a:pt x="193985" y="126512"/>
                  <a:pt x="193985" y="126512"/>
                  <a:pt x="190612" y="128199"/>
                </a:cubicBezTo>
                <a:cubicBezTo>
                  <a:pt x="188925" y="129886"/>
                  <a:pt x="187238" y="129886"/>
                  <a:pt x="183864" y="131573"/>
                </a:cubicBezTo>
                <a:cubicBezTo>
                  <a:pt x="182177" y="131573"/>
                  <a:pt x="178804" y="133259"/>
                  <a:pt x="175430" y="133259"/>
                </a:cubicBezTo>
                <a:cubicBezTo>
                  <a:pt x="173743" y="134946"/>
                  <a:pt x="170370" y="134946"/>
                  <a:pt x="166996" y="134946"/>
                </a:cubicBezTo>
                <a:cubicBezTo>
                  <a:pt x="160249" y="134946"/>
                  <a:pt x="155188" y="133259"/>
                  <a:pt x="150128" y="131573"/>
                </a:cubicBezTo>
                <a:cubicBezTo>
                  <a:pt x="145067" y="129886"/>
                  <a:pt x="140007" y="126512"/>
                  <a:pt x="136633" y="121452"/>
                </a:cubicBezTo>
                <a:cubicBezTo>
                  <a:pt x="133259" y="118078"/>
                  <a:pt x="129886" y="113017"/>
                  <a:pt x="128199" y="106270"/>
                </a:cubicBezTo>
                <a:cubicBezTo>
                  <a:pt x="126512" y="101210"/>
                  <a:pt x="126512" y="92776"/>
                  <a:pt x="126512" y="86028"/>
                </a:cubicBezTo>
                <a:cubicBezTo>
                  <a:pt x="126512" y="75907"/>
                  <a:pt x="126512" y="69160"/>
                  <a:pt x="129886" y="62413"/>
                </a:cubicBezTo>
                <a:cubicBezTo>
                  <a:pt x="131573" y="55665"/>
                  <a:pt x="134946" y="50605"/>
                  <a:pt x="138320" y="45544"/>
                </a:cubicBezTo>
                <a:cubicBezTo>
                  <a:pt x="141694" y="42171"/>
                  <a:pt x="146754" y="38797"/>
                  <a:pt x="151815" y="37110"/>
                </a:cubicBezTo>
                <a:cubicBezTo>
                  <a:pt x="156875" y="35423"/>
                  <a:pt x="161935" y="33737"/>
                  <a:pt x="168683" y="33737"/>
                </a:cubicBezTo>
                <a:cubicBezTo>
                  <a:pt x="172056" y="33737"/>
                  <a:pt x="173743" y="33737"/>
                  <a:pt x="177117" y="35423"/>
                </a:cubicBezTo>
                <a:cubicBezTo>
                  <a:pt x="180491" y="35423"/>
                  <a:pt x="182177" y="35423"/>
                  <a:pt x="185551" y="37110"/>
                </a:cubicBezTo>
                <a:cubicBezTo>
                  <a:pt x="187238" y="37110"/>
                  <a:pt x="188925" y="38797"/>
                  <a:pt x="190612" y="40484"/>
                </a:cubicBezTo>
                <a:cubicBezTo>
                  <a:pt x="192298" y="40484"/>
                  <a:pt x="193985" y="42171"/>
                  <a:pt x="195672" y="43858"/>
                </a:cubicBezTo>
                <a:lnTo>
                  <a:pt x="197359" y="45544"/>
                </a:lnTo>
                <a:lnTo>
                  <a:pt x="197359" y="47231"/>
                </a:lnTo>
                <a:lnTo>
                  <a:pt x="197359" y="48918"/>
                </a:lnTo>
                <a:cubicBezTo>
                  <a:pt x="197359" y="48918"/>
                  <a:pt x="197359" y="50605"/>
                  <a:pt x="197359" y="52292"/>
                </a:cubicBezTo>
                <a:cubicBezTo>
                  <a:pt x="197359" y="53978"/>
                  <a:pt x="197359" y="55665"/>
                  <a:pt x="197359" y="57352"/>
                </a:cubicBezTo>
                <a:cubicBezTo>
                  <a:pt x="195672" y="59039"/>
                  <a:pt x="195672" y="59039"/>
                  <a:pt x="193985" y="59039"/>
                </a:cubicBezTo>
                <a:cubicBezTo>
                  <a:pt x="193985" y="59039"/>
                  <a:pt x="192298" y="59039"/>
                  <a:pt x="190612" y="57352"/>
                </a:cubicBezTo>
                <a:cubicBezTo>
                  <a:pt x="190612" y="55665"/>
                  <a:pt x="188925" y="55665"/>
                  <a:pt x="185551" y="53978"/>
                </a:cubicBezTo>
                <a:cubicBezTo>
                  <a:pt x="183864" y="52292"/>
                  <a:pt x="182177" y="50605"/>
                  <a:pt x="178804" y="50605"/>
                </a:cubicBezTo>
                <a:cubicBezTo>
                  <a:pt x="175430" y="48918"/>
                  <a:pt x="172056" y="48918"/>
                  <a:pt x="168683" y="48918"/>
                </a:cubicBezTo>
                <a:cubicBezTo>
                  <a:pt x="160249" y="48918"/>
                  <a:pt x="153501" y="50605"/>
                  <a:pt x="150128" y="57352"/>
                </a:cubicBezTo>
                <a:cubicBezTo>
                  <a:pt x="145067" y="64099"/>
                  <a:pt x="143380" y="72534"/>
                  <a:pt x="143380" y="84341"/>
                </a:cubicBezTo>
                <a:cubicBezTo>
                  <a:pt x="143380" y="91089"/>
                  <a:pt x="143380" y="96149"/>
                  <a:pt x="145067" y="99523"/>
                </a:cubicBezTo>
                <a:cubicBezTo>
                  <a:pt x="146754" y="104583"/>
                  <a:pt x="148441" y="107957"/>
                  <a:pt x="150128" y="111331"/>
                </a:cubicBezTo>
                <a:cubicBezTo>
                  <a:pt x="151815" y="114704"/>
                  <a:pt x="155188" y="116391"/>
                  <a:pt x="158562" y="118078"/>
                </a:cubicBezTo>
                <a:cubicBezTo>
                  <a:pt x="161935" y="119765"/>
                  <a:pt x="165309" y="119765"/>
                  <a:pt x="168683" y="119765"/>
                </a:cubicBezTo>
                <a:cubicBezTo>
                  <a:pt x="172056" y="119765"/>
                  <a:pt x="175430" y="119765"/>
                  <a:pt x="178804" y="118078"/>
                </a:cubicBezTo>
                <a:cubicBezTo>
                  <a:pt x="182177" y="116391"/>
                  <a:pt x="183864" y="116391"/>
                  <a:pt x="187238" y="114704"/>
                </a:cubicBezTo>
                <a:cubicBezTo>
                  <a:pt x="188925" y="113017"/>
                  <a:pt x="190612" y="111331"/>
                  <a:pt x="192298" y="109644"/>
                </a:cubicBezTo>
                <a:cubicBezTo>
                  <a:pt x="193985" y="109644"/>
                  <a:pt x="193985" y="107957"/>
                  <a:pt x="195672" y="107957"/>
                </a:cubicBezTo>
                <a:lnTo>
                  <a:pt x="197359" y="109644"/>
                </a:lnTo>
                <a:cubicBezTo>
                  <a:pt x="197359" y="111331"/>
                  <a:pt x="197359" y="111331"/>
                  <a:pt x="197359" y="113017"/>
                </a:cubicBezTo>
                <a:cubicBezTo>
                  <a:pt x="199046" y="113017"/>
                  <a:pt x="199046" y="114704"/>
                  <a:pt x="199046" y="116391"/>
                </a:cubicBezTo>
                <a:close/>
                <a:moveTo>
                  <a:pt x="55665" y="18555"/>
                </a:moveTo>
                <a:lnTo>
                  <a:pt x="55665" y="18555"/>
                </a:lnTo>
                <a:lnTo>
                  <a:pt x="32050" y="84341"/>
                </a:lnTo>
                <a:lnTo>
                  <a:pt x="79281" y="84341"/>
                </a:lnTo>
                <a:lnTo>
                  <a:pt x="55665" y="18555"/>
                </a:lnTo>
                <a:close/>
                <a:moveTo>
                  <a:pt x="113017" y="126512"/>
                </a:moveTo>
                <a:cubicBezTo>
                  <a:pt x="113017" y="128199"/>
                  <a:pt x="113017" y="129886"/>
                  <a:pt x="113017" y="129886"/>
                </a:cubicBezTo>
                <a:lnTo>
                  <a:pt x="113017" y="131573"/>
                </a:lnTo>
                <a:cubicBezTo>
                  <a:pt x="111331" y="133259"/>
                  <a:pt x="111331" y="133259"/>
                  <a:pt x="109644" y="133259"/>
                </a:cubicBezTo>
                <a:cubicBezTo>
                  <a:pt x="107957" y="133259"/>
                  <a:pt x="106270" y="133259"/>
                  <a:pt x="104583" y="133259"/>
                </a:cubicBezTo>
                <a:cubicBezTo>
                  <a:pt x="102897" y="133259"/>
                  <a:pt x="101210" y="133259"/>
                  <a:pt x="99523" y="133259"/>
                </a:cubicBezTo>
                <a:cubicBezTo>
                  <a:pt x="97836" y="133259"/>
                  <a:pt x="97836" y="133259"/>
                  <a:pt x="96149" y="133259"/>
                </a:cubicBezTo>
                <a:lnTo>
                  <a:pt x="96149" y="131573"/>
                </a:lnTo>
                <a:cubicBezTo>
                  <a:pt x="94462" y="131573"/>
                  <a:pt x="94462" y="131573"/>
                  <a:pt x="94462" y="129886"/>
                </a:cubicBezTo>
                <a:lnTo>
                  <a:pt x="82655" y="97836"/>
                </a:lnTo>
                <a:lnTo>
                  <a:pt x="28676" y="97836"/>
                </a:lnTo>
                <a:lnTo>
                  <a:pt x="16868" y="129886"/>
                </a:lnTo>
                <a:lnTo>
                  <a:pt x="16868" y="131573"/>
                </a:lnTo>
                <a:cubicBezTo>
                  <a:pt x="16868" y="131573"/>
                  <a:pt x="15181" y="131573"/>
                  <a:pt x="15181" y="133259"/>
                </a:cubicBezTo>
                <a:cubicBezTo>
                  <a:pt x="15181" y="133259"/>
                  <a:pt x="13495" y="133259"/>
                  <a:pt x="11808" y="133259"/>
                </a:cubicBezTo>
                <a:cubicBezTo>
                  <a:pt x="11808" y="133259"/>
                  <a:pt x="10121" y="133259"/>
                  <a:pt x="8434" y="133259"/>
                </a:cubicBezTo>
                <a:cubicBezTo>
                  <a:pt x="6747" y="133259"/>
                  <a:pt x="5060" y="133259"/>
                  <a:pt x="3374" y="133259"/>
                </a:cubicBezTo>
                <a:cubicBezTo>
                  <a:pt x="1687" y="133259"/>
                  <a:pt x="1687" y="133259"/>
                  <a:pt x="0" y="131573"/>
                </a:cubicBezTo>
                <a:lnTo>
                  <a:pt x="0" y="129886"/>
                </a:lnTo>
                <a:cubicBezTo>
                  <a:pt x="0" y="129886"/>
                  <a:pt x="0" y="128199"/>
                  <a:pt x="0" y="126512"/>
                </a:cubicBezTo>
                <a:lnTo>
                  <a:pt x="45544" y="3374"/>
                </a:lnTo>
                <a:lnTo>
                  <a:pt x="45544" y="1687"/>
                </a:lnTo>
                <a:lnTo>
                  <a:pt x="47231" y="1687"/>
                </a:lnTo>
                <a:cubicBezTo>
                  <a:pt x="48918" y="0"/>
                  <a:pt x="48918" y="0"/>
                  <a:pt x="50605" y="0"/>
                </a:cubicBezTo>
                <a:cubicBezTo>
                  <a:pt x="52292" y="0"/>
                  <a:pt x="53978" y="0"/>
                  <a:pt x="55665" y="0"/>
                </a:cubicBezTo>
                <a:cubicBezTo>
                  <a:pt x="59039" y="0"/>
                  <a:pt x="60726" y="0"/>
                  <a:pt x="60726" y="0"/>
                </a:cubicBezTo>
                <a:cubicBezTo>
                  <a:pt x="62413" y="0"/>
                  <a:pt x="64099" y="0"/>
                  <a:pt x="64099" y="1687"/>
                </a:cubicBezTo>
                <a:cubicBezTo>
                  <a:pt x="65786" y="1687"/>
                  <a:pt x="65786" y="1687"/>
                  <a:pt x="67473" y="1687"/>
                </a:cubicBezTo>
                <a:lnTo>
                  <a:pt x="67473" y="3374"/>
                </a:lnTo>
                <a:lnTo>
                  <a:pt x="113017" y="1265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A8A8E-EC9A-4B41-8BB7-42DE0D3C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582" y="6017285"/>
            <a:ext cx="99523" cy="131573"/>
          </a:xfrm>
          <a:custGeom xmlns:a="http://schemas.openxmlformats.org/drawingml/2006/main">
            <a:pathLst>
              <a:path w="99523" h="131573">
                <a:moveTo>
                  <a:pt x="80968" y="28676"/>
                </a:moveTo>
                <a:cubicBezTo>
                  <a:pt x="80968" y="25302"/>
                  <a:pt x="79281" y="23616"/>
                  <a:pt x="79281" y="21929"/>
                </a:cubicBezTo>
                <a:cubicBezTo>
                  <a:pt x="77594" y="20242"/>
                  <a:pt x="77594" y="18555"/>
                  <a:pt x="75907" y="16868"/>
                </a:cubicBezTo>
                <a:cubicBezTo>
                  <a:pt x="74220" y="16868"/>
                  <a:pt x="72534" y="15181"/>
                  <a:pt x="69160" y="15181"/>
                </a:cubicBezTo>
                <a:cubicBezTo>
                  <a:pt x="65786" y="13495"/>
                  <a:pt x="64099" y="13495"/>
                  <a:pt x="59039" y="13495"/>
                </a:cubicBezTo>
                <a:lnTo>
                  <a:pt x="40484" y="13495"/>
                </a:lnTo>
                <a:lnTo>
                  <a:pt x="32050" y="55665"/>
                </a:lnTo>
                <a:lnTo>
                  <a:pt x="52292" y="55665"/>
                </a:lnTo>
                <a:cubicBezTo>
                  <a:pt x="57352" y="55665"/>
                  <a:pt x="62413" y="55665"/>
                  <a:pt x="65786" y="53978"/>
                </a:cubicBezTo>
                <a:cubicBezTo>
                  <a:pt x="69160" y="52292"/>
                  <a:pt x="70847" y="48918"/>
                  <a:pt x="74220" y="47231"/>
                </a:cubicBezTo>
                <a:cubicBezTo>
                  <a:pt x="75907" y="43858"/>
                  <a:pt x="77594" y="40484"/>
                  <a:pt x="79281" y="37110"/>
                </a:cubicBezTo>
                <a:cubicBezTo>
                  <a:pt x="79281" y="33737"/>
                  <a:pt x="80968" y="30363"/>
                  <a:pt x="80968" y="28676"/>
                </a:cubicBezTo>
                <a:close/>
                <a:moveTo>
                  <a:pt x="75907" y="87715"/>
                </a:moveTo>
                <a:cubicBezTo>
                  <a:pt x="75907" y="82655"/>
                  <a:pt x="74220" y="77594"/>
                  <a:pt x="70847" y="74220"/>
                </a:cubicBezTo>
                <a:cubicBezTo>
                  <a:pt x="65786" y="70847"/>
                  <a:pt x="60726" y="70847"/>
                  <a:pt x="52292" y="70847"/>
                </a:cubicBezTo>
                <a:lnTo>
                  <a:pt x="28676" y="70847"/>
                </a:lnTo>
                <a:lnTo>
                  <a:pt x="20242" y="116391"/>
                </a:lnTo>
                <a:lnTo>
                  <a:pt x="43858" y="116391"/>
                </a:lnTo>
                <a:cubicBezTo>
                  <a:pt x="50605" y="116391"/>
                  <a:pt x="55665" y="116391"/>
                  <a:pt x="59039" y="114704"/>
                </a:cubicBezTo>
                <a:cubicBezTo>
                  <a:pt x="62413" y="113017"/>
                  <a:pt x="65786" y="109644"/>
                  <a:pt x="67473" y="107957"/>
                </a:cubicBezTo>
                <a:cubicBezTo>
                  <a:pt x="70847" y="104583"/>
                  <a:pt x="72534" y="102897"/>
                  <a:pt x="74220" y="99523"/>
                </a:cubicBezTo>
                <a:cubicBezTo>
                  <a:pt x="75907" y="94462"/>
                  <a:pt x="75907" y="91089"/>
                  <a:pt x="75907" y="87715"/>
                </a:cubicBezTo>
                <a:close/>
                <a:moveTo>
                  <a:pt x="99523" y="25302"/>
                </a:moveTo>
                <a:cubicBezTo>
                  <a:pt x="99523" y="28676"/>
                  <a:pt x="97836" y="33737"/>
                  <a:pt x="97836" y="37110"/>
                </a:cubicBezTo>
                <a:cubicBezTo>
                  <a:pt x="96149" y="40484"/>
                  <a:pt x="94462" y="43858"/>
                  <a:pt x="92776" y="47231"/>
                </a:cubicBezTo>
                <a:cubicBezTo>
                  <a:pt x="91089" y="50605"/>
                  <a:pt x="87715" y="52292"/>
                  <a:pt x="84341" y="55665"/>
                </a:cubicBezTo>
                <a:cubicBezTo>
                  <a:pt x="82655" y="57352"/>
                  <a:pt x="79281" y="59039"/>
                  <a:pt x="74220" y="60726"/>
                </a:cubicBezTo>
                <a:cubicBezTo>
                  <a:pt x="77594" y="62413"/>
                  <a:pt x="80968" y="62413"/>
                  <a:pt x="82655" y="64099"/>
                </a:cubicBezTo>
                <a:cubicBezTo>
                  <a:pt x="86028" y="65786"/>
                  <a:pt x="87715" y="67473"/>
                  <a:pt x="89402" y="69160"/>
                </a:cubicBezTo>
                <a:cubicBezTo>
                  <a:pt x="91089" y="70847"/>
                  <a:pt x="92776" y="74220"/>
                  <a:pt x="92776" y="77594"/>
                </a:cubicBezTo>
                <a:cubicBezTo>
                  <a:pt x="94462" y="79281"/>
                  <a:pt x="94462" y="82655"/>
                  <a:pt x="94462" y="86028"/>
                </a:cubicBezTo>
                <a:cubicBezTo>
                  <a:pt x="94462" y="89402"/>
                  <a:pt x="94462" y="94462"/>
                  <a:pt x="92776" y="97836"/>
                </a:cubicBezTo>
                <a:cubicBezTo>
                  <a:pt x="92776" y="101210"/>
                  <a:pt x="91089" y="104583"/>
                  <a:pt x="89402" y="107957"/>
                </a:cubicBezTo>
                <a:cubicBezTo>
                  <a:pt x="87715" y="111331"/>
                  <a:pt x="84341" y="114704"/>
                  <a:pt x="80968" y="116391"/>
                </a:cubicBezTo>
                <a:cubicBezTo>
                  <a:pt x="79281" y="119765"/>
                  <a:pt x="75907" y="123138"/>
                  <a:pt x="70847" y="124825"/>
                </a:cubicBezTo>
                <a:cubicBezTo>
                  <a:pt x="67473" y="126512"/>
                  <a:pt x="64099" y="128199"/>
                  <a:pt x="59039" y="129886"/>
                </a:cubicBezTo>
                <a:cubicBezTo>
                  <a:pt x="53978" y="129886"/>
                  <a:pt x="48918" y="131573"/>
                  <a:pt x="42171" y="131573"/>
                </a:cubicBezTo>
                <a:lnTo>
                  <a:pt x="6747" y="131573"/>
                </a:lnTo>
                <a:cubicBezTo>
                  <a:pt x="5060" y="131573"/>
                  <a:pt x="3374" y="129886"/>
                  <a:pt x="1687" y="129886"/>
                </a:cubicBezTo>
                <a:cubicBezTo>
                  <a:pt x="1687" y="128199"/>
                  <a:pt x="0" y="126512"/>
                  <a:pt x="1687" y="123138"/>
                </a:cubicBezTo>
                <a:lnTo>
                  <a:pt x="25302" y="6747"/>
                </a:lnTo>
                <a:cubicBezTo>
                  <a:pt x="25302" y="3374"/>
                  <a:pt x="26989" y="1687"/>
                  <a:pt x="28676" y="1687"/>
                </a:cubicBezTo>
                <a:cubicBezTo>
                  <a:pt x="30363" y="0"/>
                  <a:pt x="32050" y="0"/>
                  <a:pt x="33737" y="0"/>
                </a:cubicBezTo>
                <a:lnTo>
                  <a:pt x="62413" y="0"/>
                </a:lnTo>
                <a:cubicBezTo>
                  <a:pt x="67473" y="0"/>
                  <a:pt x="74220" y="0"/>
                  <a:pt x="79281" y="1687"/>
                </a:cubicBezTo>
                <a:cubicBezTo>
                  <a:pt x="82655" y="1687"/>
                  <a:pt x="86028" y="3374"/>
                  <a:pt x="89402" y="6747"/>
                </a:cubicBezTo>
                <a:cubicBezTo>
                  <a:pt x="92776" y="8434"/>
                  <a:pt x="94462" y="10121"/>
                  <a:pt x="96149" y="13495"/>
                </a:cubicBezTo>
                <a:cubicBezTo>
                  <a:pt x="97836" y="16868"/>
                  <a:pt x="99523" y="20242"/>
                  <a:pt x="99523" y="253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E86D8-668F-48C4-82DA-CC9C25B0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600" y="6118494"/>
            <a:ext cx="40484" cy="82655"/>
          </a:xfrm>
          <a:custGeom xmlns:a="http://schemas.openxmlformats.org/drawingml/2006/main">
            <a:pathLst>
              <a:path w="40484" h="82655">
                <a:moveTo>
                  <a:pt x="40484" y="18555"/>
                </a:moveTo>
                <a:lnTo>
                  <a:pt x="40484" y="20242"/>
                </a:lnTo>
                <a:lnTo>
                  <a:pt x="40484" y="21929"/>
                </a:lnTo>
                <a:lnTo>
                  <a:pt x="40484" y="23616"/>
                </a:lnTo>
                <a:cubicBezTo>
                  <a:pt x="40484" y="23616"/>
                  <a:pt x="38797" y="23616"/>
                  <a:pt x="38797" y="25302"/>
                </a:cubicBezTo>
                <a:lnTo>
                  <a:pt x="37110" y="25302"/>
                </a:lnTo>
                <a:lnTo>
                  <a:pt x="21929" y="25302"/>
                </a:lnTo>
                <a:lnTo>
                  <a:pt x="15181" y="60726"/>
                </a:lnTo>
                <a:cubicBezTo>
                  <a:pt x="15181" y="60726"/>
                  <a:pt x="15181" y="62413"/>
                  <a:pt x="15181" y="64099"/>
                </a:cubicBezTo>
                <a:cubicBezTo>
                  <a:pt x="13495" y="64099"/>
                  <a:pt x="13495" y="65786"/>
                  <a:pt x="13495" y="65786"/>
                </a:cubicBezTo>
                <a:cubicBezTo>
                  <a:pt x="13495" y="69160"/>
                  <a:pt x="15181" y="70847"/>
                  <a:pt x="15181" y="70847"/>
                </a:cubicBezTo>
                <a:cubicBezTo>
                  <a:pt x="16868" y="72534"/>
                  <a:pt x="18555" y="72534"/>
                  <a:pt x="20242" y="72534"/>
                </a:cubicBezTo>
                <a:cubicBezTo>
                  <a:pt x="21929" y="72534"/>
                  <a:pt x="21929" y="72534"/>
                  <a:pt x="23616" y="72534"/>
                </a:cubicBezTo>
                <a:lnTo>
                  <a:pt x="25302" y="72534"/>
                </a:lnTo>
                <a:lnTo>
                  <a:pt x="26989" y="70847"/>
                </a:lnTo>
                <a:lnTo>
                  <a:pt x="28676" y="70847"/>
                </a:lnTo>
                <a:lnTo>
                  <a:pt x="30363" y="70847"/>
                </a:lnTo>
                <a:lnTo>
                  <a:pt x="30363" y="72534"/>
                </a:lnTo>
                <a:lnTo>
                  <a:pt x="30363" y="74220"/>
                </a:lnTo>
                <a:lnTo>
                  <a:pt x="30363" y="75907"/>
                </a:lnTo>
                <a:cubicBezTo>
                  <a:pt x="28676" y="77594"/>
                  <a:pt x="28676" y="77594"/>
                  <a:pt x="28676" y="79281"/>
                </a:cubicBezTo>
                <a:lnTo>
                  <a:pt x="26989" y="80968"/>
                </a:lnTo>
                <a:cubicBezTo>
                  <a:pt x="25302" y="80968"/>
                  <a:pt x="25302" y="80968"/>
                  <a:pt x="23616" y="80968"/>
                </a:cubicBezTo>
                <a:cubicBezTo>
                  <a:pt x="23616" y="82655"/>
                  <a:pt x="21929" y="82655"/>
                  <a:pt x="20242" y="82655"/>
                </a:cubicBezTo>
                <a:cubicBezTo>
                  <a:pt x="20242" y="82655"/>
                  <a:pt x="18555" y="82655"/>
                  <a:pt x="16868" y="82655"/>
                </a:cubicBezTo>
                <a:cubicBezTo>
                  <a:pt x="15181" y="82655"/>
                  <a:pt x="13495" y="82655"/>
                  <a:pt x="11808" y="80968"/>
                </a:cubicBezTo>
                <a:cubicBezTo>
                  <a:pt x="8434" y="80968"/>
                  <a:pt x="8434" y="80968"/>
                  <a:pt x="6747" y="79281"/>
                </a:cubicBezTo>
                <a:cubicBezTo>
                  <a:pt x="5060" y="77594"/>
                  <a:pt x="3374" y="75907"/>
                  <a:pt x="3374" y="74220"/>
                </a:cubicBezTo>
                <a:cubicBezTo>
                  <a:pt x="3374" y="72534"/>
                  <a:pt x="3374" y="70847"/>
                  <a:pt x="3374" y="69160"/>
                </a:cubicBezTo>
                <a:cubicBezTo>
                  <a:pt x="3374" y="67473"/>
                  <a:pt x="3374" y="67473"/>
                  <a:pt x="3374" y="65786"/>
                </a:cubicBezTo>
                <a:lnTo>
                  <a:pt x="3374" y="64099"/>
                </a:lnTo>
                <a:lnTo>
                  <a:pt x="3374" y="62413"/>
                </a:lnTo>
                <a:lnTo>
                  <a:pt x="3374" y="60726"/>
                </a:lnTo>
                <a:lnTo>
                  <a:pt x="10121" y="25302"/>
                </a:lnTo>
                <a:lnTo>
                  <a:pt x="1687" y="25302"/>
                </a:lnTo>
                <a:cubicBezTo>
                  <a:pt x="0" y="25302"/>
                  <a:pt x="0" y="25302"/>
                  <a:pt x="0" y="23616"/>
                </a:cubicBezTo>
                <a:lnTo>
                  <a:pt x="0" y="21929"/>
                </a:lnTo>
                <a:cubicBezTo>
                  <a:pt x="0" y="20242"/>
                  <a:pt x="1687" y="20242"/>
                  <a:pt x="1687" y="18555"/>
                </a:cubicBezTo>
                <a:lnTo>
                  <a:pt x="1687" y="16868"/>
                </a:lnTo>
                <a:lnTo>
                  <a:pt x="3374" y="16868"/>
                </a:lnTo>
                <a:lnTo>
                  <a:pt x="11808" y="16868"/>
                </a:lnTo>
                <a:lnTo>
                  <a:pt x="15181" y="1687"/>
                </a:lnTo>
                <a:cubicBezTo>
                  <a:pt x="16868" y="1687"/>
                  <a:pt x="16868" y="0"/>
                  <a:pt x="16868" y="0"/>
                </a:cubicBezTo>
                <a:lnTo>
                  <a:pt x="18555" y="0"/>
                </a:lnTo>
                <a:cubicBezTo>
                  <a:pt x="18555" y="0"/>
                  <a:pt x="20242" y="0"/>
                  <a:pt x="21929" y="0"/>
                </a:cubicBezTo>
                <a:lnTo>
                  <a:pt x="23616" y="0"/>
                </a:lnTo>
                <a:lnTo>
                  <a:pt x="25302" y="0"/>
                </a:lnTo>
                <a:lnTo>
                  <a:pt x="26989" y="1687"/>
                </a:lnTo>
                <a:lnTo>
                  <a:pt x="23616" y="16868"/>
                </a:lnTo>
                <a:lnTo>
                  <a:pt x="38797" y="16868"/>
                </a:lnTo>
                <a:lnTo>
                  <a:pt x="40484" y="16868"/>
                </a:lnTo>
                <a:lnTo>
                  <a:pt x="40484" y="185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0E0BA-2DF8-4E53-909D-CB7F049F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002" y="6125242"/>
            <a:ext cx="33737" cy="52292"/>
          </a:xfrm>
          <a:custGeom xmlns:a="http://schemas.openxmlformats.org/drawingml/2006/main">
            <a:pathLst>
              <a:path w="33737" h="52292">
                <a:moveTo>
                  <a:pt x="33737" y="8434"/>
                </a:moveTo>
                <a:cubicBezTo>
                  <a:pt x="33737" y="10121"/>
                  <a:pt x="33737" y="11808"/>
                  <a:pt x="33737" y="13495"/>
                </a:cubicBezTo>
                <a:cubicBezTo>
                  <a:pt x="33737" y="16868"/>
                  <a:pt x="33737" y="18555"/>
                  <a:pt x="33737" y="18555"/>
                </a:cubicBezTo>
                <a:cubicBezTo>
                  <a:pt x="32050" y="20242"/>
                  <a:pt x="32050" y="21929"/>
                  <a:pt x="30363" y="23616"/>
                </a:cubicBezTo>
                <a:cubicBezTo>
                  <a:pt x="30363" y="25302"/>
                  <a:pt x="28676" y="26989"/>
                  <a:pt x="28676" y="28676"/>
                </a:cubicBezTo>
                <a:lnTo>
                  <a:pt x="13495" y="48918"/>
                </a:lnTo>
                <a:lnTo>
                  <a:pt x="13495" y="50605"/>
                </a:lnTo>
                <a:cubicBezTo>
                  <a:pt x="11808" y="50605"/>
                  <a:pt x="11808" y="52292"/>
                  <a:pt x="11808" y="52292"/>
                </a:cubicBezTo>
                <a:cubicBezTo>
                  <a:pt x="10121" y="52292"/>
                  <a:pt x="10121" y="52292"/>
                  <a:pt x="8434" y="52292"/>
                </a:cubicBezTo>
                <a:lnTo>
                  <a:pt x="6747" y="52292"/>
                </a:lnTo>
                <a:cubicBezTo>
                  <a:pt x="5060" y="52292"/>
                  <a:pt x="3374" y="52292"/>
                  <a:pt x="3374" y="52292"/>
                </a:cubicBezTo>
                <a:lnTo>
                  <a:pt x="1687" y="52292"/>
                </a:lnTo>
                <a:lnTo>
                  <a:pt x="1687" y="50605"/>
                </a:lnTo>
                <a:cubicBezTo>
                  <a:pt x="0" y="50605"/>
                  <a:pt x="1687" y="50605"/>
                  <a:pt x="1687" y="48918"/>
                </a:cubicBezTo>
                <a:lnTo>
                  <a:pt x="15181" y="21929"/>
                </a:lnTo>
                <a:lnTo>
                  <a:pt x="15181" y="8434"/>
                </a:lnTo>
                <a:cubicBezTo>
                  <a:pt x="15181" y="6747"/>
                  <a:pt x="15181" y="5060"/>
                  <a:pt x="15181" y="3374"/>
                </a:cubicBezTo>
                <a:lnTo>
                  <a:pt x="16868" y="1687"/>
                </a:lnTo>
                <a:cubicBezTo>
                  <a:pt x="18555" y="1687"/>
                  <a:pt x="18555" y="0"/>
                  <a:pt x="20242" y="0"/>
                </a:cubicBezTo>
                <a:cubicBezTo>
                  <a:pt x="21929" y="0"/>
                  <a:pt x="23616" y="0"/>
                  <a:pt x="25302" y="0"/>
                </a:cubicBezTo>
                <a:cubicBezTo>
                  <a:pt x="26989" y="0"/>
                  <a:pt x="26989" y="0"/>
                  <a:pt x="28676" y="0"/>
                </a:cubicBezTo>
                <a:cubicBezTo>
                  <a:pt x="30363" y="0"/>
                  <a:pt x="32050" y="1687"/>
                  <a:pt x="32050" y="1687"/>
                </a:cubicBezTo>
                <a:lnTo>
                  <a:pt x="33737" y="3374"/>
                </a:lnTo>
                <a:cubicBezTo>
                  <a:pt x="33737" y="5060"/>
                  <a:pt x="33737" y="6747"/>
                  <a:pt x="33737" y="84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3F1DD-5E81-47B2-A1E8-38E284E7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585" y="6015598"/>
            <a:ext cx="121452" cy="133259"/>
          </a:xfrm>
          <a:custGeom xmlns:a="http://schemas.openxmlformats.org/drawingml/2006/main">
            <a:pathLst>
              <a:path w="121452" h="133259">
                <a:moveTo>
                  <a:pt x="96149" y="129886"/>
                </a:moveTo>
                <a:lnTo>
                  <a:pt x="94462" y="131573"/>
                </a:lnTo>
                <a:lnTo>
                  <a:pt x="92776" y="133259"/>
                </a:lnTo>
                <a:lnTo>
                  <a:pt x="91089" y="133259"/>
                </a:lnTo>
                <a:cubicBezTo>
                  <a:pt x="89402" y="133259"/>
                  <a:pt x="87715" y="133259"/>
                  <a:pt x="86028" y="133259"/>
                </a:cubicBezTo>
                <a:cubicBezTo>
                  <a:pt x="84341" y="133259"/>
                  <a:pt x="82655" y="133259"/>
                  <a:pt x="82655" y="133259"/>
                </a:cubicBezTo>
                <a:cubicBezTo>
                  <a:pt x="80968" y="133259"/>
                  <a:pt x="79281" y="133259"/>
                  <a:pt x="79281" y="133259"/>
                </a:cubicBezTo>
                <a:cubicBezTo>
                  <a:pt x="79281" y="131573"/>
                  <a:pt x="77594" y="131573"/>
                  <a:pt x="77594" y="131573"/>
                </a:cubicBezTo>
                <a:lnTo>
                  <a:pt x="77594" y="129886"/>
                </a:lnTo>
                <a:lnTo>
                  <a:pt x="89402" y="70847"/>
                </a:lnTo>
                <a:lnTo>
                  <a:pt x="30363" y="70847"/>
                </a:lnTo>
                <a:lnTo>
                  <a:pt x="18555" y="129886"/>
                </a:lnTo>
                <a:cubicBezTo>
                  <a:pt x="18555" y="129886"/>
                  <a:pt x="18555" y="131573"/>
                  <a:pt x="16868" y="131573"/>
                </a:cubicBezTo>
                <a:lnTo>
                  <a:pt x="15181" y="133259"/>
                </a:lnTo>
                <a:lnTo>
                  <a:pt x="13495" y="133259"/>
                </a:lnTo>
                <a:cubicBezTo>
                  <a:pt x="11808" y="133259"/>
                  <a:pt x="10121" y="133259"/>
                  <a:pt x="8434" y="133259"/>
                </a:cubicBezTo>
                <a:cubicBezTo>
                  <a:pt x="6747" y="133259"/>
                  <a:pt x="5060" y="133259"/>
                  <a:pt x="5060" y="133259"/>
                </a:cubicBezTo>
                <a:cubicBezTo>
                  <a:pt x="3374" y="133259"/>
                  <a:pt x="1687" y="133259"/>
                  <a:pt x="1687" y="133259"/>
                </a:cubicBezTo>
                <a:cubicBezTo>
                  <a:pt x="1687" y="131573"/>
                  <a:pt x="1687" y="131573"/>
                  <a:pt x="0" y="131573"/>
                </a:cubicBezTo>
                <a:lnTo>
                  <a:pt x="0" y="129886"/>
                </a:lnTo>
                <a:lnTo>
                  <a:pt x="25302" y="3374"/>
                </a:lnTo>
                <a:cubicBezTo>
                  <a:pt x="25302" y="3374"/>
                  <a:pt x="26989" y="3374"/>
                  <a:pt x="26989" y="1687"/>
                </a:cubicBezTo>
                <a:lnTo>
                  <a:pt x="28676" y="1687"/>
                </a:lnTo>
                <a:lnTo>
                  <a:pt x="30363" y="0"/>
                </a:lnTo>
                <a:cubicBezTo>
                  <a:pt x="32050" y="0"/>
                  <a:pt x="33737" y="0"/>
                  <a:pt x="35423" y="0"/>
                </a:cubicBezTo>
                <a:cubicBezTo>
                  <a:pt x="37110" y="0"/>
                  <a:pt x="38797" y="0"/>
                  <a:pt x="38797" y="0"/>
                </a:cubicBezTo>
                <a:cubicBezTo>
                  <a:pt x="40484" y="0"/>
                  <a:pt x="42171" y="1687"/>
                  <a:pt x="42171" y="1687"/>
                </a:cubicBezTo>
                <a:lnTo>
                  <a:pt x="43858" y="1687"/>
                </a:lnTo>
                <a:lnTo>
                  <a:pt x="43858" y="3374"/>
                </a:lnTo>
                <a:lnTo>
                  <a:pt x="32050" y="55665"/>
                </a:lnTo>
                <a:lnTo>
                  <a:pt x="92776" y="55665"/>
                </a:lnTo>
                <a:lnTo>
                  <a:pt x="102897" y="3374"/>
                </a:lnTo>
                <a:lnTo>
                  <a:pt x="104583" y="1687"/>
                </a:lnTo>
                <a:lnTo>
                  <a:pt x="106270" y="1687"/>
                </a:lnTo>
                <a:lnTo>
                  <a:pt x="107957" y="0"/>
                </a:lnTo>
                <a:cubicBezTo>
                  <a:pt x="109644" y="0"/>
                  <a:pt x="111331" y="0"/>
                  <a:pt x="113017" y="0"/>
                </a:cubicBezTo>
                <a:cubicBezTo>
                  <a:pt x="114704" y="0"/>
                  <a:pt x="116391" y="0"/>
                  <a:pt x="116391" y="0"/>
                </a:cubicBezTo>
                <a:cubicBezTo>
                  <a:pt x="118078" y="0"/>
                  <a:pt x="118078" y="1687"/>
                  <a:pt x="119765" y="1687"/>
                </a:cubicBezTo>
                <a:lnTo>
                  <a:pt x="121452" y="1687"/>
                </a:lnTo>
                <a:lnTo>
                  <a:pt x="121452" y="3374"/>
                </a:lnTo>
                <a:lnTo>
                  <a:pt x="96149" y="129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40942-E144-450B-BB30-641BAE3C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785" y="6118494"/>
            <a:ext cx="40484" cy="82655"/>
          </a:xfrm>
          <a:custGeom xmlns:a="http://schemas.openxmlformats.org/drawingml/2006/main">
            <a:pathLst>
              <a:path w="40484" h="82655">
                <a:moveTo>
                  <a:pt x="40484" y="18555"/>
                </a:moveTo>
                <a:lnTo>
                  <a:pt x="40484" y="20242"/>
                </a:lnTo>
                <a:lnTo>
                  <a:pt x="40484" y="21929"/>
                </a:lnTo>
                <a:lnTo>
                  <a:pt x="40484" y="23616"/>
                </a:lnTo>
                <a:lnTo>
                  <a:pt x="38797" y="25302"/>
                </a:lnTo>
                <a:lnTo>
                  <a:pt x="37110" y="25302"/>
                </a:lnTo>
                <a:lnTo>
                  <a:pt x="21929" y="25302"/>
                </a:lnTo>
                <a:lnTo>
                  <a:pt x="15181" y="60726"/>
                </a:lnTo>
                <a:cubicBezTo>
                  <a:pt x="15181" y="60726"/>
                  <a:pt x="15181" y="62413"/>
                  <a:pt x="15181" y="64099"/>
                </a:cubicBezTo>
                <a:lnTo>
                  <a:pt x="15181" y="65786"/>
                </a:lnTo>
                <a:cubicBezTo>
                  <a:pt x="15181" y="69160"/>
                  <a:pt x="15181" y="70847"/>
                  <a:pt x="15181" y="70847"/>
                </a:cubicBezTo>
                <a:cubicBezTo>
                  <a:pt x="16868" y="72534"/>
                  <a:pt x="18555" y="72534"/>
                  <a:pt x="20242" y="72534"/>
                </a:cubicBezTo>
                <a:cubicBezTo>
                  <a:pt x="21929" y="72534"/>
                  <a:pt x="23616" y="72534"/>
                  <a:pt x="23616" y="72534"/>
                </a:cubicBezTo>
                <a:cubicBezTo>
                  <a:pt x="25302" y="72534"/>
                  <a:pt x="25302" y="72534"/>
                  <a:pt x="26989" y="72534"/>
                </a:cubicBezTo>
                <a:cubicBezTo>
                  <a:pt x="26989" y="70847"/>
                  <a:pt x="26989" y="70847"/>
                  <a:pt x="28676" y="70847"/>
                </a:cubicBezTo>
                <a:lnTo>
                  <a:pt x="30363" y="70847"/>
                </a:lnTo>
                <a:lnTo>
                  <a:pt x="30363" y="72534"/>
                </a:lnTo>
                <a:lnTo>
                  <a:pt x="30363" y="74220"/>
                </a:lnTo>
                <a:lnTo>
                  <a:pt x="30363" y="75907"/>
                </a:lnTo>
                <a:cubicBezTo>
                  <a:pt x="30363" y="77594"/>
                  <a:pt x="28676" y="77594"/>
                  <a:pt x="28676" y="79281"/>
                </a:cubicBezTo>
                <a:cubicBezTo>
                  <a:pt x="28676" y="80968"/>
                  <a:pt x="26989" y="80968"/>
                  <a:pt x="26989" y="80968"/>
                </a:cubicBezTo>
                <a:cubicBezTo>
                  <a:pt x="25302" y="80968"/>
                  <a:pt x="25302" y="80968"/>
                  <a:pt x="23616" y="80968"/>
                </a:cubicBezTo>
                <a:cubicBezTo>
                  <a:pt x="23616" y="82655"/>
                  <a:pt x="21929" y="82655"/>
                  <a:pt x="21929" y="82655"/>
                </a:cubicBezTo>
                <a:cubicBezTo>
                  <a:pt x="20242" y="82655"/>
                  <a:pt x="18555" y="82655"/>
                  <a:pt x="18555" y="82655"/>
                </a:cubicBezTo>
                <a:cubicBezTo>
                  <a:pt x="15181" y="82655"/>
                  <a:pt x="13495" y="82655"/>
                  <a:pt x="11808" y="80968"/>
                </a:cubicBezTo>
                <a:cubicBezTo>
                  <a:pt x="10121" y="80968"/>
                  <a:pt x="8434" y="80968"/>
                  <a:pt x="6747" y="79281"/>
                </a:cubicBezTo>
                <a:cubicBezTo>
                  <a:pt x="5060" y="77594"/>
                  <a:pt x="5060" y="75907"/>
                  <a:pt x="3374" y="74220"/>
                </a:cubicBezTo>
                <a:cubicBezTo>
                  <a:pt x="3374" y="72534"/>
                  <a:pt x="3374" y="70847"/>
                  <a:pt x="3374" y="69160"/>
                </a:cubicBezTo>
                <a:cubicBezTo>
                  <a:pt x="3374" y="67473"/>
                  <a:pt x="3374" y="67473"/>
                  <a:pt x="3374" y="65786"/>
                </a:cubicBezTo>
                <a:lnTo>
                  <a:pt x="3374" y="64099"/>
                </a:lnTo>
                <a:lnTo>
                  <a:pt x="3374" y="62413"/>
                </a:lnTo>
                <a:lnTo>
                  <a:pt x="3374" y="60726"/>
                </a:lnTo>
                <a:lnTo>
                  <a:pt x="10121" y="25302"/>
                </a:lnTo>
                <a:lnTo>
                  <a:pt x="1687" y="25302"/>
                </a:lnTo>
                <a:cubicBezTo>
                  <a:pt x="1687" y="25302"/>
                  <a:pt x="0" y="25302"/>
                  <a:pt x="0" y="23616"/>
                </a:cubicBezTo>
                <a:lnTo>
                  <a:pt x="1687" y="21929"/>
                </a:lnTo>
                <a:cubicBezTo>
                  <a:pt x="1687" y="20242"/>
                  <a:pt x="1687" y="20242"/>
                  <a:pt x="1687" y="18555"/>
                </a:cubicBezTo>
                <a:lnTo>
                  <a:pt x="3374" y="16868"/>
                </a:lnTo>
                <a:lnTo>
                  <a:pt x="13495" y="16868"/>
                </a:lnTo>
                <a:lnTo>
                  <a:pt x="15181" y="1687"/>
                </a:lnTo>
                <a:lnTo>
                  <a:pt x="16868" y="1687"/>
                </a:lnTo>
                <a:lnTo>
                  <a:pt x="16868" y="0"/>
                </a:lnTo>
                <a:lnTo>
                  <a:pt x="18555" y="0"/>
                </a:lnTo>
                <a:cubicBezTo>
                  <a:pt x="20242" y="0"/>
                  <a:pt x="20242" y="0"/>
                  <a:pt x="21929" y="0"/>
                </a:cubicBezTo>
                <a:lnTo>
                  <a:pt x="23616" y="0"/>
                </a:lnTo>
                <a:lnTo>
                  <a:pt x="25302" y="0"/>
                </a:lnTo>
                <a:cubicBezTo>
                  <a:pt x="26989" y="0"/>
                  <a:pt x="26989" y="1687"/>
                  <a:pt x="26989" y="1687"/>
                </a:cubicBezTo>
                <a:lnTo>
                  <a:pt x="23616" y="16868"/>
                </a:lnTo>
                <a:lnTo>
                  <a:pt x="38797" y="16868"/>
                </a:lnTo>
                <a:lnTo>
                  <a:pt x="40484" y="16868"/>
                </a:lnTo>
                <a:lnTo>
                  <a:pt x="40484" y="185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8F9900-4503-4041-8D87-8DEDE75C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692" y="6125242"/>
            <a:ext cx="33737" cy="52292"/>
          </a:xfrm>
          <a:custGeom xmlns:a="http://schemas.openxmlformats.org/drawingml/2006/main">
            <a:pathLst>
              <a:path w="33737" h="52292">
                <a:moveTo>
                  <a:pt x="33737" y="8434"/>
                </a:moveTo>
                <a:cubicBezTo>
                  <a:pt x="33737" y="10121"/>
                  <a:pt x="33737" y="11808"/>
                  <a:pt x="33737" y="13495"/>
                </a:cubicBezTo>
                <a:cubicBezTo>
                  <a:pt x="33737" y="16868"/>
                  <a:pt x="33737" y="18555"/>
                  <a:pt x="32050" y="18555"/>
                </a:cubicBezTo>
                <a:cubicBezTo>
                  <a:pt x="32050" y="20242"/>
                  <a:pt x="32050" y="21929"/>
                  <a:pt x="30363" y="23616"/>
                </a:cubicBezTo>
                <a:cubicBezTo>
                  <a:pt x="30363" y="25302"/>
                  <a:pt x="28676" y="26989"/>
                  <a:pt x="28676" y="28676"/>
                </a:cubicBezTo>
                <a:lnTo>
                  <a:pt x="13495" y="48918"/>
                </a:lnTo>
                <a:lnTo>
                  <a:pt x="13495" y="50605"/>
                </a:lnTo>
                <a:cubicBezTo>
                  <a:pt x="11808" y="50605"/>
                  <a:pt x="11808" y="52292"/>
                  <a:pt x="11808" y="52292"/>
                </a:cubicBezTo>
                <a:cubicBezTo>
                  <a:pt x="10121" y="52292"/>
                  <a:pt x="10121" y="52292"/>
                  <a:pt x="8434" y="52292"/>
                </a:cubicBezTo>
                <a:lnTo>
                  <a:pt x="6747" y="52292"/>
                </a:lnTo>
                <a:cubicBezTo>
                  <a:pt x="5060" y="52292"/>
                  <a:pt x="3374" y="52292"/>
                  <a:pt x="3374" y="52292"/>
                </a:cubicBezTo>
                <a:lnTo>
                  <a:pt x="1687" y="52292"/>
                </a:lnTo>
                <a:lnTo>
                  <a:pt x="0" y="50605"/>
                </a:lnTo>
                <a:lnTo>
                  <a:pt x="1687" y="48918"/>
                </a:lnTo>
                <a:lnTo>
                  <a:pt x="15181" y="21929"/>
                </a:lnTo>
                <a:lnTo>
                  <a:pt x="15181" y="8434"/>
                </a:lnTo>
                <a:cubicBezTo>
                  <a:pt x="15181" y="6747"/>
                  <a:pt x="15181" y="5060"/>
                  <a:pt x="15181" y="3374"/>
                </a:cubicBezTo>
                <a:lnTo>
                  <a:pt x="16868" y="1687"/>
                </a:lnTo>
                <a:cubicBezTo>
                  <a:pt x="18555" y="1687"/>
                  <a:pt x="18555" y="0"/>
                  <a:pt x="20242" y="0"/>
                </a:cubicBezTo>
                <a:cubicBezTo>
                  <a:pt x="21929" y="0"/>
                  <a:pt x="21929" y="0"/>
                  <a:pt x="25302" y="0"/>
                </a:cubicBezTo>
                <a:cubicBezTo>
                  <a:pt x="26989" y="0"/>
                  <a:pt x="26989" y="0"/>
                  <a:pt x="28676" y="0"/>
                </a:cubicBezTo>
                <a:cubicBezTo>
                  <a:pt x="30363" y="0"/>
                  <a:pt x="30363" y="1687"/>
                  <a:pt x="32050" y="1687"/>
                </a:cubicBezTo>
                <a:lnTo>
                  <a:pt x="33737" y="3374"/>
                </a:lnTo>
                <a:cubicBezTo>
                  <a:pt x="33737" y="5060"/>
                  <a:pt x="33737" y="6747"/>
                  <a:pt x="33737" y="84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AB269-31AB-4826-8795-B79FE296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709" y="6017285"/>
            <a:ext cx="99523" cy="131573"/>
          </a:xfrm>
          <a:custGeom xmlns:a="http://schemas.openxmlformats.org/drawingml/2006/main">
            <a:pathLst>
              <a:path w="99523" h="131573">
                <a:moveTo>
                  <a:pt x="99523" y="3374"/>
                </a:moveTo>
                <a:lnTo>
                  <a:pt x="99523" y="5060"/>
                </a:lnTo>
                <a:lnTo>
                  <a:pt x="99523" y="6747"/>
                </a:lnTo>
                <a:cubicBezTo>
                  <a:pt x="99523" y="8434"/>
                  <a:pt x="99523" y="8434"/>
                  <a:pt x="97836" y="10121"/>
                </a:cubicBezTo>
                <a:lnTo>
                  <a:pt x="97836" y="11808"/>
                </a:lnTo>
                <a:lnTo>
                  <a:pt x="96149" y="13495"/>
                </a:lnTo>
                <a:lnTo>
                  <a:pt x="94462" y="13495"/>
                </a:lnTo>
                <a:lnTo>
                  <a:pt x="57352" y="13495"/>
                </a:lnTo>
                <a:lnTo>
                  <a:pt x="33737" y="128199"/>
                </a:lnTo>
                <a:lnTo>
                  <a:pt x="33737" y="129886"/>
                </a:lnTo>
                <a:cubicBezTo>
                  <a:pt x="33737" y="129886"/>
                  <a:pt x="32050" y="129886"/>
                  <a:pt x="32050" y="131573"/>
                </a:cubicBezTo>
                <a:cubicBezTo>
                  <a:pt x="30363" y="131573"/>
                  <a:pt x="30363" y="131573"/>
                  <a:pt x="28676" y="131573"/>
                </a:cubicBezTo>
                <a:cubicBezTo>
                  <a:pt x="26989" y="131573"/>
                  <a:pt x="26989" y="131573"/>
                  <a:pt x="25302" y="131573"/>
                </a:cubicBezTo>
                <a:cubicBezTo>
                  <a:pt x="23616" y="131573"/>
                  <a:pt x="21929" y="131573"/>
                  <a:pt x="20242" y="131573"/>
                </a:cubicBezTo>
                <a:lnTo>
                  <a:pt x="18555" y="131573"/>
                </a:lnTo>
                <a:lnTo>
                  <a:pt x="16868" y="129886"/>
                </a:lnTo>
                <a:lnTo>
                  <a:pt x="16868" y="128199"/>
                </a:lnTo>
                <a:lnTo>
                  <a:pt x="38797" y="13495"/>
                </a:lnTo>
                <a:lnTo>
                  <a:pt x="3374" y="13495"/>
                </a:lnTo>
                <a:cubicBezTo>
                  <a:pt x="1687" y="13495"/>
                  <a:pt x="1687" y="13495"/>
                  <a:pt x="0" y="13495"/>
                </a:cubicBezTo>
                <a:cubicBezTo>
                  <a:pt x="0" y="11808"/>
                  <a:pt x="0" y="11808"/>
                  <a:pt x="0" y="10121"/>
                </a:cubicBezTo>
                <a:lnTo>
                  <a:pt x="0" y="8434"/>
                </a:lnTo>
                <a:lnTo>
                  <a:pt x="0" y="6747"/>
                </a:lnTo>
                <a:cubicBezTo>
                  <a:pt x="0" y="5060"/>
                  <a:pt x="1687" y="5060"/>
                  <a:pt x="1687" y="3374"/>
                </a:cubicBezTo>
                <a:lnTo>
                  <a:pt x="1687" y="1687"/>
                </a:lnTo>
                <a:cubicBezTo>
                  <a:pt x="3374" y="1687"/>
                  <a:pt x="3374" y="0"/>
                  <a:pt x="3374" y="0"/>
                </a:cubicBezTo>
                <a:lnTo>
                  <a:pt x="5060" y="0"/>
                </a:lnTo>
                <a:lnTo>
                  <a:pt x="97836" y="0"/>
                </a:lnTo>
                <a:lnTo>
                  <a:pt x="99523" y="0"/>
                </a:lnTo>
                <a:cubicBezTo>
                  <a:pt x="99523" y="1687"/>
                  <a:pt x="99523" y="1687"/>
                  <a:pt x="99523" y="33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126EC-ACB2-42DA-8EC9-7CCB07EB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485" y="6118494"/>
            <a:ext cx="40484" cy="82655"/>
          </a:xfrm>
          <a:custGeom xmlns:a="http://schemas.openxmlformats.org/drawingml/2006/main">
            <a:pathLst>
              <a:path w="40484" h="82655">
                <a:moveTo>
                  <a:pt x="40484" y="18555"/>
                </a:moveTo>
                <a:lnTo>
                  <a:pt x="40484" y="20242"/>
                </a:lnTo>
                <a:lnTo>
                  <a:pt x="40484" y="21929"/>
                </a:lnTo>
                <a:cubicBezTo>
                  <a:pt x="40484" y="21929"/>
                  <a:pt x="40484" y="23616"/>
                  <a:pt x="38797" y="23616"/>
                </a:cubicBezTo>
                <a:lnTo>
                  <a:pt x="38797" y="25302"/>
                </a:lnTo>
                <a:lnTo>
                  <a:pt x="37110" y="25302"/>
                </a:lnTo>
                <a:lnTo>
                  <a:pt x="21929" y="25302"/>
                </a:lnTo>
                <a:lnTo>
                  <a:pt x="13495" y="60726"/>
                </a:lnTo>
                <a:cubicBezTo>
                  <a:pt x="13495" y="60726"/>
                  <a:pt x="13495" y="62413"/>
                  <a:pt x="13495" y="64099"/>
                </a:cubicBezTo>
                <a:lnTo>
                  <a:pt x="13495" y="65786"/>
                </a:lnTo>
                <a:cubicBezTo>
                  <a:pt x="13495" y="69160"/>
                  <a:pt x="13495" y="70847"/>
                  <a:pt x="15181" y="70847"/>
                </a:cubicBezTo>
                <a:cubicBezTo>
                  <a:pt x="16868" y="72534"/>
                  <a:pt x="16868" y="72534"/>
                  <a:pt x="20242" y="72534"/>
                </a:cubicBezTo>
                <a:cubicBezTo>
                  <a:pt x="20242" y="72534"/>
                  <a:pt x="21929" y="72534"/>
                  <a:pt x="23616" y="72534"/>
                </a:cubicBezTo>
                <a:lnTo>
                  <a:pt x="25302" y="72534"/>
                </a:lnTo>
                <a:cubicBezTo>
                  <a:pt x="25302" y="70847"/>
                  <a:pt x="26989" y="70847"/>
                  <a:pt x="26989" y="70847"/>
                </a:cubicBezTo>
                <a:lnTo>
                  <a:pt x="28676" y="70847"/>
                </a:lnTo>
                <a:lnTo>
                  <a:pt x="28676" y="72534"/>
                </a:lnTo>
                <a:lnTo>
                  <a:pt x="28676" y="74220"/>
                </a:lnTo>
                <a:lnTo>
                  <a:pt x="28676" y="75907"/>
                </a:lnTo>
                <a:cubicBezTo>
                  <a:pt x="28676" y="77594"/>
                  <a:pt x="28676" y="77594"/>
                  <a:pt x="28676" y="79281"/>
                </a:cubicBezTo>
                <a:lnTo>
                  <a:pt x="26989" y="79281"/>
                </a:lnTo>
                <a:cubicBezTo>
                  <a:pt x="26989" y="80968"/>
                  <a:pt x="26989" y="80968"/>
                  <a:pt x="25302" y="80968"/>
                </a:cubicBezTo>
                <a:lnTo>
                  <a:pt x="23616" y="80968"/>
                </a:lnTo>
                <a:cubicBezTo>
                  <a:pt x="21929" y="82655"/>
                  <a:pt x="21929" y="82655"/>
                  <a:pt x="20242" y="82655"/>
                </a:cubicBezTo>
                <a:cubicBezTo>
                  <a:pt x="18555" y="82655"/>
                  <a:pt x="18555" y="82655"/>
                  <a:pt x="16868" y="82655"/>
                </a:cubicBezTo>
                <a:cubicBezTo>
                  <a:pt x="15181" y="82655"/>
                  <a:pt x="11808" y="82655"/>
                  <a:pt x="10121" y="80968"/>
                </a:cubicBezTo>
                <a:cubicBezTo>
                  <a:pt x="8434" y="80968"/>
                  <a:pt x="6747" y="80968"/>
                  <a:pt x="5060" y="79281"/>
                </a:cubicBezTo>
                <a:cubicBezTo>
                  <a:pt x="5060" y="77594"/>
                  <a:pt x="3374" y="75907"/>
                  <a:pt x="3374" y="74220"/>
                </a:cubicBezTo>
                <a:cubicBezTo>
                  <a:pt x="1687" y="72534"/>
                  <a:pt x="1687" y="70847"/>
                  <a:pt x="1687" y="69160"/>
                </a:cubicBezTo>
                <a:cubicBezTo>
                  <a:pt x="1687" y="67473"/>
                  <a:pt x="1687" y="67473"/>
                  <a:pt x="1687" y="65786"/>
                </a:cubicBezTo>
                <a:lnTo>
                  <a:pt x="1687" y="64099"/>
                </a:lnTo>
                <a:lnTo>
                  <a:pt x="3374" y="62413"/>
                </a:lnTo>
                <a:lnTo>
                  <a:pt x="3374" y="60726"/>
                </a:lnTo>
                <a:lnTo>
                  <a:pt x="10121" y="25302"/>
                </a:lnTo>
                <a:lnTo>
                  <a:pt x="1687" y="25302"/>
                </a:lnTo>
                <a:lnTo>
                  <a:pt x="0" y="25302"/>
                </a:lnTo>
                <a:lnTo>
                  <a:pt x="0" y="23616"/>
                </a:lnTo>
                <a:lnTo>
                  <a:pt x="0" y="21929"/>
                </a:lnTo>
                <a:cubicBezTo>
                  <a:pt x="0" y="20242"/>
                  <a:pt x="0" y="20242"/>
                  <a:pt x="0" y="18555"/>
                </a:cubicBezTo>
                <a:cubicBezTo>
                  <a:pt x="1687" y="18555"/>
                  <a:pt x="1687" y="18555"/>
                  <a:pt x="1687" y="16868"/>
                </a:cubicBezTo>
                <a:lnTo>
                  <a:pt x="3374" y="16868"/>
                </a:lnTo>
                <a:lnTo>
                  <a:pt x="11808" y="16868"/>
                </a:lnTo>
                <a:lnTo>
                  <a:pt x="15181" y="1687"/>
                </a:lnTo>
                <a:cubicBezTo>
                  <a:pt x="15181" y="1687"/>
                  <a:pt x="15181" y="0"/>
                  <a:pt x="16868" y="0"/>
                </a:cubicBezTo>
                <a:lnTo>
                  <a:pt x="18555" y="0"/>
                </a:lnTo>
                <a:lnTo>
                  <a:pt x="20242" y="0"/>
                </a:lnTo>
                <a:cubicBezTo>
                  <a:pt x="21929" y="0"/>
                  <a:pt x="21929" y="0"/>
                  <a:pt x="23616" y="0"/>
                </a:cubicBezTo>
                <a:lnTo>
                  <a:pt x="25302" y="0"/>
                </a:lnTo>
                <a:lnTo>
                  <a:pt x="25302" y="1687"/>
                </a:lnTo>
                <a:lnTo>
                  <a:pt x="23616" y="16868"/>
                </a:lnTo>
                <a:lnTo>
                  <a:pt x="38797" y="16868"/>
                </a:lnTo>
                <a:lnTo>
                  <a:pt x="40484" y="16868"/>
                </a:lnTo>
                <a:lnTo>
                  <a:pt x="40484" y="185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4522B-43BD-47C5-938C-38FB488B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833" y="6037527"/>
            <a:ext cx="62413" cy="200733"/>
          </a:xfrm>
          <a:custGeom xmlns:a="http://schemas.openxmlformats.org/drawingml/2006/main">
            <a:pathLst>
              <a:path w="62413" h="200733">
                <a:moveTo>
                  <a:pt x="32050" y="0"/>
                </a:moveTo>
                <a:lnTo>
                  <a:pt x="32050" y="0"/>
                </a:lnTo>
                <a:cubicBezTo>
                  <a:pt x="48918" y="0"/>
                  <a:pt x="62413" y="15181"/>
                  <a:pt x="62413" y="32050"/>
                </a:cubicBezTo>
                <a:lnTo>
                  <a:pt x="62413" y="170370"/>
                </a:lnTo>
                <a:cubicBezTo>
                  <a:pt x="62413" y="187238"/>
                  <a:pt x="48918" y="200733"/>
                  <a:pt x="32050" y="200733"/>
                </a:cubicBezTo>
                <a:cubicBezTo>
                  <a:pt x="13495" y="200733"/>
                  <a:pt x="0" y="187238"/>
                  <a:pt x="0" y="170370"/>
                </a:cubicBezTo>
                <a:lnTo>
                  <a:pt x="0" y="32050"/>
                </a:lnTo>
                <a:cubicBezTo>
                  <a:pt x="0" y="15181"/>
                  <a:pt x="13495" y="0"/>
                  <a:pt x="32050" y="0"/>
                </a:cubicBezTo>
                <a:close/>
              </a:path>
            </a:pathLst>
          </a:custGeom>
          <a:solidFill xmlns:a="http://schemas.openxmlformats.org/drawingml/2006/main">
            <a:srgbClr val="00810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7E200-03CC-40E1-83FF-0BB9046B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5146" y="6035840"/>
            <a:ext cx="65786" cy="205793"/>
          </a:xfrm>
          <a:custGeom xmlns:a="http://schemas.openxmlformats.org/drawingml/2006/main">
            <a:pathLst>
              <a:path w="65786" h="205793">
                <a:moveTo>
                  <a:pt x="33737" y="1687"/>
                </a:moveTo>
                <a:lnTo>
                  <a:pt x="33737" y="0"/>
                </a:lnTo>
                <a:cubicBezTo>
                  <a:pt x="52292" y="0"/>
                  <a:pt x="65786" y="15181"/>
                  <a:pt x="65786" y="33737"/>
                </a:cubicBezTo>
                <a:lnTo>
                  <a:pt x="65786" y="172056"/>
                </a:lnTo>
                <a:cubicBezTo>
                  <a:pt x="65786" y="190612"/>
                  <a:pt x="52292" y="205793"/>
                  <a:pt x="33737" y="205793"/>
                </a:cubicBezTo>
                <a:cubicBezTo>
                  <a:pt x="13495" y="205793"/>
                  <a:pt x="0" y="190612"/>
                  <a:pt x="0" y="172056"/>
                </a:cubicBezTo>
                <a:lnTo>
                  <a:pt x="0" y="33737"/>
                </a:lnTo>
                <a:cubicBezTo>
                  <a:pt x="0" y="15181"/>
                  <a:pt x="13495" y="0"/>
                  <a:pt x="33737" y="0"/>
                </a:cubicBezTo>
                <a:lnTo>
                  <a:pt x="33737" y="1687"/>
                </a:lnTo>
                <a:lnTo>
                  <a:pt x="33737" y="5060"/>
                </a:lnTo>
                <a:cubicBezTo>
                  <a:pt x="16868" y="5060"/>
                  <a:pt x="5060" y="18555"/>
                  <a:pt x="5060" y="33737"/>
                </a:cubicBezTo>
                <a:lnTo>
                  <a:pt x="5060" y="172056"/>
                </a:lnTo>
                <a:cubicBezTo>
                  <a:pt x="5060" y="187238"/>
                  <a:pt x="16868" y="200733"/>
                  <a:pt x="33737" y="200733"/>
                </a:cubicBezTo>
                <a:cubicBezTo>
                  <a:pt x="48918" y="200733"/>
                  <a:pt x="60726" y="187238"/>
                  <a:pt x="60726" y="172056"/>
                </a:cubicBezTo>
                <a:lnTo>
                  <a:pt x="60726" y="33737"/>
                </a:lnTo>
                <a:cubicBezTo>
                  <a:pt x="60726" y="18555"/>
                  <a:pt x="48918" y="5060"/>
                  <a:pt x="33737" y="5060"/>
                </a:cubicBezTo>
                <a:lnTo>
                  <a:pt x="33737" y="1687"/>
                </a:lnTo>
                <a:close/>
              </a:path>
            </a:pathLst>
          </a:custGeom>
          <a:solidFill xmlns:a="http://schemas.openxmlformats.org/drawingml/2006/main">
            <a:srgbClr val="3E3E3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3A471-8E98-4BBE-9D19-5D52993B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4548" y="5853663"/>
            <a:ext cx="293508" cy="384597"/>
          </a:xfrm>
          <a:custGeom xmlns:a="http://schemas.openxmlformats.org/drawingml/2006/main">
            <a:pathLst>
              <a:path w="293508" h="384597">
                <a:moveTo>
                  <a:pt x="258085" y="273266"/>
                </a:moveTo>
                <a:lnTo>
                  <a:pt x="249651" y="273266"/>
                </a:lnTo>
                <a:cubicBezTo>
                  <a:pt x="266519" y="273266"/>
                  <a:pt x="278327" y="286761"/>
                  <a:pt x="278327" y="301942"/>
                </a:cubicBezTo>
                <a:cubicBezTo>
                  <a:pt x="278327" y="308690"/>
                  <a:pt x="274953" y="317124"/>
                  <a:pt x="269892" y="322184"/>
                </a:cubicBezTo>
                <a:cubicBezTo>
                  <a:pt x="264832" y="327245"/>
                  <a:pt x="258085" y="328931"/>
                  <a:pt x="249651" y="328931"/>
                </a:cubicBezTo>
                <a:lnTo>
                  <a:pt x="237843" y="328931"/>
                </a:lnTo>
                <a:cubicBezTo>
                  <a:pt x="253024" y="328931"/>
                  <a:pt x="264832" y="342426"/>
                  <a:pt x="264832" y="357608"/>
                </a:cubicBezTo>
                <a:cubicBezTo>
                  <a:pt x="264832" y="364355"/>
                  <a:pt x="261458" y="372789"/>
                  <a:pt x="256398" y="376163"/>
                </a:cubicBezTo>
                <a:cubicBezTo>
                  <a:pt x="251337" y="381223"/>
                  <a:pt x="244590" y="384597"/>
                  <a:pt x="237843" y="384597"/>
                </a:cubicBezTo>
                <a:lnTo>
                  <a:pt x="11808" y="384597"/>
                </a:lnTo>
                <a:cubicBezTo>
                  <a:pt x="5060" y="384597"/>
                  <a:pt x="0" y="379536"/>
                  <a:pt x="0" y="372789"/>
                </a:cubicBezTo>
                <a:lnTo>
                  <a:pt x="0" y="197359"/>
                </a:lnTo>
                <a:cubicBezTo>
                  <a:pt x="0" y="192298"/>
                  <a:pt x="1687" y="188925"/>
                  <a:pt x="5060" y="185551"/>
                </a:cubicBezTo>
                <a:cubicBezTo>
                  <a:pt x="20242" y="163622"/>
                  <a:pt x="38797" y="140007"/>
                  <a:pt x="53978" y="113017"/>
                </a:cubicBezTo>
                <a:cubicBezTo>
                  <a:pt x="72534" y="79281"/>
                  <a:pt x="84341" y="32050"/>
                  <a:pt x="84341" y="32050"/>
                </a:cubicBezTo>
                <a:cubicBezTo>
                  <a:pt x="91089" y="1687"/>
                  <a:pt x="119765" y="0"/>
                  <a:pt x="134946" y="21929"/>
                </a:cubicBezTo>
                <a:cubicBezTo>
                  <a:pt x="141694" y="32050"/>
                  <a:pt x="145067" y="43858"/>
                  <a:pt x="146754" y="55665"/>
                </a:cubicBezTo>
                <a:cubicBezTo>
                  <a:pt x="150128" y="70847"/>
                  <a:pt x="148441" y="86028"/>
                  <a:pt x="145067" y="99523"/>
                </a:cubicBezTo>
                <a:lnTo>
                  <a:pt x="129886" y="163622"/>
                </a:lnTo>
                <a:lnTo>
                  <a:pt x="264832" y="163622"/>
                </a:lnTo>
                <a:cubicBezTo>
                  <a:pt x="280013" y="163622"/>
                  <a:pt x="293508" y="175430"/>
                  <a:pt x="293508" y="190612"/>
                </a:cubicBezTo>
                <a:cubicBezTo>
                  <a:pt x="293508" y="197359"/>
                  <a:pt x="290134" y="205793"/>
                  <a:pt x="285074" y="210853"/>
                </a:cubicBezTo>
                <a:cubicBezTo>
                  <a:pt x="280013" y="215914"/>
                  <a:pt x="273266" y="217601"/>
                  <a:pt x="266519" y="217601"/>
                </a:cubicBezTo>
                <a:lnTo>
                  <a:pt x="258085" y="217601"/>
                </a:lnTo>
                <a:cubicBezTo>
                  <a:pt x="273266" y="217601"/>
                  <a:pt x="285074" y="231095"/>
                  <a:pt x="285074" y="246277"/>
                </a:cubicBezTo>
                <a:cubicBezTo>
                  <a:pt x="285074" y="254711"/>
                  <a:pt x="283387" y="261458"/>
                  <a:pt x="278327" y="266519"/>
                </a:cubicBezTo>
                <a:cubicBezTo>
                  <a:pt x="273266" y="271579"/>
                  <a:pt x="266519" y="273266"/>
                  <a:pt x="258085" y="273266"/>
                </a:cubicBezTo>
                <a:close/>
              </a:path>
            </a:pathLst>
          </a:custGeom>
          <a:solidFill xmlns:a="http://schemas.openxmlformats.org/drawingml/2006/main">
            <a:srgbClr val="00810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4B1DFF-F4DD-4A7A-88F6-7D9A9204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861" y="5858723"/>
            <a:ext cx="296882" cy="382910"/>
          </a:xfrm>
          <a:custGeom xmlns:a="http://schemas.openxmlformats.org/drawingml/2006/main">
            <a:pathLst>
              <a:path w="296882" h="382910">
                <a:moveTo>
                  <a:pt x="275328" y="214852"/>
                </a:moveTo>
                <a:lnTo>
                  <a:pt x="276241" y="214580"/>
                </a:lnTo>
                <a:lnTo>
                  <a:pt x="277152" y="214279"/>
                </a:lnTo>
                <a:lnTo>
                  <a:pt x="278059" y="213950"/>
                </a:lnTo>
                <a:lnTo>
                  <a:pt x="278959" y="213595"/>
                </a:lnTo>
                <a:lnTo>
                  <a:pt x="279851" y="213213"/>
                </a:lnTo>
                <a:lnTo>
                  <a:pt x="280731" y="212805"/>
                </a:lnTo>
                <a:lnTo>
                  <a:pt x="281598" y="212372"/>
                </a:lnTo>
                <a:lnTo>
                  <a:pt x="282450" y="211916"/>
                </a:lnTo>
                <a:lnTo>
                  <a:pt x="283284" y="211435"/>
                </a:lnTo>
                <a:lnTo>
                  <a:pt x="284099" y="210933"/>
                </a:lnTo>
                <a:lnTo>
                  <a:pt x="284891" y="210408"/>
                </a:lnTo>
                <a:lnTo>
                  <a:pt x="285660" y="209862"/>
                </a:lnTo>
                <a:lnTo>
                  <a:pt x="286402" y="209295"/>
                </a:lnTo>
                <a:lnTo>
                  <a:pt x="287115" y="208709"/>
                </a:lnTo>
                <a:lnTo>
                  <a:pt x="287798" y="208103"/>
                </a:lnTo>
                <a:lnTo>
                  <a:pt x="288448" y="207480"/>
                </a:lnTo>
                <a:lnTo>
                  <a:pt x="289071" y="206636"/>
                </a:lnTo>
                <a:lnTo>
                  <a:pt x="289677" y="205792"/>
                </a:lnTo>
                <a:lnTo>
                  <a:pt x="290263" y="204946"/>
                </a:lnTo>
                <a:lnTo>
                  <a:pt x="290829" y="204098"/>
                </a:lnTo>
                <a:lnTo>
                  <a:pt x="291375" y="203248"/>
                </a:lnTo>
                <a:lnTo>
                  <a:pt x="291900" y="202393"/>
                </a:lnTo>
                <a:lnTo>
                  <a:pt x="292403" y="201534"/>
                </a:lnTo>
                <a:lnTo>
                  <a:pt x="292883" y="200670"/>
                </a:lnTo>
                <a:lnTo>
                  <a:pt x="293340" y="199800"/>
                </a:lnTo>
                <a:lnTo>
                  <a:pt x="293773" y="198924"/>
                </a:lnTo>
                <a:lnTo>
                  <a:pt x="294180" y="198040"/>
                </a:lnTo>
                <a:lnTo>
                  <a:pt x="294562" y="197148"/>
                </a:lnTo>
                <a:lnTo>
                  <a:pt x="294918" y="196247"/>
                </a:lnTo>
                <a:lnTo>
                  <a:pt x="295247" y="195337"/>
                </a:lnTo>
                <a:lnTo>
                  <a:pt x="295547" y="194417"/>
                </a:lnTo>
                <a:lnTo>
                  <a:pt x="295820" y="193485"/>
                </a:lnTo>
                <a:lnTo>
                  <a:pt x="296063" y="192542"/>
                </a:lnTo>
                <a:lnTo>
                  <a:pt x="296276" y="191587"/>
                </a:lnTo>
                <a:lnTo>
                  <a:pt x="296458" y="190618"/>
                </a:lnTo>
                <a:lnTo>
                  <a:pt x="296608" y="189635"/>
                </a:lnTo>
                <a:lnTo>
                  <a:pt x="296727" y="188638"/>
                </a:lnTo>
                <a:lnTo>
                  <a:pt x="296812" y="187625"/>
                </a:lnTo>
                <a:lnTo>
                  <a:pt x="296864" y="186597"/>
                </a:lnTo>
                <a:lnTo>
                  <a:pt x="296882" y="185551"/>
                </a:lnTo>
                <a:lnTo>
                  <a:pt x="296812" y="183461"/>
                </a:lnTo>
                <a:lnTo>
                  <a:pt x="296606" y="181410"/>
                </a:lnTo>
                <a:lnTo>
                  <a:pt x="296269" y="179403"/>
                </a:lnTo>
                <a:lnTo>
                  <a:pt x="295804" y="177445"/>
                </a:lnTo>
                <a:lnTo>
                  <a:pt x="295216" y="175539"/>
                </a:lnTo>
                <a:lnTo>
                  <a:pt x="294510" y="173691"/>
                </a:lnTo>
                <a:lnTo>
                  <a:pt x="293689" y="171903"/>
                </a:lnTo>
                <a:lnTo>
                  <a:pt x="292758" y="170182"/>
                </a:lnTo>
                <a:lnTo>
                  <a:pt x="291722" y="168531"/>
                </a:lnTo>
                <a:lnTo>
                  <a:pt x="290585" y="166955"/>
                </a:lnTo>
                <a:lnTo>
                  <a:pt x="289352" y="165458"/>
                </a:lnTo>
                <a:lnTo>
                  <a:pt x="288026" y="164044"/>
                </a:lnTo>
                <a:lnTo>
                  <a:pt x="286612" y="162718"/>
                </a:lnTo>
                <a:lnTo>
                  <a:pt x="285115" y="161484"/>
                </a:lnTo>
                <a:lnTo>
                  <a:pt x="283539" y="160347"/>
                </a:lnTo>
                <a:lnTo>
                  <a:pt x="281888" y="159312"/>
                </a:lnTo>
                <a:lnTo>
                  <a:pt x="280166" y="158381"/>
                </a:lnTo>
                <a:lnTo>
                  <a:pt x="278379" y="157560"/>
                </a:lnTo>
                <a:lnTo>
                  <a:pt x="276531" y="156854"/>
                </a:lnTo>
                <a:lnTo>
                  <a:pt x="274625" y="156266"/>
                </a:lnTo>
                <a:lnTo>
                  <a:pt x="272667" y="155801"/>
                </a:lnTo>
                <a:lnTo>
                  <a:pt x="270660" y="155463"/>
                </a:lnTo>
                <a:lnTo>
                  <a:pt x="268609" y="155258"/>
                </a:lnTo>
                <a:lnTo>
                  <a:pt x="266519" y="155188"/>
                </a:lnTo>
                <a:lnTo>
                  <a:pt x="134946" y="155188"/>
                </a:lnTo>
                <a:lnTo>
                  <a:pt x="150128" y="96149"/>
                </a:lnTo>
                <a:lnTo>
                  <a:pt x="150338" y="94893"/>
                </a:lnTo>
                <a:lnTo>
                  <a:pt x="150548" y="93653"/>
                </a:lnTo>
                <a:lnTo>
                  <a:pt x="150757" y="92430"/>
                </a:lnTo>
                <a:lnTo>
                  <a:pt x="150963" y="91221"/>
                </a:lnTo>
                <a:lnTo>
                  <a:pt x="151167" y="90028"/>
                </a:lnTo>
                <a:lnTo>
                  <a:pt x="151366" y="88848"/>
                </a:lnTo>
                <a:lnTo>
                  <a:pt x="151562" y="87682"/>
                </a:lnTo>
                <a:lnTo>
                  <a:pt x="151752" y="86528"/>
                </a:lnTo>
                <a:lnTo>
                  <a:pt x="151936" y="85386"/>
                </a:lnTo>
                <a:lnTo>
                  <a:pt x="152114" y="84255"/>
                </a:lnTo>
                <a:lnTo>
                  <a:pt x="152285" y="83134"/>
                </a:lnTo>
                <a:lnTo>
                  <a:pt x="152447" y="82022"/>
                </a:lnTo>
                <a:lnTo>
                  <a:pt x="152601" y="80919"/>
                </a:lnTo>
                <a:lnTo>
                  <a:pt x="152745" y="79825"/>
                </a:lnTo>
                <a:lnTo>
                  <a:pt x="152879" y="78737"/>
                </a:lnTo>
                <a:lnTo>
                  <a:pt x="153002" y="77657"/>
                </a:lnTo>
                <a:lnTo>
                  <a:pt x="153113" y="76582"/>
                </a:lnTo>
                <a:lnTo>
                  <a:pt x="153211" y="75512"/>
                </a:lnTo>
                <a:lnTo>
                  <a:pt x="153297" y="74447"/>
                </a:lnTo>
                <a:lnTo>
                  <a:pt x="153369" y="73385"/>
                </a:lnTo>
                <a:lnTo>
                  <a:pt x="153426" y="72326"/>
                </a:lnTo>
                <a:lnTo>
                  <a:pt x="153467" y="71269"/>
                </a:lnTo>
                <a:lnTo>
                  <a:pt x="153493" y="70214"/>
                </a:lnTo>
                <a:lnTo>
                  <a:pt x="153501" y="69160"/>
                </a:lnTo>
                <a:lnTo>
                  <a:pt x="153493" y="68317"/>
                </a:lnTo>
                <a:lnTo>
                  <a:pt x="153468" y="67474"/>
                </a:lnTo>
                <a:lnTo>
                  <a:pt x="153429" y="66633"/>
                </a:lnTo>
                <a:lnTo>
                  <a:pt x="153376" y="65794"/>
                </a:lnTo>
                <a:lnTo>
                  <a:pt x="153312" y="64958"/>
                </a:lnTo>
                <a:lnTo>
                  <a:pt x="153238" y="64126"/>
                </a:lnTo>
                <a:lnTo>
                  <a:pt x="153155" y="63298"/>
                </a:lnTo>
                <a:lnTo>
                  <a:pt x="153064" y="62475"/>
                </a:lnTo>
                <a:lnTo>
                  <a:pt x="152968" y="61658"/>
                </a:lnTo>
                <a:lnTo>
                  <a:pt x="152867" y="60848"/>
                </a:lnTo>
                <a:lnTo>
                  <a:pt x="152763" y="60045"/>
                </a:lnTo>
                <a:lnTo>
                  <a:pt x="152658" y="59250"/>
                </a:lnTo>
                <a:lnTo>
                  <a:pt x="152553" y="58464"/>
                </a:lnTo>
                <a:lnTo>
                  <a:pt x="152449" y="57687"/>
                </a:lnTo>
                <a:lnTo>
                  <a:pt x="152348" y="56921"/>
                </a:lnTo>
                <a:lnTo>
                  <a:pt x="152252" y="56165"/>
                </a:lnTo>
                <a:lnTo>
                  <a:pt x="152161" y="55421"/>
                </a:lnTo>
                <a:lnTo>
                  <a:pt x="152078" y="54690"/>
                </a:lnTo>
                <a:lnTo>
                  <a:pt x="152004" y="53972"/>
                </a:lnTo>
                <a:lnTo>
                  <a:pt x="151939" y="53268"/>
                </a:lnTo>
                <a:lnTo>
                  <a:pt x="151887" y="52578"/>
                </a:lnTo>
                <a:lnTo>
                  <a:pt x="151848" y="51904"/>
                </a:lnTo>
                <a:lnTo>
                  <a:pt x="151823" y="51246"/>
                </a:lnTo>
                <a:lnTo>
                  <a:pt x="151815" y="50605"/>
                </a:lnTo>
                <a:lnTo>
                  <a:pt x="151586" y="49129"/>
                </a:lnTo>
                <a:lnTo>
                  <a:pt x="151324" y="47654"/>
                </a:lnTo>
                <a:lnTo>
                  <a:pt x="151027" y="46180"/>
                </a:lnTo>
                <a:lnTo>
                  <a:pt x="150698" y="44709"/>
                </a:lnTo>
                <a:lnTo>
                  <a:pt x="150336" y="43240"/>
                </a:lnTo>
                <a:lnTo>
                  <a:pt x="149943" y="41775"/>
                </a:lnTo>
                <a:lnTo>
                  <a:pt x="149519" y="40315"/>
                </a:lnTo>
                <a:lnTo>
                  <a:pt x="149066" y="38860"/>
                </a:lnTo>
                <a:lnTo>
                  <a:pt x="148583" y="37410"/>
                </a:lnTo>
                <a:lnTo>
                  <a:pt x="148071" y="35967"/>
                </a:lnTo>
                <a:lnTo>
                  <a:pt x="147531" y="34532"/>
                </a:lnTo>
                <a:lnTo>
                  <a:pt x="146965" y="33104"/>
                </a:lnTo>
                <a:lnTo>
                  <a:pt x="146372" y="31685"/>
                </a:lnTo>
                <a:lnTo>
                  <a:pt x="145753" y="30276"/>
                </a:lnTo>
                <a:lnTo>
                  <a:pt x="145110" y="28877"/>
                </a:lnTo>
                <a:lnTo>
                  <a:pt x="144442" y="27489"/>
                </a:lnTo>
                <a:lnTo>
                  <a:pt x="143751" y="26113"/>
                </a:lnTo>
                <a:lnTo>
                  <a:pt x="143038" y="24749"/>
                </a:lnTo>
                <a:lnTo>
                  <a:pt x="142302" y="23398"/>
                </a:lnTo>
                <a:lnTo>
                  <a:pt x="141545" y="22062"/>
                </a:lnTo>
                <a:lnTo>
                  <a:pt x="140768" y="20739"/>
                </a:lnTo>
                <a:lnTo>
                  <a:pt x="139971" y="19433"/>
                </a:lnTo>
                <a:lnTo>
                  <a:pt x="139154" y="18142"/>
                </a:lnTo>
                <a:lnTo>
                  <a:pt x="138320" y="16868"/>
                </a:lnTo>
                <a:lnTo>
                  <a:pt x="137459" y="15427"/>
                </a:lnTo>
                <a:lnTo>
                  <a:pt x="136565" y="14056"/>
                </a:lnTo>
                <a:lnTo>
                  <a:pt x="135638" y="12753"/>
                </a:lnTo>
                <a:lnTo>
                  <a:pt x="134681" y="11519"/>
                </a:lnTo>
                <a:lnTo>
                  <a:pt x="133694" y="10352"/>
                </a:lnTo>
                <a:lnTo>
                  <a:pt x="132680" y="9251"/>
                </a:lnTo>
                <a:lnTo>
                  <a:pt x="131639" y="8217"/>
                </a:lnTo>
                <a:lnTo>
                  <a:pt x="130573" y="7247"/>
                </a:lnTo>
                <a:lnTo>
                  <a:pt x="129484" y="6342"/>
                </a:lnTo>
                <a:lnTo>
                  <a:pt x="128373" y="5501"/>
                </a:lnTo>
                <a:lnTo>
                  <a:pt x="127241" y="4722"/>
                </a:lnTo>
                <a:lnTo>
                  <a:pt x="126090" y="4006"/>
                </a:lnTo>
                <a:lnTo>
                  <a:pt x="124922" y="3352"/>
                </a:lnTo>
                <a:lnTo>
                  <a:pt x="123738" y="2758"/>
                </a:lnTo>
                <a:lnTo>
                  <a:pt x="122539" y="2224"/>
                </a:lnTo>
                <a:lnTo>
                  <a:pt x="121327" y="1749"/>
                </a:lnTo>
                <a:lnTo>
                  <a:pt x="120103" y="1333"/>
                </a:lnTo>
                <a:lnTo>
                  <a:pt x="118869" y="975"/>
                </a:lnTo>
                <a:lnTo>
                  <a:pt x="117626" y="674"/>
                </a:lnTo>
                <a:lnTo>
                  <a:pt x="116376" y="430"/>
                </a:lnTo>
                <a:lnTo>
                  <a:pt x="115119" y="241"/>
                </a:lnTo>
                <a:lnTo>
                  <a:pt x="113859" y="106"/>
                </a:lnTo>
                <a:lnTo>
                  <a:pt x="112596" y="26"/>
                </a:lnTo>
                <a:lnTo>
                  <a:pt x="111331" y="0"/>
                </a:lnTo>
                <a:lnTo>
                  <a:pt x="109662" y="44"/>
                </a:lnTo>
                <a:lnTo>
                  <a:pt x="108028" y="176"/>
                </a:lnTo>
                <a:lnTo>
                  <a:pt x="106432" y="395"/>
                </a:lnTo>
                <a:lnTo>
                  <a:pt x="104872" y="703"/>
                </a:lnTo>
                <a:lnTo>
                  <a:pt x="103351" y="1098"/>
                </a:lnTo>
                <a:lnTo>
                  <a:pt x="101869" y="1581"/>
                </a:lnTo>
                <a:lnTo>
                  <a:pt x="100426" y="2152"/>
                </a:lnTo>
                <a:lnTo>
                  <a:pt x="99023" y="2811"/>
                </a:lnTo>
                <a:lnTo>
                  <a:pt x="97661" y="3558"/>
                </a:lnTo>
                <a:lnTo>
                  <a:pt x="96342" y="4393"/>
                </a:lnTo>
                <a:lnTo>
                  <a:pt x="95064" y="5315"/>
                </a:lnTo>
                <a:lnTo>
                  <a:pt x="93830" y="6326"/>
                </a:lnTo>
                <a:lnTo>
                  <a:pt x="92639" y="7424"/>
                </a:lnTo>
                <a:lnTo>
                  <a:pt x="91494" y="8610"/>
                </a:lnTo>
                <a:lnTo>
                  <a:pt x="90394" y="9884"/>
                </a:lnTo>
                <a:lnTo>
                  <a:pt x="89339" y="11246"/>
                </a:lnTo>
                <a:lnTo>
                  <a:pt x="88332" y="12695"/>
                </a:lnTo>
                <a:lnTo>
                  <a:pt x="87372" y="14233"/>
                </a:lnTo>
                <a:lnTo>
                  <a:pt x="86461" y="15858"/>
                </a:lnTo>
                <a:lnTo>
                  <a:pt x="85599" y="17571"/>
                </a:lnTo>
                <a:lnTo>
                  <a:pt x="84786" y="19372"/>
                </a:lnTo>
                <a:lnTo>
                  <a:pt x="84024" y="21261"/>
                </a:lnTo>
                <a:lnTo>
                  <a:pt x="83313" y="23238"/>
                </a:lnTo>
                <a:lnTo>
                  <a:pt x="82655" y="25302"/>
                </a:lnTo>
                <a:lnTo>
                  <a:pt x="82602" y="25544"/>
                </a:lnTo>
                <a:lnTo>
                  <a:pt x="82445" y="26251"/>
                </a:lnTo>
                <a:lnTo>
                  <a:pt x="82183" y="27398"/>
                </a:lnTo>
                <a:lnTo>
                  <a:pt x="81819" y="28957"/>
                </a:lnTo>
                <a:lnTo>
                  <a:pt x="81352" y="30903"/>
                </a:lnTo>
                <a:lnTo>
                  <a:pt x="80783" y="33209"/>
                </a:lnTo>
                <a:lnTo>
                  <a:pt x="80113" y="35849"/>
                </a:lnTo>
                <a:lnTo>
                  <a:pt x="79343" y="38797"/>
                </a:lnTo>
                <a:lnTo>
                  <a:pt x="78474" y="42026"/>
                </a:lnTo>
                <a:lnTo>
                  <a:pt x="77505" y="45509"/>
                </a:lnTo>
                <a:lnTo>
                  <a:pt x="76439" y="49221"/>
                </a:lnTo>
                <a:lnTo>
                  <a:pt x="75275" y="53135"/>
                </a:lnTo>
                <a:lnTo>
                  <a:pt x="74014" y="57225"/>
                </a:lnTo>
                <a:lnTo>
                  <a:pt x="72658" y="61464"/>
                </a:lnTo>
                <a:lnTo>
                  <a:pt x="71206" y="65826"/>
                </a:lnTo>
                <a:lnTo>
                  <a:pt x="69660" y="70284"/>
                </a:lnTo>
                <a:lnTo>
                  <a:pt x="68020" y="74813"/>
                </a:lnTo>
                <a:lnTo>
                  <a:pt x="66287" y="79386"/>
                </a:lnTo>
                <a:lnTo>
                  <a:pt x="64462" y="83977"/>
                </a:lnTo>
                <a:lnTo>
                  <a:pt x="62545" y="88558"/>
                </a:lnTo>
                <a:lnTo>
                  <a:pt x="60538" y="93105"/>
                </a:lnTo>
                <a:lnTo>
                  <a:pt x="58441" y="97590"/>
                </a:lnTo>
                <a:lnTo>
                  <a:pt x="56254" y="101987"/>
                </a:lnTo>
                <a:lnTo>
                  <a:pt x="53978" y="106270"/>
                </a:lnTo>
                <a:lnTo>
                  <a:pt x="52064" y="109626"/>
                </a:lnTo>
                <a:lnTo>
                  <a:pt x="50116" y="112948"/>
                </a:lnTo>
                <a:lnTo>
                  <a:pt x="48137" y="116236"/>
                </a:lnTo>
                <a:lnTo>
                  <a:pt x="46130" y="119491"/>
                </a:lnTo>
                <a:lnTo>
                  <a:pt x="44097" y="122714"/>
                </a:lnTo>
                <a:lnTo>
                  <a:pt x="42039" y="125906"/>
                </a:lnTo>
                <a:lnTo>
                  <a:pt x="39959" y="129067"/>
                </a:lnTo>
                <a:lnTo>
                  <a:pt x="37860" y="132197"/>
                </a:lnTo>
                <a:lnTo>
                  <a:pt x="35743" y="135299"/>
                </a:lnTo>
                <a:lnTo>
                  <a:pt x="33611" y="138372"/>
                </a:lnTo>
                <a:lnTo>
                  <a:pt x="31465" y="141417"/>
                </a:lnTo>
                <a:lnTo>
                  <a:pt x="29309" y="144435"/>
                </a:lnTo>
                <a:lnTo>
                  <a:pt x="27143" y="147426"/>
                </a:lnTo>
                <a:lnTo>
                  <a:pt x="24971" y="150392"/>
                </a:lnTo>
                <a:lnTo>
                  <a:pt x="22795" y="153333"/>
                </a:lnTo>
                <a:lnTo>
                  <a:pt x="20617" y="156250"/>
                </a:lnTo>
                <a:lnTo>
                  <a:pt x="18438" y="159144"/>
                </a:lnTo>
                <a:lnTo>
                  <a:pt x="16262" y="162015"/>
                </a:lnTo>
                <a:lnTo>
                  <a:pt x="14090" y="164863"/>
                </a:lnTo>
                <a:lnTo>
                  <a:pt x="11925" y="167691"/>
                </a:lnTo>
                <a:lnTo>
                  <a:pt x="9768" y="170498"/>
                </a:lnTo>
                <a:lnTo>
                  <a:pt x="7623" y="173285"/>
                </a:lnTo>
                <a:lnTo>
                  <a:pt x="5491" y="176054"/>
                </a:lnTo>
                <a:lnTo>
                  <a:pt x="3374" y="178804"/>
                </a:lnTo>
                <a:lnTo>
                  <a:pt x="3163" y="179234"/>
                </a:lnTo>
                <a:lnTo>
                  <a:pt x="2953" y="179681"/>
                </a:lnTo>
                <a:lnTo>
                  <a:pt x="2744" y="180145"/>
                </a:lnTo>
                <a:lnTo>
                  <a:pt x="2538" y="180623"/>
                </a:lnTo>
                <a:lnTo>
                  <a:pt x="2335" y="181117"/>
                </a:lnTo>
                <a:lnTo>
                  <a:pt x="2135" y="181624"/>
                </a:lnTo>
                <a:lnTo>
                  <a:pt x="1940" y="182144"/>
                </a:lnTo>
                <a:lnTo>
                  <a:pt x="1749" y="182677"/>
                </a:lnTo>
                <a:lnTo>
                  <a:pt x="1565" y="183222"/>
                </a:lnTo>
                <a:lnTo>
                  <a:pt x="1387" y="183777"/>
                </a:lnTo>
                <a:lnTo>
                  <a:pt x="1217" y="184343"/>
                </a:lnTo>
                <a:lnTo>
                  <a:pt x="1054" y="184919"/>
                </a:lnTo>
                <a:lnTo>
                  <a:pt x="901" y="185503"/>
                </a:lnTo>
                <a:lnTo>
                  <a:pt x="757" y="186095"/>
                </a:lnTo>
                <a:lnTo>
                  <a:pt x="623" y="186694"/>
                </a:lnTo>
                <a:lnTo>
                  <a:pt x="500" y="187300"/>
                </a:lnTo>
                <a:lnTo>
                  <a:pt x="389" y="187912"/>
                </a:lnTo>
                <a:lnTo>
                  <a:pt x="290" y="188529"/>
                </a:lnTo>
                <a:lnTo>
                  <a:pt x="204" y="189151"/>
                </a:lnTo>
                <a:lnTo>
                  <a:pt x="133" y="189776"/>
                </a:lnTo>
                <a:lnTo>
                  <a:pt x="76" y="190404"/>
                </a:lnTo>
                <a:lnTo>
                  <a:pt x="34" y="191034"/>
                </a:lnTo>
                <a:lnTo>
                  <a:pt x="9" y="191666"/>
                </a:lnTo>
                <a:lnTo>
                  <a:pt x="0" y="192298"/>
                </a:lnTo>
                <a:lnTo>
                  <a:pt x="0" y="367728"/>
                </a:lnTo>
                <a:lnTo>
                  <a:pt x="35" y="368774"/>
                </a:lnTo>
                <a:lnTo>
                  <a:pt x="137" y="369799"/>
                </a:lnTo>
                <a:lnTo>
                  <a:pt x="303" y="370802"/>
                </a:lnTo>
                <a:lnTo>
                  <a:pt x="531" y="371782"/>
                </a:lnTo>
                <a:lnTo>
                  <a:pt x="818" y="372734"/>
                </a:lnTo>
                <a:lnTo>
                  <a:pt x="1160" y="373659"/>
                </a:lnTo>
                <a:lnTo>
                  <a:pt x="1555" y="374552"/>
                </a:lnTo>
                <a:lnTo>
                  <a:pt x="1999" y="375413"/>
                </a:lnTo>
                <a:lnTo>
                  <a:pt x="2491" y="376238"/>
                </a:lnTo>
                <a:lnTo>
                  <a:pt x="3026" y="377027"/>
                </a:lnTo>
                <a:lnTo>
                  <a:pt x="3603" y="377775"/>
                </a:lnTo>
                <a:lnTo>
                  <a:pt x="4217" y="378482"/>
                </a:lnTo>
                <a:lnTo>
                  <a:pt x="4867" y="379145"/>
                </a:lnTo>
                <a:lnTo>
                  <a:pt x="5549" y="379762"/>
                </a:lnTo>
                <a:lnTo>
                  <a:pt x="6260" y="380330"/>
                </a:lnTo>
                <a:lnTo>
                  <a:pt x="6997" y="380848"/>
                </a:lnTo>
                <a:lnTo>
                  <a:pt x="7758" y="381314"/>
                </a:lnTo>
                <a:lnTo>
                  <a:pt x="8540" y="381724"/>
                </a:lnTo>
                <a:lnTo>
                  <a:pt x="9339" y="382077"/>
                </a:lnTo>
                <a:lnTo>
                  <a:pt x="10152" y="382371"/>
                </a:lnTo>
                <a:lnTo>
                  <a:pt x="10978" y="382604"/>
                </a:lnTo>
                <a:lnTo>
                  <a:pt x="11812" y="382772"/>
                </a:lnTo>
                <a:lnTo>
                  <a:pt x="12652" y="382875"/>
                </a:lnTo>
                <a:lnTo>
                  <a:pt x="13495" y="382910"/>
                </a:lnTo>
                <a:lnTo>
                  <a:pt x="239530" y="382910"/>
                </a:lnTo>
                <a:lnTo>
                  <a:pt x="240575" y="382893"/>
                </a:lnTo>
                <a:lnTo>
                  <a:pt x="241603" y="382841"/>
                </a:lnTo>
                <a:lnTo>
                  <a:pt x="242613" y="382755"/>
                </a:lnTo>
                <a:lnTo>
                  <a:pt x="243606" y="382637"/>
                </a:lnTo>
                <a:lnTo>
                  <a:pt x="244581" y="382486"/>
                </a:lnTo>
                <a:lnTo>
                  <a:pt x="245539" y="382304"/>
                </a:lnTo>
                <a:lnTo>
                  <a:pt x="246479" y="382091"/>
                </a:lnTo>
                <a:lnTo>
                  <a:pt x="247401" y="381848"/>
                </a:lnTo>
                <a:lnTo>
                  <a:pt x="248306" y="381576"/>
                </a:lnTo>
                <a:lnTo>
                  <a:pt x="249194" y="381275"/>
                </a:lnTo>
                <a:lnTo>
                  <a:pt x="250063" y="380946"/>
                </a:lnTo>
                <a:lnTo>
                  <a:pt x="250916" y="380591"/>
                </a:lnTo>
                <a:lnTo>
                  <a:pt x="251750" y="380209"/>
                </a:lnTo>
                <a:lnTo>
                  <a:pt x="252567" y="379801"/>
                </a:lnTo>
                <a:lnTo>
                  <a:pt x="253367" y="379368"/>
                </a:lnTo>
                <a:lnTo>
                  <a:pt x="254149" y="378912"/>
                </a:lnTo>
                <a:lnTo>
                  <a:pt x="254913" y="378431"/>
                </a:lnTo>
                <a:lnTo>
                  <a:pt x="255660" y="377929"/>
                </a:lnTo>
                <a:lnTo>
                  <a:pt x="256389" y="377404"/>
                </a:lnTo>
                <a:lnTo>
                  <a:pt x="257101" y="376858"/>
                </a:lnTo>
                <a:lnTo>
                  <a:pt x="257795" y="376291"/>
                </a:lnTo>
                <a:lnTo>
                  <a:pt x="258471" y="375705"/>
                </a:lnTo>
                <a:lnTo>
                  <a:pt x="259130" y="375099"/>
                </a:lnTo>
                <a:lnTo>
                  <a:pt x="259772" y="374476"/>
                </a:lnTo>
                <a:lnTo>
                  <a:pt x="260597" y="373632"/>
                </a:lnTo>
                <a:lnTo>
                  <a:pt x="261388" y="372788"/>
                </a:lnTo>
                <a:lnTo>
                  <a:pt x="262144" y="371942"/>
                </a:lnTo>
                <a:lnTo>
                  <a:pt x="262864" y="371094"/>
                </a:lnTo>
                <a:lnTo>
                  <a:pt x="263549" y="370243"/>
                </a:lnTo>
                <a:lnTo>
                  <a:pt x="264199" y="369389"/>
                </a:lnTo>
                <a:lnTo>
                  <a:pt x="264814" y="368530"/>
                </a:lnTo>
                <a:lnTo>
                  <a:pt x="265394" y="367666"/>
                </a:lnTo>
                <a:lnTo>
                  <a:pt x="265939" y="366796"/>
                </a:lnTo>
                <a:lnTo>
                  <a:pt x="266449" y="365920"/>
                </a:lnTo>
                <a:lnTo>
                  <a:pt x="266923" y="365036"/>
                </a:lnTo>
                <a:lnTo>
                  <a:pt x="267362" y="364144"/>
                </a:lnTo>
                <a:lnTo>
                  <a:pt x="267766" y="363243"/>
                </a:lnTo>
                <a:lnTo>
                  <a:pt x="268135" y="362333"/>
                </a:lnTo>
                <a:lnTo>
                  <a:pt x="268469" y="361413"/>
                </a:lnTo>
                <a:lnTo>
                  <a:pt x="268768" y="360481"/>
                </a:lnTo>
                <a:lnTo>
                  <a:pt x="269031" y="359538"/>
                </a:lnTo>
                <a:lnTo>
                  <a:pt x="269260" y="358583"/>
                </a:lnTo>
                <a:lnTo>
                  <a:pt x="269453" y="357614"/>
                </a:lnTo>
                <a:lnTo>
                  <a:pt x="269611" y="356631"/>
                </a:lnTo>
                <a:lnTo>
                  <a:pt x="269734" y="355634"/>
                </a:lnTo>
                <a:lnTo>
                  <a:pt x="269822" y="354621"/>
                </a:lnTo>
                <a:lnTo>
                  <a:pt x="269875" y="353593"/>
                </a:lnTo>
                <a:lnTo>
                  <a:pt x="269892" y="352547"/>
                </a:lnTo>
                <a:lnTo>
                  <a:pt x="269823" y="350457"/>
                </a:lnTo>
                <a:lnTo>
                  <a:pt x="269617" y="348406"/>
                </a:lnTo>
                <a:lnTo>
                  <a:pt x="269280" y="346399"/>
                </a:lnTo>
                <a:lnTo>
                  <a:pt x="268815" y="344441"/>
                </a:lnTo>
                <a:lnTo>
                  <a:pt x="268227" y="342535"/>
                </a:lnTo>
                <a:lnTo>
                  <a:pt x="267520" y="340687"/>
                </a:lnTo>
                <a:lnTo>
                  <a:pt x="266700" y="338899"/>
                </a:lnTo>
                <a:lnTo>
                  <a:pt x="265769" y="337178"/>
                </a:lnTo>
                <a:lnTo>
                  <a:pt x="264733" y="335527"/>
                </a:lnTo>
                <a:lnTo>
                  <a:pt x="263596" y="333951"/>
                </a:lnTo>
                <a:lnTo>
                  <a:pt x="262363" y="332454"/>
                </a:lnTo>
                <a:lnTo>
                  <a:pt x="261037" y="331040"/>
                </a:lnTo>
                <a:lnTo>
                  <a:pt x="259623" y="329714"/>
                </a:lnTo>
                <a:lnTo>
                  <a:pt x="258126" y="328480"/>
                </a:lnTo>
                <a:lnTo>
                  <a:pt x="256549" y="327343"/>
                </a:lnTo>
                <a:lnTo>
                  <a:pt x="255878" y="326922"/>
                </a:lnTo>
                <a:lnTo>
                  <a:pt x="256578" y="326821"/>
                </a:lnTo>
                <a:lnTo>
                  <a:pt x="257610" y="326638"/>
                </a:lnTo>
                <a:lnTo>
                  <a:pt x="258634" y="326425"/>
                </a:lnTo>
                <a:lnTo>
                  <a:pt x="259647" y="326183"/>
                </a:lnTo>
                <a:lnTo>
                  <a:pt x="260648" y="325910"/>
                </a:lnTo>
                <a:lnTo>
                  <a:pt x="261636" y="325610"/>
                </a:lnTo>
                <a:lnTo>
                  <a:pt x="262609" y="325281"/>
                </a:lnTo>
                <a:lnTo>
                  <a:pt x="263567" y="324925"/>
                </a:lnTo>
                <a:lnTo>
                  <a:pt x="264507" y="324543"/>
                </a:lnTo>
                <a:lnTo>
                  <a:pt x="265427" y="324136"/>
                </a:lnTo>
                <a:lnTo>
                  <a:pt x="266328" y="323703"/>
                </a:lnTo>
                <a:lnTo>
                  <a:pt x="267206" y="323246"/>
                </a:lnTo>
                <a:lnTo>
                  <a:pt x="268061" y="322766"/>
                </a:lnTo>
                <a:lnTo>
                  <a:pt x="268891" y="322263"/>
                </a:lnTo>
                <a:lnTo>
                  <a:pt x="269695" y="321738"/>
                </a:lnTo>
                <a:lnTo>
                  <a:pt x="270470" y="321192"/>
                </a:lnTo>
                <a:lnTo>
                  <a:pt x="271217" y="320626"/>
                </a:lnTo>
                <a:lnTo>
                  <a:pt x="271933" y="320039"/>
                </a:lnTo>
                <a:lnTo>
                  <a:pt x="272616" y="319434"/>
                </a:lnTo>
                <a:lnTo>
                  <a:pt x="273266" y="318810"/>
                </a:lnTo>
                <a:lnTo>
                  <a:pt x="273890" y="317967"/>
                </a:lnTo>
                <a:lnTo>
                  <a:pt x="274495" y="317123"/>
                </a:lnTo>
                <a:lnTo>
                  <a:pt x="275081" y="316277"/>
                </a:lnTo>
                <a:lnTo>
                  <a:pt x="275648" y="315429"/>
                </a:lnTo>
                <a:lnTo>
                  <a:pt x="276194" y="314578"/>
                </a:lnTo>
                <a:lnTo>
                  <a:pt x="276719" y="313724"/>
                </a:lnTo>
                <a:lnTo>
                  <a:pt x="277222" y="312865"/>
                </a:lnTo>
                <a:lnTo>
                  <a:pt x="277702" y="312001"/>
                </a:lnTo>
                <a:lnTo>
                  <a:pt x="278159" y="311131"/>
                </a:lnTo>
                <a:lnTo>
                  <a:pt x="278591" y="310254"/>
                </a:lnTo>
                <a:lnTo>
                  <a:pt x="278999" y="309371"/>
                </a:lnTo>
                <a:lnTo>
                  <a:pt x="279381" y="308479"/>
                </a:lnTo>
                <a:lnTo>
                  <a:pt x="279737" y="307578"/>
                </a:lnTo>
                <a:lnTo>
                  <a:pt x="280065" y="306668"/>
                </a:lnTo>
                <a:lnTo>
                  <a:pt x="280366" y="305747"/>
                </a:lnTo>
                <a:lnTo>
                  <a:pt x="280638" y="304816"/>
                </a:lnTo>
                <a:lnTo>
                  <a:pt x="280881" y="303873"/>
                </a:lnTo>
                <a:lnTo>
                  <a:pt x="281094" y="302917"/>
                </a:lnTo>
                <a:lnTo>
                  <a:pt x="281276" y="301949"/>
                </a:lnTo>
                <a:lnTo>
                  <a:pt x="281427" y="300966"/>
                </a:lnTo>
                <a:lnTo>
                  <a:pt x="281545" y="299969"/>
                </a:lnTo>
                <a:lnTo>
                  <a:pt x="281631" y="298956"/>
                </a:lnTo>
                <a:lnTo>
                  <a:pt x="281683" y="297927"/>
                </a:lnTo>
                <a:lnTo>
                  <a:pt x="281700" y="296882"/>
                </a:lnTo>
                <a:lnTo>
                  <a:pt x="281631" y="294791"/>
                </a:lnTo>
                <a:lnTo>
                  <a:pt x="281425" y="292741"/>
                </a:lnTo>
                <a:lnTo>
                  <a:pt x="281087" y="290734"/>
                </a:lnTo>
                <a:lnTo>
                  <a:pt x="280623" y="288776"/>
                </a:lnTo>
                <a:lnTo>
                  <a:pt x="280035" y="286870"/>
                </a:lnTo>
                <a:lnTo>
                  <a:pt x="279328" y="285021"/>
                </a:lnTo>
                <a:lnTo>
                  <a:pt x="278507" y="283234"/>
                </a:lnTo>
                <a:lnTo>
                  <a:pt x="277577" y="281513"/>
                </a:lnTo>
                <a:lnTo>
                  <a:pt x="276541" y="279862"/>
                </a:lnTo>
                <a:lnTo>
                  <a:pt x="275404" y="278286"/>
                </a:lnTo>
                <a:lnTo>
                  <a:pt x="274170" y="276788"/>
                </a:lnTo>
                <a:lnTo>
                  <a:pt x="272844" y="275375"/>
                </a:lnTo>
                <a:lnTo>
                  <a:pt x="271431" y="274049"/>
                </a:lnTo>
                <a:lnTo>
                  <a:pt x="269933" y="272815"/>
                </a:lnTo>
                <a:lnTo>
                  <a:pt x="268357" y="271678"/>
                </a:lnTo>
                <a:lnTo>
                  <a:pt x="266856" y="270736"/>
                </a:lnTo>
                <a:lnTo>
                  <a:pt x="267706" y="270517"/>
                </a:lnTo>
                <a:lnTo>
                  <a:pt x="268637" y="270245"/>
                </a:lnTo>
                <a:lnTo>
                  <a:pt x="269558" y="269944"/>
                </a:lnTo>
                <a:lnTo>
                  <a:pt x="270468" y="269616"/>
                </a:lnTo>
                <a:lnTo>
                  <a:pt x="271368" y="269260"/>
                </a:lnTo>
                <a:lnTo>
                  <a:pt x="272260" y="268878"/>
                </a:lnTo>
                <a:lnTo>
                  <a:pt x="273144" y="268470"/>
                </a:lnTo>
                <a:lnTo>
                  <a:pt x="274021" y="268038"/>
                </a:lnTo>
                <a:lnTo>
                  <a:pt x="274890" y="267581"/>
                </a:lnTo>
                <a:lnTo>
                  <a:pt x="275755" y="267101"/>
                </a:lnTo>
                <a:lnTo>
                  <a:pt x="276613" y="266598"/>
                </a:lnTo>
                <a:lnTo>
                  <a:pt x="277468" y="266073"/>
                </a:lnTo>
                <a:lnTo>
                  <a:pt x="278319" y="265527"/>
                </a:lnTo>
                <a:lnTo>
                  <a:pt x="279167" y="264960"/>
                </a:lnTo>
                <a:lnTo>
                  <a:pt x="280012" y="264374"/>
                </a:lnTo>
                <a:lnTo>
                  <a:pt x="280857" y="263769"/>
                </a:lnTo>
                <a:lnTo>
                  <a:pt x="281700" y="263145"/>
                </a:lnTo>
                <a:lnTo>
                  <a:pt x="282324" y="262302"/>
                </a:lnTo>
                <a:lnTo>
                  <a:pt x="282929" y="261457"/>
                </a:lnTo>
                <a:lnTo>
                  <a:pt x="283516" y="260612"/>
                </a:lnTo>
                <a:lnTo>
                  <a:pt x="284082" y="259764"/>
                </a:lnTo>
                <a:lnTo>
                  <a:pt x="284628" y="258913"/>
                </a:lnTo>
                <a:lnTo>
                  <a:pt x="285153" y="258058"/>
                </a:lnTo>
                <a:lnTo>
                  <a:pt x="285656" y="257199"/>
                </a:lnTo>
                <a:lnTo>
                  <a:pt x="286136" y="256335"/>
                </a:lnTo>
                <a:lnTo>
                  <a:pt x="286593" y="255465"/>
                </a:lnTo>
                <a:lnTo>
                  <a:pt x="287025" y="254589"/>
                </a:lnTo>
                <a:lnTo>
                  <a:pt x="287433" y="253705"/>
                </a:lnTo>
                <a:lnTo>
                  <a:pt x="287815" y="252813"/>
                </a:lnTo>
                <a:lnTo>
                  <a:pt x="288171" y="251913"/>
                </a:lnTo>
                <a:lnTo>
                  <a:pt x="288499" y="251003"/>
                </a:lnTo>
                <a:lnTo>
                  <a:pt x="288800" y="250082"/>
                </a:lnTo>
                <a:lnTo>
                  <a:pt x="289072" y="249151"/>
                </a:lnTo>
                <a:lnTo>
                  <a:pt x="289315" y="248208"/>
                </a:lnTo>
                <a:lnTo>
                  <a:pt x="289528" y="247252"/>
                </a:lnTo>
                <a:lnTo>
                  <a:pt x="289710" y="246283"/>
                </a:lnTo>
                <a:lnTo>
                  <a:pt x="289861" y="245301"/>
                </a:lnTo>
                <a:lnTo>
                  <a:pt x="289980" y="244303"/>
                </a:lnTo>
                <a:lnTo>
                  <a:pt x="290065" y="243291"/>
                </a:lnTo>
                <a:lnTo>
                  <a:pt x="290117" y="242262"/>
                </a:lnTo>
                <a:lnTo>
                  <a:pt x="290134" y="241216"/>
                </a:lnTo>
                <a:lnTo>
                  <a:pt x="290065" y="239126"/>
                </a:lnTo>
                <a:lnTo>
                  <a:pt x="289859" y="237075"/>
                </a:lnTo>
                <a:lnTo>
                  <a:pt x="289522" y="235069"/>
                </a:lnTo>
                <a:lnTo>
                  <a:pt x="289057" y="233110"/>
                </a:lnTo>
                <a:lnTo>
                  <a:pt x="288469" y="231205"/>
                </a:lnTo>
                <a:lnTo>
                  <a:pt x="287762" y="229356"/>
                </a:lnTo>
                <a:lnTo>
                  <a:pt x="286942" y="227569"/>
                </a:lnTo>
                <a:lnTo>
                  <a:pt x="286011" y="225848"/>
                </a:lnTo>
                <a:lnTo>
                  <a:pt x="284975" y="224197"/>
                </a:lnTo>
                <a:lnTo>
                  <a:pt x="283838" y="222620"/>
                </a:lnTo>
                <a:lnTo>
                  <a:pt x="282604" y="221123"/>
                </a:lnTo>
                <a:lnTo>
                  <a:pt x="281279" y="219709"/>
                </a:lnTo>
                <a:lnTo>
                  <a:pt x="279865" y="218383"/>
                </a:lnTo>
                <a:lnTo>
                  <a:pt x="278368" y="217150"/>
                </a:lnTo>
                <a:lnTo>
                  <a:pt x="276791" y="216013"/>
                </a:lnTo>
                <a:lnTo>
                  <a:pt x="275140" y="214977"/>
                </a:lnTo>
                <a:lnTo>
                  <a:pt x="275047" y="214927"/>
                </a:lnTo>
                <a:lnTo>
                  <a:pt x="275328" y="214852"/>
                </a:lnTo>
                <a:close/>
                <a:moveTo>
                  <a:pt x="242862" y="327485"/>
                </a:moveTo>
                <a:lnTo>
                  <a:pt x="244491" y="327778"/>
                </a:lnTo>
                <a:lnTo>
                  <a:pt x="246089" y="328182"/>
                </a:lnTo>
                <a:lnTo>
                  <a:pt x="247653" y="328691"/>
                </a:lnTo>
                <a:lnTo>
                  <a:pt x="249176" y="329300"/>
                </a:lnTo>
                <a:lnTo>
                  <a:pt x="250656" y="330007"/>
                </a:lnTo>
                <a:lnTo>
                  <a:pt x="252087" y="330806"/>
                </a:lnTo>
                <a:lnTo>
                  <a:pt x="253466" y="331692"/>
                </a:lnTo>
                <a:lnTo>
                  <a:pt x="254787" y="332662"/>
                </a:lnTo>
                <a:lnTo>
                  <a:pt x="256047" y="333712"/>
                </a:lnTo>
                <a:lnTo>
                  <a:pt x="257241" y="334835"/>
                </a:lnTo>
                <a:lnTo>
                  <a:pt x="258365" y="336029"/>
                </a:lnTo>
                <a:lnTo>
                  <a:pt x="259414" y="337289"/>
                </a:lnTo>
                <a:lnTo>
                  <a:pt x="260384" y="338611"/>
                </a:lnTo>
                <a:lnTo>
                  <a:pt x="261271" y="339990"/>
                </a:lnTo>
                <a:lnTo>
                  <a:pt x="262070" y="341421"/>
                </a:lnTo>
                <a:lnTo>
                  <a:pt x="262776" y="342900"/>
                </a:lnTo>
                <a:lnTo>
                  <a:pt x="263386" y="344424"/>
                </a:lnTo>
                <a:lnTo>
                  <a:pt x="263895" y="345987"/>
                </a:lnTo>
                <a:lnTo>
                  <a:pt x="264298" y="347585"/>
                </a:lnTo>
                <a:lnTo>
                  <a:pt x="264592" y="349214"/>
                </a:lnTo>
                <a:lnTo>
                  <a:pt x="264771" y="350870"/>
                </a:lnTo>
                <a:lnTo>
                  <a:pt x="264832" y="352547"/>
                </a:lnTo>
                <a:lnTo>
                  <a:pt x="264815" y="353390"/>
                </a:lnTo>
                <a:lnTo>
                  <a:pt x="264763" y="354232"/>
                </a:lnTo>
                <a:lnTo>
                  <a:pt x="264677" y="355071"/>
                </a:lnTo>
                <a:lnTo>
                  <a:pt x="264559" y="355905"/>
                </a:lnTo>
                <a:lnTo>
                  <a:pt x="264408" y="356734"/>
                </a:lnTo>
                <a:lnTo>
                  <a:pt x="264226" y="357555"/>
                </a:lnTo>
                <a:lnTo>
                  <a:pt x="264013" y="358367"/>
                </a:lnTo>
                <a:lnTo>
                  <a:pt x="263770" y="359169"/>
                </a:lnTo>
                <a:lnTo>
                  <a:pt x="263498" y="359960"/>
                </a:lnTo>
                <a:lnTo>
                  <a:pt x="263197" y="360737"/>
                </a:lnTo>
                <a:lnTo>
                  <a:pt x="262868" y="361500"/>
                </a:lnTo>
                <a:lnTo>
                  <a:pt x="262513" y="362246"/>
                </a:lnTo>
                <a:lnTo>
                  <a:pt x="262131" y="362975"/>
                </a:lnTo>
                <a:lnTo>
                  <a:pt x="261723" y="363685"/>
                </a:lnTo>
                <a:lnTo>
                  <a:pt x="261290" y="364375"/>
                </a:lnTo>
                <a:lnTo>
                  <a:pt x="260834" y="365042"/>
                </a:lnTo>
                <a:lnTo>
                  <a:pt x="260353" y="365686"/>
                </a:lnTo>
                <a:lnTo>
                  <a:pt x="259851" y="366305"/>
                </a:lnTo>
                <a:lnTo>
                  <a:pt x="259326" y="366898"/>
                </a:lnTo>
                <a:lnTo>
                  <a:pt x="258780" y="367463"/>
                </a:lnTo>
                <a:lnTo>
                  <a:pt x="258213" y="367999"/>
                </a:lnTo>
                <a:lnTo>
                  <a:pt x="257627" y="368504"/>
                </a:lnTo>
                <a:lnTo>
                  <a:pt x="257022" y="368976"/>
                </a:lnTo>
                <a:lnTo>
                  <a:pt x="256398" y="369415"/>
                </a:lnTo>
                <a:lnTo>
                  <a:pt x="255765" y="370039"/>
                </a:lnTo>
                <a:lnTo>
                  <a:pt x="255132" y="370644"/>
                </a:lnTo>
                <a:lnTo>
                  <a:pt x="254497" y="371231"/>
                </a:lnTo>
                <a:lnTo>
                  <a:pt x="253860" y="371797"/>
                </a:lnTo>
                <a:lnTo>
                  <a:pt x="253220" y="372343"/>
                </a:lnTo>
                <a:lnTo>
                  <a:pt x="252576" y="372868"/>
                </a:lnTo>
                <a:lnTo>
                  <a:pt x="251928" y="373371"/>
                </a:lnTo>
                <a:lnTo>
                  <a:pt x="251275" y="373851"/>
                </a:lnTo>
                <a:lnTo>
                  <a:pt x="250616" y="374308"/>
                </a:lnTo>
                <a:lnTo>
                  <a:pt x="249950" y="374740"/>
                </a:lnTo>
                <a:lnTo>
                  <a:pt x="249277" y="375148"/>
                </a:lnTo>
                <a:lnTo>
                  <a:pt x="248596" y="375530"/>
                </a:lnTo>
                <a:lnTo>
                  <a:pt x="247906" y="375886"/>
                </a:lnTo>
                <a:lnTo>
                  <a:pt x="247207" y="376214"/>
                </a:lnTo>
                <a:lnTo>
                  <a:pt x="246498" y="376515"/>
                </a:lnTo>
                <a:lnTo>
                  <a:pt x="245777" y="376787"/>
                </a:lnTo>
                <a:lnTo>
                  <a:pt x="245045" y="377030"/>
                </a:lnTo>
                <a:lnTo>
                  <a:pt x="244300" y="377243"/>
                </a:lnTo>
                <a:lnTo>
                  <a:pt x="243542" y="377425"/>
                </a:lnTo>
                <a:lnTo>
                  <a:pt x="242770" y="377576"/>
                </a:lnTo>
                <a:lnTo>
                  <a:pt x="241984" y="377695"/>
                </a:lnTo>
                <a:lnTo>
                  <a:pt x="241182" y="377780"/>
                </a:lnTo>
                <a:lnTo>
                  <a:pt x="240364" y="377832"/>
                </a:lnTo>
                <a:lnTo>
                  <a:pt x="239530" y="377849"/>
                </a:lnTo>
                <a:lnTo>
                  <a:pt x="13495" y="377849"/>
                </a:lnTo>
                <a:lnTo>
                  <a:pt x="12871" y="377823"/>
                </a:lnTo>
                <a:lnTo>
                  <a:pt x="12266" y="377747"/>
                </a:lnTo>
                <a:lnTo>
                  <a:pt x="11679" y="377622"/>
                </a:lnTo>
                <a:lnTo>
                  <a:pt x="11113" y="377451"/>
                </a:lnTo>
                <a:lnTo>
                  <a:pt x="10567" y="377236"/>
                </a:lnTo>
                <a:lnTo>
                  <a:pt x="10042" y="376980"/>
                </a:lnTo>
                <a:lnTo>
                  <a:pt x="9539" y="376684"/>
                </a:lnTo>
                <a:lnTo>
                  <a:pt x="9059" y="376350"/>
                </a:lnTo>
                <a:lnTo>
                  <a:pt x="8602" y="375981"/>
                </a:lnTo>
                <a:lnTo>
                  <a:pt x="8170" y="375580"/>
                </a:lnTo>
                <a:lnTo>
                  <a:pt x="7762" y="375148"/>
                </a:lnTo>
                <a:lnTo>
                  <a:pt x="7380" y="374687"/>
                </a:lnTo>
                <a:lnTo>
                  <a:pt x="7024" y="374199"/>
                </a:lnTo>
                <a:lnTo>
                  <a:pt x="6696" y="373688"/>
                </a:lnTo>
                <a:lnTo>
                  <a:pt x="6395" y="373155"/>
                </a:lnTo>
                <a:lnTo>
                  <a:pt x="6123" y="372602"/>
                </a:lnTo>
                <a:lnTo>
                  <a:pt x="5880" y="372031"/>
                </a:lnTo>
                <a:lnTo>
                  <a:pt x="5667" y="371445"/>
                </a:lnTo>
                <a:lnTo>
                  <a:pt x="5485" y="370846"/>
                </a:lnTo>
                <a:lnTo>
                  <a:pt x="5334" y="370235"/>
                </a:lnTo>
                <a:lnTo>
                  <a:pt x="5215" y="369616"/>
                </a:lnTo>
                <a:lnTo>
                  <a:pt x="5130" y="368991"/>
                </a:lnTo>
                <a:lnTo>
                  <a:pt x="5078" y="368361"/>
                </a:lnTo>
                <a:lnTo>
                  <a:pt x="5060" y="367728"/>
                </a:lnTo>
                <a:lnTo>
                  <a:pt x="5060" y="192298"/>
                </a:lnTo>
                <a:lnTo>
                  <a:pt x="5061" y="191877"/>
                </a:lnTo>
                <a:lnTo>
                  <a:pt x="5062" y="191455"/>
                </a:lnTo>
                <a:lnTo>
                  <a:pt x="5067" y="191033"/>
                </a:lnTo>
                <a:lnTo>
                  <a:pt x="5076" y="190612"/>
                </a:lnTo>
                <a:lnTo>
                  <a:pt x="5091" y="190190"/>
                </a:lnTo>
                <a:lnTo>
                  <a:pt x="5113" y="189768"/>
                </a:lnTo>
                <a:lnTo>
                  <a:pt x="5144" y="189346"/>
                </a:lnTo>
                <a:lnTo>
                  <a:pt x="5185" y="188925"/>
                </a:lnTo>
                <a:lnTo>
                  <a:pt x="5238" y="188503"/>
                </a:lnTo>
                <a:lnTo>
                  <a:pt x="5305" y="188081"/>
                </a:lnTo>
                <a:lnTo>
                  <a:pt x="5385" y="187660"/>
                </a:lnTo>
                <a:lnTo>
                  <a:pt x="5482" y="187238"/>
                </a:lnTo>
                <a:lnTo>
                  <a:pt x="5597" y="186816"/>
                </a:lnTo>
                <a:lnTo>
                  <a:pt x="5730" y="186394"/>
                </a:lnTo>
                <a:lnTo>
                  <a:pt x="5884" y="185973"/>
                </a:lnTo>
                <a:lnTo>
                  <a:pt x="6060" y="185551"/>
                </a:lnTo>
                <a:lnTo>
                  <a:pt x="6259" y="185129"/>
                </a:lnTo>
                <a:lnTo>
                  <a:pt x="6484" y="184708"/>
                </a:lnTo>
                <a:lnTo>
                  <a:pt x="6734" y="184286"/>
                </a:lnTo>
                <a:lnTo>
                  <a:pt x="7013" y="183864"/>
                </a:lnTo>
                <a:lnTo>
                  <a:pt x="7321" y="183443"/>
                </a:lnTo>
                <a:lnTo>
                  <a:pt x="7659" y="183021"/>
                </a:lnTo>
                <a:lnTo>
                  <a:pt x="8030" y="182599"/>
                </a:lnTo>
                <a:lnTo>
                  <a:pt x="8434" y="182177"/>
                </a:lnTo>
                <a:lnTo>
                  <a:pt x="10349" y="179427"/>
                </a:lnTo>
                <a:lnTo>
                  <a:pt x="12296" y="176658"/>
                </a:lnTo>
                <a:lnTo>
                  <a:pt x="14272" y="173868"/>
                </a:lnTo>
                <a:lnTo>
                  <a:pt x="16275" y="171057"/>
                </a:lnTo>
                <a:lnTo>
                  <a:pt x="18301" y="168222"/>
                </a:lnTo>
                <a:lnTo>
                  <a:pt x="20347" y="165362"/>
                </a:lnTo>
                <a:lnTo>
                  <a:pt x="22411" y="162476"/>
                </a:lnTo>
                <a:lnTo>
                  <a:pt x="24490" y="159561"/>
                </a:lnTo>
                <a:lnTo>
                  <a:pt x="26581" y="156618"/>
                </a:lnTo>
                <a:lnTo>
                  <a:pt x="28680" y="153644"/>
                </a:lnTo>
                <a:lnTo>
                  <a:pt x="30785" y="150637"/>
                </a:lnTo>
                <a:lnTo>
                  <a:pt x="32893" y="147597"/>
                </a:lnTo>
                <a:lnTo>
                  <a:pt x="35001" y="144522"/>
                </a:lnTo>
                <a:lnTo>
                  <a:pt x="37106" y="141410"/>
                </a:lnTo>
                <a:lnTo>
                  <a:pt x="39206" y="138261"/>
                </a:lnTo>
                <a:lnTo>
                  <a:pt x="41296" y="135071"/>
                </a:lnTo>
                <a:lnTo>
                  <a:pt x="43375" y="131841"/>
                </a:lnTo>
                <a:lnTo>
                  <a:pt x="45439" y="128568"/>
                </a:lnTo>
                <a:lnTo>
                  <a:pt x="47485" y="125251"/>
                </a:lnTo>
                <a:lnTo>
                  <a:pt x="49512" y="121889"/>
                </a:lnTo>
                <a:lnTo>
                  <a:pt x="51514" y="118480"/>
                </a:lnTo>
                <a:lnTo>
                  <a:pt x="53490" y="115023"/>
                </a:lnTo>
                <a:lnTo>
                  <a:pt x="55437" y="111515"/>
                </a:lnTo>
                <a:lnTo>
                  <a:pt x="57352" y="107957"/>
                </a:lnTo>
                <a:lnTo>
                  <a:pt x="59830" y="103674"/>
                </a:lnTo>
                <a:lnTo>
                  <a:pt x="62202" y="99277"/>
                </a:lnTo>
                <a:lnTo>
                  <a:pt x="64468" y="94792"/>
                </a:lnTo>
                <a:lnTo>
                  <a:pt x="66630" y="90245"/>
                </a:lnTo>
                <a:lnTo>
                  <a:pt x="68686" y="85664"/>
                </a:lnTo>
                <a:lnTo>
                  <a:pt x="70636" y="81073"/>
                </a:lnTo>
                <a:lnTo>
                  <a:pt x="72481" y="76500"/>
                </a:lnTo>
                <a:lnTo>
                  <a:pt x="74220" y="71971"/>
                </a:lnTo>
                <a:lnTo>
                  <a:pt x="75855" y="67513"/>
                </a:lnTo>
                <a:lnTo>
                  <a:pt x="77383" y="63151"/>
                </a:lnTo>
                <a:lnTo>
                  <a:pt x="78806" y="58912"/>
                </a:lnTo>
                <a:lnTo>
                  <a:pt x="80124" y="54822"/>
                </a:lnTo>
                <a:lnTo>
                  <a:pt x="81337" y="50908"/>
                </a:lnTo>
                <a:lnTo>
                  <a:pt x="82444" y="47196"/>
                </a:lnTo>
                <a:lnTo>
                  <a:pt x="83445" y="43713"/>
                </a:lnTo>
                <a:lnTo>
                  <a:pt x="84341" y="40484"/>
                </a:lnTo>
                <a:lnTo>
                  <a:pt x="85132" y="37536"/>
                </a:lnTo>
                <a:lnTo>
                  <a:pt x="85817" y="34896"/>
                </a:lnTo>
                <a:lnTo>
                  <a:pt x="86397" y="32590"/>
                </a:lnTo>
                <a:lnTo>
                  <a:pt x="86872" y="30644"/>
                </a:lnTo>
                <a:lnTo>
                  <a:pt x="87241" y="29085"/>
                </a:lnTo>
                <a:lnTo>
                  <a:pt x="87504" y="27938"/>
                </a:lnTo>
                <a:lnTo>
                  <a:pt x="87662" y="27231"/>
                </a:lnTo>
                <a:lnTo>
                  <a:pt x="87715" y="26989"/>
                </a:lnTo>
                <a:lnTo>
                  <a:pt x="88365" y="25135"/>
                </a:lnTo>
                <a:lnTo>
                  <a:pt x="89049" y="23369"/>
                </a:lnTo>
                <a:lnTo>
                  <a:pt x="89768" y="21688"/>
                </a:lnTo>
                <a:lnTo>
                  <a:pt x="90519" y="20094"/>
                </a:lnTo>
                <a:lnTo>
                  <a:pt x="91302" y="18584"/>
                </a:lnTo>
                <a:lnTo>
                  <a:pt x="92117" y="17158"/>
                </a:lnTo>
                <a:lnTo>
                  <a:pt x="92962" y="15816"/>
                </a:lnTo>
                <a:lnTo>
                  <a:pt x="93838" y="14557"/>
                </a:lnTo>
                <a:lnTo>
                  <a:pt x="94742" y="13379"/>
                </a:lnTo>
                <a:lnTo>
                  <a:pt x="95676" y="12283"/>
                </a:lnTo>
                <a:lnTo>
                  <a:pt x="96637" y="11268"/>
                </a:lnTo>
                <a:lnTo>
                  <a:pt x="97625" y="10332"/>
                </a:lnTo>
                <a:lnTo>
                  <a:pt x="98640" y="9475"/>
                </a:lnTo>
                <a:lnTo>
                  <a:pt x="99680" y="8697"/>
                </a:lnTo>
                <a:lnTo>
                  <a:pt x="100745" y="7996"/>
                </a:lnTo>
                <a:lnTo>
                  <a:pt x="101834" y="7372"/>
                </a:lnTo>
                <a:lnTo>
                  <a:pt x="102947" y="6824"/>
                </a:lnTo>
                <a:lnTo>
                  <a:pt x="104083" y="6352"/>
                </a:lnTo>
                <a:lnTo>
                  <a:pt x="105240" y="5954"/>
                </a:lnTo>
                <a:lnTo>
                  <a:pt x="106419" y="5631"/>
                </a:lnTo>
                <a:lnTo>
                  <a:pt x="107618" y="5380"/>
                </a:lnTo>
                <a:lnTo>
                  <a:pt x="108837" y="5202"/>
                </a:lnTo>
                <a:lnTo>
                  <a:pt x="110074" y="5096"/>
                </a:lnTo>
                <a:lnTo>
                  <a:pt x="111331" y="5060"/>
                </a:lnTo>
                <a:lnTo>
                  <a:pt x="112191" y="5087"/>
                </a:lnTo>
                <a:lnTo>
                  <a:pt x="113084" y="5165"/>
                </a:lnTo>
                <a:lnTo>
                  <a:pt x="114006" y="5294"/>
                </a:lnTo>
                <a:lnTo>
                  <a:pt x="114954" y="5474"/>
                </a:lnTo>
                <a:lnTo>
                  <a:pt x="115926" y="5704"/>
                </a:lnTo>
                <a:lnTo>
                  <a:pt x="116918" y="5983"/>
                </a:lnTo>
                <a:lnTo>
                  <a:pt x="117928" y="6310"/>
                </a:lnTo>
                <a:lnTo>
                  <a:pt x="118953" y="6685"/>
                </a:lnTo>
                <a:lnTo>
                  <a:pt x="119989" y="7106"/>
                </a:lnTo>
                <a:lnTo>
                  <a:pt x="121034" y="7574"/>
                </a:lnTo>
                <a:lnTo>
                  <a:pt x="122085" y="8087"/>
                </a:lnTo>
                <a:lnTo>
                  <a:pt x="123138" y="8645"/>
                </a:lnTo>
                <a:lnTo>
                  <a:pt x="124192" y="9247"/>
                </a:lnTo>
                <a:lnTo>
                  <a:pt x="125243" y="9892"/>
                </a:lnTo>
                <a:lnTo>
                  <a:pt x="126288" y="10579"/>
                </a:lnTo>
                <a:lnTo>
                  <a:pt x="127324" y="11308"/>
                </a:lnTo>
                <a:lnTo>
                  <a:pt x="128349" y="12078"/>
                </a:lnTo>
                <a:lnTo>
                  <a:pt x="129359" y="12888"/>
                </a:lnTo>
                <a:lnTo>
                  <a:pt x="130351" y="13738"/>
                </a:lnTo>
                <a:lnTo>
                  <a:pt x="131323" y="14627"/>
                </a:lnTo>
                <a:lnTo>
                  <a:pt x="132271" y="15554"/>
                </a:lnTo>
                <a:lnTo>
                  <a:pt x="133193" y="16518"/>
                </a:lnTo>
                <a:lnTo>
                  <a:pt x="134086" y="17519"/>
                </a:lnTo>
                <a:lnTo>
                  <a:pt x="134946" y="18555"/>
                </a:lnTo>
                <a:lnTo>
                  <a:pt x="135772" y="19829"/>
                </a:lnTo>
                <a:lnTo>
                  <a:pt x="136564" y="21119"/>
                </a:lnTo>
                <a:lnTo>
                  <a:pt x="137322" y="22423"/>
                </a:lnTo>
                <a:lnTo>
                  <a:pt x="138047" y="23741"/>
                </a:lnTo>
                <a:lnTo>
                  <a:pt x="138739" y="25070"/>
                </a:lnTo>
                <a:lnTo>
                  <a:pt x="139401" y="26409"/>
                </a:lnTo>
                <a:lnTo>
                  <a:pt x="140031" y="27758"/>
                </a:lnTo>
                <a:lnTo>
                  <a:pt x="140631" y="29113"/>
                </a:lnTo>
                <a:lnTo>
                  <a:pt x="141203" y="30475"/>
                </a:lnTo>
                <a:lnTo>
                  <a:pt x="141745" y="31841"/>
                </a:lnTo>
                <a:lnTo>
                  <a:pt x="142260" y="33210"/>
                </a:lnTo>
                <a:lnTo>
                  <a:pt x="142748" y="34580"/>
                </a:lnTo>
                <a:lnTo>
                  <a:pt x="143209" y="35950"/>
                </a:lnTo>
                <a:lnTo>
                  <a:pt x="143645" y="37319"/>
                </a:lnTo>
                <a:lnTo>
                  <a:pt x="144056" y="38685"/>
                </a:lnTo>
                <a:lnTo>
                  <a:pt x="144442" y="40047"/>
                </a:lnTo>
                <a:lnTo>
                  <a:pt x="144806" y="41402"/>
                </a:lnTo>
                <a:lnTo>
                  <a:pt x="145146" y="42751"/>
                </a:lnTo>
                <a:lnTo>
                  <a:pt x="145465" y="44090"/>
                </a:lnTo>
                <a:lnTo>
                  <a:pt x="145762" y="45419"/>
                </a:lnTo>
                <a:lnTo>
                  <a:pt x="146039" y="46737"/>
                </a:lnTo>
                <a:lnTo>
                  <a:pt x="146296" y="48041"/>
                </a:lnTo>
                <a:lnTo>
                  <a:pt x="146534" y="49331"/>
                </a:lnTo>
                <a:lnTo>
                  <a:pt x="146754" y="50605"/>
                </a:lnTo>
                <a:lnTo>
                  <a:pt x="146763" y="51440"/>
                </a:lnTo>
                <a:lnTo>
                  <a:pt x="146787" y="52258"/>
                </a:lnTo>
                <a:lnTo>
                  <a:pt x="146827" y="53063"/>
                </a:lnTo>
                <a:lnTo>
                  <a:pt x="146879" y="53854"/>
                </a:lnTo>
                <a:lnTo>
                  <a:pt x="146943" y="54633"/>
                </a:lnTo>
                <a:lnTo>
                  <a:pt x="147018" y="55402"/>
                </a:lnTo>
                <a:lnTo>
                  <a:pt x="147101" y="56162"/>
                </a:lnTo>
                <a:lnTo>
                  <a:pt x="147191" y="56915"/>
                </a:lnTo>
                <a:lnTo>
                  <a:pt x="147288" y="57662"/>
                </a:lnTo>
                <a:lnTo>
                  <a:pt x="147389" y="58404"/>
                </a:lnTo>
                <a:lnTo>
                  <a:pt x="147492" y="59144"/>
                </a:lnTo>
                <a:lnTo>
                  <a:pt x="147597" y="59882"/>
                </a:lnTo>
                <a:lnTo>
                  <a:pt x="147703" y="60621"/>
                </a:lnTo>
                <a:lnTo>
                  <a:pt x="147806" y="61360"/>
                </a:lnTo>
                <a:lnTo>
                  <a:pt x="147907" y="62103"/>
                </a:lnTo>
                <a:lnTo>
                  <a:pt x="148004" y="62850"/>
                </a:lnTo>
                <a:lnTo>
                  <a:pt x="148094" y="63603"/>
                </a:lnTo>
                <a:lnTo>
                  <a:pt x="148177" y="64363"/>
                </a:lnTo>
                <a:lnTo>
                  <a:pt x="148252" y="65132"/>
                </a:lnTo>
                <a:lnTo>
                  <a:pt x="148316" y="65911"/>
                </a:lnTo>
                <a:lnTo>
                  <a:pt x="148368" y="66702"/>
                </a:lnTo>
                <a:lnTo>
                  <a:pt x="148408" y="67506"/>
                </a:lnTo>
                <a:lnTo>
                  <a:pt x="148432" y="68325"/>
                </a:lnTo>
                <a:lnTo>
                  <a:pt x="148441" y="69160"/>
                </a:lnTo>
                <a:lnTo>
                  <a:pt x="148432" y="70214"/>
                </a:lnTo>
                <a:lnTo>
                  <a:pt x="148407" y="71268"/>
                </a:lnTo>
                <a:lnTo>
                  <a:pt x="148365" y="72323"/>
                </a:lnTo>
                <a:lnTo>
                  <a:pt x="148308" y="73377"/>
                </a:lnTo>
                <a:lnTo>
                  <a:pt x="148236" y="74431"/>
                </a:lnTo>
                <a:lnTo>
                  <a:pt x="148151" y="75486"/>
                </a:lnTo>
                <a:lnTo>
                  <a:pt x="148052" y="76540"/>
                </a:lnTo>
                <a:lnTo>
                  <a:pt x="147941" y="77594"/>
                </a:lnTo>
                <a:lnTo>
                  <a:pt x="147818" y="78648"/>
                </a:lnTo>
                <a:lnTo>
                  <a:pt x="147684" y="79703"/>
                </a:lnTo>
                <a:lnTo>
                  <a:pt x="147540" y="80757"/>
                </a:lnTo>
                <a:lnTo>
                  <a:pt x="147387" y="81811"/>
                </a:lnTo>
                <a:lnTo>
                  <a:pt x="147224" y="82865"/>
                </a:lnTo>
                <a:lnTo>
                  <a:pt x="147054" y="83920"/>
                </a:lnTo>
                <a:lnTo>
                  <a:pt x="146876" y="84974"/>
                </a:lnTo>
                <a:lnTo>
                  <a:pt x="146692" y="86028"/>
                </a:lnTo>
                <a:lnTo>
                  <a:pt x="146501" y="87082"/>
                </a:lnTo>
                <a:lnTo>
                  <a:pt x="146306" y="88137"/>
                </a:lnTo>
                <a:lnTo>
                  <a:pt x="146106" y="89191"/>
                </a:lnTo>
                <a:lnTo>
                  <a:pt x="145903" y="90245"/>
                </a:lnTo>
                <a:lnTo>
                  <a:pt x="145696" y="91300"/>
                </a:lnTo>
                <a:lnTo>
                  <a:pt x="145488" y="92354"/>
                </a:lnTo>
                <a:lnTo>
                  <a:pt x="145278" y="93408"/>
                </a:lnTo>
                <a:lnTo>
                  <a:pt x="145067" y="94462"/>
                </a:lnTo>
                <a:lnTo>
                  <a:pt x="128199" y="156875"/>
                </a:lnTo>
                <a:lnTo>
                  <a:pt x="128199" y="157077"/>
                </a:lnTo>
                <a:lnTo>
                  <a:pt x="128200" y="157263"/>
                </a:lnTo>
                <a:lnTo>
                  <a:pt x="128202" y="157432"/>
                </a:lnTo>
                <a:lnTo>
                  <a:pt x="128207" y="157586"/>
                </a:lnTo>
                <a:lnTo>
                  <a:pt x="128214" y="157725"/>
                </a:lnTo>
                <a:lnTo>
                  <a:pt x="128225" y="157850"/>
                </a:lnTo>
                <a:lnTo>
                  <a:pt x="128241" y="157962"/>
                </a:lnTo>
                <a:lnTo>
                  <a:pt x="128261" y="158062"/>
                </a:lnTo>
                <a:lnTo>
                  <a:pt x="128288" y="158150"/>
                </a:lnTo>
                <a:lnTo>
                  <a:pt x="128321" y="158227"/>
                </a:lnTo>
                <a:lnTo>
                  <a:pt x="128361" y="158294"/>
                </a:lnTo>
                <a:lnTo>
                  <a:pt x="128410" y="158351"/>
                </a:lnTo>
                <a:lnTo>
                  <a:pt x="128467" y="158399"/>
                </a:lnTo>
                <a:lnTo>
                  <a:pt x="128534" y="158440"/>
                </a:lnTo>
                <a:lnTo>
                  <a:pt x="128611" y="158473"/>
                </a:lnTo>
                <a:lnTo>
                  <a:pt x="128699" y="158499"/>
                </a:lnTo>
                <a:lnTo>
                  <a:pt x="128798" y="158520"/>
                </a:lnTo>
                <a:lnTo>
                  <a:pt x="128911" y="158535"/>
                </a:lnTo>
                <a:lnTo>
                  <a:pt x="129036" y="158547"/>
                </a:lnTo>
                <a:lnTo>
                  <a:pt x="129175" y="158554"/>
                </a:lnTo>
                <a:lnTo>
                  <a:pt x="129329" y="158559"/>
                </a:lnTo>
                <a:lnTo>
                  <a:pt x="129498" y="158561"/>
                </a:lnTo>
                <a:lnTo>
                  <a:pt x="129684" y="158562"/>
                </a:lnTo>
                <a:lnTo>
                  <a:pt x="129886" y="158562"/>
                </a:lnTo>
                <a:lnTo>
                  <a:pt x="129886" y="158764"/>
                </a:lnTo>
                <a:lnTo>
                  <a:pt x="129887" y="158949"/>
                </a:lnTo>
                <a:lnTo>
                  <a:pt x="129889" y="159119"/>
                </a:lnTo>
                <a:lnTo>
                  <a:pt x="129894" y="159272"/>
                </a:lnTo>
                <a:lnTo>
                  <a:pt x="129901" y="159412"/>
                </a:lnTo>
                <a:lnTo>
                  <a:pt x="129912" y="159537"/>
                </a:lnTo>
                <a:lnTo>
                  <a:pt x="129928" y="159649"/>
                </a:lnTo>
                <a:lnTo>
                  <a:pt x="129948" y="159749"/>
                </a:lnTo>
                <a:lnTo>
                  <a:pt x="129975" y="159837"/>
                </a:lnTo>
                <a:lnTo>
                  <a:pt x="130008" y="159914"/>
                </a:lnTo>
                <a:lnTo>
                  <a:pt x="130048" y="159981"/>
                </a:lnTo>
                <a:lnTo>
                  <a:pt x="130097" y="160038"/>
                </a:lnTo>
                <a:lnTo>
                  <a:pt x="130154" y="160086"/>
                </a:lnTo>
                <a:lnTo>
                  <a:pt x="130221" y="160127"/>
                </a:lnTo>
                <a:lnTo>
                  <a:pt x="130298" y="160160"/>
                </a:lnTo>
                <a:lnTo>
                  <a:pt x="130386" y="160186"/>
                </a:lnTo>
                <a:lnTo>
                  <a:pt x="130485" y="160207"/>
                </a:lnTo>
                <a:lnTo>
                  <a:pt x="130597" y="160222"/>
                </a:lnTo>
                <a:lnTo>
                  <a:pt x="130723" y="160233"/>
                </a:lnTo>
                <a:lnTo>
                  <a:pt x="130862" y="160241"/>
                </a:lnTo>
                <a:lnTo>
                  <a:pt x="131016" y="160245"/>
                </a:lnTo>
                <a:lnTo>
                  <a:pt x="131185" y="160248"/>
                </a:lnTo>
                <a:lnTo>
                  <a:pt x="131370" y="160249"/>
                </a:lnTo>
                <a:lnTo>
                  <a:pt x="131573" y="160249"/>
                </a:lnTo>
                <a:lnTo>
                  <a:pt x="266519" y="160249"/>
                </a:lnTo>
                <a:lnTo>
                  <a:pt x="268196" y="160309"/>
                </a:lnTo>
                <a:lnTo>
                  <a:pt x="269851" y="160489"/>
                </a:lnTo>
                <a:lnTo>
                  <a:pt x="271480" y="160782"/>
                </a:lnTo>
                <a:lnTo>
                  <a:pt x="273079" y="161186"/>
                </a:lnTo>
                <a:lnTo>
                  <a:pt x="274642" y="161695"/>
                </a:lnTo>
                <a:lnTo>
                  <a:pt x="276165" y="162304"/>
                </a:lnTo>
                <a:lnTo>
                  <a:pt x="277645" y="163011"/>
                </a:lnTo>
                <a:lnTo>
                  <a:pt x="279076" y="163810"/>
                </a:lnTo>
                <a:lnTo>
                  <a:pt x="280455" y="164696"/>
                </a:lnTo>
                <a:lnTo>
                  <a:pt x="281776" y="165666"/>
                </a:lnTo>
                <a:lnTo>
                  <a:pt x="283036" y="166716"/>
                </a:lnTo>
                <a:lnTo>
                  <a:pt x="284231" y="167839"/>
                </a:lnTo>
                <a:lnTo>
                  <a:pt x="285354" y="169033"/>
                </a:lnTo>
                <a:lnTo>
                  <a:pt x="286403" y="170293"/>
                </a:lnTo>
                <a:lnTo>
                  <a:pt x="287374" y="171615"/>
                </a:lnTo>
                <a:lnTo>
                  <a:pt x="288260" y="172994"/>
                </a:lnTo>
                <a:lnTo>
                  <a:pt x="289059" y="174425"/>
                </a:lnTo>
                <a:lnTo>
                  <a:pt x="289765" y="175905"/>
                </a:lnTo>
                <a:lnTo>
                  <a:pt x="290375" y="177428"/>
                </a:lnTo>
                <a:lnTo>
                  <a:pt x="290884" y="178991"/>
                </a:lnTo>
                <a:lnTo>
                  <a:pt x="291288" y="180589"/>
                </a:lnTo>
                <a:lnTo>
                  <a:pt x="291581" y="182218"/>
                </a:lnTo>
                <a:lnTo>
                  <a:pt x="291760" y="183874"/>
                </a:lnTo>
                <a:lnTo>
                  <a:pt x="291821" y="185551"/>
                </a:lnTo>
                <a:lnTo>
                  <a:pt x="291812" y="186394"/>
                </a:lnTo>
                <a:lnTo>
                  <a:pt x="291785" y="187237"/>
                </a:lnTo>
                <a:lnTo>
                  <a:pt x="291739" y="188078"/>
                </a:lnTo>
                <a:lnTo>
                  <a:pt x="291673" y="188917"/>
                </a:lnTo>
                <a:lnTo>
                  <a:pt x="291586" y="189753"/>
                </a:lnTo>
                <a:lnTo>
                  <a:pt x="291479" y="190585"/>
                </a:lnTo>
                <a:lnTo>
                  <a:pt x="291349" y="191413"/>
                </a:lnTo>
                <a:lnTo>
                  <a:pt x="291196" y="192236"/>
                </a:lnTo>
                <a:lnTo>
                  <a:pt x="291021" y="193053"/>
                </a:lnTo>
                <a:lnTo>
                  <a:pt x="290821" y="193863"/>
                </a:lnTo>
                <a:lnTo>
                  <a:pt x="290596" y="194666"/>
                </a:lnTo>
                <a:lnTo>
                  <a:pt x="290345" y="195461"/>
                </a:lnTo>
                <a:lnTo>
                  <a:pt x="290068" y="196247"/>
                </a:lnTo>
                <a:lnTo>
                  <a:pt x="289764" y="197024"/>
                </a:lnTo>
                <a:lnTo>
                  <a:pt x="289433" y="197790"/>
                </a:lnTo>
                <a:lnTo>
                  <a:pt x="289072" y="198546"/>
                </a:lnTo>
                <a:lnTo>
                  <a:pt x="288683" y="199290"/>
                </a:lnTo>
                <a:lnTo>
                  <a:pt x="288263" y="200021"/>
                </a:lnTo>
                <a:lnTo>
                  <a:pt x="287813" y="200739"/>
                </a:lnTo>
                <a:lnTo>
                  <a:pt x="287331" y="201443"/>
                </a:lnTo>
                <a:lnTo>
                  <a:pt x="286817" y="202133"/>
                </a:lnTo>
                <a:lnTo>
                  <a:pt x="286270" y="202807"/>
                </a:lnTo>
                <a:lnTo>
                  <a:pt x="285689" y="203465"/>
                </a:lnTo>
                <a:lnTo>
                  <a:pt x="285074" y="204106"/>
                </a:lnTo>
                <a:lnTo>
                  <a:pt x="284441" y="204528"/>
                </a:lnTo>
                <a:lnTo>
                  <a:pt x="283808" y="204948"/>
                </a:lnTo>
                <a:lnTo>
                  <a:pt x="283173" y="205365"/>
                </a:lnTo>
                <a:lnTo>
                  <a:pt x="282536" y="205777"/>
                </a:lnTo>
                <a:lnTo>
                  <a:pt x="281896" y="206184"/>
                </a:lnTo>
                <a:lnTo>
                  <a:pt x="281252" y="206584"/>
                </a:lnTo>
                <a:lnTo>
                  <a:pt x="280604" y="206974"/>
                </a:lnTo>
                <a:lnTo>
                  <a:pt x="279951" y="207355"/>
                </a:lnTo>
                <a:lnTo>
                  <a:pt x="279292" y="207724"/>
                </a:lnTo>
                <a:lnTo>
                  <a:pt x="278626" y="208079"/>
                </a:lnTo>
                <a:lnTo>
                  <a:pt x="277953" y="208420"/>
                </a:lnTo>
                <a:lnTo>
                  <a:pt x="277272" y="208745"/>
                </a:lnTo>
                <a:lnTo>
                  <a:pt x="276583" y="209052"/>
                </a:lnTo>
                <a:lnTo>
                  <a:pt x="275883" y="209340"/>
                </a:lnTo>
                <a:lnTo>
                  <a:pt x="275174" y="209608"/>
                </a:lnTo>
                <a:lnTo>
                  <a:pt x="274453" y="209854"/>
                </a:lnTo>
                <a:lnTo>
                  <a:pt x="273721" y="210076"/>
                </a:lnTo>
                <a:lnTo>
                  <a:pt x="272976" y="210274"/>
                </a:lnTo>
                <a:lnTo>
                  <a:pt x="272218" y="210445"/>
                </a:lnTo>
                <a:lnTo>
                  <a:pt x="271447" y="210588"/>
                </a:lnTo>
                <a:lnTo>
                  <a:pt x="270660" y="210702"/>
                </a:lnTo>
                <a:lnTo>
                  <a:pt x="269858" y="210785"/>
                </a:lnTo>
                <a:lnTo>
                  <a:pt x="269040" y="210836"/>
                </a:lnTo>
                <a:lnTo>
                  <a:pt x="268206" y="210853"/>
                </a:lnTo>
                <a:lnTo>
                  <a:pt x="259772" y="210853"/>
                </a:lnTo>
                <a:lnTo>
                  <a:pt x="258085" y="210853"/>
                </a:lnTo>
                <a:lnTo>
                  <a:pt x="258085" y="212540"/>
                </a:lnTo>
                <a:lnTo>
                  <a:pt x="258085" y="212743"/>
                </a:lnTo>
                <a:lnTo>
                  <a:pt x="258085" y="212929"/>
                </a:lnTo>
                <a:lnTo>
                  <a:pt x="258085" y="213100"/>
                </a:lnTo>
                <a:lnTo>
                  <a:pt x="258085" y="213259"/>
                </a:lnTo>
                <a:lnTo>
                  <a:pt x="258085" y="213405"/>
                </a:lnTo>
                <a:lnTo>
                  <a:pt x="258085" y="213542"/>
                </a:lnTo>
                <a:lnTo>
                  <a:pt x="258085" y="213670"/>
                </a:lnTo>
                <a:lnTo>
                  <a:pt x="258085" y="213790"/>
                </a:lnTo>
                <a:lnTo>
                  <a:pt x="258085" y="213904"/>
                </a:lnTo>
                <a:lnTo>
                  <a:pt x="258085" y="214014"/>
                </a:lnTo>
                <a:lnTo>
                  <a:pt x="258085" y="214121"/>
                </a:lnTo>
                <a:lnTo>
                  <a:pt x="258085" y="214227"/>
                </a:lnTo>
                <a:lnTo>
                  <a:pt x="258085" y="214333"/>
                </a:lnTo>
                <a:lnTo>
                  <a:pt x="258085" y="214440"/>
                </a:lnTo>
                <a:lnTo>
                  <a:pt x="258085" y="214550"/>
                </a:lnTo>
                <a:lnTo>
                  <a:pt x="258085" y="214664"/>
                </a:lnTo>
                <a:lnTo>
                  <a:pt x="258085" y="214785"/>
                </a:lnTo>
                <a:lnTo>
                  <a:pt x="258085" y="214912"/>
                </a:lnTo>
                <a:lnTo>
                  <a:pt x="258085" y="215049"/>
                </a:lnTo>
                <a:lnTo>
                  <a:pt x="258085" y="215196"/>
                </a:lnTo>
                <a:lnTo>
                  <a:pt x="258085" y="215354"/>
                </a:lnTo>
                <a:lnTo>
                  <a:pt x="258085" y="215525"/>
                </a:lnTo>
                <a:lnTo>
                  <a:pt x="258085" y="215712"/>
                </a:lnTo>
                <a:lnTo>
                  <a:pt x="258085" y="215914"/>
                </a:lnTo>
                <a:lnTo>
                  <a:pt x="259772" y="215914"/>
                </a:lnTo>
                <a:lnTo>
                  <a:pt x="261449" y="215975"/>
                </a:lnTo>
                <a:lnTo>
                  <a:pt x="263104" y="216154"/>
                </a:lnTo>
                <a:lnTo>
                  <a:pt x="264733" y="216448"/>
                </a:lnTo>
                <a:lnTo>
                  <a:pt x="266331" y="216851"/>
                </a:lnTo>
                <a:lnTo>
                  <a:pt x="267894" y="217360"/>
                </a:lnTo>
                <a:lnTo>
                  <a:pt x="269418" y="217970"/>
                </a:lnTo>
                <a:lnTo>
                  <a:pt x="270898" y="218676"/>
                </a:lnTo>
                <a:lnTo>
                  <a:pt x="272329" y="219475"/>
                </a:lnTo>
                <a:lnTo>
                  <a:pt x="273708" y="220362"/>
                </a:lnTo>
                <a:lnTo>
                  <a:pt x="275029" y="221332"/>
                </a:lnTo>
                <a:lnTo>
                  <a:pt x="276289" y="222381"/>
                </a:lnTo>
                <a:lnTo>
                  <a:pt x="277483" y="223505"/>
                </a:lnTo>
                <a:lnTo>
                  <a:pt x="278607" y="224699"/>
                </a:lnTo>
                <a:lnTo>
                  <a:pt x="279656" y="225959"/>
                </a:lnTo>
                <a:lnTo>
                  <a:pt x="280626" y="227280"/>
                </a:lnTo>
                <a:lnTo>
                  <a:pt x="281513" y="228659"/>
                </a:lnTo>
                <a:lnTo>
                  <a:pt x="282312" y="230090"/>
                </a:lnTo>
                <a:lnTo>
                  <a:pt x="283018" y="231570"/>
                </a:lnTo>
                <a:lnTo>
                  <a:pt x="283628" y="233093"/>
                </a:lnTo>
                <a:lnTo>
                  <a:pt x="284137" y="234657"/>
                </a:lnTo>
                <a:lnTo>
                  <a:pt x="284540" y="236255"/>
                </a:lnTo>
                <a:lnTo>
                  <a:pt x="284834" y="237884"/>
                </a:lnTo>
                <a:lnTo>
                  <a:pt x="285013" y="239539"/>
                </a:lnTo>
                <a:lnTo>
                  <a:pt x="285074" y="241216"/>
                </a:lnTo>
                <a:lnTo>
                  <a:pt x="285057" y="242060"/>
                </a:lnTo>
                <a:lnTo>
                  <a:pt x="285006" y="242902"/>
                </a:lnTo>
                <a:lnTo>
                  <a:pt x="284922" y="243743"/>
                </a:lnTo>
                <a:lnTo>
                  <a:pt x="284808" y="244582"/>
                </a:lnTo>
                <a:lnTo>
                  <a:pt x="284665" y="245418"/>
                </a:lnTo>
                <a:lnTo>
                  <a:pt x="284494" y="246251"/>
                </a:lnTo>
                <a:lnTo>
                  <a:pt x="284297" y="247078"/>
                </a:lnTo>
                <a:lnTo>
                  <a:pt x="284074" y="247901"/>
                </a:lnTo>
                <a:lnTo>
                  <a:pt x="283829" y="248718"/>
                </a:lnTo>
                <a:lnTo>
                  <a:pt x="283561" y="249529"/>
                </a:lnTo>
                <a:lnTo>
                  <a:pt x="283273" y="250332"/>
                </a:lnTo>
                <a:lnTo>
                  <a:pt x="282965" y="251127"/>
                </a:lnTo>
                <a:lnTo>
                  <a:pt x="282641" y="251913"/>
                </a:lnTo>
                <a:lnTo>
                  <a:pt x="282300" y="252689"/>
                </a:lnTo>
                <a:lnTo>
                  <a:pt x="281944" y="253456"/>
                </a:lnTo>
                <a:lnTo>
                  <a:pt x="281575" y="254211"/>
                </a:lnTo>
                <a:lnTo>
                  <a:pt x="281195" y="254955"/>
                </a:lnTo>
                <a:lnTo>
                  <a:pt x="280804" y="255686"/>
                </a:lnTo>
                <a:lnTo>
                  <a:pt x="280405" y="256404"/>
                </a:lnTo>
                <a:lnTo>
                  <a:pt x="279998" y="257109"/>
                </a:lnTo>
                <a:lnTo>
                  <a:pt x="279585" y="257798"/>
                </a:lnTo>
                <a:lnTo>
                  <a:pt x="279168" y="258472"/>
                </a:lnTo>
                <a:lnTo>
                  <a:pt x="278748" y="259130"/>
                </a:lnTo>
                <a:lnTo>
                  <a:pt x="278327" y="259772"/>
                </a:lnTo>
                <a:lnTo>
                  <a:pt x="277685" y="260193"/>
                </a:lnTo>
                <a:lnTo>
                  <a:pt x="277027" y="260613"/>
                </a:lnTo>
                <a:lnTo>
                  <a:pt x="276353" y="261030"/>
                </a:lnTo>
                <a:lnTo>
                  <a:pt x="275664" y="261443"/>
                </a:lnTo>
                <a:lnTo>
                  <a:pt x="274959" y="261850"/>
                </a:lnTo>
                <a:lnTo>
                  <a:pt x="274241" y="262249"/>
                </a:lnTo>
                <a:lnTo>
                  <a:pt x="273510" y="262640"/>
                </a:lnTo>
                <a:lnTo>
                  <a:pt x="272766" y="263020"/>
                </a:lnTo>
                <a:lnTo>
                  <a:pt x="272011" y="263389"/>
                </a:lnTo>
                <a:lnTo>
                  <a:pt x="271244" y="263745"/>
                </a:lnTo>
                <a:lnTo>
                  <a:pt x="270468" y="264085"/>
                </a:lnTo>
                <a:lnTo>
                  <a:pt x="269682" y="264410"/>
                </a:lnTo>
                <a:lnTo>
                  <a:pt x="268887" y="264718"/>
                </a:lnTo>
                <a:lnTo>
                  <a:pt x="268084" y="265006"/>
                </a:lnTo>
                <a:lnTo>
                  <a:pt x="267273" y="265273"/>
                </a:lnTo>
                <a:lnTo>
                  <a:pt x="266456" y="265519"/>
                </a:lnTo>
                <a:lnTo>
                  <a:pt x="265634" y="265742"/>
                </a:lnTo>
                <a:lnTo>
                  <a:pt x="264806" y="265939"/>
                </a:lnTo>
                <a:lnTo>
                  <a:pt x="263973" y="266110"/>
                </a:lnTo>
                <a:lnTo>
                  <a:pt x="263137" y="266253"/>
                </a:lnTo>
                <a:lnTo>
                  <a:pt x="262298" y="266367"/>
                </a:lnTo>
                <a:lnTo>
                  <a:pt x="261457" y="266450"/>
                </a:lnTo>
                <a:lnTo>
                  <a:pt x="260615" y="266501"/>
                </a:lnTo>
                <a:lnTo>
                  <a:pt x="259772" y="266519"/>
                </a:lnTo>
                <a:lnTo>
                  <a:pt x="258085" y="266519"/>
                </a:lnTo>
                <a:lnTo>
                  <a:pt x="251337" y="266519"/>
                </a:lnTo>
                <a:lnTo>
                  <a:pt x="249651" y="266519"/>
                </a:lnTo>
                <a:lnTo>
                  <a:pt x="249651" y="268206"/>
                </a:lnTo>
                <a:lnTo>
                  <a:pt x="249651" y="268408"/>
                </a:lnTo>
                <a:lnTo>
                  <a:pt x="249651" y="268594"/>
                </a:lnTo>
                <a:lnTo>
                  <a:pt x="249651" y="268766"/>
                </a:lnTo>
                <a:lnTo>
                  <a:pt x="249651" y="268924"/>
                </a:lnTo>
                <a:lnTo>
                  <a:pt x="249651" y="269071"/>
                </a:lnTo>
                <a:lnTo>
                  <a:pt x="249651" y="269207"/>
                </a:lnTo>
                <a:lnTo>
                  <a:pt x="249651" y="269335"/>
                </a:lnTo>
                <a:lnTo>
                  <a:pt x="249651" y="269455"/>
                </a:lnTo>
                <a:lnTo>
                  <a:pt x="249651" y="269570"/>
                </a:lnTo>
                <a:lnTo>
                  <a:pt x="249651" y="269680"/>
                </a:lnTo>
                <a:lnTo>
                  <a:pt x="249651" y="269787"/>
                </a:lnTo>
                <a:lnTo>
                  <a:pt x="249651" y="269892"/>
                </a:lnTo>
                <a:lnTo>
                  <a:pt x="249651" y="269998"/>
                </a:lnTo>
                <a:lnTo>
                  <a:pt x="249651" y="270105"/>
                </a:lnTo>
                <a:lnTo>
                  <a:pt x="249651" y="270215"/>
                </a:lnTo>
                <a:lnTo>
                  <a:pt x="249651" y="270330"/>
                </a:lnTo>
                <a:lnTo>
                  <a:pt x="249651" y="270450"/>
                </a:lnTo>
                <a:lnTo>
                  <a:pt x="249651" y="270578"/>
                </a:lnTo>
                <a:lnTo>
                  <a:pt x="249651" y="270714"/>
                </a:lnTo>
                <a:lnTo>
                  <a:pt x="249651" y="270861"/>
                </a:lnTo>
                <a:lnTo>
                  <a:pt x="249651" y="271019"/>
                </a:lnTo>
                <a:lnTo>
                  <a:pt x="249651" y="271191"/>
                </a:lnTo>
                <a:lnTo>
                  <a:pt x="249651" y="271377"/>
                </a:lnTo>
                <a:lnTo>
                  <a:pt x="249651" y="271579"/>
                </a:lnTo>
                <a:lnTo>
                  <a:pt x="251337" y="271579"/>
                </a:lnTo>
                <a:lnTo>
                  <a:pt x="253208" y="271640"/>
                </a:lnTo>
                <a:lnTo>
                  <a:pt x="255024" y="271819"/>
                </a:lnTo>
                <a:lnTo>
                  <a:pt x="256783" y="272113"/>
                </a:lnTo>
                <a:lnTo>
                  <a:pt x="258483" y="272516"/>
                </a:lnTo>
                <a:lnTo>
                  <a:pt x="260121" y="273025"/>
                </a:lnTo>
                <a:lnTo>
                  <a:pt x="261696" y="273635"/>
                </a:lnTo>
                <a:lnTo>
                  <a:pt x="263204" y="274342"/>
                </a:lnTo>
                <a:lnTo>
                  <a:pt x="264645" y="275140"/>
                </a:lnTo>
                <a:lnTo>
                  <a:pt x="266015" y="276027"/>
                </a:lnTo>
                <a:lnTo>
                  <a:pt x="267312" y="276997"/>
                </a:lnTo>
                <a:lnTo>
                  <a:pt x="268535" y="278046"/>
                </a:lnTo>
                <a:lnTo>
                  <a:pt x="269682" y="279170"/>
                </a:lnTo>
                <a:lnTo>
                  <a:pt x="270749" y="280364"/>
                </a:lnTo>
                <a:lnTo>
                  <a:pt x="271735" y="281624"/>
                </a:lnTo>
                <a:lnTo>
                  <a:pt x="272637" y="282946"/>
                </a:lnTo>
                <a:lnTo>
                  <a:pt x="273454" y="284324"/>
                </a:lnTo>
                <a:lnTo>
                  <a:pt x="274182" y="285756"/>
                </a:lnTo>
                <a:lnTo>
                  <a:pt x="274821" y="287235"/>
                </a:lnTo>
                <a:lnTo>
                  <a:pt x="275368" y="288759"/>
                </a:lnTo>
                <a:lnTo>
                  <a:pt x="275820" y="290322"/>
                </a:lnTo>
                <a:lnTo>
                  <a:pt x="276175" y="291920"/>
                </a:lnTo>
                <a:lnTo>
                  <a:pt x="276432" y="293549"/>
                </a:lnTo>
                <a:lnTo>
                  <a:pt x="276587" y="295204"/>
                </a:lnTo>
                <a:lnTo>
                  <a:pt x="276640" y="296882"/>
                </a:lnTo>
                <a:lnTo>
                  <a:pt x="276631" y="297725"/>
                </a:lnTo>
                <a:lnTo>
                  <a:pt x="276604" y="298567"/>
                </a:lnTo>
                <a:lnTo>
                  <a:pt x="276557" y="299405"/>
                </a:lnTo>
                <a:lnTo>
                  <a:pt x="276491" y="300240"/>
                </a:lnTo>
                <a:lnTo>
                  <a:pt x="276405" y="301068"/>
                </a:lnTo>
                <a:lnTo>
                  <a:pt x="276297" y="301889"/>
                </a:lnTo>
                <a:lnTo>
                  <a:pt x="276167" y="302702"/>
                </a:lnTo>
                <a:lnTo>
                  <a:pt x="276015" y="303504"/>
                </a:lnTo>
                <a:lnTo>
                  <a:pt x="275839" y="304295"/>
                </a:lnTo>
                <a:lnTo>
                  <a:pt x="275639" y="305072"/>
                </a:lnTo>
                <a:lnTo>
                  <a:pt x="275414" y="305834"/>
                </a:lnTo>
                <a:lnTo>
                  <a:pt x="275164" y="306581"/>
                </a:lnTo>
                <a:lnTo>
                  <a:pt x="274887" y="307310"/>
                </a:lnTo>
                <a:lnTo>
                  <a:pt x="274583" y="308020"/>
                </a:lnTo>
                <a:lnTo>
                  <a:pt x="274251" y="308709"/>
                </a:lnTo>
                <a:lnTo>
                  <a:pt x="273891" y="309377"/>
                </a:lnTo>
                <a:lnTo>
                  <a:pt x="273501" y="310021"/>
                </a:lnTo>
                <a:lnTo>
                  <a:pt x="273082" y="310640"/>
                </a:lnTo>
                <a:lnTo>
                  <a:pt x="272631" y="311233"/>
                </a:lnTo>
                <a:lnTo>
                  <a:pt x="272149" y="311798"/>
                </a:lnTo>
                <a:lnTo>
                  <a:pt x="271635" y="312333"/>
                </a:lnTo>
                <a:lnTo>
                  <a:pt x="271088" y="312838"/>
                </a:lnTo>
                <a:lnTo>
                  <a:pt x="270508" y="313311"/>
                </a:lnTo>
                <a:lnTo>
                  <a:pt x="269892" y="313750"/>
                </a:lnTo>
                <a:lnTo>
                  <a:pt x="269260" y="314374"/>
                </a:lnTo>
                <a:lnTo>
                  <a:pt x="268625" y="314979"/>
                </a:lnTo>
                <a:lnTo>
                  <a:pt x="267988" y="315565"/>
                </a:lnTo>
                <a:lnTo>
                  <a:pt x="267347" y="316132"/>
                </a:lnTo>
                <a:lnTo>
                  <a:pt x="266699" y="316678"/>
                </a:lnTo>
                <a:lnTo>
                  <a:pt x="266044" y="317203"/>
                </a:lnTo>
                <a:lnTo>
                  <a:pt x="265381" y="317706"/>
                </a:lnTo>
                <a:lnTo>
                  <a:pt x="264707" y="318186"/>
                </a:lnTo>
                <a:lnTo>
                  <a:pt x="264022" y="318642"/>
                </a:lnTo>
                <a:lnTo>
                  <a:pt x="263323" y="319075"/>
                </a:lnTo>
                <a:lnTo>
                  <a:pt x="262609" y="319483"/>
                </a:lnTo>
                <a:lnTo>
                  <a:pt x="261880" y="319865"/>
                </a:lnTo>
                <a:lnTo>
                  <a:pt x="261133" y="320220"/>
                </a:lnTo>
                <a:lnTo>
                  <a:pt x="260367" y="320549"/>
                </a:lnTo>
                <a:lnTo>
                  <a:pt x="259580" y="320850"/>
                </a:lnTo>
                <a:lnTo>
                  <a:pt x="258772" y="321122"/>
                </a:lnTo>
                <a:lnTo>
                  <a:pt x="257940" y="321365"/>
                </a:lnTo>
                <a:lnTo>
                  <a:pt x="257083" y="321578"/>
                </a:lnTo>
                <a:lnTo>
                  <a:pt x="256200" y="321760"/>
                </a:lnTo>
                <a:lnTo>
                  <a:pt x="255289" y="321911"/>
                </a:lnTo>
                <a:lnTo>
                  <a:pt x="254349" y="322029"/>
                </a:lnTo>
                <a:lnTo>
                  <a:pt x="253378" y="322115"/>
                </a:lnTo>
                <a:lnTo>
                  <a:pt x="252374" y="322167"/>
                </a:lnTo>
                <a:lnTo>
                  <a:pt x="251337" y="322184"/>
                </a:lnTo>
                <a:lnTo>
                  <a:pt x="239530" y="322184"/>
                </a:lnTo>
                <a:lnTo>
                  <a:pt x="237843" y="322184"/>
                </a:lnTo>
                <a:lnTo>
                  <a:pt x="236156" y="323871"/>
                </a:lnTo>
                <a:lnTo>
                  <a:pt x="236156" y="324073"/>
                </a:lnTo>
                <a:lnTo>
                  <a:pt x="236157" y="324259"/>
                </a:lnTo>
                <a:lnTo>
                  <a:pt x="236159" y="324428"/>
                </a:lnTo>
                <a:lnTo>
                  <a:pt x="236164" y="324582"/>
                </a:lnTo>
                <a:lnTo>
                  <a:pt x="236171" y="324721"/>
                </a:lnTo>
                <a:lnTo>
                  <a:pt x="236182" y="324846"/>
                </a:lnTo>
                <a:lnTo>
                  <a:pt x="236198" y="324958"/>
                </a:lnTo>
                <a:lnTo>
                  <a:pt x="236218" y="325058"/>
                </a:lnTo>
                <a:lnTo>
                  <a:pt x="236245" y="325146"/>
                </a:lnTo>
                <a:lnTo>
                  <a:pt x="236278" y="325223"/>
                </a:lnTo>
                <a:lnTo>
                  <a:pt x="236318" y="325290"/>
                </a:lnTo>
                <a:lnTo>
                  <a:pt x="236367" y="325347"/>
                </a:lnTo>
                <a:lnTo>
                  <a:pt x="236424" y="325395"/>
                </a:lnTo>
                <a:lnTo>
                  <a:pt x="236491" y="325436"/>
                </a:lnTo>
                <a:lnTo>
                  <a:pt x="236568" y="325469"/>
                </a:lnTo>
                <a:lnTo>
                  <a:pt x="236656" y="325495"/>
                </a:lnTo>
                <a:lnTo>
                  <a:pt x="236755" y="325516"/>
                </a:lnTo>
                <a:lnTo>
                  <a:pt x="236868" y="325531"/>
                </a:lnTo>
                <a:lnTo>
                  <a:pt x="236993" y="325543"/>
                </a:lnTo>
                <a:lnTo>
                  <a:pt x="237132" y="325550"/>
                </a:lnTo>
                <a:lnTo>
                  <a:pt x="237286" y="325555"/>
                </a:lnTo>
                <a:lnTo>
                  <a:pt x="237455" y="325557"/>
                </a:lnTo>
                <a:lnTo>
                  <a:pt x="237641" y="325558"/>
                </a:lnTo>
                <a:lnTo>
                  <a:pt x="237843" y="325558"/>
                </a:lnTo>
                <a:lnTo>
                  <a:pt x="237843" y="325760"/>
                </a:lnTo>
                <a:lnTo>
                  <a:pt x="237844" y="325945"/>
                </a:lnTo>
                <a:lnTo>
                  <a:pt x="237846" y="326115"/>
                </a:lnTo>
                <a:lnTo>
                  <a:pt x="237851" y="326268"/>
                </a:lnTo>
                <a:lnTo>
                  <a:pt x="237858" y="326408"/>
                </a:lnTo>
                <a:lnTo>
                  <a:pt x="237869" y="326533"/>
                </a:lnTo>
                <a:lnTo>
                  <a:pt x="237885" y="326645"/>
                </a:lnTo>
                <a:lnTo>
                  <a:pt x="237905" y="326745"/>
                </a:lnTo>
                <a:lnTo>
                  <a:pt x="237932" y="326833"/>
                </a:lnTo>
                <a:lnTo>
                  <a:pt x="237965" y="326910"/>
                </a:lnTo>
                <a:lnTo>
                  <a:pt x="238005" y="326977"/>
                </a:lnTo>
                <a:lnTo>
                  <a:pt x="238054" y="327034"/>
                </a:lnTo>
                <a:lnTo>
                  <a:pt x="238111" y="327082"/>
                </a:lnTo>
                <a:lnTo>
                  <a:pt x="238178" y="327123"/>
                </a:lnTo>
                <a:lnTo>
                  <a:pt x="238255" y="327156"/>
                </a:lnTo>
                <a:lnTo>
                  <a:pt x="238343" y="327182"/>
                </a:lnTo>
                <a:lnTo>
                  <a:pt x="238442" y="327203"/>
                </a:lnTo>
                <a:lnTo>
                  <a:pt x="238554" y="327218"/>
                </a:lnTo>
                <a:lnTo>
                  <a:pt x="238680" y="327229"/>
                </a:lnTo>
                <a:lnTo>
                  <a:pt x="238819" y="327237"/>
                </a:lnTo>
                <a:lnTo>
                  <a:pt x="238973" y="327241"/>
                </a:lnTo>
                <a:lnTo>
                  <a:pt x="239142" y="327244"/>
                </a:lnTo>
                <a:lnTo>
                  <a:pt x="239327" y="327245"/>
                </a:lnTo>
                <a:lnTo>
                  <a:pt x="239530" y="327245"/>
                </a:lnTo>
                <a:lnTo>
                  <a:pt x="241207" y="327305"/>
                </a:lnTo>
                <a:lnTo>
                  <a:pt x="242862" y="327485"/>
                </a:lnTo>
                <a:close/>
              </a:path>
            </a:pathLst>
          </a:custGeom>
          <a:solidFill xmlns:a="http://schemas.openxmlformats.org/drawingml/2006/main">
            <a:srgbClr val="3E3E3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4561D-A0A6-422E-9F3B-4CF6C8AB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199" y="5902580"/>
            <a:ext cx="1997204" cy="354234"/>
          </a:xfrm>
          <a:custGeom xmlns:a="http://schemas.openxmlformats.org/drawingml/2006/main">
            <a:pathLst>
              <a:path w="1997204" h="354234">
                <a:moveTo>
                  <a:pt x="74220" y="345800"/>
                </a:moveTo>
                <a:lnTo>
                  <a:pt x="74220" y="335679"/>
                </a:lnTo>
                <a:lnTo>
                  <a:pt x="1922984" y="335679"/>
                </a:lnTo>
                <a:cubicBezTo>
                  <a:pt x="1953347" y="335679"/>
                  <a:pt x="1978649" y="310376"/>
                  <a:pt x="1978649" y="280013"/>
                </a:cubicBezTo>
                <a:lnTo>
                  <a:pt x="1978649" y="74220"/>
                </a:lnTo>
                <a:cubicBezTo>
                  <a:pt x="1978649" y="42171"/>
                  <a:pt x="1953347" y="16868"/>
                  <a:pt x="1922984" y="16868"/>
                </a:cubicBezTo>
                <a:lnTo>
                  <a:pt x="74220" y="16868"/>
                </a:lnTo>
                <a:cubicBezTo>
                  <a:pt x="42171" y="16868"/>
                  <a:pt x="16868" y="42171"/>
                  <a:pt x="16868" y="74220"/>
                </a:cubicBezTo>
                <a:lnTo>
                  <a:pt x="16868" y="280013"/>
                </a:lnTo>
                <a:cubicBezTo>
                  <a:pt x="16868" y="310376"/>
                  <a:pt x="42171" y="335679"/>
                  <a:pt x="74220" y="335679"/>
                </a:cubicBezTo>
                <a:lnTo>
                  <a:pt x="74220" y="345800"/>
                </a:lnTo>
                <a:lnTo>
                  <a:pt x="74220" y="354234"/>
                </a:lnTo>
                <a:cubicBezTo>
                  <a:pt x="33737" y="354234"/>
                  <a:pt x="0" y="320497"/>
                  <a:pt x="0" y="280013"/>
                </a:cubicBezTo>
                <a:lnTo>
                  <a:pt x="0" y="74220"/>
                </a:lnTo>
                <a:cubicBezTo>
                  <a:pt x="0" y="33737"/>
                  <a:pt x="33737" y="0"/>
                  <a:pt x="74220" y="0"/>
                </a:cubicBezTo>
                <a:lnTo>
                  <a:pt x="1922984" y="0"/>
                </a:lnTo>
                <a:cubicBezTo>
                  <a:pt x="1963468" y="0"/>
                  <a:pt x="1997204" y="33737"/>
                  <a:pt x="1997204" y="74220"/>
                </a:cubicBezTo>
                <a:lnTo>
                  <a:pt x="1997204" y="280013"/>
                </a:lnTo>
                <a:cubicBezTo>
                  <a:pt x="1997204" y="320497"/>
                  <a:pt x="1963468" y="354234"/>
                  <a:pt x="1922984" y="354234"/>
                </a:cubicBezTo>
                <a:lnTo>
                  <a:pt x="74220" y="354234"/>
                </a:lnTo>
                <a:lnTo>
                  <a:pt x="74220" y="3458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D72C9-15CD-48AB-8179-F12BD808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4843" y="6017285"/>
            <a:ext cx="673044" cy="133259"/>
          </a:xfrm>
          <a:custGeom xmlns:a="http://schemas.openxmlformats.org/drawingml/2006/main">
            <a:pathLst>
              <a:path w="673044" h="133259">
                <a:moveTo>
                  <a:pt x="656176" y="82655"/>
                </a:moveTo>
                <a:cubicBezTo>
                  <a:pt x="656176" y="77594"/>
                  <a:pt x="656176" y="72534"/>
                  <a:pt x="654489" y="69160"/>
                </a:cubicBezTo>
                <a:cubicBezTo>
                  <a:pt x="652802" y="64099"/>
                  <a:pt x="652802" y="60726"/>
                  <a:pt x="649429" y="57352"/>
                </a:cubicBezTo>
                <a:cubicBezTo>
                  <a:pt x="647742" y="53978"/>
                  <a:pt x="644368" y="50605"/>
                  <a:pt x="640995" y="48918"/>
                </a:cubicBezTo>
                <a:cubicBezTo>
                  <a:pt x="637621" y="47231"/>
                  <a:pt x="632560" y="45544"/>
                  <a:pt x="627500" y="45544"/>
                </a:cubicBezTo>
                <a:cubicBezTo>
                  <a:pt x="622440" y="45544"/>
                  <a:pt x="619066" y="47231"/>
                  <a:pt x="615692" y="48918"/>
                </a:cubicBezTo>
                <a:cubicBezTo>
                  <a:pt x="610632" y="50605"/>
                  <a:pt x="608945" y="53978"/>
                  <a:pt x="605571" y="55665"/>
                </a:cubicBezTo>
                <a:cubicBezTo>
                  <a:pt x="603884" y="59039"/>
                  <a:pt x="602198" y="64099"/>
                  <a:pt x="600511" y="67473"/>
                </a:cubicBezTo>
                <a:cubicBezTo>
                  <a:pt x="598824" y="72534"/>
                  <a:pt x="598824" y="77594"/>
                  <a:pt x="598824" y="82655"/>
                </a:cubicBezTo>
                <a:cubicBezTo>
                  <a:pt x="598824" y="87715"/>
                  <a:pt x="598824" y="92776"/>
                  <a:pt x="600511" y="96149"/>
                </a:cubicBezTo>
                <a:cubicBezTo>
                  <a:pt x="602198" y="101210"/>
                  <a:pt x="602198" y="104583"/>
                  <a:pt x="605571" y="107957"/>
                </a:cubicBezTo>
                <a:cubicBezTo>
                  <a:pt x="607258" y="111331"/>
                  <a:pt x="610632" y="114704"/>
                  <a:pt x="614005" y="116391"/>
                </a:cubicBezTo>
                <a:cubicBezTo>
                  <a:pt x="617379" y="118078"/>
                  <a:pt x="622440" y="118078"/>
                  <a:pt x="627500" y="118078"/>
                </a:cubicBezTo>
                <a:cubicBezTo>
                  <a:pt x="632560" y="118078"/>
                  <a:pt x="635934" y="118078"/>
                  <a:pt x="640995" y="116391"/>
                </a:cubicBezTo>
                <a:cubicBezTo>
                  <a:pt x="644368" y="114704"/>
                  <a:pt x="646055" y="111331"/>
                  <a:pt x="649429" y="107957"/>
                </a:cubicBezTo>
                <a:cubicBezTo>
                  <a:pt x="651116" y="106270"/>
                  <a:pt x="652802" y="101210"/>
                  <a:pt x="654489" y="97836"/>
                </a:cubicBezTo>
                <a:cubicBezTo>
                  <a:pt x="656176" y="92776"/>
                  <a:pt x="656176" y="87715"/>
                  <a:pt x="656176" y="82655"/>
                </a:cubicBezTo>
                <a:close/>
                <a:moveTo>
                  <a:pt x="673044" y="80968"/>
                </a:moveTo>
                <a:cubicBezTo>
                  <a:pt x="673044" y="89402"/>
                  <a:pt x="673044" y="96149"/>
                  <a:pt x="669671" y="102897"/>
                </a:cubicBezTo>
                <a:cubicBezTo>
                  <a:pt x="667984" y="107957"/>
                  <a:pt x="666297" y="114704"/>
                  <a:pt x="661237" y="118078"/>
                </a:cubicBezTo>
                <a:cubicBezTo>
                  <a:pt x="657863" y="123138"/>
                  <a:pt x="652802" y="126512"/>
                  <a:pt x="647742" y="129886"/>
                </a:cubicBezTo>
                <a:cubicBezTo>
                  <a:pt x="640995" y="131573"/>
                  <a:pt x="634247" y="133259"/>
                  <a:pt x="625813" y="133259"/>
                </a:cubicBezTo>
                <a:cubicBezTo>
                  <a:pt x="619066" y="133259"/>
                  <a:pt x="612319" y="131573"/>
                  <a:pt x="607258" y="129886"/>
                </a:cubicBezTo>
                <a:cubicBezTo>
                  <a:pt x="600511" y="128199"/>
                  <a:pt x="597137" y="124825"/>
                  <a:pt x="592077" y="119765"/>
                </a:cubicBezTo>
                <a:cubicBezTo>
                  <a:pt x="588703" y="116391"/>
                  <a:pt x="587016" y="109644"/>
                  <a:pt x="583642" y="104583"/>
                </a:cubicBezTo>
                <a:cubicBezTo>
                  <a:pt x="581956" y="97836"/>
                  <a:pt x="581956" y="91089"/>
                  <a:pt x="581956" y="82655"/>
                </a:cubicBezTo>
                <a:cubicBezTo>
                  <a:pt x="581956" y="75907"/>
                  <a:pt x="581956" y="69160"/>
                  <a:pt x="585329" y="62413"/>
                </a:cubicBezTo>
                <a:cubicBezTo>
                  <a:pt x="587016" y="57352"/>
                  <a:pt x="588703" y="50605"/>
                  <a:pt x="593763" y="47231"/>
                </a:cubicBezTo>
                <a:cubicBezTo>
                  <a:pt x="597137" y="42171"/>
                  <a:pt x="602198" y="38797"/>
                  <a:pt x="607258" y="35423"/>
                </a:cubicBezTo>
                <a:cubicBezTo>
                  <a:pt x="614005" y="33737"/>
                  <a:pt x="620753" y="32050"/>
                  <a:pt x="629187" y="32050"/>
                </a:cubicBezTo>
                <a:cubicBezTo>
                  <a:pt x="635934" y="32050"/>
                  <a:pt x="642681" y="33737"/>
                  <a:pt x="647742" y="35423"/>
                </a:cubicBezTo>
                <a:cubicBezTo>
                  <a:pt x="654489" y="37110"/>
                  <a:pt x="657863" y="40484"/>
                  <a:pt x="662923" y="45544"/>
                </a:cubicBezTo>
                <a:cubicBezTo>
                  <a:pt x="666297" y="48918"/>
                  <a:pt x="667984" y="55665"/>
                  <a:pt x="671358" y="60726"/>
                </a:cubicBezTo>
                <a:cubicBezTo>
                  <a:pt x="673044" y="67473"/>
                  <a:pt x="673044" y="74220"/>
                  <a:pt x="673044" y="80968"/>
                </a:cubicBezTo>
                <a:close/>
                <a:moveTo>
                  <a:pt x="565087" y="121452"/>
                </a:moveTo>
                <a:cubicBezTo>
                  <a:pt x="565087" y="123138"/>
                  <a:pt x="565087" y="124825"/>
                  <a:pt x="565087" y="126512"/>
                </a:cubicBezTo>
                <a:lnTo>
                  <a:pt x="565087" y="128199"/>
                </a:lnTo>
                <a:cubicBezTo>
                  <a:pt x="563401" y="129886"/>
                  <a:pt x="563401" y="129886"/>
                  <a:pt x="561714" y="129886"/>
                </a:cubicBezTo>
                <a:cubicBezTo>
                  <a:pt x="560027" y="131573"/>
                  <a:pt x="560027" y="131573"/>
                  <a:pt x="558340" y="131573"/>
                </a:cubicBezTo>
                <a:cubicBezTo>
                  <a:pt x="556653" y="131573"/>
                  <a:pt x="554966" y="131573"/>
                  <a:pt x="553280" y="133259"/>
                </a:cubicBezTo>
                <a:cubicBezTo>
                  <a:pt x="551593" y="133259"/>
                  <a:pt x="549906" y="133259"/>
                  <a:pt x="548219" y="133259"/>
                </a:cubicBezTo>
                <a:cubicBezTo>
                  <a:pt x="544845" y="133259"/>
                  <a:pt x="539785" y="131573"/>
                  <a:pt x="536411" y="131573"/>
                </a:cubicBezTo>
                <a:cubicBezTo>
                  <a:pt x="533038" y="129886"/>
                  <a:pt x="531351" y="128199"/>
                  <a:pt x="527977" y="124825"/>
                </a:cubicBezTo>
                <a:cubicBezTo>
                  <a:pt x="526290" y="123138"/>
                  <a:pt x="524603" y="119765"/>
                  <a:pt x="522917" y="114704"/>
                </a:cubicBezTo>
                <a:cubicBezTo>
                  <a:pt x="522917" y="111331"/>
                  <a:pt x="522917" y="106270"/>
                  <a:pt x="522917" y="101210"/>
                </a:cubicBezTo>
                <a:lnTo>
                  <a:pt x="522917" y="48918"/>
                </a:lnTo>
                <a:lnTo>
                  <a:pt x="509422" y="48918"/>
                </a:lnTo>
                <a:cubicBezTo>
                  <a:pt x="507735" y="48918"/>
                  <a:pt x="507735" y="47231"/>
                  <a:pt x="507735" y="47231"/>
                </a:cubicBezTo>
                <a:cubicBezTo>
                  <a:pt x="506048" y="45544"/>
                  <a:pt x="506048" y="43858"/>
                  <a:pt x="506048" y="40484"/>
                </a:cubicBezTo>
                <a:lnTo>
                  <a:pt x="506048" y="38797"/>
                </a:lnTo>
                <a:cubicBezTo>
                  <a:pt x="506048" y="37110"/>
                  <a:pt x="506048" y="37110"/>
                  <a:pt x="507735" y="35423"/>
                </a:cubicBezTo>
                <a:lnTo>
                  <a:pt x="507735" y="33737"/>
                </a:lnTo>
                <a:lnTo>
                  <a:pt x="509422" y="33737"/>
                </a:lnTo>
                <a:lnTo>
                  <a:pt x="522917" y="33737"/>
                </a:lnTo>
                <a:lnTo>
                  <a:pt x="522917" y="11808"/>
                </a:lnTo>
                <a:cubicBezTo>
                  <a:pt x="522917" y="10121"/>
                  <a:pt x="522917" y="10121"/>
                  <a:pt x="524603" y="10121"/>
                </a:cubicBezTo>
                <a:lnTo>
                  <a:pt x="526290" y="10121"/>
                </a:lnTo>
                <a:cubicBezTo>
                  <a:pt x="527977" y="8434"/>
                  <a:pt x="529664" y="8434"/>
                  <a:pt x="531351" y="8434"/>
                </a:cubicBezTo>
                <a:cubicBezTo>
                  <a:pt x="533038" y="8434"/>
                  <a:pt x="533038" y="8434"/>
                  <a:pt x="534724" y="10121"/>
                </a:cubicBezTo>
                <a:cubicBezTo>
                  <a:pt x="536411" y="10121"/>
                  <a:pt x="536411" y="10121"/>
                  <a:pt x="538098" y="10121"/>
                </a:cubicBezTo>
                <a:lnTo>
                  <a:pt x="538098" y="11808"/>
                </a:lnTo>
                <a:lnTo>
                  <a:pt x="539785" y="11808"/>
                </a:lnTo>
                <a:lnTo>
                  <a:pt x="539785" y="33737"/>
                </a:lnTo>
                <a:lnTo>
                  <a:pt x="561714" y="33737"/>
                </a:lnTo>
                <a:lnTo>
                  <a:pt x="563401" y="33737"/>
                </a:lnTo>
                <a:lnTo>
                  <a:pt x="565087" y="35423"/>
                </a:lnTo>
                <a:cubicBezTo>
                  <a:pt x="565087" y="37110"/>
                  <a:pt x="565087" y="37110"/>
                  <a:pt x="565087" y="38797"/>
                </a:cubicBezTo>
                <a:lnTo>
                  <a:pt x="565087" y="40484"/>
                </a:lnTo>
                <a:cubicBezTo>
                  <a:pt x="565087" y="43858"/>
                  <a:pt x="565087" y="45544"/>
                  <a:pt x="565087" y="47231"/>
                </a:cubicBezTo>
                <a:cubicBezTo>
                  <a:pt x="565087" y="47231"/>
                  <a:pt x="563401" y="48918"/>
                  <a:pt x="561714" y="48918"/>
                </a:cubicBezTo>
                <a:lnTo>
                  <a:pt x="539785" y="48918"/>
                </a:lnTo>
                <a:lnTo>
                  <a:pt x="539785" y="99523"/>
                </a:lnTo>
                <a:cubicBezTo>
                  <a:pt x="539785" y="106270"/>
                  <a:pt x="539785" y="109644"/>
                  <a:pt x="541472" y="113017"/>
                </a:cubicBezTo>
                <a:cubicBezTo>
                  <a:pt x="543159" y="116391"/>
                  <a:pt x="546532" y="118078"/>
                  <a:pt x="551593" y="118078"/>
                </a:cubicBezTo>
                <a:cubicBezTo>
                  <a:pt x="553280" y="118078"/>
                  <a:pt x="554966" y="118078"/>
                  <a:pt x="556653" y="118078"/>
                </a:cubicBezTo>
                <a:cubicBezTo>
                  <a:pt x="556653" y="118078"/>
                  <a:pt x="558340" y="118078"/>
                  <a:pt x="560027" y="116391"/>
                </a:cubicBezTo>
                <a:lnTo>
                  <a:pt x="561714" y="116391"/>
                </a:lnTo>
                <a:lnTo>
                  <a:pt x="563401" y="116391"/>
                </a:lnTo>
                <a:lnTo>
                  <a:pt x="565087" y="116391"/>
                </a:lnTo>
                <a:lnTo>
                  <a:pt x="565087" y="118078"/>
                </a:lnTo>
                <a:cubicBezTo>
                  <a:pt x="565087" y="119765"/>
                  <a:pt x="565087" y="119765"/>
                  <a:pt x="565087" y="121452"/>
                </a:cubicBezTo>
                <a:close/>
                <a:moveTo>
                  <a:pt x="448696" y="121452"/>
                </a:moveTo>
                <a:cubicBezTo>
                  <a:pt x="448696" y="123138"/>
                  <a:pt x="448696" y="124825"/>
                  <a:pt x="448696" y="126512"/>
                </a:cubicBezTo>
                <a:cubicBezTo>
                  <a:pt x="448696" y="128199"/>
                  <a:pt x="447009" y="128199"/>
                  <a:pt x="447009" y="128199"/>
                </a:cubicBezTo>
                <a:cubicBezTo>
                  <a:pt x="447009" y="129886"/>
                  <a:pt x="445323" y="129886"/>
                  <a:pt x="445323" y="129886"/>
                </a:cubicBezTo>
                <a:cubicBezTo>
                  <a:pt x="443636" y="131573"/>
                  <a:pt x="441949" y="131573"/>
                  <a:pt x="441949" y="131573"/>
                </a:cubicBezTo>
                <a:cubicBezTo>
                  <a:pt x="440262" y="131573"/>
                  <a:pt x="438575" y="131573"/>
                  <a:pt x="436888" y="133259"/>
                </a:cubicBezTo>
                <a:cubicBezTo>
                  <a:pt x="435202" y="133259"/>
                  <a:pt x="433515" y="133259"/>
                  <a:pt x="431828" y="133259"/>
                </a:cubicBezTo>
                <a:cubicBezTo>
                  <a:pt x="426767" y="133259"/>
                  <a:pt x="423394" y="131573"/>
                  <a:pt x="420020" y="131573"/>
                </a:cubicBezTo>
                <a:cubicBezTo>
                  <a:pt x="416647" y="129886"/>
                  <a:pt x="413273" y="128199"/>
                  <a:pt x="411586" y="124825"/>
                </a:cubicBezTo>
                <a:cubicBezTo>
                  <a:pt x="409899" y="123138"/>
                  <a:pt x="408212" y="119765"/>
                  <a:pt x="406526" y="114704"/>
                </a:cubicBezTo>
                <a:cubicBezTo>
                  <a:pt x="406526" y="111331"/>
                  <a:pt x="404839" y="106270"/>
                  <a:pt x="404839" y="101210"/>
                </a:cubicBezTo>
                <a:lnTo>
                  <a:pt x="404839" y="48918"/>
                </a:lnTo>
                <a:lnTo>
                  <a:pt x="393031" y="48918"/>
                </a:lnTo>
                <a:cubicBezTo>
                  <a:pt x="391344" y="48918"/>
                  <a:pt x="391344" y="47231"/>
                  <a:pt x="389657" y="47231"/>
                </a:cubicBezTo>
                <a:cubicBezTo>
                  <a:pt x="389657" y="45544"/>
                  <a:pt x="389657" y="43858"/>
                  <a:pt x="389657" y="40484"/>
                </a:cubicBezTo>
                <a:lnTo>
                  <a:pt x="389657" y="38797"/>
                </a:lnTo>
                <a:cubicBezTo>
                  <a:pt x="389657" y="37110"/>
                  <a:pt x="389657" y="37110"/>
                  <a:pt x="389657" y="35423"/>
                </a:cubicBezTo>
                <a:cubicBezTo>
                  <a:pt x="389657" y="35423"/>
                  <a:pt x="391344" y="35423"/>
                  <a:pt x="391344" y="33737"/>
                </a:cubicBezTo>
                <a:lnTo>
                  <a:pt x="393031" y="33737"/>
                </a:lnTo>
                <a:lnTo>
                  <a:pt x="404839" y="33737"/>
                </a:lnTo>
                <a:lnTo>
                  <a:pt x="404839" y="11808"/>
                </a:lnTo>
                <a:lnTo>
                  <a:pt x="406526" y="10121"/>
                </a:lnTo>
                <a:cubicBezTo>
                  <a:pt x="408212" y="10121"/>
                  <a:pt x="408212" y="10121"/>
                  <a:pt x="409899" y="10121"/>
                </a:cubicBezTo>
                <a:cubicBezTo>
                  <a:pt x="409899" y="8434"/>
                  <a:pt x="411586" y="8434"/>
                  <a:pt x="413273" y="8434"/>
                </a:cubicBezTo>
                <a:cubicBezTo>
                  <a:pt x="414960" y="8434"/>
                  <a:pt x="416647" y="8434"/>
                  <a:pt x="418333" y="10121"/>
                </a:cubicBezTo>
                <a:lnTo>
                  <a:pt x="420020" y="10121"/>
                </a:lnTo>
                <a:cubicBezTo>
                  <a:pt x="421707" y="10121"/>
                  <a:pt x="421707" y="10121"/>
                  <a:pt x="421707" y="11808"/>
                </a:cubicBezTo>
                <a:lnTo>
                  <a:pt x="421707" y="33737"/>
                </a:lnTo>
                <a:lnTo>
                  <a:pt x="445323" y="33737"/>
                </a:lnTo>
                <a:lnTo>
                  <a:pt x="447009" y="33737"/>
                </a:lnTo>
                <a:cubicBezTo>
                  <a:pt x="447009" y="35423"/>
                  <a:pt x="447009" y="35423"/>
                  <a:pt x="448696" y="35423"/>
                </a:cubicBezTo>
                <a:cubicBezTo>
                  <a:pt x="448696" y="37110"/>
                  <a:pt x="448696" y="37110"/>
                  <a:pt x="448696" y="38797"/>
                </a:cubicBezTo>
                <a:lnTo>
                  <a:pt x="448696" y="40484"/>
                </a:lnTo>
                <a:cubicBezTo>
                  <a:pt x="448696" y="43858"/>
                  <a:pt x="448696" y="45544"/>
                  <a:pt x="448696" y="47231"/>
                </a:cubicBezTo>
                <a:cubicBezTo>
                  <a:pt x="447009" y="47231"/>
                  <a:pt x="447009" y="48918"/>
                  <a:pt x="445323" y="48918"/>
                </a:cubicBezTo>
                <a:lnTo>
                  <a:pt x="421707" y="48918"/>
                </a:lnTo>
                <a:lnTo>
                  <a:pt x="421707" y="99523"/>
                </a:lnTo>
                <a:cubicBezTo>
                  <a:pt x="421707" y="106270"/>
                  <a:pt x="423394" y="109644"/>
                  <a:pt x="425081" y="113017"/>
                </a:cubicBezTo>
                <a:cubicBezTo>
                  <a:pt x="426767" y="116391"/>
                  <a:pt x="430141" y="118078"/>
                  <a:pt x="435202" y="118078"/>
                </a:cubicBezTo>
                <a:cubicBezTo>
                  <a:pt x="436888" y="118078"/>
                  <a:pt x="438575" y="118078"/>
                  <a:pt x="438575" y="118078"/>
                </a:cubicBezTo>
                <a:cubicBezTo>
                  <a:pt x="440262" y="118078"/>
                  <a:pt x="441949" y="118078"/>
                  <a:pt x="441949" y="116391"/>
                </a:cubicBezTo>
                <a:cubicBezTo>
                  <a:pt x="443636" y="116391"/>
                  <a:pt x="443636" y="116391"/>
                  <a:pt x="445323" y="116391"/>
                </a:cubicBezTo>
                <a:lnTo>
                  <a:pt x="447009" y="116391"/>
                </a:lnTo>
                <a:lnTo>
                  <a:pt x="448696" y="116391"/>
                </a:lnTo>
                <a:lnTo>
                  <a:pt x="448696" y="118078"/>
                </a:lnTo>
                <a:cubicBezTo>
                  <a:pt x="448696" y="119765"/>
                  <a:pt x="448696" y="119765"/>
                  <a:pt x="448696" y="121452"/>
                </a:cubicBezTo>
                <a:close/>
                <a:moveTo>
                  <a:pt x="357608" y="74220"/>
                </a:moveTo>
                <a:cubicBezTo>
                  <a:pt x="359294" y="64099"/>
                  <a:pt x="355921" y="57352"/>
                  <a:pt x="352547" y="52292"/>
                </a:cubicBezTo>
                <a:cubicBezTo>
                  <a:pt x="347487" y="47231"/>
                  <a:pt x="342426" y="45544"/>
                  <a:pt x="333992" y="45544"/>
                </a:cubicBezTo>
                <a:cubicBezTo>
                  <a:pt x="330618" y="45544"/>
                  <a:pt x="325558" y="45544"/>
                  <a:pt x="323871" y="47231"/>
                </a:cubicBezTo>
                <a:cubicBezTo>
                  <a:pt x="320497" y="48918"/>
                  <a:pt x="317124" y="50605"/>
                  <a:pt x="315437" y="53978"/>
                </a:cubicBezTo>
                <a:cubicBezTo>
                  <a:pt x="313750" y="57352"/>
                  <a:pt x="312063" y="59039"/>
                  <a:pt x="310376" y="62413"/>
                </a:cubicBezTo>
                <a:cubicBezTo>
                  <a:pt x="308690" y="65786"/>
                  <a:pt x="308690" y="69160"/>
                  <a:pt x="308690" y="74220"/>
                </a:cubicBezTo>
                <a:lnTo>
                  <a:pt x="357608" y="74220"/>
                </a:lnTo>
                <a:close/>
                <a:moveTo>
                  <a:pt x="374476" y="79281"/>
                </a:moveTo>
                <a:cubicBezTo>
                  <a:pt x="374476" y="80968"/>
                  <a:pt x="374476" y="82655"/>
                  <a:pt x="372789" y="84341"/>
                </a:cubicBezTo>
                <a:cubicBezTo>
                  <a:pt x="371102" y="86028"/>
                  <a:pt x="371102" y="86028"/>
                  <a:pt x="369415" y="86028"/>
                </a:cubicBezTo>
                <a:lnTo>
                  <a:pt x="308690" y="86028"/>
                </a:lnTo>
                <a:cubicBezTo>
                  <a:pt x="308690" y="91089"/>
                  <a:pt x="308690" y="96149"/>
                  <a:pt x="310376" y="99523"/>
                </a:cubicBezTo>
                <a:cubicBezTo>
                  <a:pt x="310376" y="104583"/>
                  <a:pt x="312063" y="107957"/>
                  <a:pt x="315437" y="109644"/>
                </a:cubicBezTo>
                <a:cubicBezTo>
                  <a:pt x="317124" y="113017"/>
                  <a:pt x="320497" y="114704"/>
                  <a:pt x="323871" y="116391"/>
                </a:cubicBezTo>
                <a:cubicBezTo>
                  <a:pt x="328931" y="118078"/>
                  <a:pt x="332305" y="119765"/>
                  <a:pt x="339052" y="119765"/>
                </a:cubicBezTo>
                <a:cubicBezTo>
                  <a:pt x="342426" y="119765"/>
                  <a:pt x="345800" y="119765"/>
                  <a:pt x="349173" y="118078"/>
                </a:cubicBezTo>
                <a:cubicBezTo>
                  <a:pt x="352547" y="118078"/>
                  <a:pt x="355921" y="116391"/>
                  <a:pt x="359294" y="116391"/>
                </a:cubicBezTo>
                <a:cubicBezTo>
                  <a:pt x="360981" y="114704"/>
                  <a:pt x="362668" y="114704"/>
                  <a:pt x="364355" y="113017"/>
                </a:cubicBezTo>
                <a:cubicBezTo>
                  <a:pt x="366042" y="113017"/>
                  <a:pt x="367728" y="113017"/>
                  <a:pt x="369415" y="113017"/>
                </a:cubicBezTo>
                <a:lnTo>
                  <a:pt x="371102" y="113017"/>
                </a:lnTo>
                <a:cubicBezTo>
                  <a:pt x="371102" y="114704"/>
                  <a:pt x="371102" y="114704"/>
                  <a:pt x="371102" y="116391"/>
                </a:cubicBezTo>
                <a:lnTo>
                  <a:pt x="371102" y="118078"/>
                </a:lnTo>
                <a:cubicBezTo>
                  <a:pt x="371102" y="119765"/>
                  <a:pt x="371102" y="119765"/>
                  <a:pt x="371102" y="121452"/>
                </a:cubicBezTo>
                <a:lnTo>
                  <a:pt x="371102" y="123138"/>
                </a:lnTo>
                <a:lnTo>
                  <a:pt x="371102" y="124825"/>
                </a:lnTo>
                <a:lnTo>
                  <a:pt x="369415" y="124825"/>
                </a:lnTo>
                <a:cubicBezTo>
                  <a:pt x="369415" y="126512"/>
                  <a:pt x="367728" y="126512"/>
                  <a:pt x="366042" y="126512"/>
                </a:cubicBezTo>
                <a:cubicBezTo>
                  <a:pt x="364355" y="128199"/>
                  <a:pt x="362668" y="128199"/>
                  <a:pt x="359294" y="129886"/>
                </a:cubicBezTo>
                <a:cubicBezTo>
                  <a:pt x="355921" y="129886"/>
                  <a:pt x="352547" y="131573"/>
                  <a:pt x="349173" y="131573"/>
                </a:cubicBezTo>
                <a:cubicBezTo>
                  <a:pt x="345800" y="133259"/>
                  <a:pt x="340739" y="133259"/>
                  <a:pt x="337366" y="133259"/>
                </a:cubicBezTo>
                <a:cubicBezTo>
                  <a:pt x="328931" y="133259"/>
                  <a:pt x="322184" y="131573"/>
                  <a:pt x="317124" y="129886"/>
                </a:cubicBezTo>
                <a:cubicBezTo>
                  <a:pt x="312063" y="128199"/>
                  <a:pt x="307003" y="124825"/>
                  <a:pt x="301942" y="119765"/>
                </a:cubicBezTo>
                <a:cubicBezTo>
                  <a:pt x="298569" y="116391"/>
                  <a:pt x="295195" y="111331"/>
                  <a:pt x="293508" y="104583"/>
                </a:cubicBezTo>
                <a:cubicBezTo>
                  <a:pt x="291821" y="97836"/>
                  <a:pt x="290134" y="91089"/>
                  <a:pt x="290134" y="82655"/>
                </a:cubicBezTo>
                <a:cubicBezTo>
                  <a:pt x="290134" y="75907"/>
                  <a:pt x="291821" y="67473"/>
                  <a:pt x="293508" y="62413"/>
                </a:cubicBezTo>
                <a:cubicBezTo>
                  <a:pt x="295195" y="55665"/>
                  <a:pt x="298569" y="50605"/>
                  <a:pt x="303629" y="45544"/>
                </a:cubicBezTo>
                <a:cubicBezTo>
                  <a:pt x="307003" y="42171"/>
                  <a:pt x="312063" y="38797"/>
                  <a:pt x="317124" y="35423"/>
                </a:cubicBezTo>
                <a:cubicBezTo>
                  <a:pt x="322184" y="33737"/>
                  <a:pt x="328931" y="32050"/>
                  <a:pt x="335679" y="32050"/>
                </a:cubicBezTo>
                <a:cubicBezTo>
                  <a:pt x="342426" y="32050"/>
                  <a:pt x="347487" y="33737"/>
                  <a:pt x="352547" y="35423"/>
                </a:cubicBezTo>
                <a:cubicBezTo>
                  <a:pt x="357608" y="38797"/>
                  <a:pt x="362668" y="40484"/>
                  <a:pt x="366042" y="45544"/>
                </a:cubicBezTo>
                <a:cubicBezTo>
                  <a:pt x="369415" y="48918"/>
                  <a:pt x="371102" y="53978"/>
                  <a:pt x="372789" y="59039"/>
                </a:cubicBezTo>
                <a:cubicBezTo>
                  <a:pt x="374476" y="64099"/>
                  <a:pt x="374476" y="69160"/>
                  <a:pt x="374476" y="75907"/>
                </a:cubicBezTo>
                <a:lnTo>
                  <a:pt x="374476" y="79281"/>
                </a:lnTo>
                <a:close/>
                <a:moveTo>
                  <a:pt x="273266" y="102897"/>
                </a:moveTo>
                <a:cubicBezTo>
                  <a:pt x="273266" y="107957"/>
                  <a:pt x="271579" y="113017"/>
                  <a:pt x="269892" y="116391"/>
                </a:cubicBezTo>
                <a:cubicBezTo>
                  <a:pt x="268206" y="119765"/>
                  <a:pt x="266519" y="123138"/>
                  <a:pt x="263145" y="124825"/>
                </a:cubicBezTo>
                <a:cubicBezTo>
                  <a:pt x="259772" y="128199"/>
                  <a:pt x="256398" y="129886"/>
                  <a:pt x="251337" y="131573"/>
                </a:cubicBezTo>
                <a:cubicBezTo>
                  <a:pt x="247964" y="131573"/>
                  <a:pt x="242903" y="133259"/>
                  <a:pt x="237843" y="133259"/>
                </a:cubicBezTo>
                <a:cubicBezTo>
                  <a:pt x="234469" y="133259"/>
                  <a:pt x="231095" y="133259"/>
                  <a:pt x="227722" y="131573"/>
                </a:cubicBezTo>
                <a:cubicBezTo>
                  <a:pt x="224348" y="131573"/>
                  <a:pt x="222661" y="131573"/>
                  <a:pt x="219288" y="129886"/>
                </a:cubicBezTo>
                <a:cubicBezTo>
                  <a:pt x="217601" y="129886"/>
                  <a:pt x="215914" y="128199"/>
                  <a:pt x="214227" y="128199"/>
                </a:cubicBezTo>
                <a:cubicBezTo>
                  <a:pt x="212540" y="126512"/>
                  <a:pt x="210853" y="126512"/>
                  <a:pt x="210853" y="124825"/>
                </a:cubicBezTo>
                <a:cubicBezTo>
                  <a:pt x="209167" y="124825"/>
                  <a:pt x="209167" y="123138"/>
                  <a:pt x="209167" y="123138"/>
                </a:cubicBezTo>
                <a:cubicBezTo>
                  <a:pt x="209167" y="121452"/>
                  <a:pt x="207480" y="119765"/>
                  <a:pt x="207480" y="118078"/>
                </a:cubicBezTo>
                <a:cubicBezTo>
                  <a:pt x="207480" y="116391"/>
                  <a:pt x="207480" y="114704"/>
                  <a:pt x="209167" y="114704"/>
                </a:cubicBezTo>
                <a:lnTo>
                  <a:pt x="209167" y="113017"/>
                </a:lnTo>
                <a:lnTo>
                  <a:pt x="209167" y="111331"/>
                </a:lnTo>
                <a:lnTo>
                  <a:pt x="210853" y="111331"/>
                </a:lnTo>
                <a:cubicBezTo>
                  <a:pt x="212540" y="111331"/>
                  <a:pt x="212540" y="111331"/>
                  <a:pt x="214227" y="111331"/>
                </a:cubicBezTo>
                <a:cubicBezTo>
                  <a:pt x="215914" y="113017"/>
                  <a:pt x="217601" y="114704"/>
                  <a:pt x="219288" y="114704"/>
                </a:cubicBezTo>
                <a:cubicBezTo>
                  <a:pt x="222661" y="116391"/>
                  <a:pt x="224348" y="116391"/>
                  <a:pt x="227722" y="118078"/>
                </a:cubicBezTo>
                <a:cubicBezTo>
                  <a:pt x="229409" y="119765"/>
                  <a:pt x="232782" y="119765"/>
                  <a:pt x="237843" y="119765"/>
                </a:cubicBezTo>
                <a:cubicBezTo>
                  <a:pt x="239530" y="119765"/>
                  <a:pt x="242903" y="119765"/>
                  <a:pt x="244590" y="118078"/>
                </a:cubicBezTo>
                <a:cubicBezTo>
                  <a:pt x="247964" y="118078"/>
                  <a:pt x="249651" y="116391"/>
                  <a:pt x="251337" y="116391"/>
                </a:cubicBezTo>
                <a:cubicBezTo>
                  <a:pt x="253024" y="114704"/>
                  <a:pt x="254711" y="113017"/>
                  <a:pt x="254711" y="111331"/>
                </a:cubicBezTo>
                <a:cubicBezTo>
                  <a:pt x="256398" y="109644"/>
                  <a:pt x="256398" y="107957"/>
                  <a:pt x="256398" y="104583"/>
                </a:cubicBezTo>
                <a:cubicBezTo>
                  <a:pt x="256398" y="102897"/>
                  <a:pt x="256398" y="99523"/>
                  <a:pt x="254711" y="97836"/>
                </a:cubicBezTo>
                <a:cubicBezTo>
                  <a:pt x="253024" y="96149"/>
                  <a:pt x="251337" y="94462"/>
                  <a:pt x="249651" y="94462"/>
                </a:cubicBezTo>
                <a:cubicBezTo>
                  <a:pt x="246277" y="92776"/>
                  <a:pt x="244590" y="91089"/>
                  <a:pt x="241216" y="89402"/>
                </a:cubicBezTo>
                <a:cubicBezTo>
                  <a:pt x="239530" y="89402"/>
                  <a:pt x="236156" y="87715"/>
                  <a:pt x="232782" y="86028"/>
                </a:cubicBezTo>
                <a:cubicBezTo>
                  <a:pt x="231095" y="86028"/>
                  <a:pt x="227722" y="84341"/>
                  <a:pt x="224348" y="82655"/>
                </a:cubicBezTo>
                <a:cubicBezTo>
                  <a:pt x="222661" y="80968"/>
                  <a:pt x="219288" y="79281"/>
                  <a:pt x="217601" y="77594"/>
                </a:cubicBezTo>
                <a:cubicBezTo>
                  <a:pt x="215914" y="75907"/>
                  <a:pt x="214227" y="72534"/>
                  <a:pt x="212540" y="69160"/>
                </a:cubicBezTo>
                <a:cubicBezTo>
                  <a:pt x="210853" y="67473"/>
                  <a:pt x="210853" y="64099"/>
                  <a:pt x="210853" y="59039"/>
                </a:cubicBezTo>
                <a:cubicBezTo>
                  <a:pt x="210853" y="55665"/>
                  <a:pt x="210853" y="52292"/>
                  <a:pt x="212540" y="48918"/>
                </a:cubicBezTo>
                <a:cubicBezTo>
                  <a:pt x="214227" y="45544"/>
                  <a:pt x="215914" y="42171"/>
                  <a:pt x="219288" y="40484"/>
                </a:cubicBezTo>
                <a:cubicBezTo>
                  <a:pt x="220974" y="38797"/>
                  <a:pt x="224348" y="35423"/>
                  <a:pt x="229409" y="33737"/>
                </a:cubicBezTo>
                <a:cubicBezTo>
                  <a:pt x="232782" y="33737"/>
                  <a:pt x="237843" y="32050"/>
                  <a:pt x="244590" y="32050"/>
                </a:cubicBezTo>
                <a:cubicBezTo>
                  <a:pt x="246277" y="32050"/>
                  <a:pt x="247964" y="32050"/>
                  <a:pt x="251337" y="32050"/>
                </a:cubicBezTo>
                <a:cubicBezTo>
                  <a:pt x="253024" y="33737"/>
                  <a:pt x="256398" y="33737"/>
                  <a:pt x="258085" y="33737"/>
                </a:cubicBezTo>
                <a:cubicBezTo>
                  <a:pt x="259772" y="35423"/>
                  <a:pt x="261458" y="35423"/>
                  <a:pt x="263145" y="37110"/>
                </a:cubicBezTo>
                <a:cubicBezTo>
                  <a:pt x="264832" y="37110"/>
                  <a:pt x="264832" y="37110"/>
                  <a:pt x="266519" y="38797"/>
                </a:cubicBezTo>
                <a:lnTo>
                  <a:pt x="268206" y="40484"/>
                </a:lnTo>
                <a:lnTo>
                  <a:pt x="268206" y="42171"/>
                </a:lnTo>
                <a:cubicBezTo>
                  <a:pt x="268206" y="43858"/>
                  <a:pt x="268206" y="43858"/>
                  <a:pt x="268206" y="45544"/>
                </a:cubicBezTo>
                <a:cubicBezTo>
                  <a:pt x="268206" y="47231"/>
                  <a:pt x="268206" y="47231"/>
                  <a:pt x="268206" y="48918"/>
                </a:cubicBezTo>
                <a:lnTo>
                  <a:pt x="268206" y="50605"/>
                </a:lnTo>
                <a:lnTo>
                  <a:pt x="266519" y="52292"/>
                </a:lnTo>
                <a:cubicBezTo>
                  <a:pt x="264832" y="52292"/>
                  <a:pt x="264832" y="52292"/>
                  <a:pt x="263145" y="50605"/>
                </a:cubicBezTo>
                <a:cubicBezTo>
                  <a:pt x="261458" y="50605"/>
                  <a:pt x="259772" y="48918"/>
                  <a:pt x="258085" y="48918"/>
                </a:cubicBezTo>
                <a:cubicBezTo>
                  <a:pt x="256398" y="47231"/>
                  <a:pt x="254711" y="47231"/>
                  <a:pt x="251337" y="47231"/>
                </a:cubicBezTo>
                <a:cubicBezTo>
                  <a:pt x="249651" y="45544"/>
                  <a:pt x="246277" y="45544"/>
                  <a:pt x="242903" y="45544"/>
                </a:cubicBezTo>
                <a:cubicBezTo>
                  <a:pt x="241216" y="45544"/>
                  <a:pt x="237843" y="45544"/>
                  <a:pt x="236156" y="45544"/>
                </a:cubicBezTo>
                <a:cubicBezTo>
                  <a:pt x="234469" y="47231"/>
                  <a:pt x="232782" y="47231"/>
                  <a:pt x="231095" y="48918"/>
                </a:cubicBezTo>
                <a:cubicBezTo>
                  <a:pt x="229409" y="50605"/>
                  <a:pt x="227722" y="52292"/>
                  <a:pt x="227722" y="53978"/>
                </a:cubicBezTo>
                <a:cubicBezTo>
                  <a:pt x="226035" y="55665"/>
                  <a:pt x="226035" y="57352"/>
                  <a:pt x="226035" y="59039"/>
                </a:cubicBezTo>
                <a:cubicBezTo>
                  <a:pt x="226035" y="60726"/>
                  <a:pt x="227722" y="64099"/>
                  <a:pt x="227722" y="65786"/>
                </a:cubicBezTo>
                <a:cubicBezTo>
                  <a:pt x="229409" y="67473"/>
                  <a:pt x="231095" y="69160"/>
                  <a:pt x="234469" y="69160"/>
                </a:cubicBezTo>
                <a:cubicBezTo>
                  <a:pt x="236156" y="70847"/>
                  <a:pt x="237843" y="72534"/>
                  <a:pt x="241216" y="74220"/>
                </a:cubicBezTo>
                <a:cubicBezTo>
                  <a:pt x="244590" y="74220"/>
                  <a:pt x="246277" y="75907"/>
                  <a:pt x="249651" y="77594"/>
                </a:cubicBezTo>
                <a:cubicBezTo>
                  <a:pt x="253024" y="77594"/>
                  <a:pt x="254711" y="79281"/>
                  <a:pt x="258085" y="80968"/>
                </a:cubicBezTo>
                <a:cubicBezTo>
                  <a:pt x="261458" y="82655"/>
                  <a:pt x="263145" y="84341"/>
                  <a:pt x="266519" y="86028"/>
                </a:cubicBezTo>
                <a:cubicBezTo>
                  <a:pt x="268206" y="87715"/>
                  <a:pt x="269892" y="91089"/>
                  <a:pt x="271579" y="92776"/>
                </a:cubicBezTo>
                <a:cubicBezTo>
                  <a:pt x="271579" y="96149"/>
                  <a:pt x="273266" y="99523"/>
                  <a:pt x="273266" y="102897"/>
                </a:cubicBezTo>
                <a:close/>
                <a:moveTo>
                  <a:pt x="173743" y="74220"/>
                </a:moveTo>
                <a:cubicBezTo>
                  <a:pt x="173743" y="64099"/>
                  <a:pt x="170370" y="57352"/>
                  <a:pt x="166996" y="52292"/>
                </a:cubicBezTo>
                <a:cubicBezTo>
                  <a:pt x="163622" y="47231"/>
                  <a:pt x="156875" y="45544"/>
                  <a:pt x="148441" y="45544"/>
                </a:cubicBezTo>
                <a:cubicBezTo>
                  <a:pt x="145067" y="45544"/>
                  <a:pt x="141694" y="45544"/>
                  <a:pt x="138320" y="47231"/>
                </a:cubicBezTo>
                <a:cubicBezTo>
                  <a:pt x="134946" y="48918"/>
                  <a:pt x="131573" y="50605"/>
                  <a:pt x="129886" y="53978"/>
                </a:cubicBezTo>
                <a:cubicBezTo>
                  <a:pt x="128199" y="57352"/>
                  <a:pt x="126512" y="59039"/>
                  <a:pt x="124825" y="62413"/>
                </a:cubicBezTo>
                <a:cubicBezTo>
                  <a:pt x="123138" y="65786"/>
                  <a:pt x="123138" y="69160"/>
                  <a:pt x="123138" y="74220"/>
                </a:cubicBezTo>
                <a:lnTo>
                  <a:pt x="173743" y="74220"/>
                </a:lnTo>
                <a:close/>
                <a:moveTo>
                  <a:pt x="190612" y="79281"/>
                </a:moveTo>
                <a:cubicBezTo>
                  <a:pt x="190612" y="80968"/>
                  <a:pt x="188925" y="82655"/>
                  <a:pt x="187238" y="84341"/>
                </a:cubicBezTo>
                <a:cubicBezTo>
                  <a:pt x="187238" y="86028"/>
                  <a:pt x="185551" y="86028"/>
                  <a:pt x="183864" y="86028"/>
                </a:cubicBezTo>
                <a:lnTo>
                  <a:pt x="123138" y="86028"/>
                </a:lnTo>
                <a:cubicBezTo>
                  <a:pt x="123138" y="91089"/>
                  <a:pt x="123138" y="96149"/>
                  <a:pt x="124825" y="99523"/>
                </a:cubicBezTo>
                <a:cubicBezTo>
                  <a:pt x="124825" y="104583"/>
                  <a:pt x="126512" y="107957"/>
                  <a:pt x="129886" y="109644"/>
                </a:cubicBezTo>
                <a:cubicBezTo>
                  <a:pt x="131573" y="113017"/>
                  <a:pt x="134946" y="114704"/>
                  <a:pt x="138320" y="116391"/>
                </a:cubicBezTo>
                <a:cubicBezTo>
                  <a:pt x="143380" y="118078"/>
                  <a:pt x="146754" y="119765"/>
                  <a:pt x="153501" y="119765"/>
                </a:cubicBezTo>
                <a:cubicBezTo>
                  <a:pt x="156875" y="119765"/>
                  <a:pt x="161935" y="119765"/>
                  <a:pt x="165309" y="118078"/>
                </a:cubicBezTo>
                <a:cubicBezTo>
                  <a:pt x="168683" y="118078"/>
                  <a:pt x="170370" y="116391"/>
                  <a:pt x="173743" y="116391"/>
                </a:cubicBezTo>
                <a:cubicBezTo>
                  <a:pt x="175430" y="114704"/>
                  <a:pt x="178804" y="114704"/>
                  <a:pt x="178804" y="113017"/>
                </a:cubicBezTo>
                <a:cubicBezTo>
                  <a:pt x="180491" y="113017"/>
                  <a:pt x="182177" y="113017"/>
                  <a:pt x="183864" y="113017"/>
                </a:cubicBezTo>
                <a:lnTo>
                  <a:pt x="185551" y="113017"/>
                </a:lnTo>
                <a:cubicBezTo>
                  <a:pt x="185551" y="114704"/>
                  <a:pt x="185551" y="114704"/>
                  <a:pt x="185551" y="116391"/>
                </a:cubicBezTo>
                <a:lnTo>
                  <a:pt x="185551" y="118078"/>
                </a:lnTo>
                <a:cubicBezTo>
                  <a:pt x="185551" y="119765"/>
                  <a:pt x="185551" y="119765"/>
                  <a:pt x="185551" y="121452"/>
                </a:cubicBezTo>
                <a:lnTo>
                  <a:pt x="185551" y="123138"/>
                </a:lnTo>
                <a:lnTo>
                  <a:pt x="185551" y="124825"/>
                </a:lnTo>
                <a:lnTo>
                  <a:pt x="183864" y="124825"/>
                </a:lnTo>
                <a:cubicBezTo>
                  <a:pt x="183864" y="126512"/>
                  <a:pt x="182177" y="126512"/>
                  <a:pt x="180491" y="126512"/>
                </a:cubicBezTo>
                <a:cubicBezTo>
                  <a:pt x="178804" y="128199"/>
                  <a:pt x="177117" y="128199"/>
                  <a:pt x="173743" y="129886"/>
                </a:cubicBezTo>
                <a:cubicBezTo>
                  <a:pt x="170370" y="129886"/>
                  <a:pt x="166996" y="131573"/>
                  <a:pt x="163622" y="131573"/>
                </a:cubicBezTo>
                <a:cubicBezTo>
                  <a:pt x="160249" y="133259"/>
                  <a:pt x="155188" y="133259"/>
                  <a:pt x="151815" y="133259"/>
                </a:cubicBezTo>
                <a:cubicBezTo>
                  <a:pt x="143380" y="133259"/>
                  <a:pt x="136633" y="131573"/>
                  <a:pt x="131573" y="129886"/>
                </a:cubicBezTo>
                <a:cubicBezTo>
                  <a:pt x="126512" y="128199"/>
                  <a:pt x="121452" y="124825"/>
                  <a:pt x="118078" y="119765"/>
                </a:cubicBezTo>
                <a:cubicBezTo>
                  <a:pt x="113017" y="116391"/>
                  <a:pt x="111331" y="111331"/>
                  <a:pt x="107957" y="104583"/>
                </a:cubicBezTo>
                <a:cubicBezTo>
                  <a:pt x="106270" y="97836"/>
                  <a:pt x="106270" y="91089"/>
                  <a:pt x="106270" y="82655"/>
                </a:cubicBezTo>
                <a:cubicBezTo>
                  <a:pt x="106270" y="75907"/>
                  <a:pt x="106270" y="67473"/>
                  <a:pt x="107957" y="62413"/>
                </a:cubicBezTo>
                <a:cubicBezTo>
                  <a:pt x="111331" y="55665"/>
                  <a:pt x="113017" y="50605"/>
                  <a:pt x="118078" y="45544"/>
                </a:cubicBezTo>
                <a:cubicBezTo>
                  <a:pt x="121452" y="42171"/>
                  <a:pt x="126512" y="38797"/>
                  <a:pt x="131573" y="35423"/>
                </a:cubicBezTo>
                <a:cubicBezTo>
                  <a:pt x="136633" y="33737"/>
                  <a:pt x="143380" y="32050"/>
                  <a:pt x="150128" y="32050"/>
                </a:cubicBezTo>
                <a:cubicBezTo>
                  <a:pt x="156875" y="32050"/>
                  <a:pt x="163622" y="33737"/>
                  <a:pt x="168683" y="35423"/>
                </a:cubicBezTo>
                <a:cubicBezTo>
                  <a:pt x="173743" y="38797"/>
                  <a:pt x="177117" y="40484"/>
                  <a:pt x="180491" y="45544"/>
                </a:cubicBezTo>
                <a:cubicBezTo>
                  <a:pt x="183864" y="48918"/>
                  <a:pt x="185551" y="53978"/>
                  <a:pt x="187238" y="59039"/>
                </a:cubicBezTo>
                <a:cubicBezTo>
                  <a:pt x="188925" y="64099"/>
                  <a:pt x="190612" y="69160"/>
                  <a:pt x="190612" y="75907"/>
                </a:cubicBezTo>
                <a:lnTo>
                  <a:pt x="190612" y="79281"/>
                </a:lnTo>
                <a:close/>
                <a:moveTo>
                  <a:pt x="62413" y="35423"/>
                </a:moveTo>
                <a:cubicBezTo>
                  <a:pt x="62413" y="30363"/>
                  <a:pt x="60726" y="26989"/>
                  <a:pt x="59039" y="21929"/>
                </a:cubicBezTo>
                <a:cubicBezTo>
                  <a:pt x="55665" y="18555"/>
                  <a:pt x="52292" y="16868"/>
                  <a:pt x="47231" y="15181"/>
                </a:cubicBezTo>
                <a:cubicBezTo>
                  <a:pt x="45544" y="15181"/>
                  <a:pt x="43858" y="13495"/>
                  <a:pt x="40484" y="13495"/>
                </a:cubicBezTo>
                <a:cubicBezTo>
                  <a:pt x="38797" y="13495"/>
                  <a:pt x="35423" y="13495"/>
                  <a:pt x="32050" y="13495"/>
                </a:cubicBezTo>
                <a:lnTo>
                  <a:pt x="18555" y="13495"/>
                </a:lnTo>
                <a:lnTo>
                  <a:pt x="18555" y="57352"/>
                </a:lnTo>
                <a:lnTo>
                  <a:pt x="35423" y="57352"/>
                </a:lnTo>
                <a:cubicBezTo>
                  <a:pt x="38797" y="57352"/>
                  <a:pt x="43858" y="57352"/>
                  <a:pt x="47231" y="55665"/>
                </a:cubicBezTo>
                <a:cubicBezTo>
                  <a:pt x="50605" y="55665"/>
                  <a:pt x="53978" y="53978"/>
                  <a:pt x="55665" y="52292"/>
                </a:cubicBezTo>
                <a:cubicBezTo>
                  <a:pt x="57352" y="50605"/>
                  <a:pt x="59039" y="47231"/>
                  <a:pt x="60726" y="43858"/>
                </a:cubicBezTo>
                <a:cubicBezTo>
                  <a:pt x="60726" y="42171"/>
                  <a:pt x="62413" y="38797"/>
                  <a:pt x="62413" y="35423"/>
                </a:cubicBezTo>
                <a:close/>
                <a:moveTo>
                  <a:pt x="87715" y="128199"/>
                </a:moveTo>
                <a:lnTo>
                  <a:pt x="87715" y="129886"/>
                </a:lnTo>
                <a:lnTo>
                  <a:pt x="86028" y="131573"/>
                </a:lnTo>
                <a:lnTo>
                  <a:pt x="84341" y="131573"/>
                </a:lnTo>
                <a:cubicBezTo>
                  <a:pt x="82655" y="131573"/>
                  <a:pt x="80968" y="131573"/>
                  <a:pt x="79281" y="131573"/>
                </a:cubicBezTo>
                <a:cubicBezTo>
                  <a:pt x="77594" y="131573"/>
                  <a:pt x="75907" y="131573"/>
                  <a:pt x="74220" y="131573"/>
                </a:cubicBezTo>
                <a:lnTo>
                  <a:pt x="72534" y="131573"/>
                </a:lnTo>
                <a:lnTo>
                  <a:pt x="70847" y="129886"/>
                </a:lnTo>
                <a:lnTo>
                  <a:pt x="69160" y="128199"/>
                </a:lnTo>
                <a:lnTo>
                  <a:pt x="57352" y="96149"/>
                </a:lnTo>
                <a:cubicBezTo>
                  <a:pt x="55665" y="92776"/>
                  <a:pt x="53978" y="89402"/>
                  <a:pt x="52292" y="86028"/>
                </a:cubicBezTo>
                <a:cubicBezTo>
                  <a:pt x="50605" y="84341"/>
                  <a:pt x="48918" y="80968"/>
                  <a:pt x="47231" y="79281"/>
                </a:cubicBezTo>
                <a:cubicBezTo>
                  <a:pt x="45544" y="77594"/>
                  <a:pt x="42171" y="75907"/>
                  <a:pt x="40484" y="74220"/>
                </a:cubicBezTo>
                <a:cubicBezTo>
                  <a:pt x="37110" y="72534"/>
                  <a:pt x="33737" y="72534"/>
                  <a:pt x="30363" y="72534"/>
                </a:cubicBezTo>
                <a:lnTo>
                  <a:pt x="18555" y="72534"/>
                </a:lnTo>
                <a:lnTo>
                  <a:pt x="18555" y="128199"/>
                </a:lnTo>
                <a:cubicBezTo>
                  <a:pt x="18555" y="128199"/>
                  <a:pt x="18555" y="129886"/>
                  <a:pt x="16868" y="129886"/>
                </a:cubicBezTo>
                <a:lnTo>
                  <a:pt x="15181" y="131573"/>
                </a:lnTo>
                <a:lnTo>
                  <a:pt x="13495" y="131573"/>
                </a:lnTo>
                <a:cubicBezTo>
                  <a:pt x="11808" y="131573"/>
                  <a:pt x="10121" y="131573"/>
                  <a:pt x="8434" y="131573"/>
                </a:cubicBezTo>
                <a:cubicBezTo>
                  <a:pt x="6747" y="131573"/>
                  <a:pt x="6747" y="131573"/>
                  <a:pt x="5060" y="131573"/>
                </a:cubicBezTo>
                <a:cubicBezTo>
                  <a:pt x="3374" y="131573"/>
                  <a:pt x="3374" y="131573"/>
                  <a:pt x="1687" y="131573"/>
                </a:cubicBezTo>
                <a:cubicBezTo>
                  <a:pt x="1687" y="129886"/>
                  <a:pt x="1687" y="129886"/>
                  <a:pt x="0" y="129886"/>
                </a:cubicBezTo>
                <a:lnTo>
                  <a:pt x="0" y="128199"/>
                </a:lnTo>
                <a:lnTo>
                  <a:pt x="0" y="6747"/>
                </a:lnTo>
                <a:cubicBezTo>
                  <a:pt x="0" y="3374"/>
                  <a:pt x="1687" y="1687"/>
                  <a:pt x="1687" y="1687"/>
                </a:cubicBezTo>
                <a:cubicBezTo>
                  <a:pt x="3374" y="0"/>
                  <a:pt x="5060" y="0"/>
                  <a:pt x="6747" y="0"/>
                </a:cubicBezTo>
                <a:lnTo>
                  <a:pt x="35423" y="0"/>
                </a:lnTo>
                <a:cubicBezTo>
                  <a:pt x="38797" y="0"/>
                  <a:pt x="40484" y="0"/>
                  <a:pt x="43858" y="0"/>
                </a:cubicBezTo>
                <a:cubicBezTo>
                  <a:pt x="45544" y="0"/>
                  <a:pt x="47231" y="0"/>
                  <a:pt x="48918" y="0"/>
                </a:cubicBezTo>
                <a:cubicBezTo>
                  <a:pt x="53978" y="1687"/>
                  <a:pt x="59039" y="1687"/>
                  <a:pt x="62413" y="5060"/>
                </a:cubicBezTo>
                <a:cubicBezTo>
                  <a:pt x="65786" y="6747"/>
                  <a:pt x="69160" y="8434"/>
                  <a:pt x="72534" y="11808"/>
                </a:cubicBezTo>
                <a:cubicBezTo>
                  <a:pt x="75907" y="15181"/>
                  <a:pt x="77594" y="18555"/>
                  <a:pt x="77594" y="21929"/>
                </a:cubicBezTo>
                <a:cubicBezTo>
                  <a:pt x="79281" y="25302"/>
                  <a:pt x="80968" y="28676"/>
                  <a:pt x="80968" y="33737"/>
                </a:cubicBezTo>
                <a:cubicBezTo>
                  <a:pt x="80968" y="38797"/>
                  <a:pt x="79281" y="42171"/>
                  <a:pt x="79281" y="45544"/>
                </a:cubicBezTo>
                <a:cubicBezTo>
                  <a:pt x="77594" y="48918"/>
                  <a:pt x="75907" y="52292"/>
                  <a:pt x="74220" y="55665"/>
                </a:cubicBezTo>
                <a:cubicBezTo>
                  <a:pt x="70847" y="57352"/>
                  <a:pt x="69160" y="60726"/>
                  <a:pt x="65786" y="62413"/>
                </a:cubicBezTo>
                <a:cubicBezTo>
                  <a:pt x="62413" y="64099"/>
                  <a:pt x="59039" y="65786"/>
                  <a:pt x="55665" y="67473"/>
                </a:cubicBezTo>
                <a:cubicBezTo>
                  <a:pt x="57352" y="67473"/>
                  <a:pt x="59039" y="69160"/>
                  <a:pt x="60726" y="70847"/>
                </a:cubicBezTo>
                <a:cubicBezTo>
                  <a:pt x="62413" y="72534"/>
                  <a:pt x="64099" y="74220"/>
                  <a:pt x="65786" y="75907"/>
                </a:cubicBezTo>
                <a:cubicBezTo>
                  <a:pt x="67473" y="77594"/>
                  <a:pt x="69160" y="80968"/>
                  <a:pt x="70847" y="82655"/>
                </a:cubicBezTo>
                <a:cubicBezTo>
                  <a:pt x="70847" y="86028"/>
                  <a:pt x="72534" y="89402"/>
                  <a:pt x="74220" y="92776"/>
                </a:cubicBezTo>
                <a:lnTo>
                  <a:pt x="86028" y="121452"/>
                </a:lnTo>
                <a:cubicBezTo>
                  <a:pt x="87715" y="123138"/>
                  <a:pt x="87715" y="124825"/>
                  <a:pt x="87715" y="126512"/>
                </a:cubicBezTo>
                <a:lnTo>
                  <a:pt x="87715" y="1281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3886C-A06E-4FFD-9F16-89418902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674" y="6017285"/>
            <a:ext cx="97836" cy="131573"/>
          </a:xfrm>
          <a:custGeom xmlns:a="http://schemas.openxmlformats.org/drawingml/2006/main">
            <a:pathLst>
              <a:path w="97836" h="131573">
                <a:moveTo>
                  <a:pt x="79281" y="28676"/>
                </a:moveTo>
                <a:cubicBezTo>
                  <a:pt x="79281" y="25302"/>
                  <a:pt x="79281" y="23616"/>
                  <a:pt x="77594" y="21929"/>
                </a:cubicBezTo>
                <a:cubicBezTo>
                  <a:pt x="77594" y="20242"/>
                  <a:pt x="75907" y="18555"/>
                  <a:pt x="74220" y="16868"/>
                </a:cubicBezTo>
                <a:cubicBezTo>
                  <a:pt x="72534" y="16868"/>
                  <a:pt x="70847" y="15181"/>
                  <a:pt x="67473" y="15181"/>
                </a:cubicBezTo>
                <a:cubicBezTo>
                  <a:pt x="65786" y="13495"/>
                  <a:pt x="62413" y="13495"/>
                  <a:pt x="57352" y="13495"/>
                </a:cubicBezTo>
                <a:lnTo>
                  <a:pt x="38797" y="13495"/>
                </a:lnTo>
                <a:lnTo>
                  <a:pt x="30363" y="55665"/>
                </a:lnTo>
                <a:lnTo>
                  <a:pt x="50605" y="55665"/>
                </a:lnTo>
                <a:cubicBezTo>
                  <a:pt x="55665" y="55665"/>
                  <a:pt x="60726" y="55665"/>
                  <a:pt x="64099" y="53978"/>
                </a:cubicBezTo>
                <a:cubicBezTo>
                  <a:pt x="67473" y="52292"/>
                  <a:pt x="70847" y="48918"/>
                  <a:pt x="72534" y="47231"/>
                </a:cubicBezTo>
                <a:cubicBezTo>
                  <a:pt x="74220" y="43858"/>
                  <a:pt x="75907" y="40484"/>
                  <a:pt x="77594" y="37110"/>
                </a:cubicBezTo>
                <a:cubicBezTo>
                  <a:pt x="77594" y="33737"/>
                  <a:pt x="79281" y="30363"/>
                  <a:pt x="79281" y="28676"/>
                </a:cubicBezTo>
                <a:close/>
                <a:moveTo>
                  <a:pt x="74220" y="87715"/>
                </a:moveTo>
                <a:cubicBezTo>
                  <a:pt x="74220" y="82655"/>
                  <a:pt x="72534" y="77594"/>
                  <a:pt x="69160" y="74220"/>
                </a:cubicBezTo>
                <a:cubicBezTo>
                  <a:pt x="64099" y="70847"/>
                  <a:pt x="59039" y="70847"/>
                  <a:pt x="50605" y="70847"/>
                </a:cubicBezTo>
                <a:lnTo>
                  <a:pt x="28676" y="70847"/>
                </a:lnTo>
                <a:lnTo>
                  <a:pt x="18555" y="116391"/>
                </a:lnTo>
                <a:lnTo>
                  <a:pt x="43858" y="116391"/>
                </a:lnTo>
                <a:cubicBezTo>
                  <a:pt x="48918" y="116391"/>
                  <a:pt x="53978" y="116391"/>
                  <a:pt x="57352" y="114704"/>
                </a:cubicBezTo>
                <a:cubicBezTo>
                  <a:pt x="60726" y="113017"/>
                  <a:pt x="64099" y="109644"/>
                  <a:pt x="67473" y="107957"/>
                </a:cubicBezTo>
                <a:cubicBezTo>
                  <a:pt x="69160" y="104583"/>
                  <a:pt x="70847" y="102897"/>
                  <a:pt x="72534" y="99523"/>
                </a:cubicBezTo>
                <a:cubicBezTo>
                  <a:pt x="74220" y="94462"/>
                  <a:pt x="74220" y="91089"/>
                  <a:pt x="74220" y="87715"/>
                </a:cubicBezTo>
                <a:close/>
                <a:moveTo>
                  <a:pt x="97836" y="25302"/>
                </a:moveTo>
                <a:cubicBezTo>
                  <a:pt x="97836" y="28676"/>
                  <a:pt x="96149" y="33737"/>
                  <a:pt x="96149" y="37110"/>
                </a:cubicBezTo>
                <a:cubicBezTo>
                  <a:pt x="94462" y="40484"/>
                  <a:pt x="92776" y="43858"/>
                  <a:pt x="91089" y="47231"/>
                </a:cubicBezTo>
                <a:cubicBezTo>
                  <a:pt x="89402" y="50605"/>
                  <a:pt x="86028" y="52292"/>
                  <a:pt x="82655" y="55665"/>
                </a:cubicBezTo>
                <a:cubicBezTo>
                  <a:pt x="80968" y="57352"/>
                  <a:pt x="77594" y="59039"/>
                  <a:pt x="74220" y="60726"/>
                </a:cubicBezTo>
                <a:cubicBezTo>
                  <a:pt x="75907" y="62413"/>
                  <a:pt x="79281" y="62413"/>
                  <a:pt x="80968" y="64099"/>
                </a:cubicBezTo>
                <a:cubicBezTo>
                  <a:pt x="84341" y="65786"/>
                  <a:pt x="86028" y="67473"/>
                  <a:pt x="87715" y="69160"/>
                </a:cubicBezTo>
                <a:cubicBezTo>
                  <a:pt x="89402" y="70847"/>
                  <a:pt x="91089" y="74220"/>
                  <a:pt x="92776" y="77594"/>
                </a:cubicBezTo>
                <a:cubicBezTo>
                  <a:pt x="92776" y="79281"/>
                  <a:pt x="92776" y="82655"/>
                  <a:pt x="92776" y="86028"/>
                </a:cubicBezTo>
                <a:cubicBezTo>
                  <a:pt x="92776" y="89402"/>
                  <a:pt x="92776" y="94462"/>
                  <a:pt x="92776" y="97836"/>
                </a:cubicBezTo>
                <a:cubicBezTo>
                  <a:pt x="91089" y="101210"/>
                  <a:pt x="89402" y="104583"/>
                  <a:pt x="87715" y="107957"/>
                </a:cubicBezTo>
                <a:cubicBezTo>
                  <a:pt x="86028" y="111331"/>
                  <a:pt x="82655" y="114704"/>
                  <a:pt x="80968" y="116391"/>
                </a:cubicBezTo>
                <a:cubicBezTo>
                  <a:pt x="77594" y="119765"/>
                  <a:pt x="74220" y="123138"/>
                  <a:pt x="70847" y="124825"/>
                </a:cubicBezTo>
                <a:cubicBezTo>
                  <a:pt x="65786" y="126512"/>
                  <a:pt x="62413" y="128199"/>
                  <a:pt x="57352" y="129886"/>
                </a:cubicBezTo>
                <a:cubicBezTo>
                  <a:pt x="52292" y="129886"/>
                  <a:pt x="47231" y="131573"/>
                  <a:pt x="40484" y="131573"/>
                </a:cubicBezTo>
                <a:lnTo>
                  <a:pt x="5060" y="131573"/>
                </a:lnTo>
                <a:cubicBezTo>
                  <a:pt x="3374" y="131573"/>
                  <a:pt x="1687" y="129886"/>
                  <a:pt x="0" y="129886"/>
                </a:cubicBezTo>
                <a:cubicBezTo>
                  <a:pt x="0" y="128199"/>
                  <a:pt x="0" y="126512"/>
                  <a:pt x="0" y="123138"/>
                </a:cubicBezTo>
                <a:lnTo>
                  <a:pt x="23616" y="6747"/>
                </a:lnTo>
                <a:cubicBezTo>
                  <a:pt x="23616" y="3374"/>
                  <a:pt x="25302" y="1687"/>
                  <a:pt x="26989" y="1687"/>
                </a:cubicBezTo>
                <a:cubicBezTo>
                  <a:pt x="28676" y="0"/>
                  <a:pt x="30363" y="0"/>
                  <a:pt x="32050" y="0"/>
                </a:cubicBezTo>
                <a:lnTo>
                  <a:pt x="60726" y="0"/>
                </a:lnTo>
                <a:cubicBezTo>
                  <a:pt x="67473" y="0"/>
                  <a:pt x="72534" y="0"/>
                  <a:pt x="77594" y="1687"/>
                </a:cubicBezTo>
                <a:cubicBezTo>
                  <a:pt x="80968" y="1687"/>
                  <a:pt x="86028" y="3374"/>
                  <a:pt x="87715" y="6747"/>
                </a:cubicBezTo>
                <a:cubicBezTo>
                  <a:pt x="91089" y="8434"/>
                  <a:pt x="94462" y="10121"/>
                  <a:pt x="94462" y="13495"/>
                </a:cubicBezTo>
                <a:cubicBezTo>
                  <a:pt x="96149" y="16868"/>
                  <a:pt x="97836" y="20242"/>
                  <a:pt x="97836" y="253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18793B-E1C3-465B-BF05-C74BE6DD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005" y="6118494"/>
            <a:ext cx="40484" cy="82655"/>
          </a:xfrm>
          <a:custGeom xmlns:a="http://schemas.openxmlformats.org/drawingml/2006/main">
            <a:pathLst>
              <a:path w="40484" h="82655">
                <a:moveTo>
                  <a:pt x="40484" y="18555"/>
                </a:moveTo>
                <a:lnTo>
                  <a:pt x="40484" y="20242"/>
                </a:lnTo>
                <a:lnTo>
                  <a:pt x="40484" y="21929"/>
                </a:lnTo>
                <a:lnTo>
                  <a:pt x="40484" y="23616"/>
                </a:lnTo>
                <a:lnTo>
                  <a:pt x="40484" y="25302"/>
                </a:lnTo>
                <a:lnTo>
                  <a:pt x="38797" y="25302"/>
                </a:lnTo>
                <a:lnTo>
                  <a:pt x="37110" y="25302"/>
                </a:lnTo>
                <a:lnTo>
                  <a:pt x="21929" y="25302"/>
                </a:lnTo>
                <a:lnTo>
                  <a:pt x="15181" y="60726"/>
                </a:lnTo>
                <a:cubicBezTo>
                  <a:pt x="15181" y="60726"/>
                  <a:pt x="15181" y="62413"/>
                  <a:pt x="15181" y="64099"/>
                </a:cubicBezTo>
                <a:lnTo>
                  <a:pt x="15181" y="65786"/>
                </a:lnTo>
                <a:cubicBezTo>
                  <a:pt x="15181" y="69160"/>
                  <a:pt x="15181" y="70847"/>
                  <a:pt x="16868" y="70847"/>
                </a:cubicBezTo>
                <a:cubicBezTo>
                  <a:pt x="16868" y="72534"/>
                  <a:pt x="18555" y="72534"/>
                  <a:pt x="20242" y="72534"/>
                </a:cubicBezTo>
                <a:cubicBezTo>
                  <a:pt x="21929" y="72534"/>
                  <a:pt x="23616" y="72534"/>
                  <a:pt x="23616" y="72534"/>
                </a:cubicBezTo>
                <a:cubicBezTo>
                  <a:pt x="25302" y="72534"/>
                  <a:pt x="25302" y="72534"/>
                  <a:pt x="26989" y="72534"/>
                </a:cubicBezTo>
                <a:cubicBezTo>
                  <a:pt x="26989" y="70847"/>
                  <a:pt x="26989" y="70847"/>
                  <a:pt x="28676" y="70847"/>
                </a:cubicBezTo>
                <a:lnTo>
                  <a:pt x="30363" y="70847"/>
                </a:lnTo>
                <a:lnTo>
                  <a:pt x="30363" y="72534"/>
                </a:lnTo>
                <a:lnTo>
                  <a:pt x="30363" y="74220"/>
                </a:lnTo>
                <a:lnTo>
                  <a:pt x="30363" y="75907"/>
                </a:lnTo>
                <a:cubicBezTo>
                  <a:pt x="30363" y="77594"/>
                  <a:pt x="28676" y="77594"/>
                  <a:pt x="28676" y="79281"/>
                </a:cubicBezTo>
                <a:cubicBezTo>
                  <a:pt x="28676" y="80968"/>
                  <a:pt x="26989" y="80968"/>
                  <a:pt x="26989" y="80968"/>
                </a:cubicBezTo>
                <a:cubicBezTo>
                  <a:pt x="25302" y="80968"/>
                  <a:pt x="25302" y="80968"/>
                  <a:pt x="23616" y="80968"/>
                </a:cubicBezTo>
                <a:cubicBezTo>
                  <a:pt x="23616" y="82655"/>
                  <a:pt x="21929" y="82655"/>
                  <a:pt x="21929" y="82655"/>
                </a:cubicBezTo>
                <a:cubicBezTo>
                  <a:pt x="20242" y="82655"/>
                  <a:pt x="18555" y="82655"/>
                  <a:pt x="18555" y="82655"/>
                </a:cubicBezTo>
                <a:cubicBezTo>
                  <a:pt x="15181" y="82655"/>
                  <a:pt x="13495" y="82655"/>
                  <a:pt x="11808" y="80968"/>
                </a:cubicBezTo>
                <a:cubicBezTo>
                  <a:pt x="10121" y="80968"/>
                  <a:pt x="8434" y="80968"/>
                  <a:pt x="6747" y="79281"/>
                </a:cubicBezTo>
                <a:cubicBezTo>
                  <a:pt x="5060" y="77594"/>
                  <a:pt x="5060" y="75907"/>
                  <a:pt x="3374" y="74220"/>
                </a:cubicBezTo>
                <a:cubicBezTo>
                  <a:pt x="3374" y="72534"/>
                  <a:pt x="3374" y="70847"/>
                  <a:pt x="3374" y="69160"/>
                </a:cubicBezTo>
                <a:cubicBezTo>
                  <a:pt x="3374" y="67473"/>
                  <a:pt x="3374" y="67473"/>
                  <a:pt x="3374" y="65786"/>
                </a:cubicBezTo>
                <a:lnTo>
                  <a:pt x="3374" y="64099"/>
                </a:lnTo>
                <a:lnTo>
                  <a:pt x="3374" y="62413"/>
                </a:lnTo>
                <a:lnTo>
                  <a:pt x="3374" y="60726"/>
                </a:lnTo>
                <a:lnTo>
                  <a:pt x="10121" y="25302"/>
                </a:lnTo>
                <a:lnTo>
                  <a:pt x="1687" y="25302"/>
                </a:lnTo>
                <a:cubicBezTo>
                  <a:pt x="1687" y="25302"/>
                  <a:pt x="0" y="25302"/>
                  <a:pt x="0" y="23616"/>
                </a:cubicBezTo>
                <a:lnTo>
                  <a:pt x="1687" y="21929"/>
                </a:lnTo>
                <a:cubicBezTo>
                  <a:pt x="1687" y="20242"/>
                  <a:pt x="1687" y="20242"/>
                  <a:pt x="1687" y="18555"/>
                </a:cubicBezTo>
                <a:lnTo>
                  <a:pt x="3374" y="16868"/>
                </a:lnTo>
                <a:lnTo>
                  <a:pt x="13495" y="16868"/>
                </a:lnTo>
                <a:lnTo>
                  <a:pt x="15181" y="1687"/>
                </a:lnTo>
                <a:lnTo>
                  <a:pt x="16868" y="1687"/>
                </a:lnTo>
                <a:lnTo>
                  <a:pt x="16868" y="0"/>
                </a:lnTo>
                <a:lnTo>
                  <a:pt x="18555" y="0"/>
                </a:lnTo>
                <a:cubicBezTo>
                  <a:pt x="20242" y="0"/>
                  <a:pt x="20242" y="0"/>
                  <a:pt x="21929" y="0"/>
                </a:cubicBezTo>
                <a:lnTo>
                  <a:pt x="23616" y="0"/>
                </a:lnTo>
                <a:lnTo>
                  <a:pt x="25302" y="0"/>
                </a:lnTo>
                <a:cubicBezTo>
                  <a:pt x="26989" y="0"/>
                  <a:pt x="26989" y="1687"/>
                  <a:pt x="26989" y="1687"/>
                </a:cubicBezTo>
                <a:lnTo>
                  <a:pt x="23616" y="16868"/>
                </a:lnTo>
                <a:lnTo>
                  <a:pt x="38797" y="16868"/>
                </a:lnTo>
                <a:lnTo>
                  <a:pt x="40484" y="16868"/>
                </a:lnTo>
                <a:lnTo>
                  <a:pt x="40484" y="185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C5AD6-7D16-4793-9653-315E6898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549" y="6160665"/>
            <a:ext cx="33737" cy="10121"/>
          </a:xfrm>
          <a:custGeom xmlns:a="http://schemas.openxmlformats.org/drawingml/2006/main">
            <a:pathLst>
              <a:path w="33737" h="10121">
                <a:moveTo>
                  <a:pt x="33737" y="1687"/>
                </a:moveTo>
                <a:lnTo>
                  <a:pt x="33737" y="3374"/>
                </a:lnTo>
                <a:lnTo>
                  <a:pt x="33737" y="5060"/>
                </a:lnTo>
                <a:cubicBezTo>
                  <a:pt x="33737" y="5060"/>
                  <a:pt x="33737" y="6747"/>
                  <a:pt x="32050" y="6747"/>
                </a:cubicBezTo>
                <a:lnTo>
                  <a:pt x="32050" y="8434"/>
                </a:lnTo>
                <a:lnTo>
                  <a:pt x="30363" y="8434"/>
                </a:lnTo>
                <a:lnTo>
                  <a:pt x="30363" y="10121"/>
                </a:lnTo>
                <a:lnTo>
                  <a:pt x="1687" y="10121"/>
                </a:lnTo>
                <a:cubicBezTo>
                  <a:pt x="1687" y="10121"/>
                  <a:pt x="0" y="10121"/>
                  <a:pt x="0" y="8434"/>
                </a:cubicBezTo>
                <a:lnTo>
                  <a:pt x="0" y="6747"/>
                </a:lnTo>
                <a:lnTo>
                  <a:pt x="0" y="5060"/>
                </a:lnTo>
                <a:lnTo>
                  <a:pt x="0" y="3374"/>
                </a:lnTo>
                <a:cubicBezTo>
                  <a:pt x="0" y="1687"/>
                  <a:pt x="1687" y="1687"/>
                  <a:pt x="1687" y="1687"/>
                </a:cubicBezTo>
                <a:lnTo>
                  <a:pt x="1687" y="0"/>
                </a:lnTo>
                <a:lnTo>
                  <a:pt x="3374" y="0"/>
                </a:lnTo>
                <a:lnTo>
                  <a:pt x="32050" y="0"/>
                </a:lnTo>
                <a:lnTo>
                  <a:pt x="33737" y="0"/>
                </a:lnTo>
                <a:lnTo>
                  <a:pt x="33737" y="1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1F42C-D0AD-44F4-A9E3-74D12FDD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406" y="6111747"/>
            <a:ext cx="52292" cy="87715"/>
          </a:xfrm>
          <a:custGeom xmlns:a="http://schemas.openxmlformats.org/drawingml/2006/main">
            <a:pathLst>
              <a:path w="52292" h="87715">
                <a:moveTo>
                  <a:pt x="52292" y="80968"/>
                </a:moveTo>
                <a:lnTo>
                  <a:pt x="52292" y="82655"/>
                </a:lnTo>
                <a:lnTo>
                  <a:pt x="52292" y="84341"/>
                </a:lnTo>
                <a:cubicBezTo>
                  <a:pt x="50605" y="84341"/>
                  <a:pt x="50605" y="84341"/>
                  <a:pt x="50605" y="86028"/>
                </a:cubicBezTo>
                <a:cubicBezTo>
                  <a:pt x="50605" y="87715"/>
                  <a:pt x="50605" y="87715"/>
                  <a:pt x="48918" y="87715"/>
                </a:cubicBezTo>
                <a:lnTo>
                  <a:pt x="1687" y="87715"/>
                </a:lnTo>
                <a:lnTo>
                  <a:pt x="0" y="86028"/>
                </a:lnTo>
                <a:lnTo>
                  <a:pt x="0" y="84341"/>
                </a:lnTo>
                <a:lnTo>
                  <a:pt x="1687" y="82655"/>
                </a:lnTo>
                <a:lnTo>
                  <a:pt x="1687" y="80968"/>
                </a:lnTo>
                <a:lnTo>
                  <a:pt x="1687" y="79281"/>
                </a:lnTo>
                <a:lnTo>
                  <a:pt x="3374" y="79281"/>
                </a:lnTo>
                <a:lnTo>
                  <a:pt x="5060" y="79281"/>
                </a:lnTo>
                <a:lnTo>
                  <a:pt x="21929" y="79281"/>
                </a:lnTo>
                <a:lnTo>
                  <a:pt x="35423" y="11808"/>
                </a:lnTo>
                <a:lnTo>
                  <a:pt x="16868" y="21929"/>
                </a:lnTo>
                <a:cubicBezTo>
                  <a:pt x="16868" y="23616"/>
                  <a:pt x="15181" y="23616"/>
                  <a:pt x="15181" y="23616"/>
                </a:cubicBezTo>
                <a:lnTo>
                  <a:pt x="13495" y="23616"/>
                </a:lnTo>
                <a:lnTo>
                  <a:pt x="13495" y="21929"/>
                </a:lnTo>
                <a:cubicBezTo>
                  <a:pt x="13495" y="20242"/>
                  <a:pt x="13495" y="20242"/>
                  <a:pt x="13495" y="18555"/>
                </a:cubicBezTo>
                <a:lnTo>
                  <a:pt x="13495" y="16868"/>
                </a:lnTo>
                <a:lnTo>
                  <a:pt x="15181" y="15181"/>
                </a:lnTo>
                <a:cubicBezTo>
                  <a:pt x="15181" y="13495"/>
                  <a:pt x="15181" y="13495"/>
                  <a:pt x="16868" y="13495"/>
                </a:cubicBezTo>
                <a:lnTo>
                  <a:pt x="38797" y="0"/>
                </a:lnTo>
                <a:lnTo>
                  <a:pt x="40484" y="0"/>
                </a:lnTo>
                <a:lnTo>
                  <a:pt x="42171" y="0"/>
                </a:lnTo>
                <a:lnTo>
                  <a:pt x="43858" y="0"/>
                </a:lnTo>
                <a:cubicBezTo>
                  <a:pt x="45544" y="0"/>
                  <a:pt x="47231" y="0"/>
                  <a:pt x="47231" y="0"/>
                </a:cubicBezTo>
                <a:lnTo>
                  <a:pt x="48918" y="0"/>
                </a:lnTo>
                <a:lnTo>
                  <a:pt x="48918" y="1687"/>
                </a:lnTo>
                <a:lnTo>
                  <a:pt x="33737" y="79281"/>
                </a:lnTo>
                <a:lnTo>
                  <a:pt x="50605" y="79281"/>
                </a:lnTo>
                <a:lnTo>
                  <a:pt x="52292" y="79281"/>
                </a:lnTo>
                <a:lnTo>
                  <a:pt x="52292" y="80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179D99-006A-4B7F-A1F9-D5175516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110" y="6125242"/>
            <a:ext cx="33737" cy="52292"/>
          </a:xfrm>
          <a:custGeom xmlns:a="http://schemas.openxmlformats.org/drawingml/2006/main">
            <a:pathLst>
              <a:path w="33737" h="52292">
                <a:moveTo>
                  <a:pt x="33737" y="8434"/>
                </a:moveTo>
                <a:cubicBezTo>
                  <a:pt x="33737" y="10121"/>
                  <a:pt x="33737" y="11808"/>
                  <a:pt x="33737" y="13495"/>
                </a:cubicBezTo>
                <a:cubicBezTo>
                  <a:pt x="33737" y="16868"/>
                  <a:pt x="33737" y="18555"/>
                  <a:pt x="32050" y="18555"/>
                </a:cubicBezTo>
                <a:cubicBezTo>
                  <a:pt x="32050" y="20242"/>
                  <a:pt x="32050" y="21929"/>
                  <a:pt x="30363" y="23616"/>
                </a:cubicBezTo>
                <a:cubicBezTo>
                  <a:pt x="30363" y="25302"/>
                  <a:pt x="28676" y="26989"/>
                  <a:pt x="26989" y="28676"/>
                </a:cubicBezTo>
                <a:lnTo>
                  <a:pt x="13495" y="48918"/>
                </a:lnTo>
                <a:lnTo>
                  <a:pt x="13495" y="50605"/>
                </a:lnTo>
                <a:cubicBezTo>
                  <a:pt x="11808" y="50605"/>
                  <a:pt x="11808" y="52292"/>
                  <a:pt x="11808" y="52292"/>
                </a:cubicBezTo>
                <a:cubicBezTo>
                  <a:pt x="10121" y="52292"/>
                  <a:pt x="10121" y="52292"/>
                  <a:pt x="8434" y="52292"/>
                </a:cubicBezTo>
                <a:cubicBezTo>
                  <a:pt x="8434" y="52292"/>
                  <a:pt x="6747" y="52292"/>
                  <a:pt x="5060" y="52292"/>
                </a:cubicBezTo>
                <a:lnTo>
                  <a:pt x="3374" y="52292"/>
                </a:lnTo>
                <a:lnTo>
                  <a:pt x="1687" y="52292"/>
                </a:lnTo>
                <a:cubicBezTo>
                  <a:pt x="0" y="52292"/>
                  <a:pt x="0" y="50605"/>
                  <a:pt x="0" y="50605"/>
                </a:cubicBezTo>
                <a:lnTo>
                  <a:pt x="0" y="48918"/>
                </a:lnTo>
                <a:lnTo>
                  <a:pt x="15181" y="21929"/>
                </a:lnTo>
                <a:lnTo>
                  <a:pt x="15181" y="8434"/>
                </a:lnTo>
                <a:cubicBezTo>
                  <a:pt x="15181" y="6747"/>
                  <a:pt x="15181" y="5060"/>
                  <a:pt x="15181" y="3374"/>
                </a:cubicBezTo>
                <a:cubicBezTo>
                  <a:pt x="15181" y="3374"/>
                  <a:pt x="15181" y="1687"/>
                  <a:pt x="16868" y="1687"/>
                </a:cubicBezTo>
                <a:cubicBezTo>
                  <a:pt x="16868" y="1687"/>
                  <a:pt x="18555" y="0"/>
                  <a:pt x="20242" y="0"/>
                </a:cubicBezTo>
                <a:cubicBezTo>
                  <a:pt x="20242" y="0"/>
                  <a:pt x="21929" y="0"/>
                  <a:pt x="23616" y="0"/>
                </a:cubicBezTo>
                <a:cubicBezTo>
                  <a:pt x="25302" y="0"/>
                  <a:pt x="26989" y="0"/>
                  <a:pt x="28676" y="0"/>
                </a:cubicBezTo>
                <a:cubicBezTo>
                  <a:pt x="30363" y="0"/>
                  <a:pt x="30363" y="1687"/>
                  <a:pt x="32050" y="1687"/>
                </a:cubicBezTo>
                <a:lnTo>
                  <a:pt x="33737" y="3374"/>
                </a:lnTo>
                <a:cubicBezTo>
                  <a:pt x="33737" y="5060"/>
                  <a:pt x="33737" y="6747"/>
                  <a:pt x="33737" y="84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F5E2DE-4685-4028-9E24-487EBF95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694" y="6015598"/>
            <a:ext cx="119765" cy="133259"/>
          </a:xfrm>
          <a:custGeom xmlns:a="http://schemas.openxmlformats.org/drawingml/2006/main">
            <a:pathLst>
              <a:path w="119765" h="133259">
                <a:moveTo>
                  <a:pt x="94462" y="129886"/>
                </a:moveTo>
                <a:lnTo>
                  <a:pt x="94462" y="131573"/>
                </a:lnTo>
                <a:cubicBezTo>
                  <a:pt x="94462" y="131573"/>
                  <a:pt x="92776" y="131573"/>
                  <a:pt x="92776" y="133259"/>
                </a:cubicBezTo>
                <a:cubicBezTo>
                  <a:pt x="92776" y="133259"/>
                  <a:pt x="91089" y="133259"/>
                  <a:pt x="89402" y="133259"/>
                </a:cubicBezTo>
                <a:cubicBezTo>
                  <a:pt x="89402" y="133259"/>
                  <a:pt x="87715" y="133259"/>
                  <a:pt x="86028" y="133259"/>
                </a:cubicBezTo>
                <a:cubicBezTo>
                  <a:pt x="84341" y="133259"/>
                  <a:pt x="82655" y="133259"/>
                  <a:pt x="80968" y="133259"/>
                </a:cubicBezTo>
                <a:lnTo>
                  <a:pt x="79281" y="133259"/>
                </a:lnTo>
                <a:lnTo>
                  <a:pt x="77594" y="131573"/>
                </a:lnTo>
                <a:lnTo>
                  <a:pt x="77594" y="129886"/>
                </a:lnTo>
                <a:lnTo>
                  <a:pt x="89402" y="70847"/>
                </a:lnTo>
                <a:lnTo>
                  <a:pt x="28676" y="70847"/>
                </a:lnTo>
                <a:lnTo>
                  <a:pt x="16868" y="129886"/>
                </a:lnTo>
                <a:lnTo>
                  <a:pt x="16868" y="131573"/>
                </a:lnTo>
                <a:lnTo>
                  <a:pt x="15181" y="133259"/>
                </a:lnTo>
                <a:cubicBezTo>
                  <a:pt x="15181" y="133259"/>
                  <a:pt x="13495" y="133259"/>
                  <a:pt x="11808" y="133259"/>
                </a:cubicBezTo>
                <a:cubicBezTo>
                  <a:pt x="11808" y="133259"/>
                  <a:pt x="10121" y="133259"/>
                  <a:pt x="8434" y="133259"/>
                </a:cubicBezTo>
                <a:cubicBezTo>
                  <a:pt x="6747" y="133259"/>
                  <a:pt x="5060" y="133259"/>
                  <a:pt x="3374" y="133259"/>
                </a:cubicBezTo>
                <a:lnTo>
                  <a:pt x="1687" y="133259"/>
                </a:lnTo>
                <a:cubicBezTo>
                  <a:pt x="1687" y="131573"/>
                  <a:pt x="0" y="131573"/>
                  <a:pt x="0" y="131573"/>
                </a:cubicBezTo>
                <a:lnTo>
                  <a:pt x="0" y="129886"/>
                </a:lnTo>
                <a:lnTo>
                  <a:pt x="25302" y="3374"/>
                </a:lnTo>
                <a:lnTo>
                  <a:pt x="26989" y="1687"/>
                </a:lnTo>
                <a:lnTo>
                  <a:pt x="28676" y="1687"/>
                </a:lnTo>
                <a:lnTo>
                  <a:pt x="30363" y="0"/>
                </a:lnTo>
                <a:cubicBezTo>
                  <a:pt x="32050" y="0"/>
                  <a:pt x="33737" y="0"/>
                  <a:pt x="35423" y="0"/>
                </a:cubicBezTo>
                <a:cubicBezTo>
                  <a:pt x="37110" y="0"/>
                  <a:pt x="37110" y="0"/>
                  <a:pt x="38797" y="0"/>
                </a:cubicBezTo>
                <a:cubicBezTo>
                  <a:pt x="40484" y="0"/>
                  <a:pt x="40484" y="1687"/>
                  <a:pt x="42171" y="1687"/>
                </a:cubicBezTo>
                <a:cubicBezTo>
                  <a:pt x="42171" y="3374"/>
                  <a:pt x="43858" y="3374"/>
                  <a:pt x="42171" y="3374"/>
                </a:cubicBezTo>
                <a:lnTo>
                  <a:pt x="32050" y="55665"/>
                </a:lnTo>
                <a:lnTo>
                  <a:pt x="92776" y="55665"/>
                </a:lnTo>
                <a:lnTo>
                  <a:pt x="102897" y="3374"/>
                </a:lnTo>
                <a:lnTo>
                  <a:pt x="102897" y="1687"/>
                </a:lnTo>
                <a:lnTo>
                  <a:pt x="104583" y="1687"/>
                </a:lnTo>
                <a:cubicBezTo>
                  <a:pt x="106270" y="1687"/>
                  <a:pt x="106270" y="0"/>
                  <a:pt x="107957" y="0"/>
                </a:cubicBezTo>
                <a:cubicBezTo>
                  <a:pt x="109644" y="0"/>
                  <a:pt x="111331" y="0"/>
                  <a:pt x="113017" y="0"/>
                </a:cubicBezTo>
                <a:cubicBezTo>
                  <a:pt x="114704" y="0"/>
                  <a:pt x="114704" y="0"/>
                  <a:pt x="116391" y="0"/>
                </a:cubicBezTo>
                <a:cubicBezTo>
                  <a:pt x="118078" y="0"/>
                  <a:pt x="118078" y="1687"/>
                  <a:pt x="119765" y="1687"/>
                </a:cubicBezTo>
                <a:lnTo>
                  <a:pt x="119765" y="3374"/>
                </a:lnTo>
                <a:lnTo>
                  <a:pt x="94462" y="129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D88E1-7274-4499-8B8E-C666807D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893" y="6118494"/>
            <a:ext cx="40484" cy="82655"/>
          </a:xfrm>
          <a:custGeom xmlns:a="http://schemas.openxmlformats.org/drawingml/2006/main">
            <a:pathLst>
              <a:path w="40484" h="82655">
                <a:moveTo>
                  <a:pt x="40484" y="18555"/>
                </a:moveTo>
                <a:lnTo>
                  <a:pt x="40484" y="20242"/>
                </a:lnTo>
                <a:lnTo>
                  <a:pt x="40484" y="21929"/>
                </a:lnTo>
                <a:lnTo>
                  <a:pt x="40484" y="23616"/>
                </a:lnTo>
                <a:cubicBezTo>
                  <a:pt x="40484" y="23616"/>
                  <a:pt x="38797" y="23616"/>
                  <a:pt x="38797" y="25302"/>
                </a:cubicBezTo>
                <a:lnTo>
                  <a:pt x="37110" y="25302"/>
                </a:lnTo>
                <a:lnTo>
                  <a:pt x="21929" y="25302"/>
                </a:lnTo>
                <a:lnTo>
                  <a:pt x="15181" y="60726"/>
                </a:lnTo>
                <a:cubicBezTo>
                  <a:pt x="15181" y="60726"/>
                  <a:pt x="15181" y="62413"/>
                  <a:pt x="15181" y="64099"/>
                </a:cubicBezTo>
                <a:cubicBezTo>
                  <a:pt x="13495" y="64099"/>
                  <a:pt x="13495" y="65786"/>
                  <a:pt x="13495" y="65786"/>
                </a:cubicBezTo>
                <a:cubicBezTo>
                  <a:pt x="13495" y="69160"/>
                  <a:pt x="15181" y="70847"/>
                  <a:pt x="15181" y="70847"/>
                </a:cubicBezTo>
                <a:cubicBezTo>
                  <a:pt x="16868" y="72534"/>
                  <a:pt x="18555" y="72534"/>
                  <a:pt x="20242" y="72534"/>
                </a:cubicBezTo>
                <a:cubicBezTo>
                  <a:pt x="21929" y="72534"/>
                  <a:pt x="21929" y="72534"/>
                  <a:pt x="23616" y="72534"/>
                </a:cubicBezTo>
                <a:lnTo>
                  <a:pt x="25302" y="72534"/>
                </a:lnTo>
                <a:lnTo>
                  <a:pt x="26989" y="70847"/>
                </a:lnTo>
                <a:lnTo>
                  <a:pt x="28676" y="70847"/>
                </a:lnTo>
                <a:lnTo>
                  <a:pt x="30363" y="70847"/>
                </a:lnTo>
                <a:lnTo>
                  <a:pt x="30363" y="72534"/>
                </a:lnTo>
                <a:lnTo>
                  <a:pt x="30363" y="74220"/>
                </a:lnTo>
                <a:cubicBezTo>
                  <a:pt x="30363" y="75907"/>
                  <a:pt x="30363" y="75907"/>
                  <a:pt x="28676" y="75907"/>
                </a:cubicBezTo>
                <a:cubicBezTo>
                  <a:pt x="28676" y="77594"/>
                  <a:pt x="28676" y="77594"/>
                  <a:pt x="28676" y="79281"/>
                </a:cubicBezTo>
                <a:lnTo>
                  <a:pt x="26989" y="80968"/>
                </a:lnTo>
                <a:cubicBezTo>
                  <a:pt x="25302" y="80968"/>
                  <a:pt x="25302" y="80968"/>
                  <a:pt x="23616" y="80968"/>
                </a:cubicBezTo>
                <a:cubicBezTo>
                  <a:pt x="23616" y="82655"/>
                  <a:pt x="21929" y="82655"/>
                  <a:pt x="20242" y="82655"/>
                </a:cubicBezTo>
                <a:cubicBezTo>
                  <a:pt x="20242" y="82655"/>
                  <a:pt x="18555" y="82655"/>
                  <a:pt x="16868" y="82655"/>
                </a:cubicBezTo>
                <a:cubicBezTo>
                  <a:pt x="15181" y="82655"/>
                  <a:pt x="13495" y="82655"/>
                  <a:pt x="11808" y="80968"/>
                </a:cubicBezTo>
                <a:cubicBezTo>
                  <a:pt x="8434" y="80968"/>
                  <a:pt x="6747" y="80968"/>
                  <a:pt x="6747" y="79281"/>
                </a:cubicBezTo>
                <a:cubicBezTo>
                  <a:pt x="5060" y="77594"/>
                  <a:pt x="3374" y="75907"/>
                  <a:pt x="3374" y="74220"/>
                </a:cubicBezTo>
                <a:cubicBezTo>
                  <a:pt x="3374" y="72534"/>
                  <a:pt x="3374" y="70847"/>
                  <a:pt x="3374" y="69160"/>
                </a:cubicBezTo>
                <a:cubicBezTo>
                  <a:pt x="3374" y="67473"/>
                  <a:pt x="3374" y="67473"/>
                  <a:pt x="3374" y="65786"/>
                </a:cubicBezTo>
                <a:lnTo>
                  <a:pt x="3374" y="64099"/>
                </a:lnTo>
                <a:lnTo>
                  <a:pt x="3374" y="62413"/>
                </a:lnTo>
                <a:lnTo>
                  <a:pt x="3374" y="60726"/>
                </a:lnTo>
                <a:lnTo>
                  <a:pt x="10121" y="25302"/>
                </a:lnTo>
                <a:lnTo>
                  <a:pt x="1687" y="25302"/>
                </a:lnTo>
                <a:lnTo>
                  <a:pt x="0" y="25302"/>
                </a:lnTo>
                <a:lnTo>
                  <a:pt x="0" y="23616"/>
                </a:lnTo>
                <a:lnTo>
                  <a:pt x="0" y="21929"/>
                </a:lnTo>
                <a:cubicBezTo>
                  <a:pt x="0" y="20242"/>
                  <a:pt x="1687" y="20242"/>
                  <a:pt x="1687" y="18555"/>
                </a:cubicBezTo>
                <a:lnTo>
                  <a:pt x="1687" y="16868"/>
                </a:lnTo>
                <a:lnTo>
                  <a:pt x="3374" y="16868"/>
                </a:lnTo>
                <a:lnTo>
                  <a:pt x="11808" y="16868"/>
                </a:lnTo>
                <a:lnTo>
                  <a:pt x="15181" y="1687"/>
                </a:lnTo>
                <a:lnTo>
                  <a:pt x="16868" y="0"/>
                </a:lnTo>
                <a:lnTo>
                  <a:pt x="18555" y="0"/>
                </a:lnTo>
                <a:cubicBezTo>
                  <a:pt x="18555" y="0"/>
                  <a:pt x="20242" y="0"/>
                  <a:pt x="21929" y="0"/>
                </a:cubicBezTo>
                <a:lnTo>
                  <a:pt x="23616" y="0"/>
                </a:lnTo>
                <a:lnTo>
                  <a:pt x="25302" y="0"/>
                </a:lnTo>
                <a:lnTo>
                  <a:pt x="26989" y="1687"/>
                </a:lnTo>
                <a:lnTo>
                  <a:pt x="23616" y="16868"/>
                </a:lnTo>
                <a:lnTo>
                  <a:pt x="38797" y="16868"/>
                </a:lnTo>
                <a:lnTo>
                  <a:pt x="40484" y="16868"/>
                </a:lnTo>
                <a:lnTo>
                  <a:pt x="40484" y="185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5EA5CD-FB60-4F0A-84DF-4C9CA21A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437" y="6160665"/>
            <a:ext cx="33737" cy="10121"/>
          </a:xfrm>
          <a:custGeom xmlns:a="http://schemas.openxmlformats.org/drawingml/2006/main">
            <a:pathLst>
              <a:path w="33737" h="10121">
                <a:moveTo>
                  <a:pt x="33737" y="1687"/>
                </a:moveTo>
                <a:lnTo>
                  <a:pt x="33737" y="3374"/>
                </a:lnTo>
                <a:cubicBezTo>
                  <a:pt x="33737" y="3374"/>
                  <a:pt x="33737" y="5060"/>
                  <a:pt x="32050" y="5060"/>
                </a:cubicBezTo>
                <a:lnTo>
                  <a:pt x="32050" y="6747"/>
                </a:lnTo>
                <a:lnTo>
                  <a:pt x="32050" y="8434"/>
                </a:lnTo>
                <a:lnTo>
                  <a:pt x="30363" y="8434"/>
                </a:lnTo>
                <a:cubicBezTo>
                  <a:pt x="30363" y="10121"/>
                  <a:pt x="30363" y="10121"/>
                  <a:pt x="28676" y="10121"/>
                </a:cubicBezTo>
                <a:lnTo>
                  <a:pt x="1687" y="10121"/>
                </a:lnTo>
                <a:cubicBezTo>
                  <a:pt x="0" y="10121"/>
                  <a:pt x="0" y="10121"/>
                  <a:pt x="0" y="8434"/>
                </a:cubicBezTo>
                <a:lnTo>
                  <a:pt x="0" y="6747"/>
                </a:lnTo>
                <a:lnTo>
                  <a:pt x="0" y="5060"/>
                </a:lnTo>
                <a:lnTo>
                  <a:pt x="0" y="3374"/>
                </a:lnTo>
                <a:lnTo>
                  <a:pt x="0" y="1687"/>
                </a:lnTo>
                <a:cubicBezTo>
                  <a:pt x="1687" y="1687"/>
                  <a:pt x="1687" y="0"/>
                  <a:pt x="1687" y="0"/>
                </a:cubicBezTo>
                <a:lnTo>
                  <a:pt x="3374" y="0"/>
                </a:lnTo>
                <a:lnTo>
                  <a:pt x="32050" y="0"/>
                </a:lnTo>
                <a:lnTo>
                  <a:pt x="33737" y="1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27B25-09A7-481F-9294-9C23BD40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295" y="6111747"/>
            <a:ext cx="50605" cy="87715"/>
          </a:xfrm>
          <a:custGeom xmlns:a="http://schemas.openxmlformats.org/drawingml/2006/main">
            <a:pathLst>
              <a:path w="50605" h="87715">
                <a:moveTo>
                  <a:pt x="50605" y="80968"/>
                </a:moveTo>
                <a:lnTo>
                  <a:pt x="50605" y="82655"/>
                </a:lnTo>
                <a:lnTo>
                  <a:pt x="50605" y="84341"/>
                </a:lnTo>
                <a:lnTo>
                  <a:pt x="50605" y="86028"/>
                </a:lnTo>
                <a:lnTo>
                  <a:pt x="48918" y="87715"/>
                </a:lnTo>
                <a:lnTo>
                  <a:pt x="47231" y="87715"/>
                </a:lnTo>
                <a:lnTo>
                  <a:pt x="1687" y="87715"/>
                </a:lnTo>
                <a:lnTo>
                  <a:pt x="0" y="87715"/>
                </a:lnTo>
                <a:lnTo>
                  <a:pt x="0" y="86028"/>
                </a:lnTo>
                <a:lnTo>
                  <a:pt x="0" y="84341"/>
                </a:lnTo>
                <a:lnTo>
                  <a:pt x="0" y="82655"/>
                </a:lnTo>
                <a:lnTo>
                  <a:pt x="1687" y="80968"/>
                </a:lnTo>
                <a:lnTo>
                  <a:pt x="1687" y="79281"/>
                </a:lnTo>
                <a:lnTo>
                  <a:pt x="3374" y="79281"/>
                </a:lnTo>
                <a:lnTo>
                  <a:pt x="21929" y="79281"/>
                </a:lnTo>
                <a:lnTo>
                  <a:pt x="35423" y="11808"/>
                </a:lnTo>
                <a:lnTo>
                  <a:pt x="16868" y="21929"/>
                </a:lnTo>
                <a:lnTo>
                  <a:pt x="15181" y="23616"/>
                </a:lnTo>
                <a:lnTo>
                  <a:pt x="13495" y="23616"/>
                </a:lnTo>
                <a:lnTo>
                  <a:pt x="13495" y="21929"/>
                </a:lnTo>
                <a:cubicBezTo>
                  <a:pt x="13495" y="20242"/>
                  <a:pt x="13495" y="20242"/>
                  <a:pt x="13495" y="18555"/>
                </a:cubicBezTo>
                <a:lnTo>
                  <a:pt x="13495" y="16868"/>
                </a:lnTo>
                <a:cubicBezTo>
                  <a:pt x="13495" y="16868"/>
                  <a:pt x="13495" y="15181"/>
                  <a:pt x="15181" y="15181"/>
                </a:cubicBezTo>
                <a:lnTo>
                  <a:pt x="15181" y="13495"/>
                </a:lnTo>
                <a:lnTo>
                  <a:pt x="38797" y="0"/>
                </a:lnTo>
                <a:lnTo>
                  <a:pt x="40484" y="0"/>
                </a:lnTo>
                <a:lnTo>
                  <a:pt x="42171" y="0"/>
                </a:lnTo>
                <a:lnTo>
                  <a:pt x="43858" y="0"/>
                </a:lnTo>
                <a:cubicBezTo>
                  <a:pt x="45544" y="0"/>
                  <a:pt x="45544" y="0"/>
                  <a:pt x="47231" y="0"/>
                </a:cubicBezTo>
                <a:lnTo>
                  <a:pt x="48918" y="0"/>
                </a:lnTo>
                <a:lnTo>
                  <a:pt x="48918" y="1687"/>
                </a:lnTo>
                <a:lnTo>
                  <a:pt x="33737" y="79281"/>
                </a:lnTo>
                <a:lnTo>
                  <a:pt x="48918" y="79281"/>
                </a:lnTo>
                <a:lnTo>
                  <a:pt x="50605" y="79281"/>
                </a:lnTo>
                <a:lnTo>
                  <a:pt x="50605" y="80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42983-8A2B-4E88-930C-1DD9EAB3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817" y="6125242"/>
            <a:ext cx="33737" cy="52292"/>
          </a:xfrm>
          <a:custGeom xmlns:a="http://schemas.openxmlformats.org/drawingml/2006/main">
            <a:pathLst>
              <a:path w="33737" h="52292">
                <a:moveTo>
                  <a:pt x="33737" y="8434"/>
                </a:moveTo>
                <a:cubicBezTo>
                  <a:pt x="33737" y="10121"/>
                  <a:pt x="33737" y="11808"/>
                  <a:pt x="33737" y="13495"/>
                </a:cubicBezTo>
                <a:cubicBezTo>
                  <a:pt x="33737" y="16868"/>
                  <a:pt x="32050" y="18555"/>
                  <a:pt x="32050" y="18555"/>
                </a:cubicBezTo>
                <a:cubicBezTo>
                  <a:pt x="32050" y="20242"/>
                  <a:pt x="30363" y="21929"/>
                  <a:pt x="30363" y="23616"/>
                </a:cubicBezTo>
                <a:cubicBezTo>
                  <a:pt x="30363" y="25302"/>
                  <a:pt x="28676" y="26989"/>
                  <a:pt x="26989" y="28676"/>
                </a:cubicBezTo>
                <a:lnTo>
                  <a:pt x="13495" y="48918"/>
                </a:lnTo>
                <a:cubicBezTo>
                  <a:pt x="13495" y="50605"/>
                  <a:pt x="13495" y="50605"/>
                  <a:pt x="11808" y="50605"/>
                </a:cubicBezTo>
                <a:cubicBezTo>
                  <a:pt x="11808" y="50605"/>
                  <a:pt x="11808" y="52292"/>
                  <a:pt x="10121" y="52292"/>
                </a:cubicBezTo>
                <a:lnTo>
                  <a:pt x="8434" y="52292"/>
                </a:lnTo>
                <a:cubicBezTo>
                  <a:pt x="8434" y="52292"/>
                  <a:pt x="6747" y="52292"/>
                  <a:pt x="5060" y="52292"/>
                </a:cubicBezTo>
                <a:cubicBezTo>
                  <a:pt x="3374" y="52292"/>
                  <a:pt x="3374" y="52292"/>
                  <a:pt x="1687" y="52292"/>
                </a:cubicBezTo>
                <a:lnTo>
                  <a:pt x="0" y="52292"/>
                </a:lnTo>
                <a:lnTo>
                  <a:pt x="0" y="50605"/>
                </a:lnTo>
                <a:lnTo>
                  <a:pt x="0" y="48918"/>
                </a:lnTo>
                <a:lnTo>
                  <a:pt x="13495" y="21929"/>
                </a:lnTo>
                <a:lnTo>
                  <a:pt x="13495" y="8434"/>
                </a:lnTo>
                <a:cubicBezTo>
                  <a:pt x="13495" y="6747"/>
                  <a:pt x="13495" y="5060"/>
                  <a:pt x="15181" y="3374"/>
                </a:cubicBezTo>
                <a:cubicBezTo>
                  <a:pt x="15181" y="3374"/>
                  <a:pt x="15181" y="1687"/>
                  <a:pt x="16868" y="1687"/>
                </a:cubicBezTo>
                <a:cubicBezTo>
                  <a:pt x="16868" y="1687"/>
                  <a:pt x="18555" y="0"/>
                  <a:pt x="20242" y="0"/>
                </a:cubicBezTo>
                <a:cubicBezTo>
                  <a:pt x="20242" y="0"/>
                  <a:pt x="21929" y="0"/>
                  <a:pt x="23616" y="0"/>
                </a:cubicBezTo>
                <a:cubicBezTo>
                  <a:pt x="25302" y="0"/>
                  <a:pt x="26989" y="0"/>
                  <a:pt x="28676" y="0"/>
                </a:cubicBezTo>
                <a:cubicBezTo>
                  <a:pt x="30363" y="0"/>
                  <a:pt x="30363" y="1687"/>
                  <a:pt x="32050" y="1687"/>
                </a:cubicBezTo>
                <a:cubicBezTo>
                  <a:pt x="32050" y="1687"/>
                  <a:pt x="32050" y="3374"/>
                  <a:pt x="33737" y="3374"/>
                </a:cubicBezTo>
                <a:cubicBezTo>
                  <a:pt x="33737" y="5060"/>
                  <a:pt x="33737" y="6747"/>
                  <a:pt x="33737" y="84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223813-0BF5-49C3-8E37-A9EBC014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917" y="6017285"/>
            <a:ext cx="99523" cy="131573"/>
          </a:xfrm>
          <a:custGeom xmlns:a="http://schemas.openxmlformats.org/drawingml/2006/main">
            <a:pathLst>
              <a:path w="99523" h="131573">
                <a:moveTo>
                  <a:pt x="99523" y="3374"/>
                </a:moveTo>
                <a:lnTo>
                  <a:pt x="99523" y="5060"/>
                </a:lnTo>
                <a:lnTo>
                  <a:pt x="99523" y="6747"/>
                </a:lnTo>
                <a:cubicBezTo>
                  <a:pt x="97836" y="8434"/>
                  <a:pt x="97836" y="8434"/>
                  <a:pt x="97836" y="10121"/>
                </a:cubicBezTo>
                <a:lnTo>
                  <a:pt x="97836" y="11808"/>
                </a:lnTo>
                <a:cubicBezTo>
                  <a:pt x="96149" y="11808"/>
                  <a:pt x="96149" y="13495"/>
                  <a:pt x="96149" y="13495"/>
                </a:cubicBezTo>
                <a:lnTo>
                  <a:pt x="94462" y="13495"/>
                </a:lnTo>
                <a:lnTo>
                  <a:pt x="57352" y="13495"/>
                </a:lnTo>
                <a:lnTo>
                  <a:pt x="33737" y="128199"/>
                </a:lnTo>
                <a:lnTo>
                  <a:pt x="33737" y="129886"/>
                </a:lnTo>
                <a:cubicBezTo>
                  <a:pt x="32050" y="129886"/>
                  <a:pt x="32050" y="129886"/>
                  <a:pt x="32050" y="131573"/>
                </a:cubicBezTo>
                <a:cubicBezTo>
                  <a:pt x="30363" y="131573"/>
                  <a:pt x="30363" y="131573"/>
                  <a:pt x="28676" y="131573"/>
                </a:cubicBezTo>
                <a:cubicBezTo>
                  <a:pt x="26989" y="131573"/>
                  <a:pt x="25302" y="131573"/>
                  <a:pt x="23616" y="131573"/>
                </a:cubicBezTo>
                <a:cubicBezTo>
                  <a:pt x="21929" y="131573"/>
                  <a:pt x="21929" y="131573"/>
                  <a:pt x="20242" y="131573"/>
                </a:cubicBezTo>
                <a:cubicBezTo>
                  <a:pt x="18555" y="131573"/>
                  <a:pt x="18555" y="131573"/>
                  <a:pt x="16868" y="131573"/>
                </a:cubicBezTo>
                <a:lnTo>
                  <a:pt x="16868" y="129886"/>
                </a:lnTo>
                <a:lnTo>
                  <a:pt x="16868" y="128199"/>
                </a:lnTo>
                <a:lnTo>
                  <a:pt x="38797" y="13495"/>
                </a:lnTo>
                <a:lnTo>
                  <a:pt x="1687" y="13495"/>
                </a:lnTo>
                <a:lnTo>
                  <a:pt x="0" y="13495"/>
                </a:lnTo>
                <a:cubicBezTo>
                  <a:pt x="0" y="11808"/>
                  <a:pt x="0" y="11808"/>
                  <a:pt x="0" y="10121"/>
                </a:cubicBezTo>
                <a:lnTo>
                  <a:pt x="0" y="8434"/>
                </a:lnTo>
                <a:lnTo>
                  <a:pt x="0" y="6747"/>
                </a:lnTo>
                <a:cubicBezTo>
                  <a:pt x="0" y="5060"/>
                  <a:pt x="0" y="5060"/>
                  <a:pt x="1687" y="3374"/>
                </a:cubicBezTo>
                <a:lnTo>
                  <a:pt x="1687" y="1687"/>
                </a:lnTo>
                <a:lnTo>
                  <a:pt x="3374" y="0"/>
                </a:lnTo>
                <a:lnTo>
                  <a:pt x="5060" y="0"/>
                </a:lnTo>
                <a:lnTo>
                  <a:pt x="96149" y="0"/>
                </a:lnTo>
                <a:lnTo>
                  <a:pt x="97836" y="0"/>
                </a:lnTo>
                <a:cubicBezTo>
                  <a:pt x="99523" y="1687"/>
                  <a:pt x="99523" y="1687"/>
                  <a:pt x="99523" y="33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E7C2C3-18CB-4134-AB50-98519DA9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93" y="6118494"/>
            <a:ext cx="40484" cy="82655"/>
          </a:xfrm>
          <a:custGeom xmlns:a="http://schemas.openxmlformats.org/drawingml/2006/main">
            <a:pathLst>
              <a:path w="40484" h="82655">
                <a:moveTo>
                  <a:pt x="40484" y="18555"/>
                </a:moveTo>
                <a:lnTo>
                  <a:pt x="40484" y="20242"/>
                </a:lnTo>
                <a:lnTo>
                  <a:pt x="40484" y="21929"/>
                </a:lnTo>
                <a:cubicBezTo>
                  <a:pt x="38797" y="21929"/>
                  <a:pt x="38797" y="23616"/>
                  <a:pt x="38797" y="23616"/>
                </a:cubicBezTo>
                <a:lnTo>
                  <a:pt x="38797" y="25302"/>
                </a:lnTo>
                <a:lnTo>
                  <a:pt x="37110" y="25302"/>
                </a:lnTo>
                <a:lnTo>
                  <a:pt x="20242" y="25302"/>
                </a:lnTo>
                <a:lnTo>
                  <a:pt x="13495" y="60726"/>
                </a:lnTo>
                <a:cubicBezTo>
                  <a:pt x="13495" y="60726"/>
                  <a:pt x="13495" y="62413"/>
                  <a:pt x="13495" y="64099"/>
                </a:cubicBezTo>
                <a:lnTo>
                  <a:pt x="13495" y="65786"/>
                </a:lnTo>
                <a:cubicBezTo>
                  <a:pt x="13495" y="69160"/>
                  <a:pt x="13495" y="70847"/>
                  <a:pt x="15181" y="70847"/>
                </a:cubicBezTo>
                <a:cubicBezTo>
                  <a:pt x="15181" y="72534"/>
                  <a:pt x="16868" y="72534"/>
                  <a:pt x="20242" y="72534"/>
                </a:cubicBezTo>
                <a:lnTo>
                  <a:pt x="21929" y="72534"/>
                </a:lnTo>
                <a:cubicBezTo>
                  <a:pt x="23616" y="72534"/>
                  <a:pt x="23616" y="72534"/>
                  <a:pt x="25302" y="72534"/>
                </a:cubicBezTo>
                <a:cubicBezTo>
                  <a:pt x="25302" y="70847"/>
                  <a:pt x="26989" y="70847"/>
                  <a:pt x="26989" y="70847"/>
                </a:cubicBezTo>
                <a:lnTo>
                  <a:pt x="28676" y="70847"/>
                </a:lnTo>
                <a:lnTo>
                  <a:pt x="28676" y="72534"/>
                </a:lnTo>
                <a:lnTo>
                  <a:pt x="28676" y="74220"/>
                </a:lnTo>
                <a:lnTo>
                  <a:pt x="28676" y="75907"/>
                </a:lnTo>
                <a:cubicBezTo>
                  <a:pt x="28676" y="77594"/>
                  <a:pt x="28676" y="77594"/>
                  <a:pt x="28676" y="79281"/>
                </a:cubicBezTo>
                <a:lnTo>
                  <a:pt x="26989" y="79281"/>
                </a:lnTo>
                <a:cubicBezTo>
                  <a:pt x="26989" y="80968"/>
                  <a:pt x="25302" y="80968"/>
                  <a:pt x="25302" y="80968"/>
                </a:cubicBezTo>
                <a:lnTo>
                  <a:pt x="23616" y="80968"/>
                </a:lnTo>
                <a:cubicBezTo>
                  <a:pt x="21929" y="82655"/>
                  <a:pt x="20242" y="82655"/>
                  <a:pt x="20242" y="82655"/>
                </a:cubicBezTo>
                <a:cubicBezTo>
                  <a:pt x="18555" y="82655"/>
                  <a:pt x="18555" y="82655"/>
                  <a:pt x="16868" y="82655"/>
                </a:cubicBezTo>
                <a:cubicBezTo>
                  <a:pt x="13495" y="82655"/>
                  <a:pt x="11808" y="82655"/>
                  <a:pt x="10121" y="80968"/>
                </a:cubicBezTo>
                <a:cubicBezTo>
                  <a:pt x="8434" y="80968"/>
                  <a:pt x="6747" y="80968"/>
                  <a:pt x="5060" y="79281"/>
                </a:cubicBezTo>
                <a:cubicBezTo>
                  <a:pt x="3374" y="77594"/>
                  <a:pt x="3374" y="75907"/>
                  <a:pt x="3374" y="74220"/>
                </a:cubicBezTo>
                <a:cubicBezTo>
                  <a:pt x="1687" y="72534"/>
                  <a:pt x="1687" y="70847"/>
                  <a:pt x="1687" y="69160"/>
                </a:cubicBezTo>
                <a:cubicBezTo>
                  <a:pt x="1687" y="67473"/>
                  <a:pt x="1687" y="67473"/>
                  <a:pt x="1687" y="65786"/>
                </a:cubicBezTo>
                <a:lnTo>
                  <a:pt x="1687" y="64099"/>
                </a:lnTo>
                <a:lnTo>
                  <a:pt x="1687" y="62413"/>
                </a:lnTo>
                <a:lnTo>
                  <a:pt x="3374" y="60726"/>
                </a:lnTo>
                <a:lnTo>
                  <a:pt x="10121" y="25302"/>
                </a:lnTo>
                <a:lnTo>
                  <a:pt x="1687" y="25302"/>
                </a:lnTo>
                <a:lnTo>
                  <a:pt x="0" y="25302"/>
                </a:lnTo>
                <a:lnTo>
                  <a:pt x="0" y="23616"/>
                </a:lnTo>
                <a:lnTo>
                  <a:pt x="0" y="21929"/>
                </a:lnTo>
                <a:cubicBezTo>
                  <a:pt x="0" y="20242"/>
                  <a:pt x="0" y="20242"/>
                  <a:pt x="0" y="18555"/>
                </a:cubicBezTo>
                <a:cubicBezTo>
                  <a:pt x="0" y="18555"/>
                  <a:pt x="1687" y="18555"/>
                  <a:pt x="1687" y="16868"/>
                </a:cubicBezTo>
                <a:lnTo>
                  <a:pt x="3374" y="16868"/>
                </a:lnTo>
                <a:lnTo>
                  <a:pt x="11808" y="16868"/>
                </a:lnTo>
                <a:lnTo>
                  <a:pt x="15181" y="1687"/>
                </a:lnTo>
                <a:lnTo>
                  <a:pt x="15181" y="0"/>
                </a:lnTo>
                <a:lnTo>
                  <a:pt x="16868" y="0"/>
                </a:lnTo>
                <a:cubicBezTo>
                  <a:pt x="18555" y="0"/>
                  <a:pt x="18555" y="0"/>
                  <a:pt x="20242" y="0"/>
                </a:cubicBezTo>
                <a:cubicBezTo>
                  <a:pt x="21929" y="0"/>
                  <a:pt x="21929" y="0"/>
                  <a:pt x="23616" y="0"/>
                </a:cubicBezTo>
                <a:lnTo>
                  <a:pt x="25302" y="0"/>
                </a:lnTo>
                <a:lnTo>
                  <a:pt x="25302" y="1687"/>
                </a:lnTo>
                <a:lnTo>
                  <a:pt x="21929" y="16868"/>
                </a:lnTo>
                <a:lnTo>
                  <a:pt x="38797" y="16868"/>
                </a:lnTo>
                <a:lnTo>
                  <a:pt x="40484" y="16868"/>
                </a:lnTo>
                <a:lnTo>
                  <a:pt x="40484" y="185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A854B-4CA5-452E-AE64-7BE85DC3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550" y="6160665"/>
            <a:ext cx="33737" cy="10121"/>
          </a:xfrm>
          <a:custGeom xmlns:a="http://schemas.openxmlformats.org/drawingml/2006/main">
            <a:pathLst>
              <a:path w="33737" h="10121">
                <a:moveTo>
                  <a:pt x="33737" y="1687"/>
                </a:moveTo>
                <a:lnTo>
                  <a:pt x="33737" y="3374"/>
                </a:lnTo>
                <a:lnTo>
                  <a:pt x="33737" y="5060"/>
                </a:lnTo>
                <a:lnTo>
                  <a:pt x="33737" y="6747"/>
                </a:lnTo>
                <a:cubicBezTo>
                  <a:pt x="33737" y="6747"/>
                  <a:pt x="32050" y="6747"/>
                  <a:pt x="32050" y="8434"/>
                </a:cubicBezTo>
                <a:lnTo>
                  <a:pt x="30363" y="10121"/>
                </a:lnTo>
                <a:lnTo>
                  <a:pt x="1687" y="10121"/>
                </a:lnTo>
                <a:cubicBezTo>
                  <a:pt x="1687" y="10121"/>
                  <a:pt x="0" y="10121"/>
                  <a:pt x="0" y="8434"/>
                </a:cubicBezTo>
                <a:lnTo>
                  <a:pt x="0" y="6747"/>
                </a:lnTo>
                <a:lnTo>
                  <a:pt x="0" y="5060"/>
                </a:lnTo>
                <a:cubicBezTo>
                  <a:pt x="0" y="3374"/>
                  <a:pt x="0" y="3374"/>
                  <a:pt x="1687" y="3374"/>
                </a:cubicBezTo>
                <a:lnTo>
                  <a:pt x="1687" y="1687"/>
                </a:lnTo>
                <a:lnTo>
                  <a:pt x="1687" y="0"/>
                </a:lnTo>
                <a:lnTo>
                  <a:pt x="3374" y="0"/>
                </a:lnTo>
                <a:lnTo>
                  <a:pt x="32050" y="0"/>
                </a:lnTo>
                <a:lnTo>
                  <a:pt x="33737" y="0"/>
                </a:lnTo>
                <a:lnTo>
                  <a:pt x="33737" y="1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E2D35-3132-42FA-8B73-1256334F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094" y="6111747"/>
            <a:ext cx="50605" cy="87715"/>
          </a:xfrm>
          <a:custGeom xmlns:a="http://schemas.openxmlformats.org/drawingml/2006/main">
            <a:pathLst>
              <a:path w="50605" h="87715">
                <a:moveTo>
                  <a:pt x="50605" y="80968"/>
                </a:moveTo>
                <a:lnTo>
                  <a:pt x="50605" y="82655"/>
                </a:lnTo>
                <a:lnTo>
                  <a:pt x="50605" y="84341"/>
                </a:lnTo>
                <a:lnTo>
                  <a:pt x="50605" y="86028"/>
                </a:lnTo>
                <a:lnTo>
                  <a:pt x="48918" y="86028"/>
                </a:lnTo>
                <a:lnTo>
                  <a:pt x="48918" y="87715"/>
                </a:lnTo>
                <a:lnTo>
                  <a:pt x="47231" y="87715"/>
                </a:lnTo>
                <a:lnTo>
                  <a:pt x="1687" y="87715"/>
                </a:lnTo>
                <a:lnTo>
                  <a:pt x="0" y="87715"/>
                </a:lnTo>
                <a:lnTo>
                  <a:pt x="0" y="86028"/>
                </a:lnTo>
                <a:lnTo>
                  <a:pt x="0" y="84341"/>
                </a:lnTo>
                <a:lnTo>
                  <a:pt x="0" y="82655"/>
                </a:lnTo>
                <a:lnTo>
                  <a:pt x="0" y="80968"/>
                </a:lnTo>
                <a:lnTo>
                  <a:pt x="0" y="79281"/>
                </a:lnTo>
                <a:lnTo>
                  <a:pt x="1687" y="79281"/>
                </a:lnTo>
                <a:lnTo>
                  <a:pt x="3374" y="79281"/>
                </a:lnTo>
                <a:lnTo>
                  <a:pt x="21929" y="79281"/>
                </a:lnTo>
                <a:lnTo>
                  <a:pt x="33737" y="11808"/>
                </a:lnTo>
                <a:lnTo>
                  <a:pt x="15181" y="21929"/>
                </a:lnTo>
                <a:cubicBezTo>
                  <a:pt x="15181" y="23616"/>
                  <a:pt x="13495" y="23616"/>
                  <a:pt x="13495" y="23616"/>
                </a:cubicBezTo>
                <a:lnTo>
                  <a:pt x="11808" y="23616"/>
                </a:lnTo>
                <a:lnTo>
                  <a:pt x="11808" y="21929"/>
                </a:lnTo>
                <a:cubicBezTo>
                  <a:pt x="11808" y="20242"/>
                  <a:pt x="11808" y="20242"/>
                  <a:pt x="11808" y="18555"/>
                </a:cubicBezTo>
                <a:lnTo>
                  <a:pt x="11808" y="16868"/>
                </a:lnTo>
                <a:cubicBezTo>
                  <a:pt x="13495" y="16868"/>
                  <a:pt x="13495" y="15181"/>
                  <a:pt x="13495" y="15181"/>
                </a:cubicBezTo>
                <a:cubicBezTo>
                  <a:pt x="13495" y="13495"/>
                  <a:pt x="15181" y="13495"/>
                  <a:pt x="15181" y="13495"/>
                </a:cubicBezTo>
                <a:lnTo>
                  <a:pt x="37110" y="0"/>
                </a:lnTo>
                <a:lnTo>
                  <a:pt x="38797" y="0"/>
                </a:lnTo>
                <a:lnTo>
                  <a:pt x="40484" y="0"/>
                </a:lnTo>
                <a:cubicBezTo>
                  <a:pt x="42171" y="0"/>
                  <a:pt x="42171" y="0"/>
                  <a:pt x="43858" y="0"/>
                </a:cubicBezTo>
                <a:lnTo>
                  <a:pt x="45544" y="0"/>
                </a:lnTo>
                <a:lnTo>
                  <a:pt x="47231" y="0"/>
                </a:lnTo>
                <a:lnTo>
                  <a:pt x="48918" y="0"/>
                </a:lnTo>
                <a:lnTo>
                  <a:pt x="48918" y="1687"/>
                </a:lnTo>
                <a:lnTo>
                  <a:pt x="33737" y="79281"/>
                </a:lnTo>
                <a:lnTo>
                  <a:pt x="48918" y="79281"/>
                </a:lnTo>
                <a:lnTo>
                  <a:pt x="50605" y="79281"/>
                </a:lnTo>
                <a:lnTo>
                  <a:pt x="50605" y="80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0751C6-7983-4D2A-B73B-AEC39C02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559" y="5961620"/>
            <a:ext cx="166996" cy="239530"/>
          </a:xfrm>
          <a:custGeom xmlns:a="http://schemas.openxmlformats.org/drawingml/2006/main">
            <a:pathLst>
              <a:path w="166996" h="239530">
                <a:moveTo>
                  <a:pt x="13495" y="47231"/>
                </a:moveTo>
                <a:cubicBezTo>
                  <a:pt x="20242" y="47231"/>
                  <a:pt x="25302" y="53978"/>
                  <a:pt x="25302" y="60726"/>
                </a:cubicBezTo>
                <a:lnTo>
                  <a:pt x="25302" y="118078"/>
                </a:lnTo>
                <a:cubicBezTo>
                  <a:pt x="25302" y="119765"/>
                  <a:pt x="26989" y="121452"/>
                  <a:pt x="28676" y="121452"/>
                </a:cubicBezTo>
                <a:cubicBezTo>
                  <a:pt x="30363" y="121452"/>
                  <a:pt x="32050" y="119765"/>
                  <a:pt x="32050" y="118078"/>
                </a:cubicBezTo>
                <a:lnTo>
                  <a:pt x="32050" y="32050"/>
                </a:lnTo>
                <a:cubicBezTo>
                  <a:pt x="32050" y="23616"/>
                  <a:pt x="38797" y="18555"/>
                  <a:pt x="45544" y="18555"/>
                </a:cubicBezTo>
                <a:cubicBezTo>
                  <a:pt x="52292" y="18555"/>
                  <a:pt x="59039" y="23616"/>
                  <a:pt x="59039" y="32050"/>
                </a:cubicBezTo>
                <a:lnTo>
                  <a:pt x="59039" y="118078"/>
                </a:lnTo>
                <a:cubicBezTo>
                  <a:pt x="59039" y="119765"/>
                  <a:pt x="60726" y="121452"/>
                  <a:pt x="62413" y="121452"/>
                </a:cubicBezTo>
                <a:cubicBezTo>
                  <a:pt x="64099" y="121452"/>
                  <a:pt x="64099" y="119765"/>
                  <a:pt x="64099" y="118078"/>
                </a:cubicBezTo>
                <a:lnTo>
                  <a:pt x="64099" y="13495"/>
                </a:lnTo>
                <a:cubicBezTo>
                  <a:pt x="64099" y="6747"/>
                  <a:pt x="70847" y="0"/>
                  <a:pt x="77594" y="0"/>
                </a:cubicBezTo>
                <a:cubicBezTo>
                  <a:pt x="86028" y="0"/>
                  <a:pt x="91089" y="6747"/>
                  <a:pt x="91089" y="13495"/>
                </a:cubicBezTo>
                <a:lnTo>
                  <a:pt x="91089" y="118078"/>
                </a:lnTo>
                <a:cubicBezTo>
                  <a:pt x="91089" y="119765"/>
                  <a:pt x="92776" y="121452"/>
                  <a:pt x="94462" y="121452"/>
                </a:cubicBezTo>
                <a:cubicBezTo>
                  <a:pt x="96149" y="121452"/>
                  <a:pt x="97836" y="119765"/>
                  <a:pt x="97836" y="118078"/>
                </a:cubicBezTo>
                <a:lnTo>
                  <a:pt x="97836" y="32050"/>
                </a:lnTo>
                <a:cubicBezTo>
                  <a:pt x="97836" y="23616"/>
                  <a:pt x="102897" y="18555"/>
                  <a:pt x="111331" y="18555"/>
                </a:cubicBezTo>
                <a:cubicBezTo>
                  <a:pt x="118078" y="18555"/>
                  <a:pt x="124825" y="23616"/>
                  <a:pt x="124825" y="32050"/>
                </a:cubicBezTo>
                <a:lnTo>
                  <a:pt x="124825" y="118078"/>
                </a:lnTo>
                <a:lnTo>
                  <a:pt x="124825" y="153501"/>
                </a:lnTo>
                <a:lnTo>
                  <a:pt x="136633" y="97836"/>
                </a:lnTo>
                <a:cubicBezTo>
                  <a:pt x="138320" y="89402"/>
                  <a:pt x="146754" y="84341"/>
                  <a:pt x="155188" y="86028"/>
                </a:cubicBezTo>
                <a:cubicBezTo>
                  <a:pt x="161935" y="87715"/>
                  <a:pt x="166996" y="96149"/>
                  <a:pt x="165309" y="104583"/>
                </a:cubicBezTo>
                <a:lnTo>
                  <a:pt x="148441" y="183864"/>
                </a:lnTo>
                <a:cubicBezTo>
                  <a:pt x="146754" y="187238"/>
                  <a:pt x="145067" y="190612"/>
                  <a:pt x="141694" y="192298"/>
                </a:cubicBezTo>
                <a:lnTo>
                  <a:pt x="109644" y="217601"/>
                </a:lnTo>
                <a:lnTo>
                  <a:pt x="109644" y="239530"/>
                </a:lnTo>
                <a:lnTo>
                  <a:pt x="23616" y="239530"/>
                </a:lnTo>
                <a:lnTo>
                  <a:pt x="23616" y="226035"/>
                </a:lnTo>
                <a:cubicBezTo>
                  <a:pt x="23616" y="204106"/>
                  <a:pt x="0" y="202419"/>
                  <a:pt x="0" y="163622"/>
                </a:cubicBezTo>
                <a:lnTo>
                  <a:pt x="0" y="60726"/>
                </a:lnTo>
                <a:cubicBezTo>
                  <a:pt x="0" y="53978"/>
                  <a:pt x="5060" y="47231"/>
                  <a:pt x="13495" y="472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97BE17-1DCF-4A83-B083-5F6944E4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894" y="5941378"/>
            <a:ext cx="276640" cy="273266"/>
          </a:xfrm>
          <a:custGeom xmlns:a="http://schemas.openxmlformats.org/drawingml/2006/main">
            <a:pathLst>
              <a:path w="276640" h="273266">
                <a:moveTo>
                  <a:pt x="0" y="28676"/>
                </a:moveTo>
                <a:lnTo>
                  <a:pt x="26989" y="0"/>
                </a:lnTo>
                <a:lnTo>
                  <a:pt x="276640" y="244590"/>
                </a:lnTo>
                <a:lnTo>
                  <a:pt x="247964" y="273266"/>
                </a:lnTo>
                <a:lnTo>
                  <a:pt x="0" y="2867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1193D-BD12-41FC-BF70-C01454B6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147" y="5934630"/>
            <a:ext cx="290134" cy="286761"/>
          </a:xfrm>
          <a:custGeom xmlns:a="http://schemas.openxmlformats.org/drawingml/2006/main">
            <a:pathLst>
              <a:path w="290134" h="286761">
                <a:moveTo>
                  <a:pt x="0" y="35423"/>
                </a:moveTo>
                <a:lnTo>
                  <a:pt x="254711" y="286761"/>
                </a:lnTo>
                <a:lnTo>
                  <a:pt x="290134" y="251337"/>
                </a:lnTo>
                <a:lnTo>
                  <a:pt x="33737" y="0"/>
                </a:lnTo>
                <a:lnTo>
                  <a:pt x="3374" y="32050"/>
                </a:lnTo>
                <a:lnTo>
                  <a:pt x="0" y="35423"/>
                </a:lnTo>
                <a:close/>
                <a:moveTo>
                  <a:pt x="33737" y="11808"/>
                </a:moveTo>
                <a:lnTo>
                  <a:pt x="276640" y="251337"/>
                </a:lnTo>
                <a:lnTo>
                  <a:pt x="254711" y="274953"/>
                </a:lnTo>
                <a:lnTo>
                  <a:pt x="11721" y="35291"/>
                </a:lnTo>
                <a:lnTo>
                  <a:pt x="33737" y="1180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AC4F7-B9DC-4E89-8B1E-66482E9D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542" y="5890773"/>
            <a:ext cx="393031" cy="379536"/>
          </a:xfrm>
          <a:custGeom xmlns:a="http://schemas.openxmlformats.org/drawingml/2006/main">
            <a:pathLst>
              <a:path w="393031" h="379536">
                <a:moveTo>
                  <a:pt x="23616" y="188925"/>
                </a:moveTo>
                <a:lnTo>
                  <a:pt x="0" y="188925"/>
                </a:lnTo>
                <a:cubicBezTo>
                  <a:pt x="0" y="84341"/>
                  <a:pt x="89402" y="0"/>
                  <a:pt x="197359" y="0"/>
                </a:cubicBezTo>
                <a:cubicBezTo>
                  <a:pt x="303629" y="0"/>
                  <a:pt x="393031" y="84341"/>
                  <a:pt x="393031" y="188925"/>
                </a:cubicBezTo>
                <a:cubicBezTo>
                  <a:pt x="393031" y="295195"/>
                  <a:pt x="303629" y="379536"/>
                  <a:pt x="197359" y="379536"/>
                </a:cubicBezTo>
                <a:cubicBezTo>
                  <a:pt x="89402" y="379536"/>
                  <a:pt x="0" y="295195"/>
                  <a:pt x="0" y="188925"/>
                </a:cubicBezTo>
                <a:lnTo>
                  <a:pt x="23616" y="188925"/>
                </a:lnTo>
                <a:lnTo>
                  <a:pt x="47231" y="188925"/>
                </a:lnTo>
                <a:cubicBezTo>
                  <a:pt x="47231" y="268206"/>
                  <a:pt x="113017" y="332305"/>
                  <a:pt x="197359" y="332305"/>
                </a:cubicBezTo>
                <a:cubicBezTo>
                  <a:pt x="280013" y="332305"/>
                  <a:pt x="345800" y="268206"/>
                  <a:pt x="345800" y="188925"/>
                </a:cubicBezTo>
                <a:cubicBezTo>
                  <a:pt x="345800" y="111331"/>
                  <a:pt x="280013" y="45544"/>
                  <a:pt x="197359" y="45544"/>
                </a:cubicBezTo>
                <a:cubicBezTo>
                  <a:pt x="113017" y="45544"/>
                  <a:pt x="47231" y="111331"/>
                  <a:pt x="47231" y="188925"/>
                </a:cubicBezTo>
                <a:lnTo>
                  <a:pt x="23616" y="188925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07B6DB-D8A4-48BF-A934-A0141122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065" y="5322312"/>
            <a:ext cx="178804" cy="205793"/>
          </a:xfrm>
          <a:custGeom xmlns:a="http://schemas.openxmlformats.org/drawingml/2006/main">
            <a:pathLst>
              <a:path w="178804" h="205793">
                <a:moveTo>
                  <a:pt x="57352" y="0"/>
                </a:moveTo>
                <a:lnTo>
                  <a:pt x="121452" y="0"/>
                </a:lnTo>
                <a:cubicBezTo>
                  <a:pt x="145067" y="0"/>
                  <a:pt x="165309" y="18555"/>
                  <a:pt x="166996" y="42171"/>
                </a:cubicBezTo>
                <a:lnTo>
                  <a:pt x="178804" y="205793"/>
                </a:lnTo>
                <a:lnTo>
                  <a:pt x="0" y="205793"/>
                </a:lnTo>
                <a:lnTo>
                  <a:pt x="11808" y="42171"/>
                </a:lnTo>
                <a:cubicBezTo>
                  <a:pt x="13495" y="18555"/>
                  <a:pt x="32050" y="0"/>
                  <a:pt x="57352" y="0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1A923-6638-4A1B-9530-558EAAEE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751" y="5322312"/>
            <a:ext cx="140007" cy="178804"/>
          </a:xfrm>
          <a:custGeom xmlns:a="http://schemas.openxmlformats.org/drawingml/2006/main">
            <a:pathLst>
              <a:path w="140007" h="178804">
                <a:moveTo>
                  <a:pt x="0" y="177117"/>
                </a:moveTo>
                <a:cubicBezTo>
                  <a:pt x="6747" y="178804"/>
                  <a:pt x="13495" y="178804"/>
                  <a:pt x="20242" y="178804"/>
                </a:cubicBezTo>
                <a:cubicBezTo>
                  <a:pt x="86028" y="178804"/>
                  <a:pt x="140007" y="126512"/>
                  <a:pt x="140007" y="60726"/>
                </a:cubicBezTo>
                <a:cubicBezTo>
                  <a:pt x="140007" y="40484"/>
                  <a:pt x="129886" y="16868"/>
                  <a:pt x="119765" y="0"/>
                </a:cubicBezTo>
                <a:lnTo>
                  <a:pt x="101210" y="0"/>
                </a:lnTo>
                <a:lnTo>
                  <a:pt x="55665" y="0"/>
                </a:lnTo>
                <a:cubicBezTo>
                  <a:pt x="30363" y="0"/>
                  <a:pt x="11808" y="18555"/>
                  <a:pt x="10121" y="42171"/>
                </a:cubicBezTo>
                <a:lnTo>
                  <a:pt x="0" y="177117"/>
                </a:lnTo>
                <a:close/>
              </a:path>
            </a:pathLst>
          </a:custGeom>
          <a:solidFill xmlns:a="http://schemas.openxmlformats.org/drawingml/2006/main">
            <a:srgbClr val="E2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FF006-2DAE-4B0C-B780-8B4A9379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730" y="5335806"/>
            <a:ext cx="16868" cy="18555"/>
          </a:xfrm>
          <a:custGeom xmlns:a="http://schemas.openxmlformats.org/drawingml/2006/main">
            <a:pathLst>
              <a:path w="16868" h="18555">
                <a:moveTo>
                  <a:pt x="16868" y="8434"/>
                </a:moveTo>
                <a:cubicBezTo>
                  <a:pt x="16868" y="13495"/>
                  <a:pt x="13495" y="18555"/>
                  <a:pt x="8434" y="18555"/>
                </a:cubicBezTo>
                <a:cubicBezTo>
                  <a:pt x="3374" y="18555"/>
                  <a:pt x="0" y="13495"/>
                  <a:pt x="0" y="8434"/>
                </a:cubicBezTo>
                <a:cubicBezTo>
                  <a:pt x="0" y="3374"/>
                  <a:pt x="3374" y="0"/>
                  <a:pt x="8434" y="0"/>
                </a:cubicBezTo>
                <a:cubicBezTo>
                  <a:pt x="13495" y="0"/>
                  <a:pt x="16868" y="3374"/>
                  <a:pt x="16868" y="843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A6CF7-B905-4BD5-9BFD-E18F6FAE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620" y="5347614"/>
            <a:ext cx="33737" cy="89402"/>
          </a:xfrm>
          <a:custGeom xmlns:a="http://schemas.openxmlformats.org/drawingml/2006/main">
            <a:pathLst>
              <a:path w="33737" h="89402">
                <a:moveTo>
                  <a:pt x="28676" y="15181"/>
                </a:moveTo>
                <a:lnTo>
                  <a:pt x="28676" y="13495"/>
                </a:lnTo>
                <a:lnTo>
                  <a:pt x="28676" y="15181"/>
                </a:lnTo>
                <a:lnTo>
                  <a:pt x="28676" y="13495"/>
                </a:lnTo>
                <a:lnTo>
                  <a:pt x="28676" y="15181"/>
                </a:lnTo>
                <a:cubicBezTo>
                  <a:pt x="26989" y="15181"/>
                  <a:pt x="20242" y="16868"/>
                  <a:pt x="18555" y="32050"/>
                </a:cubicBezTo>
                <a:cubicBezTo>
                  <a:pt x="15181" y="50605"/>
                  <a:pt x="13495" y="82655"/>
                  <a:pt x="13495" y="82655"/>
                </a:cubicBezTo>
                <a:cubicBezTo>
                  <a:pt x="13495" y="86028"/>
                  <a:pt x="10121" y="89402"/>
                  <a:pt x="6747" y="87715"/>
                </a:cubicBezTo>
                <a:cubicBezTo>
                  <a:pt x="1687" y="87715"/>
                  <a:pt x="0" y="84341"/>
                  <a:pt x="0" y="80968"/>
                </a:cubicBezTo>
                <a:cubicBezTo>
                  <a:pt x="0" y="80968"/>
                  <a:pt x="1687" y="48918"/>
                  <a:pt x="5060" y="30363"/>
                </a:cubicBezTo>
                <a:cubicBezTo>
                  <a:pt x="6747" y="6747"/>
                  <a:pt x="23616" y="1687"/>
                  <a:pt x="25302" y="1687"/>
                </a:cubicBezTo>
                <a:cubicBezTo>
                  <a:pt x="28676" y="0"/>
                  <a:pt x="32050" y="3374"/>
                  <a:pt x="33737" y="6747"/>
                </a:cubicBezTo>
                <a:cubicBezTo>
                  <a:pt x="33737" y="10121"/>
                  <a:pt x="32050" y="13495"/>
                  <a:pt x="28676" y="1518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0333E-F994-4692-8E99-E1538895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2652" y="5413401"/>
            <a:ext cx="48918" cy="16868"/>
          </a:xfrm>
          <a:custGeom xmlns:a="http://schemas.openxmlformats.org/drawingml/2006/main">
            <a:pathLst>
              <a:path w="48918" h="16868">
                <a:moveTo>
                  <a:pt x="40484" y="16868"/>
                </a:moveTo>
                <a:lnTo>
                  <a:pt x="8434" y="16868"/>
                </a:lnTo>
                <a:cubicBezTo>
                  <a:pt x="3374" y="16868"/>
                  <a:pt x="0" y="13495"/>
                  <a:pt x="0" y="8434"/>
                </a:cubicBezTo>
                <a:cubicBezTo>
                  <a:pt x="0" y="3374"/>
                  <a:pt x="3374" y="0"/>
                  <a:pt x="8434" y="0"/>
                </a:cubicBezTo>
                <a:lnTo>
                  <a:pt x="40484" y="0"/>
                </a:lnTo>
                <a:cubicBezTo>
                  <a:pt x="43858" y="0"/>
                  <a:pt x="48918" y="3374"/>
                  <a:pt x="48918" y="8434"/>
                </a:cubicBezTo>
                <a:cubicBezTo>
                  <a:pt x="48918" y="13495"/>
                  <a:pt x="43858" y="16868"/>
                  <a:pt x="40484" y="16868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44E30-4944-4F50-ACED-8AABFF6C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015" y="5295323"/>
            <a:ext cx="40484" cy="42171"/>
          </a:xfrm>
          <a:custGeom xmlns:a="http://schemas.openxmlformats.org/drawingml/2006/main">
            <a:pathLst>
              <a:path w="40484" h="42171">
                <a:moveTo>
                  <a:pt x="25302" y="38797"/>
                </a:moveTo>
                <a:lnTo>
                  <a:pt x="3374" y="16868"/>
                </a:lnTo>
                <a:cubicBezTo>
                  <a:pt x="0" y="13495"/>
                  <a:pt x="0" y="6747"/>
                  <a:pt x="3374" y="3374"/>
                </a:cubicBezTo>
                <a:cubicBezTo>
                  <a:pt x="6747" y="0"/>
                  <a:pt x="11808" y="0"/>
                  <a:pt x="15181" y="3374"/>
                </a:cubicBezTo>
                <a:lnTo>
                  <a:pt x="37110" y="25302"/>
                </a:lnTo>
                <a:cubicBezTo>
                  <a:pt x="40484" y="28676"/>
                  <a:pt x="40484" y="35423"/>
                  <a:pt x="37110" y="38797"/>
                </a:cubicBezTo>
                <a:cubicBezTo>
                  <a:pt x="33737" y="42171"/>
                  <a:pt x="28676" y="42171"/>
                  <a:pt x="25302" y="38797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26829-3E00-4D4B-A069-65903153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363" y="5413401"/>
            <a:ext cx="48918" cy="16868"/>
          </a:xfrm>
          <a:custGeom xmlns:a="http://schemas.openxmlformats.org/drawingml/2006/main">
            <a:pathLst>
              <a:path w="48918" h="16868">
                <a:moveTo>
                  <a:pt x="8434" y="0"/>
                </a:moveTo>
                <a:lnTo>
                  <a:pt x="40484" y="0"/>
                </a:lnTo>
                <a:cubicBezTo>
                  <a:pt x="45544" y="0"/>
                  <a:pt x="48918" y="3374"/>
                  <a:pt x="48918" y="8434"/>
                </a:cubicBezTo>
                <a:cubicBezTo>
                  <a:pt x="48918" y="13495"/>
                  <a:pt x="45544" y="16868"/>
                  <a:pt x="40484" y="16868"/>
                </a:cubicBezTo>
                <a:lnTo>
                  <a:pt x="8434" y="16868"/>
                </a:lnTo>
                <a:cubicBezTo>
                  <a:pt x="3374" y="16868"/>
                  <a:pt x="0" y="13495"/>
                  <a:pt x="0" y="8434"/>
                </a:cubicBezTo>
                <a:cubicBezTo>
                  <a:pt x="0" y="3374"/>
                  <a:pt x="3374" y="0"/>
                  <a:pt x="8434" y="0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FC1E9-B43F-4A3C-AF64-6C0A2CBB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434" y="5295323"/>
            <a:ext cx="40484" cy="42171"/>
          </a:xfrm>
          <a:custGeom xmlns:a="http://schemas.openxmlformats.org/drawingml/2006/main">
            <a:pathLst>
              <a:path w="40484" h="42171">
                <a:moveTo>
                  <a:pt x="3374" y="25302"/>
                </a:moveTo>
                <a:lnTo>
                  <a:pt x="25302" y="3374"/>
                </a:lnTo>
                <a:cubicBezTo>
                  <a:pt x="28676" y="0"/>
                  <a:pt x="33737" y="0"/>
                  <a:pt x="37110" y="3374"/>
                </a:cubicBezTo>
                <a:cubicBezTo>
                  <a:pt x="40484" y="6747"/>
                  <a:pt x="40484" y="13495"/>
                  <a:pt x="37110" y="16868"/>
                </a:cubicBezTo>
                <a:lnTo>
                  <a:pt x="15181" y="38797"/>
                </a:lnTo>
                <a:cubicBezTo>
                  <a:pt x="11808" y="42171"/>
                  <a:pt x="6747" y="42171"/>
                  <a:pt x="3374" y="38797"/>
                </a:cubicBezTo>
                <a:cubicBezTo>
                  <a:pt x="0" y="35423"/>
                  <a:pt x="0" y="28676"/>
                  <a:pt x="3374" y="25302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45358-4B7D-42EC-9BEC-498F53A3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032" y="5259899"/>
            <a:ext cx="16868" cy="42171"/>
          </a:xfrm>
          <a:custGeom xmlns:a="http://schemas.openxmlformats.org/drawingml/2006/main">
            <a:pathLst>
              <a:path w="16868" h="42171">
                <a:moveTo>
                  <a:pt x="8434" y="42171"/>
                </a:moveTo>
                <a:cubicBezTo>
                  <a:pt x="5060" y="42171"/>
                  <a:pt x="0" y="38797"/>
                  <a:pt x="0" y="35423"/>
                </a:cubicBezTo>
                <a:lnTo>
                  <a:pt x="0" y="8434"/>
                </a:lnTo>
                <a:cubicBezTo>
                  <a:pt x="0" y="5060"/>
                  <a:pt x="5060" y="0"/>
                  <a:pt x="8434" y="0"/>
                </a:cubicBezTo>
                <a:cubicBezTo>
                  <a:pt x="13495" y="0"/>
                  <a:pt x="16868" y="5060"/>
                  <a:pt x="16868" y="8434"/>
                </a:cubicBezTo>
                <a:lnTo>
                  <a:pt x="16868" y="35423"/>
                </a:lnTo>
                <a:cubicBezTo>
                  <a:pt x="16868" y="38797"/>
                  <a:pt x="13495" y="42171"/>
                  <a:pt x="8434" y="42171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71D6B5-3090-4DB9-AAD2-C085409A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026" y="5538226"/>
            <a:ext cx="300255" cy="64099"/>
          </a:xfrm>
          <a:custGeom xmlns:a="http://schemas.openxmlformats.org/drawingml/2006/main">
            <a:pathLst>
              <a:path w="300255" h="64099">
                <a:moveTo>
                  <a:pt x="25302" y="0"/>
                </a:moveTo>
                <a:lnTo>
                  <a:pt x="274953" y="0"/>
                </a:lnTo>
                <a:cubicBezTo>
                  <a:pt x="290134" y="0"/>
                  <a:pt x="300255" y="11808"/>
                  <a:pt x="300255" y="25302"/>
                </a:cubicBezTo>
                <a:lnTo>
                  <a:pt x="300255" y="55665"/>
                </a:lnTo>
                <a:cubicBezTo>
                  <a:pt x="300255" y="59039"/>
                  <a:pt x="296882" y="64099"/>
                  <a:pt x="293508" y="64099"/>
                </a:cubicBezTo>
                <a:lnTo>
                  <a:pt x="8434" y="64099"/>
                </a:lnTo>
                <a:cubicBezTo>
                  <a:pt x="3374" y="64099"/>
                  <a:pt x="0" y="59039"/>
                  <a:pt x="0" y="55665"/>
                </a:cubicBezTo>
                <a:lnTo>
                  <a:pt x="0" y="25302"/>
                </a:lnTo>
                <a:cubicBezTo>
                  <a:pt x="0" y="11808"/>
                  <a:pt x="11808" y="0"/>
                  <a:pt x="25302" y="0"/>
                </a:cubicBezTo>
                <a:close/>
              </a:path>
            </a:pathLst>
          </a:custGeom>
          <a:solidFill xmlns:a="http://schemas.openxmlformats.org/drawingml/2006/main">
            <a:srgbClr val="3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9B3B5-81BC-4093-9461-151BE15C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425" y="681848"/>
            <a:ext cx="4618535" cy="597137"/>
          </a:xfrm>
          <a:custGeom xmlns:a="http://schemas.openxmlformats.org/drawingml/2006/main">
            <a:pathLst>
              <a:path w="4618535" h="597137">
                <a:moveTo>
                  <a:pt x="0" y="0"/>
                </a:moveTo>
                <a:lnTo>
                  <a:pt x="4402621" y="0"/>
                </a:lnTo>
                <a:cubicBezTo>
                  <a:pt x="4522386" y="0"/>
                  <a:pt x="4618535" y="96149"/>
                  <a:pt x="4618535" y="214227"/>
                </a:cubicBezTo>
                <a:lnTo>
                  <a:pt x="4618535" y="597137"/>
                </a:lnTo>
                <a:lnTo>
                  <a:pt x="4583112" y="597137"/>
                </a:lnTo>
                <a:lnTo>
                  <a:pt x="4583112" y="214227"/>
                </a:lnTo>
                <a:cubicBezTo>
                  <a:pt x="4583112" y="114704"/>
                  <a:pt x="4502144" y="33737"/>
                  <a:pt x="4402621" y="33737"/>
                </a:cubicBezTo>
                <a:lnTo>
                  <a:pt x="0" y="337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FCD7D-5BF7-4751-B6C8-317B5373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377" y="1253683"/>
            <a:ext cx="173743" cy="150128"/>
          </a:xfrm>
          <a:custGeom xmlns:a="http://schemas.openxmlformats.org/drawingml/2006/main">
            <a:pathLst>
              <a:path w="173743" h="150128">
                <a:moveTo>
                  <a:pt x="0" y="0"/>
                </a:moveTo>
                <a:lnTo>
                  <a:pt x="86028" y="150128"/>
                </a:lnTo>
                <a:lnTo>
                  <a:pt x="1737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8542C-94AA-4427-8C7C-3BF88A94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967" y="691969"/>
            <a:ext cx="37110" cy="249651"/>
          </a:xfrm>
          <a:custGeom xmlns:a="http://schemas.openxmlformats.org/drawingml/2006/main">
            <a:pathLst>
              <a:path w="37110" h="249651">
                <a:moveTo>
                  <a:pt x="37110" y="0"/>
                </a:moveTo>
                <a:lnTo>
                  <a:pt x="37110" y="249651"/>
                </a:lnTo>
                <a:lnTo>
                  <a:pt x="0" y="249651"/>
                </a:lnTo>
                <a:lnTo>
                  <a:pt x="0" y="0"/>
                </a:lnTo>
                <a:lnTo>
                  <a:pt x="37110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C5C84-395C-481C-965F-354477EC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807" y="916317"/>
            <a:ext cx="173743" cy="150128"/>
          </a:xfrm>
          <a:custGeom xmlns:a="http://schemas.openxmlformats.org/drawingml/2006/main">
            <a:pathLst>
              <a:path w="173743" h="150128">
                <a:moveTo>
                  <a:pt x="0" y="0"/>
                </a:moveTo>
                <a:lnTo>
                  <a:pt x="87715" y="150128"/>
                </a:lnTo>
                <a:lnTo>
                  <a:pt x="1737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EBE81-A739-48C2-BE95-93897A73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850" y="2081915"/>
            <a:ext cx="37110" cy="608945"/>
          </a:xfrm>
          <a:custGeom xmlns:a="http://schemas.openxmlformats.org/drawingml/2006/main">
            <a:pathLst>
              <a:path w="37110" h="608945">
                <a:moveTo>
                  <a:pt x="37110" y="0"/>
                </a:moveTo>
                <a:lnTo>
                  <a:pt x="37110" y="608945"/>
                </a:lnTo>
                <a:lnTo>
                  <a:pt x="0" y="608945"/>
                </a:lnTo>
                <a:lnTo>
                  <a:pt x="0" y="0"/>
                </a:lnTo>
                <a:lnTo>
                  <a:pt x="37110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E220E9-6210-433D-BEE1-FF47487E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377" y="2663871"/>
            <a:ext cx="173743" cy="150128"/>
          </a:xfrm>
          <a:custGeom xmlns:a="http://schemas.openxmlformats.org/drawingml/2006/main">
            <a:pathLst>
              <a:path w="173743" h="150128">
                <a:moveTo>
                  <a:pt x="0" y="0"/>
                </a:moveTo>
                <a:lnTo>
                  <a:pt x="86028" y="150128"/>
                </a:lnTo>
                <a:lnTo>
                  <a:pt x="1737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E713B-1D8F-44CC-BD8B-4987ACB0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967" y="2309637"/>
            <a:ext cx="37110" cy="381223"/>
          </a:xfrm>
          <a:custGeom xmlns:a="http://schemas.openxmlformats.org/drawingml/2006/main">
            <a:pathLst>
              <a:path w="37110" h="381223">
                <a:moveTo>
                  <a:pt x="37110" y="0"/>
                </a:moveTo>
                <a:lnTo>
                  <a:pt x="37110" y="381223"/>
                </a:lnTo>
                <a:lnTo>
                  <a:pt x="0" y="381223"/>
                </a:lnTo>
                <a:lnTo>
                  <a:pt x="0" y="0"/>
                </a:lnTo>
                <a:lnTo>
                  <a:pt x="37110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04C82-7BD5-4B30-8FD5-2BE08262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807" y="2663871"/>
            <a:ext cx="173743" cy="150128"/>
          </a:xfrm>
          <a:custGeom xmlns:a="http://schemas.openxmlformats.org/drawingml/2006/main">
            <a:pathLst>
              <a:path w="173743" h="150128">
                <a:moveTo>
                  <a:pt x="0" y="0"/>
                </a:moveTo>
                <a:lnTo>
                  <a:pt x="87715" y="150128"/>
                </a:lnTo>
                <a:lnTo>
                  <a:pt x="1737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21A08-FFFF-4E46-AD6F-C9AF857D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967" y="3465114"/>
            <a:ext cx="37110" cy="1396694"/>
          </a:xfrm>
          <a:custGeom xmlns:a="http://schemas.openxmlformats.org/drawingml/2006/main">
            <a:pathLst>
              <a:path w="37110" h="1396694">
                <a:moveTo>
                  <a:pt x="37110" y="0"/>
                </a:moveTo>
                <a:lnTo>
                  <a:pt x="37110" y="1396694"/>
                </a:lnTo>
                <a:lnTo>
                  <a:pt x="0" y="1396694"/>
                </a:lnTo>
                <a:lnTo>
                  <a:pt x="0" y="0"/>
                </a:lnTo>
                <a:lnTo>
                  <a:pt x="37110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E57B0-7B1F-4BFC-9A1D-2B2A846F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807" y="4834818"/>
            <a:ext cx="173743" cy="150128"/>
          </a:xfrm>
          <a:custGeom xmlns:a="http://schemas.openxmlformats.org/drawingml/2006/main">
            <a:pathLst>
              <a:path w="173743" h="150128">
                <a:moveTo>
                  <a:pt x="0" y="0"/>
                </a:moveTo>
                <a:lnTo>
                  <a:pt x="87715" y="150128"/>
                </a:lnTo>
                <a:lnTo>
                  <a:pt x="1737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F3FE2E-2F80-4922-8ED5-0626154A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267" y="5229536"/>
            <a:ext cx="1066075" cy="37110"/>
          </a:xfrm>
          <a:custGeom xmlns:a="http://schemas.openxmlformats.org/drawingml/2006/main">
            <a:pathLst>
              <a:path w="1066075" h="37110">
                <a:moveTo>
                  <a:pt x="1066075" y="0"/>
                </a:moveTo>
                <a:lnTo>
                  <a:pt x="1066075" y="37110"/>
                </a:lnTo>
                <a:lnTo>
                  <a:pt x="0" y="37110"/>
                </a:lnTo>
                <a:lnTo>
                  <a:pt x="0" y="0"/>
                </a:lnTo>
                <a:lnTo>
                  <a:pt x="1066075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3AF88-2D9B-4DC6-9557-3D95DC42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040" y="5160376"/>
            <a:ext cx="150128" cy="173743"/>
          </a:xfrm>
          <a:custGeom xmlns:a="http://schemas.openxmlformats.org/drawingml/2006/main">
            <a:pathLst>
              <a:path w="150128" h="173743">
                <a:moveTo>
                  <a:pt x="0" y="173743"/>
                </a:moveTo>
                <a:lnTo>
                  <a:pt x="150128" y="87715"/>
                </a:lnTo>
                <a:lnTo>
                  <a:pt x="0" y="0"/>
                </a:lnTo>
                <a:lnTo>
                  <a:pt x="0" y="173743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835987-A1CF-4102-B730-2D0DF62C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959" y="5229536"/>
            <a:ext cx="1238132" cy="37110"/>
          </a:xfrm>
          <a:custGeom xmlns:a="http://schemas.openxmlformats.org/drawingml/2006/main">
            <a:pathLst>
              <a:path w="1238132" h="37110">
                <a:moveTo>
                  <a:pt x="1238132" y="0"/>
                </a:moveTo>
                <a:lnTo>
                  <a:pt x="1238132" y="37110"/>
                </a:lnTo>
                <a:lnTo>
                  <a:pt x="0" y="37110"/>
                </a:lnTo>
                <a:lnTo>
                  <a:pt x="0" y="0"/>
                </a:lnTo>
                <a:lnTo>
                  <a:pt x="1238132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4F0BB-0DBE-4C4F-A863-AE4E00A1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134" y="5160376"/>
            <a:ext cx="150128" cy="173743"/>
          </a:xfrm>
          <a:custGeom xmlns:a="http://schemas.openxmlformats.org/drawingml/2006/main">
            <a:pathLst>
              <a:path w="150128" h="173743">
                <a:moveTo>
                  <a:pt x="150128" y="0"/>
                </a:moveTo>
                <a:lnTo>
                  <a:pt x="0" y="87715"/>
                </a:lnTo>
                <a:lnTo>
                  <a:pt x="150128" y="173743"/>
                </a:lnTo>
                <a:lnTo>
                  <a:pt x="150128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B52F1-CDF8-412C-9B5E-F08472C2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850" y="3463427"/>
            <a:ext cx="37110" cy="426767"/>
          </a:xfrm>
          <a:custGeom xmlns:a="http://schemas.openxmlformats.org/drawingml/2006/main">
            <a:pathLst>
              <a:path w="37110" h="426767">
                <a:moveTo>
                  <a:pt x="37110" y="0"/>
                </a:moveTo>
                <a:lnTo>
                  <a:pt x="37110" y="426767"/>
                </a:lnTo>
                <a:lnTo>
                  <a:pt x="0" y="426767"/>
                </a:lnTo>
                <a:lnTo>
                  <a:pt x="0" y="0"/>
                </a:lnTo>
                <a:lnTo>
                  <a:pt x="37110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36F32-4566-48BE-A1BD-4116B01B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377" y="3864892"/>
            <a:ext cx="173743" cy="150128"/>
          </a:xfrm>
          <a:custGeom xmlns:a="http://schemas.openxmlformats.org/drawingml/2006/main">
            <a:pathLst>
              <a:path w="173743" h="150128">
                <a:moveTo>
                  <a:pt x="0" y="0"/>
                </a:moveTo>
                <a:lnTo>
                  <a:pt x="86028" y="150128"/>
                </a:lnTo>
                <a:lnTo>
                  <a:pt x="1737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415B0-BB3D-4A78-8691-0015F880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462" y="4293347"/>
            <a:ext cx="2231673" cy="35423"/>
          </a:xfrm>
          <a:custGeom xmlns:a="http://schemas.openxmlformats.org/drawingml/2006/main">
            <a:pathLst>
              <a:path w="2231673" h="35423">
                <a:moveTo>
                  <a:pt x="2231673" y="0"/>
                </a:moveTo>
                <a:lnTo>
                  <a:pt x="2231673" y="35423"/>
                </a:lnTo>
                <a:lnTo>
                  <a:pt x="0" y="35423"/>
                </a:lnTo>
                <a:lnTo>
                  <a:pt x="0" y="0"/>
                </a:lnTo>
                <a:lnTo>
                  <a:pt x="2231673" y="0"/>
                </a:lnTo>
                <a:close/>
              </a:path>
            </a:pathLst>
          </a:custGeom>
          <a:solidFill xmlns:a="http://schemas.openxmlformats.org/drawingml/2006/main">
            <a:srgbClr val="193A6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574705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2026-09-05T08:52:28.4490000Z</dcterms:created>
  <dcterms:modified xsi:type="dcterms:W3CDTF">2026-09-05T08:52:28.4490000Z</dcterms:modified>
</coreProperties>
</file>