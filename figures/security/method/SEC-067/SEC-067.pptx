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5f68d9a7994969" /><Relationship Type="http://schemas.openxmlformats.org/officeDocument/2006/relationships/extended-properties" Target="/docProps/app.xml" Id="Re53f5478fb074ad2" /><Relationship Type="http://schemas.openxmlformats.org/officeDocument/2006/relationships/officeDocument" Target="/ppt/presentation.xml" Id="Rb5acf1150baf42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2b4304b8d94210"/>
  </p:sldMasterIdLst>
  <p:notesMasterIdLst>
    <p:notesMasterId xmlns:r="http://schemas.openxmlformats.org/officeDocument/2006/relationships" r:id="R82260894918d4445"/>
  </p:notesMasterIdLst>
  <p:sldIdLst>
    <p:sldId xmlns:r="http://schemas.openxmlformats.org/officeDocument/2006/relationships" id="256" r:id="Rc01d9ffa1fce4456"/>
  </p:sldIdLst>
  <p:sldSz cx="6572250" cy="6743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10031fffed428e" /><Relationship Type="http://schemas.openxmlformats.org/officeDocument/2006/relationships/slideMaster" Target="/ppt/slideMasters/slideMaster1.xml" Id="Rb62b4304b8d94210" /><Relationship Type="http://schemas.openxmlformats.org/officeDocument/2006/relationships/notesMaster" Target="/ppt/notesMasters/notesMaster1.xml" Id="R82260894918d4445" /><Relationship Type="http://schemas.openxmlformats.org/officeDocument/2006/relationships/presProps" Target="/ppt/presProps.xml" Id="Rd1b7245aa75c425b" /><Relationship Type="http://schemas.openxmlformats.org/officeDocument/2006/relationships/tableStyles" Target="/ppt/tableStyles.xml" Id="Rf9b9c794612549cb" /><Relationship Type="http://schemas.openxmlformats.org/officeDocument/2006/relationships/slide" Target="/ppt/slides/slide1.xml" Id="Rc01d9ffa1fce44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44593047040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c0433fa26b48c8" /><Relationship Type="http://schemas.openxmlformats.org/officeDocument/2006/relationships/notesMaster" Target="/ppt/notesMasters/notesMaster1.xml" Id="Ra3e987e27a95482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素材ID：SEC-067</ns1:t>
            </ns1:r>
          </ns1:p>
          <ns1:p>
            <ns1:r>
              <ns1:t>论文：PAnDA: Rethinking Metric Differential Privacy Optimization at Scale with Anchor-Based Approximation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3，PDF第5页</ns1:t>
            </ns1:r>
          </ns1:p>
          <ns1:p>
            <ns1:r>
              <ns1:t>类型：方法细节</ns1:t>
            </ns1:r>
          </ns1:p>
          <ns1:p>
            <ns1:r>
              <ns1:t>借鉴点：二维划分服务器/用户和Phase I/II，粗箭头显示上传下载，底部红括号将两阶段泄露与总预算关联。</ns1:t>
            </ns1:r>
          </ns1:p>
          <ns1:p>
            <ns1:r>
              <ns1:t>论文URL：https://arxiv.org/pdf/2509.08720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62f5d8dc441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a14ca5b54148df" /><Relationship Type="http://schemas.openxmlformats.org/officeDocument/2006/relationships/slideLayout" Target="/ppt/slideLayouts/slideLayout1.xml" Id="R24e6443768f8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e6443768f8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39e111cd449a3" /><Relationship Type="http://schemas.openxmlformats.org/officeDocument/2006/relationships/image" Target="/ppt/media/image.png" Id="R410f0943db4e4d02" /><Relationship Type="http://schemas.openxmlformats.org/officeDocument/2006/relationships/image" Target="/ppt/media/image2.png" Id="R5e6f77d9c8ce4673" /><Relationship Type="http://schemas.openxmlformats.org/officeDocument/2006/relationships/image" Target="/ppt/media/image3.png" Id="Rbb51e95d9f014b4c" /><Relationship Type="http://schemas.openxmlformats.org/officeDocument/2006/relationships/image" Target="/ppt/media/image4.png" Id="Rbb2d78c38eb145e0" /><Relationship Type="http://schemas.openxmlformats.org/officeDocument/2006/relationships/image" Target="/ppt/media/image5.png" Id="Rd0486cb941004818" /><Relationship Type="http://schemas.openxmlformats.org/officeDocument/2006/relationships/image" Target="/ppt/media/image6.png" Id="R6a2d92cc2cf24e2a" /><Relationship Type="http://schemas.openxmlformats.org/officeDocument/2006/relationships/image" Target="/ppt/media/image7.png" Id="Rfc0c14d51945468e" /><Relationship Type="http://schemas.openxmlformats.org/officeDocument/2006/relationships/image" Target="/ppt/media/image8.png" Id="R0f848bd984704fb8" /><Relationship Type="http://schemas.openxmlformats.org/officeDocument/2006/relationships/image" Target="/ppt/media/image9.png" Id="R5f7ef9ca42e546b3" /><Relationship Type="http://schemas.openxmlformats.org/officeDocument/2006/relationships/image" Target="/ppt/media/image10.png" Id="Rf26431158f7140b0" /><Relationship Type="http://schemas.openxmlformats.org/officeDocument/2006/relationships/image" Target="/ppt/media/image11.png" Id="Rf0861bd0946b4262" /><Relationship Type="http://schemas.openxmlformats.org/officeDocument/2006/relationships/image" Target="/ppt/media/image12.png" Id="R56425938d0a349b7" /><Relationship Type="http://schemas.openxmlformats.org/officeDocument/2006/relationships/image" Target="/ppt/media/image13.png" Id="R0f7d7289d6fa4e3a" /><Relationship Type="http://schemas.openxmlformats.org/officeDocument/2006/relationships/image" Target="/ppt/media/image14.png" Id="R51aae52c6a9845b3" /><Relationship Type="http://schemas.openxmlformats.org/officeDocument/2006/relationships/image" Target="/ppt/media/image15.png" Id="Reb387a7f32fc4b64" /><Relationship Type="http://schemas.openxmlformats.org/officeDocument/2006/relationships/image" Target="/ppt/media/image16.png" Id="Refc758e3168a4acc" /><Relationship Type="http://schemas.openxmlformats.org/officeDocument/2006/relationships/image" Target="/ppt/media/image17.png" Id="R642c9d38418f497b" /><Relationship Type="http://schemas.openxmlformats.org/officeDocument/2006/relationships/image" Target="/ppt/media/image18.png" Id="Rea60f549294f4eb0" /><Relationship Type="http://schemas.openxmlformats.org/officeDocument/2006/relationships/image" Target="/ppt/media/image19.png" Id="R3e9c2ecf1aee400d" /><Relationship Type="http://schemas.openxmlformats.org/officeDocument/2006/relationships/image" Target="/ppt/media/image20.png" Id="Red15ea5329814590" /><Relationship Type="http://schemas.openxmlformats.org/officeDocument/2006/relationships/image" Target="/ppt/media/image21.png" Id="R243653cfe82a4aa3" /><Relationship Type="http://schemas.openxmlformats.org/officeDocument/2006/relationships/image" Target="/ppt/media/image22.png" Id="R74e364fcd7eb42ca" /><Relationship Type="http://schemas.openxmlformats.org/officeDocument/2006/relationships/image" Target="/ppt/media/image23.png" Id="R41d4704b75814e38" /><Relationship Type="http://schemas.openxmlformats.org/officeDocument/2006/relationships/image" Target="/ppt/media/image24.png" Id="R811b8f51e3fe4a37" /><Relationship Type="http://schemas.openxmlformats.org/officeDocument/2006/relationships/image" Target="/ppt/media/image25.png" Id="R85b97609fba34154" /><Relationship Type="http://schemas.openxmlformats.org/officeDocument/2006/relationships/image" Target="/ppt/media/image26.png" Id="R4ba222500d5d4acd" /><Relationship Type="http://schemas.openxmlformats.org/officeDocument/2006/relationships/image" Target="/ppt/media/image27.png" Id="R7697c8ab21b84667" /><Relationship Type="http://schemas.openxmlformats.org/officeDocument/2006/relationships/image" Target="/ppt/media/image28.png" Id="Rc16ec8083eb64040" /><Relationship Type="http://schemas.openxmlformats.org/officeDocument/2006/relationships/image" Target="/ppt/media/image29.png" Id="R7947d52924f5472f" /><Relationship Type="http://schemas.openxmlformats.org/officeDocument/2006/relationships/image" Target="/ppt/media/image30.png" Id="R0dfc56de1bc848b1" /><Relationship Type="http://schemas.openxmlformats.org/officeDocument/2006/relationships/image" Target="/ppt/media/image31.png" Id="Re58f156f2b074c6c" /><Relationship Type="http://schemas.openxmlformats.org/officeDocument/2006/relationships/image" Target="/ppt/media/image32.png" Id="R1f3f494f6031490d" /><Relationship Type="http://schemas.openxmlformats.org/officeDocument/2006/relationships/image" Target="/ppt/media/image33.png" Id="R52d6676d3cee4944" /><Relationship Type="http://schemas.openxmlformats.org/officeDocument/2006/relationships/image" Target="/ppt/media/image34.png" Id="Raeaa8f0e4e6344f5" /><Relationship Type="http://schemas.openxmlformats.org/officeDocument/2006/relationships/image" Target="/ppt/media/image35.png" Id="R2ad7a87469a549af" /><Relationship Type="http://schemas.openxmlformats.org/officeDocument/2006/relationships/image" Target="/ppt/media/image36.png" Id="R915f218fece745d1" /><Relationship Type="http://schemas.openxmlformats.org/officeDocument/2006/relationships/image" Target="/ppt/media/image37.png" Id="Re983473f108040ef" /><Relationship Type="http://schemas.openxmlformats.org/officeDocument/2006/relationships/notesSlide" Target="/ppt/notesSlides/notesSlide1.xml" Id="Rf498014f8b6049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28349-6CE9-4C83-A6C5-507220B1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" y="0"/>
            <a:ext cx="6564563" cy="6734186"/>
          </a:xfrm>
          <a:custGeom xmlns:a="http://schemas.openxmlformats.org/drawingml/2006/main">
            <a:pathLst>
              <a:path w="6564563" h="6734186">
                <a:moveTo>
                  <a:pt x="6564563" y="6734186"/>
                </a:moveTo>
                <a:lnTo>
                  <a:pt x="0" y="6734186"/>
                </a:lnTo>
                <a:lnTo>
                  <a:pt x="0" y="0"/>
                </a:lnTo>
                <a:lnTo>
                  <a:pt x="6564563" y="0"/>
                </a:lnTo>
                <a:lnTo>
                  <a:pt x="6564563" y="67341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A9304-D465-40B8-9D32-9C0B831E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1" y="4130526"/>
            <a:ext cx="6262297" cy="863237"/>
          </a:xfrm>
          <a:custGeom xmlns:a="http://schemas.openxmlformats.org/drawingml/2006/main">
            <a:pathLst>
              <a:path w="6262297" h="863237">
                <a:moveTo>
                  <a:pt x="0" y="863237"/>
                </a:moveTo>
                <a:lnTo>
                  <a:pt x="0" y="0"/>
                </a:lnTo>
                <a:lnTo>
                  <a:pt x="6262297" y="0"/>
                </a:lnTo>
                <a:lnTo>
                  <a:pt x="6262297" y="863237"/>
                </a:lnTo>
                <a:lnTo>
                  <a:pt x="0" y="863237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878F4-4839-41AE-824B-A757D3B5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1" y="4130526"/>
            <a:ext cx="6262297" cy="863237"/>
          </a:xfrm>
          <a:custGeom xmlns:a="http://schemas.openxmlformats.org/drawingml/2006/main">
            <a:pathLst>
              <a:path w="6262297" h="863237" fill="none">
                <a:moveTo>
                  <a:pt x="0" y="863237"/>
                </a:moveTo>
                <a:lnTo>
                  <a:pt x="6262297" y="863237"/>
                </a:lnTo>
                <a:lnTo>
                  <a:pt x="6262297" y="0"/>
                </a:lnTo>
                <a:lnTo>
                  <a:pt x="0" y="0"/>
                </a:lnTo>
                <a:lnTo>
                  <a:pt x="0" y="8632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f0943db4e4d02"/>
          <a:stretch xmlns:a="http://schemas.openxmlformats.org/drawingml/2006/main"/>
        </p:blipFill>
        <p:spPr>
          <a:xfrm xmlns:a="http://schemas.openxmlformats.org/drawingml/2006/main">
            <a:off x="2559533" y="4117685"/>
            <a:ext cx="3129079" cy="471505"/>
          </a:xfrm>
          <a:prstGeom xmlns:a="http://schemas.openxmlformats.org/drawingml/2006/main" prst="rect">
            <a:avLst/>
          </a:prstGeom>
        </p:spPr>
      </p:pic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0715A-A3C7-441E-B76F-B707689F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759" y="4158757"/>
            <a:ext cx="3014910" cy="340304"/>
          </a:xfrm>
          <a:custGeom xmlns:a="http://schemas.openxmlformats.org/drawingml/2006/main">
            <a:pathLst>
              <a:path w="3014910" h="340304">
                <a:moveTo>
                  <a:pt x="0" y="79333"/>
                </a:moveTo>
                <a:lnTo>
                  <a:pt x="2844821" y="79333"/>
                </a:lnTo>
                <a:lnTo>
                  <a:pt x="2844821" y="0"/>
                </a:lnTo>
                <a:lnTo>
                  <a:pt x="3014910" y="170215"/>
                </a:lnTo>
                <a:lnTo>
                  <a:pt x="2844821" y="340304"/>
                </a:lnTo>
                <a:lnTo>
                  <a:pt x="2844821" y="261096"/>
                </a:lnTo>
                <a:lnTo>
                  <a:pt x="0" y="261096"/>
                </a:lnTo>
                <a:lnTo>
                  <a:pt x="0" y="79333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87F9D-2E41-4169-81C2-83AFD494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759" y="4158757"/>
            <a:ext cx="3014910" cy="340304"/>
          </a:xfrm>
          <a:custGeom xmlns:a="http://schemas.openxmlformats.org/drawingml/2006/main">
            <a:pathLst>
              <a:path w="3014910" h="340304" fill="none">
                <a:moveTo>
                  <a:pt x="0" y="79333"/>
                </a:moveTo>
                <a:lnTo>
                  <a:pt x="2844821" y="79333"/>
                </a:lnTo>
                <a:lnTo>
                  <a:pt x="2844821" y="0"/>
                </a:lnTo>
                <a:lnTo>
                  <a:pt x="3014910" y="170215"/>
                </a:lnTo>
                <a:lnTo>
                  <a:pt x="2844821" y="340304"/>
                </a:lnTo>
                <a:lnTo>
                  <a:pt x="2844821" y="261096"/>
                </a:lnTo>
                <a:lnTo>
                  <a:pt x="0" y="261096"/>
                </a:lnTo>
                <a:lnTo>
                  <a:pt x="0" y="793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020DE-0D02-48FC-A20C-312BB71D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6" y="673245"/>
            <a:ext cx="6344643" cy="1533063"/>
          </a:xfrm>
          <a:custGeom xmlns:a="http://schemas.openxmlformats.org/drawingml/2006/main">
            <a:pathLst>
              <a:path w="6344643" h="1533063">
                <a:moveTo>
                  <a:pt x="0" y="1533063"/>
                </a:moveTo>
                <a:lnTo>
                  <a:pt x="0" y="0"/>
                </a:lnTo>
                <a:lnTo>
                  <a:pt x="6344643" y="0"/>
                </a:lnTo>
                <a:lnTo>
                  <a:pt x="6344643" y="1533063"/>
                </a:lnTo>
                <a:lnTo>
                  <a:pt x="0" y="1533063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CC215-6913-4798-B421-49E8301F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6" y="673245"/>
            <a:ext cx="6344643" cy="1533063"/>
          </a:xfrm>
          <a:custGeom xmlns:a="http://schemas.openxmlformats.org/drawingml/2006/main">
            <a:pathLst>
              <a:path w="6344643" h="1533063" fill="none">
                <a:moveTo>
                  <a:pt x="0" y="1533063"/>
                </a:moveTo>
                <a:lnTo>
                  <a:pt x="6344643" y="1533063"/>
                </a:lnTo>
                <a:lnTo>
                  <a:pt x="6344643" y="0"/>
                </a:lnTo>
                <a:lnTo>
                  <a:pt x="0" y="0"/>
                </a:lnTo>
                <a:lnTo>
                  <a:pt x="0" y="1533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f77d9c8ce4673"/>
          <a:stretch xmlns:a="http://schemas.openxmlformats.org/drawingml/2006/main"/>
        </p:blipFill>
        <p:spPr>
          <a:xfrm xmlns:a="http://schemas.openxmlformats.org/drawingml/2006/main">
            <a:off x="3886826" y="1419236"/>
            <a:ext cx="447379" cy="2812094"/>
          </a:xfrm>
          <a:prstGeom xmlns:a="http://schemas.openxmlformats.org/drawingml/2006/main" prst="rect">
            <a:avLst/>
          </a:prstGeom>
        </p:spPr>
      </p:pic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CA7B4-B33D-4C5E-ADD0-80AEF446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97" y="1443731"/>
            <a:ext cx="316328" cy="2712013"/>
          </a:xfrm>
          <a:custGeom xmlns:a="http://schemas.openxmlformats.org/drawingml/2006/main">
            <a:pathLst>
              <a:path w="316328" h="2712013">
                <a:moveTo>
                  <a:pt x="0" y="2553849"/>
                </a:moveTo>
                <a:lnTo>
                  <a:pt x="79082" y="2553849"/>
                </a:lnTo>
                <a:lnTo>
                  <a:pt x="79082" y="0"/>
                </a:lnTo>
                <a:lnTo>
                  <a:pt x="237246" y="0"/>
                </a:lnTo>
                <a:lnTo>
                  <a:pt x="237246" y="2553849"/>
                </a:lnTo>
                <a:lnTo>
                  <a:pt x="316328" y="2553849"/>
                </a:lnTo>
                <a:lnTo>
                  <a:pt x="158164" y="2712013"/>
                </a:lnTo>
                <a:lnTo>
                  <a:pt x="0" y="2553849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2FC02-1019-4EBF-9049-385A2A90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97" y="1443731"/>
            <a:ext cx="316328" cy="2712013"/>
          </a:xfrm>
          <a:custGeom xmlns:a="http://schemas.openxmlformats.org/drawingml/2006/main">
            <a:pathLst>
              <a:path w="316328" h="2712013" fill="none">
                <a:moveTo>
                  <a:pt x="0" y="2553849"/>
                </a:moveTo>
                <a:lnTo>
                  <a:pt x="79082" y="2553849"/>
                </a:lnTo>
                <a:lnTo>
                  <a:pt x="79082" y="0"/>
                </a:lnTo>
                <a:lnTo>
                  <a:pt x="237246" y="0"/>
                </a:lnTo>
                <a:lnTo>
                  <a:pt x="237246" y="2553849"/>
                </a:lnTo>
                <a:lnTo>
                  <a:pt x="316328" y="2553849"/>
                </a:lnTo>
                <a:lnTo>
                  <a:pt x="158164" y="2712013"/>
                </a:lnTo>
                <a:lnTo>
                  <a:pt x="0" y="25538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sp>
        <p:nvSpPr>
          <p:cNvPr id="1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080AFBC-B7B4-4F44-929E-DF20757E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93" y="6105181"/>
            <a:ext cx="5737845" cy="629006"/>
          </a:xfrm>
          <a:custGeom xmlns:a="http://schemas.openxmlformats.org/drawingml/2006/main">
            <a:pathLst>
              <a:path w="5737845" h="629006">
                <a:moveTo>
                  <a:pt x="5737845" y="0"/>
                </a:moveTo>
                <a:lnTo>
                  <a:pt x="5737845" y="629006"/>
                </a:lnTo>
                <a:lnTo>
                  <a:pt x="5736087" y="629006"/>
                </a:lnTo>
                <a:lnTo>
                  <a:pt x="5736087" y="1757"/>
                </a:lnTo>
                <a:lnTo>
                  <a:pt x="1757" y="1757"/>
                </a:lnTo>
                <a:lnTo>
                  <a:pt x="1757" y="629006"/>
                </a:lnTo>
                <a:lnTo>
                  <a:pt x="0" y="629006"/>
                </a:lnTo>
                <a:lnTo>
                  <a:pt x="0" y="0"/>
                </a:lnTo>
                <a:lnTo>
                  <a:pt x="573784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OurObjective:Suminformationdisclosurecausedby">
            <a:extLst xmlns:a="http://schemas.openxmlformats.org/drawingml/2006/main">
              <a:ext uri="{FF2B5EF4-FFF2-40B4-BE49-F238E27FC236}">
                <a16:creationId xmlns:a16="http://schemas.microsoft.com/office/drawing/2014/main" id="{5F216C66-3E47-4419-9077-89E2D5ED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57" y="6208138"/>
            <a:ext cx="4928798" cy="200741"/>
          </a:xfrm>
          <a:custGeom xmlns:a="http://schemas.openxmlformats.org/drawingml/2006/main">
            <a:pathLst>
              <a:path w="4928798" h="200741">
                <a:moveTo>
                  <a:pt x="148718" y="74065"/>
                </a:moveTo>
                <a:cubicBezTo>
                  <a:pt x="148718" y="98166"/>
                  <a:pt x="141697" y="117074"/>
                  <a:pt x="127655" y="130790"/>
                </a:cubicBezTo>
                <a:cubicBezTo>
                  <a:pt x="114004" y="144114"/>
                  <a:pt x="95357" y="150776"/>
                  <a:pt x="71714" y="150776"/>
                </a:cubicBezTo>
                <a:cubicBezTo>
                  <a:pt x="49377" y="150776"/>
                  <a:pt x="31840" y="144489"/>
                  <a:pt x="19104" y="131917"/>
                </a:cubicBezTo>
                <a:cubicBezTo>
                  <a:pt x="6368" y="119344"/>
                  <a:pt x="0" y="101856"/>
                  <a:pt x="0" y="79454"/>
                </a:cubicBezTo>
                <a:cubicBezTo>
                  <a:pt x="0" y="48038"/>
                  <a:pt x="11985" y="26289"/>
                  <a:pt x="35955" y="14206"/>
                </a:cubicBezTo>
                <a:cubicBezTo>
                  <a:pt x="46862" y="8719"/>
                  <a:pt x="60284" y="5976"/>
                  <a:pt x="76221" y="5976"/>
                </a:cubicBezTo>
                <a:cubicBezTo>
                  <a:pt x="99015" y="5976"/>
                  <a:pt x="116748" y="11952"/>
                  <a:pt x="129418" y="23905"/>
                </a:cubicBezTo>
                <a:cubicBezTo>
                  <a:pt x="142285" y="36053"/>
                  <a:pt x="148718" y="52773"/>
                  <a:pt x="148718" y="74065"/>
                </a:cubicBezTo>
                <a:moveTo>
                  <a:pt x="118544" y="79160"/>
                </a:moveTo>
                <a:cubicBezTo>
                  <a:pt x="118544" y="60219"/>
                  <a:pt x="114739" y="45180"/>
                  <a:pt x="107130" y="34045"/>
                </a:cubicBezTo>
                <a:cubicBezTo>
                  <a:pt x="99521" y="22909"/>
                  <a:pt x="88369" y="17341"/>
                  <a:pt x="73673" y="17341"/>
                </a:cubicBezTo>
                <a:cubicBezTo>
                  <a:pt x="54275" y="17341"/>
                  <a:pt x="41409" y="26060"/>
                  <a:pt x="35073" y="43499"/>
                </a:cubicBezTo>
                <a:cubicBezTo>
                  <a:pt x="31808" y="52447"/>
                  <a:pt x="30175" y="62472"/>
                  <a:pt x="30175" y="73575"/>
                </a:cubicBezTo>
                <a:cubicBezTo>
                  <a:pt x="30175" y="93757"/>
                  <a:pt x="33898" y="109694"/>
                  <a:pt x="41343" y="121385"/>
                </a:cubicBezTo>
                <a:cubicBezTo>
                  <a:pt x="49050" y="133468"/>
                  <a:pt x="60578" y="139509"/>
                  <a:pt x="75927" y="139509"/>
                </a:cubicBezTo>
                <a:cubicBezTo>
                  <a:pt x="94541" y="139509"/>
                  <a:pt x="107049" y="130333"/>
                  <a:pt x="113449" y="111980"/>
                </a:cubicBezTo>
                <a:cubicBezTo>
                  <a:pt x="116846" y="102248"/>
                  <a:pt x="118544" y="91308"/>
                  <a:pt x="118544" y="79160"/>
                </a:cubicBezTo>
                <a:moveTo>
                  <a:pt x="73771" y="154107"/>
                </a:moveTo>
                <a:lnTo>
                  <a:pt x="73771" y="154107"/>
                </a:lnTo>
                <a:moveTo>
                  <a:pt x="73771" y="2645"/>
                </a:moveTo>
                <a:lnTo>
                  <a:pt x="73771" y="2645"/>
                </a:lnTo>
                <a:close/>
                <a:moveTo>
                  <a:pt x="275588" y="145975"/>
                </a:moveTo>
                <a:lnTo>
                  <a:pt x="274608" y="146955"/>
                </a:lnTo>
                <a:cubicBezTo>
                  <a:pt x="264811" y="146628"/>
                  <a:pt x="258639" y="146465"/>
                  <a:pt x="256092" y="146465"/>
                </a:cubicBezTo>
                <a:cubicBezTo>
                  <a:pt x="253937" y="146465"/>
                  <a:pt x="250736" y="146547"/>
                  <a:pt x="246491" y="146710"/>
                </a:cubicBezTo>
                <a:cubicBezTo>
                  <a:pt x="242245" y="146873"/>
                  <a:pt x="239078" y="146955"/>
                  <a:pt x="236988" y="146955"/>
                </a:cubicBezTo>
                <a:lnTo>
                  <a:pt x="236204" y="146171"/>
                </a:lnTo>
                <a:cubicBezTo>
                  <a:pt x="236726" y="140816"/>
                  <a:pt x="236988" y="135721"/>
                  <a:pt x="236988" y="130888"/>
                </a:cubicBezTo>
                <a:cubicBezTo>
                  <a:pt x="233591" y="133435"/>
                  <a:pt x="227648" y="138856"/>
                  <a:pt x="219157" y="147151"/>
                </a:cubicBezTo>
                <a:cubicBezTo>
                  <a:pt x="214912" y="148784"/>
                  <a:pt x="210373" y="149600"/>
                  <a:pt x="205539" y="149600"/>
                </a:cubicBezTo>
                <a:cubicBezTo>
                  <a:pt x="196722" y="149600"/>
                  <a:pt x="189766" y="147200"/>
                  <a:pt x="184672" y="142399"/>
                </a:cubicBezTo>
                <a:cubicBezTo>
                  <a:pt x="179577" y="137599"/>
                  <a:pt x="177030" y="130692"/>
                  <a:pt x="177030" y="121679"/>
                </a:cubicBezTo>
                <a:cubicBezTo>
                  <a:pt x="177030" y="120568"/>
                  <a:pt x="177095" y="118217"/>
                  <a:pt x="177226" y="114625"/>
                </a:cubicBezTo>
                <a:cubicBezTo>
                  <a:pt x="177357" y="111033"/>
                  <a:pt x="177422" y="107571"/>
                  <a:pt x="177422" y="104240"/>
                </a:cubicBezTo>
                <a:lnTo>
                  <a:pt x="177422" y="91700"/>
                </a:lnTo>
                <a:cubicBezTo>
                  <a:pt x="177422" y="78768"/>
                  <a:pt x="176932" y="71257"/>
                  <a:pt x="175952" y="69167"/>
                </a:cubicBezTo>
                <a:cubicBezTo>
                  <a:pt x="175299" y="67861"/>
                  <a:pt x="173895" y="67044"/>
                  <a:pt x="171740" y="66718"/>
                </a:cubicBezTo>
                <a:cubicBezTo>
                  <a:pt x="170956" y="66587"/>
                  <a:pt x="168082" y="66424"/>
                  <a:pt x="163118" y="66228"/>
                </a:cubicBezTo>
                <a:lnTo>
                  <a:pt x="162139" y="65248"/>
                </a:lnTo>
                <a:lnTo>
                  <a:pt x="162139" y="59762"/>
                </a:lnTo>
                <a:lnTo>
                  <a:pt x="163118" y="58684"/>
                </a:lnTo>
                <a:cubicBezTo>
                  <a:pt x="175593" y="57574"/>
                  <a:pt x="188231" y="54863"/>
                  <a:pt x="201033" y="50553"/>
                </a:cubicBezTo>
                <a:lnTo>
                  <a:pt x="203188" y="51826"/>
                </a:lnTo>
                <a:cubicBezTo>
                  <a:pt x="202339" y="62668"/>
                  <a:pt x="201914" y="72694"/>
                  <a:pt x="201914" y="81903"/>
                </a:cubicBezTo>
                <a:lnTo>
                  <a:pt x="201914" y="101007"/>
                </a:lnTo>
                <a:cubicBezTo>
                  <a:pt x="201914" y="109955"/>
                  <a:pt x="202208" y="116062"/>
                  <a:pt x="202796" y="119327"/>
                </a:cubicBezTo>
                <a:cubicBezTo>
                  <a:pt x="203449" y="123246"/>
                  <a:pt x="205001" y="126218"/>
                  <a:pt x="207450" y="128243"/>
                </a:cubicBezTo>
                <a:cubicBezTo>
                  <a:pt x="209899" y="130267"/>
                  <a:pt x="213181" y="131280"/>
                  <a:pt x="217296" y="131280"/>
                </a:cubicBezTo>
                <a:cubicBezTo>
                  <a:pt x="222390" y="131280"/>
                  <a:pt x="226864" y="129647"/>
                  <a:pt x="230718" y="126381"/>
                </a:cubicBezTo>
                <a:cubicBezTo>
                  <a:pt x="234375" y="123116"/>
                  <a:pt x="236302" y="119393"/>
                  <a:pt x="236498" y="115213"/>
                </a:cubicBezTo>
                <a:cubicBezTo>
                  <a:pt x="236629" y="112012"/>
                  <a:pt x="236694" y="110020"/>
                  <a:pt x="236694" y="109237"/>
                </a:cubicBezTo>
                <a:lnTo>
                  <a:pt x="236694" y="91700"/>
                </a:lnTo>
                <a:cubicBezTo>
                  <a:pt x="236694" y="78899"/>
                  <a:pt x="236204" y="71387"/>
                  <a:pt x="235224" y="69167"/>
                </a:cubicBezTo>
                <a:cubicBezTo>
                  <a:pt x="234636" y="67861"/>
                  <a:pt x="233265" y="67044"/>
                  <a:pt x="231110" y="66718"/>
                </a:cubicBezTo>
                <a:cubicBezTo>
                  <a:pt x="230326" y="66587"/>
                  <a:pt x="227452" y="66424"/>
                  <a:pt x="222488" y="66228"/>
                </a:cubicBezTo>
                <a:lnTo>
                  <a:pt x="221411" y="65248"/>
                </a:lnTo>
                <a:lnTo>
                  <a:pt x="221411" y="59762"/>
                </a:lnTo>
                <a:lnTo>
                  <a:pt x="222488" y="58684"/>
                </a:lnTo>
                <a:cubicBezTo>
                  <a:pt x="234898" y="57574"/>
                  <a:pt x="247536" y="54863"/>
                  <a:pt x="260403" y="50553"/>
                </a:cubicBezTo>
                <a:lnTo>
                  <a:pt x="262460" y="51826"/>
                </a:lnTo>
                <a:cubicBezTo>
                  <a:pt x="261611" y="61623"/>
                  <a:pt x="261186" y="71649"/>
                  <a:pt x="261186" y="81903"/>
                </a:cubicBezTo>
                <a:lnTo>
                  <a:pt x="261186" y="112665"/>
                </a:lnTo>
                <a:cubicBezTo>
                  <a:pt x="261186" y="126447"/>
                  <a:pt x="261578" y="134252"/>
                  <a:pt x="262362" y="136080"/>
                </a:cubicBezTo>
                <a:cubicBezTo>
                  <a:pt x="262754" y="136995"/>
                  <a:pt x="263407" y="137583"/>
                  <a:pt x="264321" y="137844"/>
                </a:cubicBezTo>
                <a:cubicBezTo>
                  <a:pt x="265889" y="138301"/>
                  <a:pt x="269285" y="138693"/>
                  <a:pt x="274510" y="139019"/>
                </a:cubicBezTo>
                <a:lnTo>
                  <a:pt x="275588" y="139999"/>
                </a:lnTo>
                <a:lnTo>
                  <a:pt x="275588" y="145975"/>
                </a:lnTo>
                <a:moveTo>
                  <a:pt x="218765" y="46732"/>
                </a:moveTo>
                <a:lnTo>
                  <a:pt x="218765" y="46732"/>
                </a:lnTo>
                <a:moveTo>
                  <a:pt x="218765" y="154107"/>
                </a:moveTo>
                <a:lnTo>
                  <a:pt x="218765" y="154107"/>
                </a:lnTo>
                <a:close/>
                <a:moveTo>
                  <a:pt x="358405" y="51826"/>
                </a:moveTo>
                <a:lnTo>
                  <a:pt x="357719" y="69265"/>
                </a:lnTo>
                <a:cubicBezTo>
                  <a:pt x="357653" y="72139"/>
                  <a:pt x="357523" y="75404"/>
                  <a:pt x="357327" y="79062"/>
                </a:cubicBezTo>
                <a:lnTo>
                  <a:pt x="353212" y="80335"/>
                </a:lnTo>
                <a:cubicBezTo>
                  <a:pt x="350142" y="75894"/>
                  <a:pt x="345897" y="73673"/>
                  <a:pt x="340476" y="73673"/>
                </a:cubicBezTo>
                <a:cubicBezTo>
                  <a:pt x="335578" y="73673"/>
                  <a:pt x="331528" y="75633"/>
                  <a:pt x="328328" y="79552"/>
                </a:cubicBezTo>
                <a:cubicBezTo>
                  <a:pt x="326368" y="81968"/>
                  <a:pt x="325389" y="85528"/>
                  <a:pt x="325389" y="90230"/>
                </a:cubicBezTo>
                <a:lnTo>
                  <a:pt x="325389" y="113155"/>
                </a:lnTo>
                <a:cubicBezTo>
                  <a:pt x="325389" y="117923"/>
                  <a:pt x="325617" y="124553"/>
                  <a:pt x="326074" y="133043"/>
                </a:cubicBezTo>
                <a:cubicBezTo>
                  <a:pt x="326205" y="135460"/>
                  <a:pt x="326891" y="137027"/>
                  <a:pt x="328132" y="137746"/>
                </a:cubicBezTo>
                <a:cubicBezTo>
                  <a:pt x="329373" y="138464"/>
                  <a:pt x="333912" y="138954"/>
                  <a:pt x="341750" y="139215"/>
                </a:cubicBezTo>
                <a:lnTo>
                  <a:pt x="342729" y="140097"/>
                </a:lnTo>
                <a:lnTo>
                  <a:pt x="342729" y="146073"/>
                </a:lnTo>
                <a:lnTo>
                  <a:pt x="341750" y="147053"/>
                </a:lnTo>
                <a:cubicBezTo>
                  <a:pt x="332149" y="146661"/>
                  <a:pt x="322613" y="146465"/>
                  <a:pt x="313142" y="146465"/>
                </a:cubicBezTo>
                <a:cubicBezTo>
                  <a:pt x="301451" y="146465"/>
                  <a:pt x="292536" y="146694"/>
                  <a:pt x="286397" y="147151"/>
                </a:cubicBezTo>
                <a:lnTo>
                  <a:pt x="285417" y="146171"/>
                </a:lnTo>
                <a:lnTo>
                  <a:pt x="285417" y="140195"/>
                </a:lnTo>
                <a:lnTo>
                  <a:pt x="286397" y="139215"/>
                </a:lnTo>
                <a:cubicBezTo>
                  <a:pt x="292667" y="139019"/>
                  <a:pt x="296553" y="138530"/>
                  <a:pt x="298055" y="137746"/>
                </a:cubicBezTo>
                <a:cubicBezTo>
                  <a:pt x="299361" y="137158"/>
                  <a:pt x="300080" y="135590"/>
                  <a:pt x="300210" y="133043"/>
                </a:cubicBezTo>
                <a:cubicBezTo>
                  <a:pt x="300668" y="124553"/>
                  <a:pt x="300896" y="115441"/>
                  <a:pt x="300896" y="105710"/>
                </a:cubicBezTo>
                <a:lnTo>
                  <a:pt x="300896" y="91700"/>
                </a:lnTo>
                <a:cubicBezTo>
                  <a:pt x="300896" y="78637"/>
                  <a:pt x="300406" y="71126"/>
                  <a:pt x="299427" y="69167"/>
                </a:cubicBezTo>
                <a:cubicBezTo>
                  <a:pt x="298774" y="67861"/>
                  <a:pt x="297369" y="67044"/>
                  <a:pt x="295214" y="66718"/>
                </a:cubicBezTo>
                <a:cubicBezTo>
                  <a:pt x="294430" y="66587"/>
                  <a:pt x="291589" y="66424"/>
                  <a:pt x="286691" y="66228"/>
                </a:cubicBezTo>
                <a:lnTo>
                  <a:pt x="285711" y="65248"/>
                </a:lnTo>
                <a:lnTo>
                  <a:pt x="285711" y="59762"/>
                </a:lnTo>
                <a:lnTo>
                  <a:pt x="286691" y="58684"/>
                </a:lnTo>
                <a:cubicBezTo>
                  <a:pt x="298447" y="57574"/>
                  <a:pt x="310824" y="54863"/>
                  <a:pt x="323821" y="50553"/>
                </a:cubicBezTo>
                <a:lnTo>
                  <a:pt x="325977" y="51826"/>
                </a:lnTo>
                <a:lnTo>
                  <a:pt x="325781" y="71028"/>
                </a:lnTo>
                <a:cubicBezTo>
                  <a:pt x="329830" y="66326"/>
                  <a:pt x="334728" y="60839"/>
                  <a:pt x="340476" y="54569"/>
                </a:cubicBezTo>
                <a:cubicBezTo>
                  <a:pt x="343154" y="51957"/>
                  <a:pt x="346811" y="50650"/>
                  <a:pt x="351449" y="50650"/>
                </a:cubicBezTo>
                <a:cubicBezTo>
                  <a:pt x="354192" y="50650"/>
                  <a:pt x="356510" y="51042"/>
                  <a:pt x="358405" y="51826"/>
                </a:cubicBezTo>
                <a:close/>
                <a:moveTo>
                  <a:pt x="567259" y="74065"/>
                </a:moveTo>
                <a:cubicBezTo>
                  <a:pt x="567259" y="98166"/>
                  <a:pt x="560238" y="117074"/>
                  <a:pt x="546195" y="130790"/>
                </a:cubicBezTo>
                <a:cubicBezTo>
                  <a:pt x="532545" y="144114"/>
                  <a:pt x="513898" y="150776"/>
                  <a:pt x="490254" y="150776"/>
                </a:cubicBezTo>
                <a:cubicBezTo>
                  <a:pt x="467917" y="150776"/>
                  <a:pt x="450381" y="144489"/>
                  <a:pt x="437644" y="131917"/>
                </a:cubicBezTo>
                <a:cubicBezTo>
                  <a:pt x="424908" y="119344"/>
                  <a:pt x="418540" y="101856"/>
                  <a:pt x="418540" y="79454"/>
                </a:cubicBezTo>
                <a:cubicBezTo>
                  <a:pt x="418540" y="48038"/>
                  <a:pt x="430525" y="26289"/>
                  <a:pt x="454495" y="14206"/>
                </a:cubicBezTo>
                <a:cubicBezTo>
                  <a:pt x="465403" y="8719"/>
                  <a:pt x="478825" y="5976"/>
                  <a:pt x="494761" y="5976"/>
                </a:cubicBezTo>
                <a:cubicBezTo>
                  <a:pt x="517555" y="5976"/>
                  <a:pt x="535288" y="11952"/>
                  <a:pt x="547959" y="23905"/>
                </a:cubicBezTo>
                <a:cubicBezTo>
                  <a:pt x="560825" y="36053"/>
                  <a:pt x="567259" y="52773"/>
                  <a:pt x="567259" y="74065"/>
                </a:cubicBezTo>
                <a:moveTo>
                  <a:pt x="537084" y="79160"/>
                </a:moveTo>
                <a:cubicBezTo>
                  <a:pt x="537084" y="60219"/>
                  <a:pt x="533280" y="45180"/>
                  <a:pt x="525671" y="34045"/>
                </a:cubicBezTo>
                <a:cubicBezTo>
                  <a:pt x="518062" y="22909"/>
                  <a:pt x="506909" y="17341"/>
                  <a:pt x="492214" y="17341"/>
                </a:cubicBezTo>
                <a:cubicBezTo>
                  <a:pt x="472816" y="17341"/>
                  <a:pt x="459949" y="26060"/>
                  <a:pt x="453614" y="43499"/>
                </a:cubicBezTo>
                <a:cubicBezTo>
                  <a:pt x="450348" y="52447"/>
                  <a:pt x="448715" y="62472"/>
                  <a:pt x="448715" y="73575"/>
                </a:cubicBezTo>
                <a:cubicBezTo>
                  <a:pt x="448715" y="93757"/>
                  <a:pt x="452438" y="109694"/>
                  <a:pt x="459884" y="121385"/>
                </a:cubicBezTo>
                <a:cubicBezTo>
                  <a:pt x="467591" y="133468"/>
                  <a:pt x="479118" y="139509"/>
                  <a:pt x="494467" y="139509"/>
                </a:cubicBezTo>
                <a:cubicBezTo>
                  <a:pt x="513081" y="139509"/>
                  <a:pt x="525589" y="130333"/>
                  <a:pt x="531990" y="111980"/>
                </a:cubicBezTo>
                <a:cubicBezTo>
                  <a:pt x="535386" y="102248"/>
                  <a:pt x="537084" y="91308"/>
                  <a:pt x="537084" y="79160"/>
                </a:cubicBezTo>
                <a:moveTo>
                  <a:pt x="492312" y="154107"/>
                </a:moveTo>
                <a:lnTo>
                  <a:pt x="492312" y="154107"/>
                </a:lnTo>
                <a:moveTo>
                  <a:pt x="492312" y="2645"/>
                </a:moveTo>
                <a:lnTo>
                  <a:pt x="492312" y="2645"/>
                </a:lnTo>
                <a:close/>
                <a:moveTo>
                  <a:pt x="688642" y="90132"/>
                </a:moveTo>
                <a:cubicBezTo>
                  <a:pt x="688642" y="101954"/>
                  <a:pt x="685833" y="112176"/>
                  <a:pt x="680217" y="120797"/>
                </a:cubicBezTo>
                <a:cubicBezTo>
                  <a:pt x="677800" y="124520"/>
                  <a:pt x="675612" y="127132"/>
                  <a:pt x="673653" y="128635"/>
                </a:cubicBezTo>
                <a:cubicBezTo>
                  <a:pt x="671693" y="130137"/>
                  <a:pt x="667546" y="133109"/>
                  <a:pt x="661210" y="137550"/>
                </a:cubicBezTo>
                <a:cubicBezTo>
                  <a:pt x="659839" y="138530"/>
                  <a:pt x="656149" y="141142"/>
                  <a:pt x="650140" y="145387"/>
                </a:cubicBezTo>
                <a:cubicBezTo>
                  <a:pt x="647005" y="147608"/>
                  <a:pt x="643445" y="149143"/>
                  <a:pt x="639461" y="149992"/>
                </a:cubicBezTo>
                <a:cubicBezTo>
                  <a:pt x="636979" y="150515"/>
                  <a:pt x="634203" y="150776"/>
                  <a:pt x="631134" y="150776"/>
                </a:cubicBezTo>
                <a:cubicBezTo>
                  <a:pt x="623427" y="150776"/>
                  <a:pt x="615230" y="148065"/>
                  <a:pt x="606543" y="142644"/>
                </a:cubicBezTo>
                <a:lnTo>
                  <a:pt x="597432" y="149992"/>
                </a:lnTo>
                <a:lnTo>
                  <a:pt x="593023" y="148425"/>
                </a:lnTo>
                <a:cubicBezTo>
                  <a:pt x="594264" y="127655"/>
                  <a:pt x="594885" y="109563"/>
                  <a:pt x="594885" y="94149"/>
                </a:cubicBezTo>
                <a:lnTo>
                  <a:pt x="594885" y="55647"/>
                </a:lnTo>
                <a:cubicBezTo>
                  <a:pt x="594885" y="52251"/>
                  <a:pt x="594721" y="44348"/>
                  <a:pt x="594395" y="31938"/>
                </a:cubicBezTo>
                <a:cubicBezTo>
                  <a:pt x="594330" y="28477"/>
                  <a:pt x="594166" y="25374"/>
                  <a:pt x="593905" y="22631"/>
                </a:cubicBezTo>
                <a:cubicBezTo>
                  <a:pt x="593578" y="19235"/>
                  <a:pt x="591848" y="17243"/>
                  <a:pt x="588713" y="16655"/>
                </a:cubicBezTo>
                <a:cubicBezTo>
                  <a:pt x="587994" y="16524"/>
                  <a:pt x="585284" y="16361"/>
                  <a:pt x="580581" y="16165"/>
                </a:cubicBezTo>
                <a:lnTo>
                  <a:pt x="579601" y="15087"/>
                </a:lnTo>
                <a:lnTo>
                  <a:pt x="579601" y="9699"/>
                </a:lnTo>
                <a:lnTo>
                  <a:pt x="580581" y="8621"/>
                </a:lnTo>
                <a:cubicBezTo>
                  <a:pt x="593056" y="7315"/>
                  <a:pt x="605694" y="4605"/>
                  <a:pt x="618495" y="490"/>
                </a:cubicBezTo>
                <a:lnTo>
                  <a:pt x="620651" y="1665"/>
                </a:lnTo>
                <a:cubicBezTo>
                  <a:pt x="619802" y="26093"/>
                  <a:pt x="619377" y="45001"/>
                  <a:pt x="619377" y="58390"/>
                </a:cubicBezTo>
                <a:lnTo>
                  <a:pt x="619377" y="68775"/>
                </a:lnTo>
                <a:lnTo>
                  <a:pt x="631232" y="58880"/>
                </a:lnTo>
                <a:cubicBezTo>
                  <a:pt x="637110" y="53981"/>
                  <a:pt x="643870" y="51532"/>
                  <a:pt x="651511" y="51532"/>
                </a:cubicBezTo>
                <a:cubicBezTo>
                  <a:pt x="667317" y="51532"/>
                  <a:pt x="678257" y="57802"/>
                  <a:pt x="684331" y="70342"/>
                </a:cubicBezTo>
                <a:cubicBezTo>
                  <a:pt x="687205" y="76286"/>
                  <a:pt x="688642" y="82883"/>
                  <a:pt x="688642" y="90132"/>
                </a:cubicBezTo>
                <a:moveTo>
                  <a:pt x="663464" y="101105"/>
                </a:moveTo>
                <a:cubicBezTo>
                  <a:pt x="663464" y="91504"/>
                  <a:pt x="661259" y="83830"/>
                  <a:pt x="656851" y="78082"/>
                </a:cubicBezTo>
                <a:cubicBezTo>
                  <a:pt x="652442" y="72335"/>
                  <a:pt x="646515" y="69461"/>
                  <a:pt x="639069" y="69461"/>
                </a:cubicBezTo>
                <a:cubicBezTo>
                  <a:pt x="634758" y="69461"/>
                  <a:pt x="630611" y="70604"/>
                  <a:pt x="626627" y="72890"/>
                </a:cubicBezTo>
                <a:cubicBezTo>
                  <a:pt x="623296" y="74784"/>
                  <a:pt x="620879" y="76972"/>
                  <a:pt x="619377" y="79454"/>
                </a:cubicBezTo>
                <a:lnTo>
                  <a:pt x="619377" y="125695"/>
                </a:lnTo>
                <a:cubicBezTo>
                  <a:pt x="624276" y="132945"/>
                  <a:pt x="631036" y="136570"/>
                  <a:pt x="639657" y="136570"/>
                </a:cubicBezTo>
                <a:cubicBezTo>
                  <a:pt x="647364" y="136570"/>
                  <a:pt x="653307" y="133239"/>
                  <a:pt x="657487" y="126577"/>
                </a:cubicBezTo>
                <a:cubicBezTo>
                  <a:pt x="661472" y="120242"/>
                  <a:pt x="663464" y="111751"/>
                  <a:pt x="663464" y="101105"/>
                </a:cubicBezTo>
                <a:close/>
                <a:moveTo>
                  <a:pt x="746378" y="18320"/>
                </a:moveTo>
                <a:cubicBezTo>
                  <a:pt x="746378" y="22500"/>
                  <a:pt x="744909" y="26076"/>
                  <a:pt x="741970" y="29048"/>
                </a:cubicBezTo>
                <a:cubicBezTo>
                  <a:pt x="739030" y="32020"/>
                  <a:pt x="735504" y="33506"/>
                  <a:pt x="731389" y="33506"/>
                </a:cubicBezTo>
                <a:cubicBezTo>
                  <a:pt x="727209" y="33506"/>
                  <a:pt x="723649" y="32020"/>
                  <a:pt x="720710" y="29048"/>
                </a:cubicBezTo>
                <a:cubicBezTo>
                  <a:pt x="717771" y="26076"/>
                  <a:pt x="716301" y="22500"/>
                  <a:pt x="716301" y="18320"/>
                </a:cubicBezTo>
                <a:cubicBezTo>
                  <a:pt x="716301" y="14140"/>
                  <a:pt x="717787" y="10548"/>
                  <a:pt x="720759" y="7544"/>
                </a:cubicBezTo>
                <a:cubicBezTo>
                  <a:pt x="723731" y="4539"/>
                  <a:pt x="727274" y="3037"/>
                  <a:pt x="731389" y="3037"/>
                </a:cubicBezTo>
                <a:cubicBezTo>
                  <a:pt x="735438" y="3037"/>
                  <a:pt x="738949" y="4507"/>
                  <a:pt x="741921" y="7446"/>
                </a:cubicBezTo>
                <a:cubicBezTo>
                  <a:pt x="744892" y="10385"/>
                  <a:pt x="746378" y="14010"/>
                  <a:pt x="746378" y="18320"/>
                </a:cubicBezTo>
                <a:moveTo>
                  <a:pt x="745692" y="51826"/>
                </a:moveTo>
                <a:cubicBezTo>
                  <a:pt x="744843" y="56006"/>
                  <a:pt x="744419" y="66032"/>
                  <a:pt x="744419" y="81903"/>
                </a:cubicBezTo>
                <a:lnTo>
                  <a:pt x="744419" y="98558"/>
                </a:lnTo>
                <a:lnTo>
                  <a:pt x="744615" y="127361"/>
                </a:lnTo>
                <a:cubicBezTo>
                  <a:pt x="744745" y="148784"/>
                  <a:pt x="742917" y="164328"/>
                  <a:pt x="739128" y="173995"/>
                </a:cubicBezTo>
                <a:cubicBezTo>
                  <a:pt x="734034" y="186861"/>
                  <a:pt x="726686" y="195058"/>
                  <a:pt x="717085" y="198585"/>
                </a:cubicBezTo>
                <a:cubicBezTo>
                  <a:pt x="713166" y="200022"/>
                  <a:pt x="709280" y="200741"/>
                  <a:pt x="705427" y="200741"/>
                </a:cubicBezTo>
                <a:cubicBezTo>
                  <a:pt x="704316" y="200741"/>
                  <a:pt x="703076" y="200643"/>
                  <a:pt x="701704" y="200447"/>
                </a:cubicBezTo>
                <a:lnTo>
                  <a:pt x="699549" y="193393"/>
                </a:lnTo>
                <a:lnTo>
                  <a:pt x="700528" y="192021"/>
                </a:lnTo>
                <a:cubicBezTo>
                  <a:pt x="701704" y="192152"/>
                  <a:pt x="702684" y="192217"/>
                  <a:pt x="703467" y="192217"/>
                </a:cubicBezTo>
                <a:cubicBezTo>
                  <a:pt x="710325" y="192217"/>
                  <a:pt x="714832" y="188756"/>
                  <a:pt x="716987" y="181832"/>
                </a:cubicBezTo>
                <a:cubicBezTo>
                  <a:pt x="718947" y="175432"/>
                  <a:pt x="719926" y="158777"/>
                  <a:pt x="719926" y="131868"/>
                </a:cubicBezTo>
                <a:lnTo>
                  <a:pt x="719926" y="91700"/>
                </a:lnTo>
                <a:cubicBezTo>
                  <a:pt x="719926" y="80009"/>
                  <a:pt x="719502" y="72726"/>
                  <a:pt x="718653" y="69853"/>
                </a:cubicBezTo>
                <a:cubicBezTo>
                  <a:pt x="718196" y="68220"/>
                  <a:pt x="716889" y="67207"/>
                  <a:pt x="714734" y="66816"/>
                </a:cubicBezTo>
                <a:cubicBezTo>
                  <a:pt x="713754" y="66620"/>
                  <a:pt x="710717" y="66424"/>
                  <a:pt x="705623" y="66228"/>
                </a:cubicBezTo>
                <a:lnTo>
                  <a:pt x="704643" y="65248"/>
                </a:lnTo>
                <a:lnTo>
                  <a:pt x="704643" y="59762"/>
                </a:lnTo>
                <a:lnTo>
                  <a:pt x="705623" y="58684"/>
                </a:lnTo>
                <a:cubicBezTo>
                  <a:pt x="718098" y="57574"/>
                  <a:pt x="730736" y="54863"/>
                  <a:pt x="743537" y="50553"/>
                </a:cubicBezTo>
                <a:lnTo>
                  <a:pt x="745692" y="51826"/>
                </a:lnTo>
                <a:close/>
                <a:moveTo>
                  <a:pt x="858137" y="91504"/>
                </a:moveTo>
                <a:cubicBezTo>
                  <a:pt x="858137" y="92614"/>
                  <a:pt x="858104" y="94280"/>
                  <a:pt x="858039" y="96500"/>
                </a:cubicBezTo>
                <a:lnTo>
                  <a:pt x="856961" y="97872"/>
                </a:lnTo>
                <a:cubicBezTo>
                  <a:pt x="848340" y="100223"/>
                  <a:pt x="836910" y="101399"/>
                  <a:pt x="822672" y="101399"/>
                </a:cubicBezTo>
                <a:cubicBezTo>
                  <a:pt x="820124" y="101399"/>
                  <a:pt x="816271" y="101448"/>
                  <a:pt x="811111" y="101546"/>
                </a:cubicBezTo>
                <a:cubicBezTo>
                  <a:pt x="805951" y="101644"/>
                  <a:pt x="802065" y="101693"/>
                  <a:pt x="799453" y="101693"/>
                </a:cubicBezTo>
                <a:cubicBezTo>
                  <a:pt x="799845" y="111294"/>
                  <a:pt x="802816" y="119229"/>
                  <a:pt x="808368" y="125500"/>
                </a:cubicBezTo>
                <a:cubicBezTo>
                  <a:pt x="814181" y="132227"/>
                  <a:pt x="821757" y="135590"/>
                  <a:pt x="831097" y="135590"/>
                </a:cubicBezTo>
                <a:cubicBezTo>
                  <a:pt x="837367" y="135590"/>
                  <a:pt x="844813" y="133435"/>
                  <a:pt x="853434" y="129124"/>
                </a:cubicBezTo>
                <a:lnTo>
                  <a:pt x="855786" y="131966"/>
                </a:lnTo>
                <a:lnTo>
                  <a:pt x="851475" y="141665"/>
                </a:lnTo>
                <a:cubicBezTo>
                  <a:pt x="841939" y="147739"/>
                  <a:pt x="831587" y="150776"/>
                  <a:pt x="820418" y="150776"/>
                </a:cubicBezTo>
                <a:cubicBezTo>
                  <a:pt x="805723" y="150776"/>
                  <a:pt x="794309" y="146628"/>
                  <a:pt x="786178" y="138334"/>
                </a:cubicBezTo>
                <a:cubicBezTo>
                  <a:pt x="778046" y="130039"/>
                  <a:pt x="773981" y="118217"/>
                  <a:pt x="773981" y="102868"/>
                </a:cubicBezTo>
                <a:cubicBezTo>
                  <a:pt x="773981" y="84646"/>
                  <a:pt x="778324" y="72171"/>
                  <a:pt x="787011" y="65444"/>
                </a:cubicBezTo>
                <a:cubicBezTo>
                  <a:pt x="799028" y="56169"/>
                  <a:pt x="810425" y="51532"/>
                  <a:pt x="821202" y="51532"/>
                </a:cubicBezTo>
                <a:cubicBezTo>
                  <a:pt x="832893" y="51532"/>
                  <a:pt x="841939" y="54896"/>
                  <a:pt x="848340" y="61623"/>
                </a:cubicBezTo>
                <a:cubicBezTo>
                  <a:pt x="854871" y="68546"/>
                  <a:pt x="858137" y="78507"/>
                  <a:pt x="858137" y="91504"/>
                </a:cubicBezTo>
                <a:moveTo>
                  <a:pt x="832567" y="88957"/>
                </a:moveTo>
                <a:cubicBezTo>
                  <a:pt x="832567" y="71322"/>
                  <a:pt x="827080" y="62505"/>
                  <a:pt x="816108" y="62505"/>
                </a:cubicBezTo>
                <a:cubicBezTo>
                  <a:pt x="804547" y="62505"/>
                  <a:pt x="798767" y="71257"/>
                  <a:pt x="798767" y="88761"/>
                </a:cubicBezTo>
                <a:lnTo>
                  <a:pt x="798767" y="90916"/>
                </a:lnTo>
                <a:cubicBezTo>
                  <a:pt x="802555" y="91504"/>
                  <a:pt x="809282" y="91798"/>
                  <a:pt x="818949" y="91798"/>
                </a:cubicBezTo>
                <a:cubicBezTo>
                  <a:pt x="823978" y="91798"/>
                  <a:pt x="828485" y="91504"/>
                  <a:pt x="832469" y="90916"/>
                </a:cubicBezTo>
                <a:cubicBezTo>
                  <a:pt x="832534" y="90002"/>
                  <a:pt x="832567" y="89349"/>
                  <a:pt x="832567" y="88957"/>
                </a:cubicBezTo>
                <a:moveTo>
                  <a:pt x="820712" y="154107"/>
                </a:moveTo>
                <a:lnTo>
                  <a:pt x="820712" y="154107"/>
                </a:lnTo>
                <a:moveTo>
                  <a:pt x="820712" y="46732"/>
                </a:moveTo>
                <a:lnTo>
                  <a:pt x="820712" y="46732"/>
                </a:lnTo>
                <a:close/>
                <a:moveTo>
                  <a:pt x="949944" y="134121"/>
                </a:moveTo>
                <a:lnTo>
                  <a:pt x="945634" y="143820"/>
                </a:lnTo>
                <a:cubicBezTo>
                  <a:pt x="936751" y="148457"/>
                  <a:pt x="927999" y="150776"/>
                  <a:pt x="919378" y="150776"/>
                </a:cubicBezTo>
                <a:cubicBezTo>
                  <a:pt x="904813" y="150776"/>
                  <a:pt x="893677" y="146596"/>
                  <a:pt x="885970" y="138236"/>
                </a:cubicBezTo>
                <a:cubicBezTo>
                  <a:pt x="878263" y="129876"/>
                  <a:pt x="874409" y="118413"/>
                  <a:pt x="874409" y="103848"/>
                </a:cubicBezTo>
                <a:cubicBezTo>
                  <a:pt x="874409" y="90394"/>
                  <a:pt x="877381" y="80172"/>
                  <a:pt x="883325" y="73184"/>
                </a:cubicBezTo>
                <a:cubicBezTo>
                  <a:pt x="884958" y="71224"/>
                  <a:pt x="888060" y="68644"/>
                  <a:pt x="892632" y="65444"/>
                </a:cubicBezTo>
                <a:cubicBezTo>
                  <a:pt x="902037" y="58782"/>
                  <a:pt x="908323" y="54798"/>
                  <a:pt x="911491" y="53492"/>
                </a:cubicBezTo>
                <a:cubicBezTo>
                  <a:pt x="914659" y="52185"/>
                  <a:pt x="919508" y="51532"/>
                  <a:pt x="926040" y="51532"/>
                </a:cubicBezTo>
                <a:cubicBezTo>
                  <a:pt x="934922" y="51532"/>
                  <a:pt x="942270" y="52871"/>
                  <a:pt x="948083" y="55549"/>
                </a:cubicBezTo>
                <a:lnTo>
                  <a:pt x="949063" y="57312"/>
                </a:lnTo>
                <a:cubicBezTo>
                  <a:pt x="948997" y="58162"/>
                  <a:pt x="948540" y="61199"/>
                  <a:pt x="947691" y="66424"/>
                </a:cubicBezTo>
                <a:lnTo>
                  <a:pt x="946613" y="73086"/>
                </a:lnTo>
                <a:cubicBezTo>
                  <a:pt x="946417" y="74196"/>
                  <a:pt x="946124" y="78572"/>
                  <a:pt x="945732" y="86214"/>
                </a:cubicBezTo>
                <a:lnTo>
                  <a:pt x="944752" y="87193"/>
                </a:lnTo>
                <a:lnTo>
                  <a:pt x="938874" y="87193"/>
                </a:lnTo>
                <a:lnTo>
                  <a:pt x="937894" y="86214"/>
                </a:lnTo>
                <a:cubicBezTo>
                  <a:pt x="937502" y="80401"/>
                  <a:pt x="937045" y="76351"/>
                  <a:pt x="936522" y="74065"/>
                </a:cubicBezTo>
                <a:cubicBezTo>
                  <a:pt x="933649" y="68971"/>
                  <a:pt x="928130" y="66424"/>
                  <a:pt x="919966" y="66424"/>
                </a:cubicBezTo>
                <a:cubicBezTo>
                  <a:pt x="906119" y="66424"/>
                  <a:pt x="899196" y="75404"/>
                  <a:pt x="899196" y="93365"/>
                </a:cubicBezTo>
                <a:cubicBezTo>
                  <a:pt x="899196" y="106428"/>
                  <a:pt x="901972" y="116715"/>
                  <a:pt x="907523" y="124226"/>
                </a:cubicBezTo>
                <a:cubicBezTo>
                  <a:pt x="913206" y="131998"/>
                  <a:pt x="921206" y="135884"/>
                  <a:pt x="931526" y="135884"/>
                </a:cubicBezTo>
                <a:cubicBezTo>
                  <a:pt x="937796" y="135884"/>
                  <a:pt x="943315" y="134545"/>
                  <a:pt x="948083" y="131868"/>
                </a:cubicBezTo>
                <a:lnTo>
                  <a:pt x="949944" y="134121"/>
                </a:lnTo>
                <a:close/>
                <a:moveTo>
                  <a:pt x="1019925" y="133631"/>
                </a:moveTo>
                <a:cubicBezTo>
                  <a:pt x="1019468" y="134154"/>
                  <a:pt x="1018064" y="135525"/>
                  <a:pt x="1015713" y="137746"/>
                </a:cubicBezTo>
                <a:cubicBezTo>
                  <a:pt x="1011859" y="141403"/>
                  <a:pt x="1008561" y="144734"/>
                  <a:pt x="1005818" y="147739"/>
                </a:cubicBezTo>
                <a:cubicBezTo>
                  <a:pt x="1002617" y="148784"/>
                  <a:pt x="999384" y="149306"/>
                  <a:pt x="996119" y="149306"/>
                </a:cubicBezTo>
                <a:cubicBezTo>
                  <a:pt x="987040" y="149306"/>
                  <a:pt x="980411" y="146661"/>
                  <a:pt x="976231" y="141371"/>
                </a:cubicBezTo>
                <a:cubicBezTo>
                  <a:pt x="974467" y="139085"/>
                  <a:pt x="973292" y="136440"/>
                  <a:pt x="972704" y="133435"/>
                </a:cubicBezTo>
                <a:cubicBezTo>
                  <a:pt x="972051" y="129843"/>
                  <a:pt x="971757" y="125140"/>
                  <a:pt x="971822" y="119327"/>
                </a:cubicBezTo>
                <a:lnTo>
                  <a:pt x="972116" y="95913"/>
                </a:lnTo>
                <a:lnTo>
                  <a:pt x="972116" y="71420"/>
                </a:lnTo>
                <a:lnTo>
                  <a:pt x="969471" y="71420"/>
                </a:lnTo>
                <a:lnTo>
                  <a:pt x="964278" y="71616"/>
                </a:lnTo>
                <a:lnTo>
                  <a:pt x="960262" y="71616"/>
                </a:lnTo>
                <a:lnTo>
                  <a:pt x="959184" y="70734"/>
                </a:lnTo>
                <a:lnTo>
                  <a:pt x="959184" y="68187"/>
                </a:lnTo>
                <a:lnTo>
                  <a:pt x="959968" y="66718"/>
                </a:lnTo>
                <a:cubicBezTo>
                  <a:pt x="961143" y="65934"/>
                  <a:pt x="962972" y="64758"/>
                  <a:pt x="965454" y="63191"/>
                </a:cubicBezTo>
                <a:cubicBezTo>
                  <a:pt x="968393" y="61362"/>
                  <a:pt x="970614" y="59827"/>
                  <a:pt x="972116" y="58586"/>
                </a:cubicBezTo>
                <a:lnTo>
                  <a:pt x="972116" y="45262"/>
                </a:lnTo>
                <a:cubicBezTo>
                  <a:pt x="972116" y="39711"/>
                  <a:pt x="971855" y="33832"/>
                  <a:pt x="971332" y="27628"/>
                </a:cubicBezTo>
                <a:cubicBezTo>
                  <a:pt x="976231" y="26060"/>
                  <a:pt x="980199" y="24672"/>
                  <a:pt x="983236" y="23464"/>
                </a:cubicBezTo>
                <a:cubicBezTo>
                  <a:pt x="986273" y="22256"/>
                  <a:pt x="990567" y="20280"/>
                  <a:pt x="996119" y="17537"/>
                </a:cubicBezTo>
                <a:lnTo>
                  <a:pt x="998666" y="19496"/>
                </a:lnTo>
                <a:cubicBezTo>
                  <a:pt x="997882" y="27595"/>
                  <a:pt x="997327" y="34845"/>
                  <a:pt x="997000" y="41245"/>
                </a:cubicBezTo>
                <a:lnTo>
                  <a:pt x="996119" y="58194"/>
                </a:lnTo>
                <a:lnTo>
                  <a:pt x="999352" y="58194"/>
                </a:lnTo>
                <a:cubicBezTo>
                  <a:pt x="1006471" y="58194"/>
                  <a:pt x="1012610" y="57966"/>
                  <a:pt x="1017770" y="57508"/>
                </a:cubicBezTo>
                <a:lnTo>
                  <a:pt x="1018848" y="58586"/>
                </a:lnTo>
                <a:lnTo>
                  <a:pt x="1017476" y="70049"/>
                </a:lnTo>
                <a:lnTo>
                  <a:pt x="1016496" y="71028"/>
                </a:lnTo>
                <a:lnTo>
                  <a:pt x="996119" y="71028"/>
                </a:lnTo>
                <a:lnTo>
                  <a:pt x="996119" y="104240"/>
                </a:lnTo>
                <a:cubicBezTo>
                  <a:pt x="996119" y="114886"/>
                  <a:pt x="996249" y="121156"/>
                  <a:pt x="996511" y="123050"/>
                </a:cubicBezTo>
                <a:cubicBezTo>
                  <a:pt x="996837" y="125793"/>
                  <a:pt x="997996" y="128014"/>
                  <a:pt x="999988" y="129712"/>
                </a:cubicBezTo>
                <a:cubicBezTo>
                  <a:pt x="1001981" y="131410"/>
                  <a:pt x="1004675" y="132259"/>
                  <a:pt x="1008071" y="132259"/>
                </a:cubicBezTo>
                <a:cubicBezTo>
                  <a:pt x="1010749" y="132259"/>
                  <a:pt x="1013982" y="131541"/>
                  <a:pt x="1017770" y="130104"/>
                </a:cubicBezTo>
                <a:lnTo>
                  <a:pt x="1019925" y="133631"/>
                </a:lnTo>
                <a:close/>
                <a:moveTo>
                  <a:pt x="1068400" y="18320"/>
                </a:moveTo>
                <a:cubicBezTo>
                  <a:pt x="1068400" y="22500"/>
                  <a:pt x="1066930" y="26076"/>
                  <a:pt x="1063991" y="29048"/>
                </a:cubicBezTo>
                <a:cubicBezTo>
                  <a:pt x="1061052" y="32020"/>
                  <a:pt x="1057525" y="33506"/>
                  <a:pt x="1053410" y="33506"/>
                </a:cubicBezTo>
                <a:cubicBezTo>
                  <a:pt x="1049230" y="33506"/>
                  <a:pt x="1045671" y="32020"/>
                  <a:pt x="1042732" y="29048"/>
                </a:cubicBezTo>
                <a:cubicBezTo>
                  <a:pt x="1039793" y="26076"/>
                  <a:pt x="1038323" y="22500"/>
                  <a:pt x="1038323" y="18320"/>
                </a:cubicBezTo>
                <a:cubicBezTo>
                  <a:pt x="1038323" y="14010"/>
                  <a:pt x="1039809" y="10385"/>
                  <a:pt x="1042781" y="7446"/>
                </a:cubicBezTo>
                <a:cubicBezTo>
                  <a:pt x="1045753" y="4507"/>
                  <a:pt x="1049296" y="3037"/>
                  <a:pt x="1053410" y="3037"/>
                </a:cubicBezTo>
                <a:cubicBezTo>
                  <a:pt x="1057460" y="3037"/>
                  <a:pt x="1060971" y="4507"/>
                  <a:pt x="1063942" y="7446"/>
                </a:cubicBezTo>
                <a:cubicBezTo>
                  <a:pt x="1066914" y="10385"/>
                  <a:pt x="1068400" y="14010"/>
                  <a:pt x="1068400" y="18320"/>
                </a:cubicBezTo>
                <a:moveTo>
                  <a:pt x="1081920" y="146171"/>
                </a:moveTo>
                <a:lnTo>
                  <a:pt x="1080940" y="147151"/>
                </a:lnTo>
                <a:cubicBezTo>
                  <a:pt x="1074735" y="146694"/>
                  <a:pt x="1065787" y="146465"/>
                  <a:pt x="1054096" y="146465"/>
                </a:cubicBezTo>
                <a:cubicBezTo>
                  <a:pt x="1042405" y="146465"/>
                  <a:pt x="1033490" y="146694"/>
                  <a:pt x="1027350" y="147151"/>
                </a:cubicBezTo>
                <a:lnTo>
                  <a:pt x="1026371" y="146171"/>
                </a:lnTo>
                <a:lnTo>
                  <a:pt x="1026371" y="140195"/>
                </a:lnTo>
                <a:lnTo>
                  <a:pt x="1027350" y="139215"/>
                </a:lnTo>
                <a:cubicBezTo>
                  <a:pt x="1033621" y="139019"/>
                  <a:pt x="1037507" y="138530"/>
                  <a:pt x="1039009" y="137746"/>
                </a:cubicBezTo>
                <a:cubicBezTo>
                  <a:pt x="1040315" y="137158"/>
                  <a:pt x="1041034" y="135590"/>
                  <a:pt x="1041164" y="133043"/>
                </a:cubicBezTo>
                <a:cubicBezTo>
                  <a:pt x="1041621" y="124553"/>
                  <a:pt x="1041850" y="115441"/>
                  <a:pt x="1041850" y="105710"/>
                </a:cubicBezTo>
                <a:lnTo>
                  <a:pt x="1041850" y="91700"/>
                </a:lnTo>
                <a:cubicBezTo>
                  <a:pt x="1041850" y="79029"/>
                  <a:pt x="1041360" y="71518"/>
                  <a:pt x="1040380" y="69167"/>
                </a:cubicBezTo>
                <a:cubicBezTo>
                  <a:pt x="1039858" y="67861"/>
                  <a:pt x="1038454" y="67044"/>
                  <a:pt x="1036168" y="66718"/>
                </a:cubicBezTo>
                <a:cubicBezTo>
                  <a:pt x="1035384" y="66587"/>
                  <a:pt x="1032543" y="66424"/>
                  <a:pt x="1027644" y="66228"/>
                </a:cubicBezTo>
                <a:lnTo>
                  <a:pt x="1026665" y="65248"/>
                </a:lnTo>
                <a:lnTo>
                  <a:pt x="1026665" y="59762"/>
                </a:lnTo>
                <a:lnTo>
                  <a:pt x="1027644" y="58684"/>
                </a:lnTo>
                <a:cubicBezTo>
                  <a:pt x="1040185" y="57574"/>
                  <a:pt x="1052823" y="54863"/>
                  <a:pt x="1065559" y="50553"/>
                </a:cubicBezTo>
                <a:lnTo>
                  <a:pt x="1067616" y="51826"/>
                </a:lnTo>
                <a:cubicBezTo>
                  <a:pt x="1066767" y="63713"/>
                  <a:pt x="1066343" y="73739"/>
                  <a:pt x="1066343" y="81903"/>
                </a:cubicBezTo>
                <a:lnTo>
                  <a:pt x="1066343" y="113155"/>
                </a:lnTo>
                <a:cubicBezTo>
                  <a:pt x="1066343" y="117923"/>
                  <a:pt x="1066571" y="124553"/>
                  <a:pt x="1067028" y="133043"/>
                </a:cubicBezTo>
                <a:cubicBezTo>
                  <a:pt x="1067159" y="135590"/>
                  <a:pt x="1067877" y="137158"/>
                  <a:pt x="1069184" y="137746"/>
                </a:cubicBezTo>
                <a:cubicBezTo>
                  <a:pt x="1070686" y="138530"/>
                  <a:pt x="1074572" y="139019"/>
                  <a:pt x="1080842" y="139215"/>
                </a:cubicBezTo>
                <a:lnTo>
                  <a:pt x="1081920" y="140195"/>
                </a:lnTo>
                <a:lnTo>
                  <a:pt x="1081920" y="146171"/>
                </a:lnTo>
                <a:moveTo>
                  <a:pt x="1054096" y="154107"/>
                </a:moveTo>
                <a:lnTo>
                  <a:pt x="1054096" y="154107"/>
                </a:lnTo>
                <a:close/>
                <a:moveTo>
                  <a:pt x="1197033" y="60937"/>
                </a:moveTo>
                <a:lnTo>
                  <a:pt x="1196053" y="62015"/>
                </a:lnTo>
                <a:cubicBezTo>
                  <a:pt x="1192069" y="62276"/>
                  <a:pt x="1189456" y="62766"/>
                  <a:pt x="1188215" y="63485"/>
                </a:cubicBezTo>
                <a:cubicBezTo>
                  <a:pt x="1187301" y="64007"/>
                  <a:pt x="1186191" y="65444"/>
                  <a:pt x="1184884" y="67795"/>
                </a:cubicBezTo>
                <a:cubicBezTo>
                  <a:pt x="1183578" y="70147"/>
                  <a:pt x="1181129" y="75437"/>
                  <a:pt x="1177537" y="83666"/>
                </a:cubicBezTo>
                <a:lnTo>
                  <a:pt x="1158824" y="127067"/>
                </a:lnTo>
                <a:cubicBezTo>
                  <a:pt x="1158171" y="128635"/>
                  <a:pt x="1155363" y="135656"/>
                  <a:pt x="1150399" y="148131"/>
                </a:cubicBezTo>
                <a:lnTo>
                  <a:pt x="1133254" y="148131"/>
                </a:lnTo>
                <a:cubicBezTo>
                  <a:pt x="1129597" y="137811"/>
                  <a:pt x="1125613" y="127263"/>
                  <a:pt x="1121302" y="116486"/>
                </a:cubicBezTo>
                <a:cubicBezTo>
                  <a:pt x="1114444" y="99309"/>
                  <a:pt x="1108598" y="84548"/>
                  <a:pt x="1103765" y="72204"/>
                </a:cubicBezTo>
                <a:cubicBezTo>
                  <a:pt x="1101610" y="66718"/>
                  <a:pt x="1099291" y="63517"/>
                  <a:pt x="1096809" y="62603"/>
                </a:cubicBezTo>
                <a:cubicBezTo>
                  <a:pt x="1095373" y="62080"/>
                  <a:pt x="1093446" y="61786"/>
                  <a:pt x="1091029" y="61721"/>
                </a:cubicBezTo>
                <a:lnTo>
                  <a:pt x="1089952" y="60643"/>
                </a:lnTo>
                <a:lnTo>
                  <a:pt x="1089952" y="54961"/>
                </a:lnTo>
                <a:lnTo>
                  <a:pt x="1091029" y="53981"/>
                </a:lnTo>
                <a:cubicBezTo>
                  <a:pt x="1097038" y="54177"/>
                  <a:pt x="1105757" y="54275"/>
                  <a:pt x="1117187" y="54275"/>
                </a:cubicBezTo>
                <a:cubicBezTo>
                  <a:pt x="1127245" y="54275"/>
                  <a:pt x="1135116" y="54177"/>
                  <a:pt x="1140798" y="53981"/>
                </a:cubicBezTo>
                <a:lnTo>
                  <a:pt x="1141876" y="54961"/>
                </a:lnTo>
                <a:lnTo>
                  <a:pt x="1141876" y="60741"/>
                </a:lnTo>
                <a:lnTo>
                  <a:pt x="1140798" y="61819"/>
                </a:lnTo>
                <a:cubicBezTo>
                  <a:pt x="1135965" y="61950"/>
                  <a:pt x="1132830" y="62244"/>
                  <a:pt x="1131393" y="62701"/>
                </a:cubicBezTo>
                <a:cubicBezTo>
                  <a:pt x="1129956" y="63158"/>
                  <a:pt x="1129238" y="64040"/>
                  <a:pt x="1129238" y="65346"/>
                </a:cubicBezTo>
                <a:cubicBezTo>
                  <a:pt x="1129238" y="67175"/>
                  <a:pt x="1133254" y="78670"/>
                  <a:pt x="1141288" y="99831"/>
                </a:cubicBezTo>
                <a:cubicBezTo>
                  <a:pt x="1145533" y="111131"/>
                  <a:pt x="1148309" y="118217"/>
                  <a:pt x="1149615" y="121091"/>
                </a:cubicBezTo>
                <a:cubicBezTo>
                  <a:pt x="1153795" y="111294"/>
                  <a:pt x="1157779" y="101693"/>
                  <a:pt x="1161568" y="92288"/>
                </a:cubicBezTo>
                <a:cubicBezTo>
                  <a:pt x="1167772" y="76939"/>
                  <a:pt x="1170875" y="67959"/>
                  <a:pt x="1170875" y="65346"/>
                </a:cubicBezTo>
                <a:cubicBezTo>
                  <a:pt x="1170875" y="63974"/>
                  <a:pt x="1170205" y="63076"/>
                  <a:pt x="1168866" y="62652"/>
                </a:cubicBezTo>
                <a:cubicBezTo>
                  <a:pt x="1167527" y="62227"/>
                  <a:pt x="1164311" y="61917"/>
                  <a:pt x="1159216" y="61721"/>
                </a:cubicBezTo>
                <a:lnTo>
                  <a:pt x="1158139" y="60741"/>
                </a:lnTo>
                <a:lnTo>
                  <a:pt x="1158139" y="54961"/>
                </a:lnTo>
                <a:lnTo>
                  <a:pt x="1159216" y="53981"/>
                </a:lnTo>
                <a:cubicBezTo>
                  <a:pt x="1164245" y="54177"/>
                  <a:pt x="1170189" y="54275"/>
                  <a:pt x="1177047" y="54275"/>
                </a:cubicBezTo>
                <a:cubicBezTo>
                  <a:pt x="1184427" y="54275"/>
                  <a:pt x="1190763" y="54177"/>
                  <a:pt x="1196053" y="53981"/>
                </a:cubicBezTo>
                <a:lnTo>
                  <a:pt x="1197033" y="54961"/>
                </a:lnTo>
                <a:lnTo>
                  <a:pt x="1197033" y="60937"/>
                </a:lnTo>
                <a:close/>
                <a:moveTo>
                  <a:pt x="1291725" y="91504"/>
                </a:moveTo>
                <a:cubicBezTo>
                  <a:pt x="1291725" y="92614"/>
                  <a:pt x="1291693" y="94280"/>
                  <a:pt x="1291628" y="96500"/>
                </a:cubicBezTo>
                <a:lnTo>
                  <a:pt x="1290550" y="97872"/>
                </a:lnTo>
                <a:cubicBezTo>
                  <a:pt x="1281928" y="100223"/>
                  <a:pt x="1270499" y="101399"/>
                  <a:pt x="1256260" y="101399"/>
                </a:cubicBezTo>
                <a:cubicBezTo>
                  <a:pt x="1253713" y="101399"/>
                  <a:pt x="1249860" y="101448"/>
                  <a:pt x="1244700" y="101546"/>
                </a:cubicBezTo>
                <a:cubicBezTo>
                  <a:pt x="1239540" y="101644"/>
                  <a:pt x="1235654" y="101693"/>
                  <a:pt x="1233041" y="101693"/>
                </a:cubicBezTo>
                <a:cubicBezTo>
                  <a:pt x="1233433" y="111294"/>
                  <a:pt x="1236405" y="119229"/>
                  <a:pt x="1241957" y="125500"/>
                </a:cubicBezTo>
                <a:cubicBezTo>
                  <a:pt x="1247770" y="132227"/>
                  <a:pt x="1255346" y="135590"/>
                  <a:pt x="1264686" y="135590"/>
                </a:cubicBezTo>
                <a:cubicBezTo>
                  <a:pt x="1270956" y="135590"/>
                  <a:pt x="1278402" y="133435"/>
                  <a:pt x="1287023" y="129124"/>
                </a:cubicBezTo>
                <a:lnTo>
                  <a:pt x="1289374" y="131966"/>
                </a:lnTo>
                <a:lnTo>
                  <a:pt x="1285064" y="141665"/>
                </a:lnTo>
                <a:cubicBezTo>
                  <a:pt x="1275528" y="147739"/>
                  <a:pt x="1265176" y="150776"/>
                  <a:pt x="1254007" y="150776"/>
                </a:cubicBezTo>
                <a:cubicBezTo>
                  <a:pt x="1239312" y="150776"/>
                  <a:pt x="1227898" y="146628"/>
                  <a:pt x="1219767" y="138334"/>
                </a:cubicBezTo>
                <a:cubicBezTo>
                  <a:pt x="1211635" y="130039"/>
                  <a:pt x="1207569" y="118217"/>
                  <a:pt x="1207569" y="102868"/>
                </a:cubicBezTo>
                <a:cubicBezTo>
                  <a:pt x="1207569" y="84646"/>
                  <a:pt x="1211913" y="72171"/>
                  <a:pt x="1220599" y="65444"/>
                </a:cubicBezTo>
                <a:cubicBezTo>
                  <a:pt x="1232617" y="56169"/>
                  <a:pt x="1244014" y="51532"/>
                  <a:pt x="1254791" y="51532"/>
                </a:cubicBezTo>
                <a:cubicBezTo>
                  <a:pt x="1266482" y="51532"/>
                  <a:pt x="1275528" y="54896"/>
                  <a:pt x="1281928" y="61623"/>
                </a:cubicBezTo>
                <a:cubicBezTo>
                  <a:pt x="1288460" y="68546"/>
                  <a:pt x="1291725" y="78507"/>
                  <a:pt x="1291725" y="91504"/>
                </a:cubicBezTo>
                <a:moveTo>
                  <a:pt x="1266155" y="88957"/>
                </a:moveTo>
                <a:cubicBezTo>
                  <a:pt x="1266155" y="71322"/>
                  <a:pt x="1260669" y="62505"/>
                  <a:pt x="1249696" y="62505"/>
                </a:cubicBezTo>
                <a:cubicBezTo>
                  <a:pt x="1238136" y="62505"/>
                  <a:pt x="1232356" y="71257"/>
                  <a:pt x="1232356" y="88761"/>
                </a:cubicBezTo>
                <a:lnTo>
                  <a:pt x="1232356" y="90916"/>
                </a:lnTo>
                <a:cubicBezTo>
                  <a:pt x="1236144" y="91504"/>
                  <a:pt x="1242871" y="91798"/>
                  <a:pt x="1252537" y="91798"/>
                </a:cubicBezTo>
                <a:cubicBezTo>
                  <a:pt x="1257567" y="91798"/>
                  <a:pt x="1262073" y="91504"/>
                  <a:pt x="1266057" y="90916"/>
                </a:cubicBezTo>
                <a:cubicBezTo>
                  <a:pt x="1266123" y="90002"/>
                  <a:pt x="1266155" y="89349"/>
                  <a:pt x="1266155" y="88957"/>
                </a:cubicBezTo>
                <a:moveTo>
                  <a:pt x="1254301" y="154107"/>
                </a:moveTo>
                <a:lnTo>
                  <a:pt x="1254301" y="154107"/>
                </a:lnTo>
                <a:moveTo>
                  <a:pt x="1254301" y="46732"/>
                </a:moveTo>
                <a:lnTo>
                  <a:pt x="1254301" y="46732"/>
                </a:lnTo>
                <a:close/>
                <a:moveTo>
                  <a:pt x="1324261" y="55059"/>
                </a:moveTo>
                <a:cubicBezTo>
                  <a:pt x="1328506" y="55059"/>
                  <a:pt x="1332115" y="56594"/>
                  <a:pt x="1335087" y="59664"/>
                </a:cubicBezTo>
                <a:cubicBezTo>
                  <a:pt x="1338059" y="62733"/>
                  <a:pt x="1339544" y="66358"/>
                  <a:pt x="1339544" y="70538"/>
                </a:cubicBezTo>
                <a:cubicBezTo>
                  <a:pt x="1339544" y="74784"/>
                  <a:pt x="1338059" y="78441"/>
                  <a:pt x="1335087" y="81511"/>
                </a:cubicBezTo>
                <a:cubicBezTo>
                  <a:pt x="1332115" y="84581"/>
                  <a:pt x="1328506" y="86116"/>
                  <a:pt x="1324261" y="86116"/>
                </a:cubicBezTo>
                <a:cubicBezTo>
                  <a:pt x="1320016" y="86116"/>
                  <a:pt x="1316391" y="84597"/>
                  <a:pt x="1313386" y="81560"/>
                </a:cubicBezTo>
                <a:cubicBezTo>
                  <a:pt x="1310382" y="78523"/>
                  <a:pt x="1308880" y="74849"/>
                  <a:pt x="1308880" y="70538"/>
                </a:cubicBezTo>
                <a:cubicBezTo>
                  <a:pt x="1308880" y="66228"/>
                  <a:pt x="1310382" y="62570"/>
                  <a:pt x="1313386" y="59566"/>
                </a:cubicBezTo>
                <a:cubicBezTo>
                  <a:pt x="1316391" y="56561"/>
                  <a:pt x="1320016" y="55059"/>
                  <a:pt x="1324261" y="55059"/>
                </a:cubicBezTo>
                <a:moveTo>
                  <a:pt x="1324261" y="118446"/>
                </a:moveTo>
                <a:cubicBezTo>
                  <a:pt x="1328441" y="118446"/>
                  <a:pt x="1332033" y="119932"/>
                  <a:pt x="1335038" y="122903"/>
                </a:cubicBezTo>
                <a:cubicBezTo>
                  <a:pt x="1338042" y="125875"/>
                  <a:pt x="1339544" y="129582"/>
                  <a:pt x="1339544" y="134023"/>
                </a:cubicBezTo>
                <a:cubicBezTo>
                  <a:pt x="1339544" y="138334"/>
                  <a:pt x="1338042" y="141991"/>
                  <a:pt x="1335038" y="144996"/>
                </a:cubicBezTo>
                <a:cubicBezTo>
                  <a:pt x="1332033" y="148000"/>
                  <a:pt x="1328441" y="149502"/>
                  <a:pt x="1324261" y="149502"/>
                </a:cubicBezTo>
                <a:cubicBezTo>
                  <a:pt x="1320081" y="149502"/>
                  <a:pt x="1316472" y="147984"/>
                  <a:pt x="1313435" y="144947"/>
                </a:cubicBezTo>
                <a:cubicBezTo>
                  <a:pt x="1310398" y="141910"/>
                  <a:pt x="1308880" y="138268"/>
                  <a:pt x="1308880" y="134023"/>
                </a:cubicBezTo>
                <a:cubicBezTo>
                  <a:pt x="1308880" y="129712"/>
                  <a:pt x="1310382" y="126038"/>
                  <a:pt x="1313386" y="123001"/>
                </a:cubicBezTo>
                <a:cubicBezTo>
                  <a:pt x="1316391" y="119964"/>
                  <a:pt x="1320016" y="118446"/>
                  <a:pt x="1324261" y="118446"/>
                </a:cubicBezTo>
                <a:close/>
                <a:moveTo>
                  <a:pt x="1517308" y="101203"/>
                </a:moveTo>
                <a:cubicBezTo>
                  <a:pt x="1517308" y="111980"/>
                  <a:pt x="1514238" y="121483"/>
                  <a:pt x="1508099" y="129712"/>
                </a:cubicBezTo>
                <a:cubicBezTo>
                  <a:pt x="1502743" y="136962"/>
                  <a:pt x="1495722" y="142350"/>
                  <a:pt x="1487035" y="145877"/>
                </a:cubicBezTo>
                <a:cubicBezTo>
                  <a:pt x="1479067" y="149143"/>
                  <a:pt x="1469564" y="150776"/>
                  <a:pt x="1458526" y="150776"/>
                </a:cubicBezTo>
                <a:cubicBezTo>
                  <a:pt x="1444810" y="150776"/>
                  <a:pt x="1431356" y="147641"/>
                  <a:pt x="1418163" y="141371"/>
                </a:cubicBezTo>
                <a:lnTo>
                  <a:pt x="1416987" y="139215"/>
                </a:lnTo>
                <a:cubicBezTo>
                  <a:pt x="1418816" y="131704"/>
                  <a:pt x="1419730" y="121026"/>
                  <a:pt x="1419730" y="107179"/>
                </a:cubicBezTo>
                <a:lnTo>
                  <a:pt x="1420710" y="106199"/>
                </a:lnTo>
                <a:lnTo>
                  <a:pt x="1426980" y="106199"/>
                </a:lnTo>
                <a:lnTo>
                  <a:pt x="1427862" y="107179"/>
                </a:lnTo>
                <a:lnTo>
                  <a:pt x="1427862" y="109432"/>
                </a:lnTo>
                <a:cubicBezTo>
                  <a:pt x="1427862" y="113090"/>
                  <a:pt x="1428253" y="117923"/>
                  <a:pt x="1429037" y="123932"/>
                </a:cubicBezTo>
                <a:cubicBezTo>
                  <a:pt x="1431389" y="128112"/>
                  <a:pt x="1435601" y="131704"/>
                  <a:pt x="1441675" y="134709"/>
                </a:cubicBezTo>
                <a:cubicBezTo>
                  <a:pt x="1448011" y="137844"/>
                  <a:pt x="1454607" y="139411"/>
                  <a:pt x="1461465" y="139411"/>
                </a:cubicBezTo>
                <a:cubicBezTo>
                  <a:pt x="1474397" y="139411"/>
                  <a:pt x="1483345" y="134905"/>
                  <a:pt x="1488309" y="125891"/>
                </a:cubicBezTo>
                <a:cubicBezTo>
                  <a:pt x="1490856" y="121254"/>
                  <a:pt x="1492130" y="116454"/>
                  <a:pt x="1492130" y="111490"/>
                </a:cubicBezTo>
                <a:cubicBezTo>
                  <a:pt x="1492130" y="103130"/>
                  <a:pt x="1488636" y="97154"/>
                  <a:pt x="1481647" y="93561"/>
                </a:cubicBezTo>
                <a:cubicBezTo>
                  <a:pt x="1478186" y="91798"/>
                  <a:pt x="1472601" y="90328"/>
                  <a:pt x="1464894" y="89153"/>
                </a:cubicBezTo>
                <a:cubicBezTo>
                  <a:pt x="1447456" y="86475"/>
                  <a:pt x="1435993" y="83111"/>
                  <a:pt x="1430507" y="79062"/>
                </a:cubicBezTo>
                <a:cubicBezTo>
                  <a:pt x="1422212" y="72922"/>
                  <a:pt x="1418065" y="63419"/>
                  <a:pt x="1418065" y="50553"/>
                </a:cubicBezTo>
                <a:cubicBezTo>
                  <a:pt x="1418065" y="37163"/>
                  <a:pt x="1422571" y="26485"/>
                  <a:pt x="1431584" y="18516"/>
                </a:cubicBezTo>
                <a:cubicBezTo>
                  <a:pt x="1441120" y="10156"/>
                  <a:pt x="1454379" y="5976"/>
                  <a:pt x="1471360" y="5976"/>
                </a:cubicBezTo>
                <a:cubicBezTo>
                  <a:pt x="1486644" y="5976"/>
                  <a:pt x="1498988" y="8425"/>
                  <a:pt x="1508393" y="13324"/>
                </a:cubicBezTo>
                <a:lnTo>
                  <a:pt x="1509079" y="15675"/>
                </a:lnTo>
                <a:cubicBezTo>
                  <a:pt x="1507511" y="23447"/>
                  <a:pt x="1506564" y="32787"/>
                  <a:pt x="1506238" y="43695"/>
                </a:cubicBezTo>
                <a:lnTo>
                  <a:pt x="1505160" y="44674"/>
                </a:lnTo>
                <a:lnTo>
                  <a:pt x="1498988" y="44674"/>
                </a:lnTo>
                <a:lnTo>
                  <a:pt x="1498008" y="43695"/>
                </a:lnTo>
                <a:cubicBezTo>
                  <a:pt x="1497812" y="35857"/>
                  <a:pt x="1497486" y="30763"/>
                  <a:pt x="1497028" y="28411"/>
                </a:cubicBezTo>
                <a:cubicBezTo>
                  <a:pt x="1495004" y="25342"/>
                  <a:pt x="1491477" y="22729"/>
                  <a:pt x="1486448" y="20574"/>
                </a:cubicBezTo>
                <a:cubicBezTo>
                  <a:pt x="1481092" y="18353"/>
                  <a:pt x="1475508" y="17243"/>
                  <a:pt x="1469695" y="17243"/>
                </a:cubicBezTo>
                <a:cubicBezTo>
                  <a:pt x="1460943" y="17243"/>
                  <a:pt x="1454020" y="19561"/>
                  <a:pt x="1448925" y="24199"/>
                </a:cubicBezTo>
                <a:cubicBezTo>
                  <a:pt x="1444157" y="28575"/>
                  <a:pt x="1441773" y="34224"/>
                  <a:pt x="1441773" y="41147"/>
                </a:cubicBezTo>
                <a:cubicBezTo>
                  <a:pt x="1441773" y="48658"/>
                  <a:pt x="1444484" y="54177"/>
                  <a:pt x="1449905" y="57704"/>
                </a:cubicBezTo>
                <a:cubicBezTo>
                  <a:pt x="1453432" y="59990"/>
                  <a:pt x="1461759" y="62178"/>
                  <a:pt x="1474887" y="64268"/>
                </a:cubicBezTo>
                <a:cubicBezTo>
                  <a:pt x="1476259" y="64464"/>
                  <a:pt x="1480080" y="65117"/>
                  <a:pt x="1486350" y="66228"/>
                </a:cubicBezTo>
                <a:cubicBezTo>
                  <a:pt x="1490203" y="66881"/>
                  <a:pt x="1493763" y="67828"/>
                  <a:pt x="1497028" y="69069"/>
                </a:cubicBezTo>
                <a:cubicBezTo>
                  <a:pt x="1503625" y="71551"/>
                  <a:pt x="1508589" y="75339"/>
                  <a:pt x="1511920" y="80433"/>
                </a:cubicBezTo>
                <a:cubicBezTo>
                  <a:pt x="1515512" y="85985"/>
                  <a:pt x="1517308" y="92908"/>
                  <a:pt x="1517308" y="101203"/>
                </a:cubicBezTo>
                <a:close/>
                <a:moveTo>
                  <a:pt x="1645485" y="145975"/>
                </a:moveTo>
                <a:lnTo>
                  <a:pt x="1644505" y="146955"/>
                </a:lnTo>
                <a:cubicBezTo>
                  <a:pt x="1634708" y="146628"/>
                  <a:pt x="1628536" y="146465"/>
                  <a:pt x="1625989" y="146465"/>
                </a:cubicBezTo>
                <a:cubicBezTo>
                  <a:pt x="1623834" y="146465"/>
                  <a:pt x="1620633" y="146547"/>
                  <a:pt x="1616388" y="146710"/>
                </a:cubicBezTo>
                <a:cubicBezTo>
                  <a:pt x="1612143" y="146873"/>
                  <a:pt x="1608975" y="146955"/>
                  <a:pt x="1606885" y="146955"/>
                </a:cubicBezTo>
                <a:lnTo>
                  <a:pt x="1606101" y="146171"/>
                </a:lnTo>
                <a:cubicBezTo>
                  <a:pt x="1606624" y="140816"/>
                  <a:pt x="1606885" y="135721"/>
                  <a:pt x="1606885" y="130888"/>
                </a:cubicBezTo>
                <a:cubicBezTo>
                  <a:pt x="1603489" y="133435"/>
                  <a:pt x="1597545" y="138856"/>
                  <a:pt x="1589054" y="147151"/>
                </a:cubicBezTo>
                <a:cubicBezTo>
                  <a:pt x="1584809" y="148784"/>
                  <a:pt x="1580270" y="149600"/>
                  <a:pt x="1575436" y="149600"/>
                </a:cubicBezTo>
                <a:cubicBezTo>
                  <a:pt x="1566619" y="149600"/>
                  <a:pt x="1559663" y="147200"/>
                  <a:pt x="1554569" y="142399"/>
                </a:cubicBezTo>
                <a:cubicBezTo>
                  <a:pt x="1549474" y="137599"/>
                  <a:pt x="1546927" y="130692"/>
                  <a:pt x="1546927" y="121679"/>
                </a:cubicBezTo>
                <a:cubicBezTo>
                  <a:pt x="1546927" y="120568"/>
                  <a:pt x="1546993" y="118217"/>
                  <a:pt x="1547123" y="114625"/>
                </a:cubicBezTo>
                <a:cubicBezTo>
                  <a:pt x="1547254" y="111033"/>
                  <a:pt x="1547319" y="107571"/>
                  <a:pt x="1547319" y="104240"/>
                </a:cubicBezTo>
                <a:lnTo>
                  <a:pt x="1547319" y="91700"/>
                </a:lnTo>
                <a:cubicBezTo>
                  <a:pt x="1547319" y="78768"/>
                  <a:pt x="1546829" y="71257"/>
                  <a:pt x="1545850" y="69167"/>
                </a:cubicBezTo>
                <a:cubicBezTo>
                  <a:pt x="1545196" y="67861"/>
                  <a:pt x="1543792" y="67044"/>
                  <a:pt x="1541637" y="66718"/>
                </a:cubicBezTo>
                <a:cubicBezTo>
                  <a:pt x="1540853" y="66587"/>
                  <a:pt x="1537979" y="66424"/>
                  <a:pt x="1533015" y="66228"/>
                </a:cubicBezTo>
                <a:lnTo>
                  <a:pt x="1532036" y="65248"/>
                </a:lnTo>
                <a:lnTo>
                  <a:pt x="1532036" y="59762"/>
                </a:lnTo>
                <a:lnTo>
                  <a:pt x="1533015" y="58684"/>
                </a:lnTo>
                <a:cubicBezTo>
                  <a:pt x="1545490" y="57574"/>
                  <a:pt x="1558128" y="54863"/>
                  <a:pt x="1570930" y="50553"/>
                </a:cubicBezTo>
                <a:lnTo>
                  <a:pt x="1573085" y="51826"/>
                </a:lnTo>
                <a:cubicBezTo>
                  <a:pt x="1572236" y="62668"/>
                  <a:pt x="1571812" y="72694"/>
                  <a:pt x="1571812" y="81903"/>
                </a:cubicBezTo>
                <a:lnTo>
                  <a:pt x="1571812" y="101007"/>
                </a:lnTo>
                <a:cubicBezTo>
                  <a:pt x="1571812" y="109955"/>
                  <a:pt x="1572105" y="116062"/>
                  <a:pt x="1572693" y="119327"/>
                </a:cubicBezTo>
                <a:cubicBezTo>
                  <a:pt x="1573346" y="123246"/>
                  <a:pt x="1574898" y="126218"/>
                  <a:pt x="1577347" y="128243"/>
                </a:cubicBezTo>
                <a:cubicBezTo>
                  <a:pt x="1579796" y="130267"/>
                  <a:pt x="1583078" y="131280"/>
                  <a:pt x="1587193" y="131280"/>
                </a:cubicBezTo>
                <a:cubicBezTo>
                  <a:pt x="1592287" y="131280"/>
                  <a:pt x="1596761" y="129647"/>
                  <a:pt x="1600615" y="126381"/>
                </a:cubicBezTo>
                <a:cubicBezTo>
                  <a:pt x="1604272" y="123116"/>
                  <a:pt x="1606199" y="119393"/>
                  <a:pt x="1606395" y="115213"/>
                </a:cubicBezTo>
                <a:cubicBezTo>
                  <a:pt x="1606526" y="112012"/>
                  <a:pt x="1606591" y="110020"/>
                  <a:pt x="1606591" y="109237"/>
                </a:cubicBezTo>
                <a:lnTo>
                  <a:pt x="1606591" y="91700"/>
                </a:lnTo>
                <a:cubicBezTo>
                  <a:pt x="1606591" y="78899"/>
                  <a:pt x="1606101" y="71387"/>
                  <a:pt x="1605121" y="69167"/>
                </a:cubicBezTo>
                <a:cubicBezTo>
                  <a:pt x="1604534" y="67861"/>
                  <a:pt x="1603162" y="67044"/>
                  <a:pt x="1601007" y="66718"/>
                </a:cubicBezTo>
                <a:cubicBezTo>
                  <a:pt x="1600223" y="66587"/>
                  <a:pt x="1597349" y="66424"/>
                  <a:pt x="1592385" y="66228"/>
                </a:cubicBezTo>
                <a:lnTo>
                  <a:pt x="1591308" y="65248"/>
                </a:lnTo>
                <a:lnTo>
                  <a:pt x="1591308" y="59762"/>
                </a:lnTo>
                <a:lnTo>
                  <a:pt x="1592385" y="58684"/>
                </a:lnTo>
                <a:cubicBezTo>
                  <a:pt x="1604795" y="57574"/>
                  <a:pt x="1617433" y="54863"/>
                  <a:pt x="1630300" y="50553"/>
                </a:cubicBezTo>
                <a:lnTo>
                  <a:pt x="1632357" y="51826"/>
                </a:lnTo>
                <a:cubicBezTo>
                  <a:pt x="1631508" y="61623"/>
                  <a:pt x="1631083" y="71649"/>
                  <a:pt x="1631083" y="81903"/>
                </a:cubicBezTo>
                <a:lnTo>
                  <a:pt x="1631083" y="112665"/>
                </a:lnTo>
                <a:cubicBezTo>
                  <a:pt x="1631083" y="126447"/>
                  <a:pt x="1631475" y="134252"/>
                  <a:pt x="1632259" y="136080"/>
                </a:cubicBezTo>
                <a:cubicBezTo>
                  <a:pt x="1632651" y="136995"/>
                  <a:pt x="1633304" y="137583"/>
                  <a:pt x="1634218" y="137844"/>
                </a:cubicBezTo>
                <a:cubicBezTo>
                  <a:pt x="1635786" y="138301"/>
                  <a:pt x="1639182" y="138693"/>
                  <a:pt x="1644407" y="139019"/>
                </a:cubicBezTo>
                <a:lnTo>
                  <a:pt x="1645485" y="139999"/>
                </a:lnTo>
                <a:lnTo>
                  <a:pt x="1645485" y="145975"/>
                </a:lnTo>
                <a:moveTo>
                  <a:pt x="1588662" y="46732"/>
                </a:moveTo>
                <a:lnTo>
                  <a:pt x="1588662" y="46732"/>
                </a:lnTo>
                <a:moveTo>
                  <a:pt x="1588662" y="154107"/>
                </a:moveTo>
                <a:lnTo>
                  <a:pt x="1588662" y="154107"/>
                </a:lnTo>
                <a:close/>
                <a:moveTo>
                  <a:pt x="1823109" y="145975"/>
                </a:moveTo>
                <a:lnTo>
                  <a:pt x="1822129" y="147053"/>
                </a:lnTo>
                <a:cubicBezTo>
                  <a:pt x="1818341" y="146661"/>
                  <a:pt x="1811614" y="146465"/>
                  <a:pt x="1801947" y="146465"/>
                </a:cubicBezTo>
                <a:cubicBezTo>
                  <a:pt x="1793914" y="146465"/>
                  <a:pt x="1788199" y="146661"/>
                  <a:pt x="1784802" y="147053"/>
                </a:cubicBezTo>
                <a:lnTo>
                  <a:pt x="1783431" y="145192"/>
                </a:lnTo>
                <a:cubicBezTo>
                  <a:pt x="1784476" y="128929"/>
                  <a:pt x="1784998" y="117074"/>
                  <a:pt x="1784998" y="109628"/>
                </a:cubicBezTo>
                <a:lnTo>
                  <a:pt x="1784998" y="100713"/>
                </a:lnTo>
                <a:cubicBezTo>
                  <a:pt x="1784998" y="91112"/>
                  <a:pt x="1784704" y="84679"/>
                  <a:pt x="1784117" y="81413"/>
                </a:cubicBezTo>
                <a:cubicBezTo>
                  <a:pt x="1783398" y="77494"/>
                  <a:pt x="1781765" y="74359"/>
                  <a:pt x="1779218" y="72008"/>
                </a:cubicBezTo>
                <a:cubicBezTo>
                  <a:pt x="1776671" y="69657"/>
                  <a:pt x="1773209" y="68481"/>
                  <a:pt x="1768833" y="68481"/>
                </a:cubicBezTo>
                <a:cubicBezTo>
                  <a:pt x="1763935" y="68481"/>
                  <a:pt x="1759853" y="69853"/>
                  <a:pt x="1756587" y="72596"/>
                </a:cubicBezTo>
                <a:cubicBezTo>
                  <a:pt x="1753321" y="75339"/>
                  <a:pt x="1751689" y="78833"/>
                  <a:pt x="1751689" y="83079"/>
                </a:cubicBezTo>
                <a:lnTo>
                  <a:pt x="1751689" y="112274"/>
                </a:lnTo>
                <a:lnTo>
                  <a:pt x="1752080" y="127753"/>
                </a:lnTo>
                <a:cubicBezTo>
                  <a:pt x="1752211" y="131933"/>
                  <a:pt x="1752570" y="134676"/>
                  <a:pt x="1753158" y="135982"/>
                </a:cubicBezTo>
                <a:cubicBezTo>
                  <a:pt x="1753550" y="136831"/>
                  <a:pt x="1754432" y="137452"/>
                  <a:pt x="1755803" y="137844"/>
                </a:cubicBezTo>
                <a:cubicBezTo>
                  <a:pt x="1756979" y="138170"/>
                  <a:pt x="1760147" y="138595"/>
                  <a:pt x="1765306" y="139117"/>
                </a:cubicBezTo>
                <a:lnTo>
                  <a:pt x="1766384" y="140097"/>
                </a:lnTo>
                <a:lnTo>
                  <a:pt x="1766384" y="145975"/>
                </a:lnTo>
                <a:lnTo>
                  <a:pt x="1765208" y="147053"/>
                </a:lnTo>
                <a:cubicBezTo>
                  <a:pt x="1757305" y="146661"/>
                  <a:pt x="1749305" y="146465"/>
                  <a:pt x="1741206" y="146465"/>
                </a:cubicBezTo>
                <a:cubicBezTo>
                  <a:pt x="1731147" y="146465"/>
                  <a:pt x="1722526" y="146661"/>
                  <a:pt x="1715342" y="147053"/>
                </a:cubicBezTo>
                <a:lnTo>
                  <a:pt x="1714264" y="145975"/>
                </a:lnTo>
                <a:lnTo>
                  <a:pt x="1714264" y="140195"/>
                </a:lnTo>
                <a:lnTo>
                  <a:pt x="1715244" y="139019"/>
                </a:lnTo>
                <a:cubicBezTo>
                  <a:pt x="1719358" y="138628"/>
                  <a:pt x="1722200" y="138268"/>
                  <a:pt x="1723767" y="137942"/>
                </a:cubicBezTo>
                <a:cubicBezTo>
                  <a:pt x="1724943" y="137680"/>
                  <a:pt x="1725792" y="136701"/>
                  <a:pt x="1726314" y="135003"/>
                </a:cubicBezTo>
                <a:cubicBezTo>
                  <a:pt x="1726706" y="133762"/>
                  <a:pt x="1726935" y="130137"/>
                  <a:pt x="1727000" y="124128"/>
                </a:cubicBezTo>
                <a:lnTo>
                  <a:pt x="1727196" y="92484"/>
                </a:lnTo>
                <a:cubicBezTo>
                  <a:pt x="1727196" y="85169"/>
                  <a:pt x="1726641" y="79944"/>
                  <a:pt x="1725531" y="76808"/>
                </a:cubicBezTo>
                <a:cubicBezTo>
                  <a:pt x="1724616" y="74327"/>
                  <a:pt x="1722885" y="72269"/>
                  <a:pt x="1720338" y="70636"/>
                </a:cubicBezTo>
                <a:cubicBezTo>
                  <a:pt x="1718052" y="69134"/>
                  <a:pt x="1715048" y="68383"/>
                  <a:pt x="1711325" y="68383"/>
                </a:cubicBezTo>
                <a:cubicBezTo>
                  <a:pt x="1705447" y="68383"/>
                  <a:pt x="1700777" y="70342"/>
                  <a:pt x="1697315" y="74261"/>
                </a:cubicBezTo>
                <a:cubicBezTo>
                  <a:pt x="1695682" y="76090"/>
                  <a:pt x="1694719" y="77560"/>
                  <a:pt x="1694425" y="78670"/>
                </a:cubicBezTo>
                <a:cubicBezTo>
                  <a:pt x="1694131" y="79780"/>
                  <a:pt x="1693984" y="82229"/>
                  <a:pt x="1693984" y="86018"/>
                </a:cubicBezTo>
                <a:lnTo>
                  <a:pt x="1693984" y="107277"/>
                </a:lnTo>
                <a:cubicBezTo>
                  <a:pt x="1693984" y="111457"/>
                  <a:pt x="1694115" y="116878"/>
                  <a:pt x="1694376" y="123540"/>
                </a:cubicBezTo>
                <a:cubicBezTo>
                  <a:pt x="1694637" y="130398"/>
                  <a:pt x="1694899" y="134382"/>
                  <a:pt x="1695160" y="135492"/>
                </a:cubicBezTo>
                <a:cubicBezTo>
                  <a:pt x="1695552" y="136864"/>
                  <a:pt x="1696646" y="137795"/>
                  <a:pt x="1698442" y="138285"/>
                </a:cubicBezTo>
                <a:cubicBezTo>
                  <a:pt x="1700238" y="138774"/>
                  <a:pt x="1702965" y="139052"/>
                  <a:pt x="1706622" y="139117"/>
                </a:cubicBezTo>
                <a:lnTo>
                  <a:pt x="1707602" y="140097"/>
                </a:lnTo>
                <a:lnTo>
                  <a:pt x="1707602" y="146073"/>
                </a:lnTo>
                <a:lnTo>
                  <a:pt x="1706622" y="147053"/>
                </a:lnTo>
                <a:cubicBezTo>
                  <a:pt x="1701071" y="146661"/>
                  <a:pt x="1692776" y="146465"/>
                  <a:pt x="1681738" y="146465"/>
                </a:cubicBezTo>
                <a:cubicBezTo>
                  <a:pt x="1670047" y="146465"/>
                  <a:pt x="1661132" y="146694"/>
                  <a:pt x="1654992" y="147151"/>
                </a:cubicBezTo>
                <a:lnTo>
                  <a:pt x="1654012" y="146171"/>
                </a:lnTo>
                <a:lnTo>
                  <a:pt x="1654012" y="140195"/>
                </a:lnTo>
                <a:lnTo>
                  <a:pt x="1654992" y="139215"/>
                </a:lnTo>
                <a:cubicBezTo>
                  <a:pt x="1661262" y="139019"/>
                  <a:pt x="1665148" y="138530"/>
                  <a:pt x="1666651" y="137746"/>
                </a:cubicBezTo>
                <a:cubicBezTo>
                  <a:pt x="1667957" y="137158"/>
                  <a:pt x="1668675" y="135590"/>
                  <a:pt x="1668806" y="133043"/>
                </a:cubicBezTo>
                <a:cubicBezTo>
                  <a:pt x="1669263" y="124553"/>
                  <a:pt x="1669492" y="115441"/>
                  <a:pt x="1669492" y="105710"/>
                </a:cubicBezTo>
                <a:lnTo>
                  <a:pt x="1669492" y="91700"/>
                </a:lnTo>
                <a:cubicBezTo>
                  <a:pt x="1669492" y="78637"/>
                  <a:pt x="1669002" y="71126"/>
                  <a:pt x="1668022" y="69167"/>
                </a:cubicBezTo>
                <a:cubicBezTo>
                  <a:pt x="1667369" y="67861"/>
                  <a:pt x="1665965" y="67044"/>
                  <a:pt x="1663809" y="66718"/>
                </a:cubicBezTo>
                <a:cubicBezTo>
                  <a:pt x="1663026" y="66587"/>
                  <a:pt x="1660185" y="66424"/>
                  <a:pt x="1655286" y="66228"/>
                </a:cubicBezTo>
                <a:lnTo>
                  <a:pt x="1654306" y="65248"/>
                </a:lnTo>
                <a:lnTo>
                  <a:pt x="1654306" y="59762"/>
                </a:lnTo>
                <a:lnTo>
                  <a:pt x="1655286" y="58684"/>
                </a:lnTo>
                <a:cubicBezTo>
                  <a:pt x="1667042" y="57574"/>
                  <a:pt x="1679419" y="54863"/>
                  <a:pt x="1692417" y="50553"/>
                </a:cubicBezTo>
                <a:lnTo>
                  <a:pt x="1694572" y="51826"/>
                </a:lnTo>
                <a:lnTo>
                  <a:pt x="1694376" y="67403"/>
                </a:lnTo>
                <a:lnTo>
                  <a:pt x="1711815" y="53296"/>
                </a:lnTo>
                <a:cubicBezTo>
                  <a:pt x="1715015" y="51859"/>
                  <a:pt x="1718803" y="51140"/>
                  <a:pt x="1723179" y="51140"/>
                </a:cubicBezTo>
                <a:cubicBezTo>
                  <a:pt x="1730690" y="51140"/>
                  <a:pt x="1736536" y="52365"/>
                  <a:pt x="1740716" y="54814"/>
                </a:cubicBezTo>
                <a:cubicBezTo>
                  <a:pt x="1744896" y="57263"/>
                  <a:pt x="1748260" y="61558"/>
                  <a:pt x="1750807" y="67697"/>
                </a:cubicBezTo>
                <a:lnTo>
                  <a:pt x="1768637" y="53296"/>
                </a:lnTo>
                <a:cubicBezTo>
                  <a:pt x="1771838" y="51793"/>
                  <a:pt x="1775724" y="51042"/>
                  <a:pt x="1780296" y="51042"/>
                </a:cubicBezTo>
                <a:cubicBezTo>
                  <a:pt x="1792901" y="51042"/>
                  <a:pt x="1801653" y="55614"/>
                  <a:pt x="1806552" y="64758"/>
                </a:cubicBezTo>
                <a:cubicBezTo>
                  <a:pt x="1808707" y="68808"/>
                  <a:pt x="1809785" y="75012"/>
                  <a:pt x="1809785" y="83372"/>
                </a:cubicBezTo>
                <a:cubicBezTo>
                  <a:pt x="1809785" y="86834"/>
                  <a:pt x="1809752" y="89414"/>
                  <a:pt x="1809687" y="91112"/>
                </a:cubicBezTo>
                <a:lnTo>
                  <a:pt x="1809589" y="94835"/>
                </a:lnTo>
                <a:cubicBezTo>
                  <a:pt x="1809458" y="97970"/>
                  <a:pt x="1809393" y="100060"/>
                  <a:pt x="1809393" y="101105"/>
                </a:cubicBezTo>
                <a:lnTo>
                  <a:pt x="1809393" y="113841"/>
                </a:lnTo>
                <a:cubicBezTo>
                  <a:pt x="1809393" y="123703"/>
                  <a:pt x="1809556" y="129990"/>
                  <a:pt x="1809883" y="132700"/>
                </a:cubicBezTo>
                <a:cubicBezTo>
                  <a:pt x="1810209" y="135411"/>
                  <a:pt x="1810960" y="137125"/>
                  <a:pt x="1812136" y="137844"/>
                </a:cubicBezTo>
                <a:cubicBezTo>
                  <a:pt x="1813312" y="138562"/>
                  <a:pt x="1816643" y="138987"/>
                  <a:pt x="1822129" y="139117"/>
                </a:cubicBezTo>
                <a:lnTo>
                  <a:pt x="1823109" y="140195"/>
                </a:lnTo>
                <a:lnTo>
                  <a:pt x="1823109" y="145975"/>
                </a:lnTo>
                <a:close/>
                <a:moveTo>
                  <a:pt x="1925656" y="18320"/>
                </a:moveTo>
                <a:cubicBezTo>
                  <a:pt x="1925656" y="22500"/>
                  <a:pt x="1924186" y="26076"/>
                  <a:pt x="1921247" y="29048"/>
                </a:cubicBezTo>
                <a:cubicBezTo>
                  <a:pt x="1918308" y="32020"/>
                  <a:pt x="1914781" y="33506"/>
                  <a:pt x="1910666" y="33506"/>
                </a:cubicBezTo>
                <a:cubicBezTo>
                  <a:pt x="1906486" y="33506"/>
                  <a:pt x="1902927" y="32020"/>
                  <a:pt x="1899988" y="29048"/>
                </a:cubicBezTo>
                <a:cubicBezTo>
                  <a:pt x="1897049" y="26076"/>
                  <a:pt x="1895579" y="22500"/>
                  <a:pt x="1895579" y="18320"/>
                </a:cubicBezTo>
                <a:cubicBezTo>
                  <a:pt x="1895579" y="14010"/>
                  <a:pt x="1897065" y="10385"/>
                  <a:pt x="1900037" y="7446"/>
                </a:cubicBezTo>
                <a:cubicBezTo>
                  <a:pt x="1903009" y="4507"/>
                  <a:pt x="1906552" y="3037"/>
                  <a:pt x="1910666" y="3037"/>
                </a:cubicBezTo>
                <a:cubicBezTo>
                  <a:pt x="1914716" y="3037"/>
                  <a:pt x="1918227" y="4507"/>
                  <a:pt x="1921198" y="7446"/>
                </a:cubicBezTo>
                <a:cubicBezTo>
                  <a:pt x="1924170" y="10385"/>
                  <a:pt x="1925656" y="14010"/>
                  <a:pt x="1925656" y="18320"/>
                </a:cubicBezTo>
                <a:moveTo>
                  <a:pt x="1939176" y="146171"/>
                </a:moveTo>
                <a:lnTo>
                  <a:pt x="1938196" y="147151"/>
                </a:lnTo>
                <a:cubicBezTo>
                  <a:pt x="1931991" y="146694"/>
                  <a:pt x="1923043" y="146465"/>
                  <a:pt x="1911352" y="146465"/>
                </a:cubicBezTo>
                <a:cubicBezTo>
                  <a:pt x="1899661" y="146465"/>
                  <a:pt x="1890746" y="146694"/>
                  <a:pt x="1884606" y="147151"/>
                </a:cubicBezTo>
                <a:lnTo>
                  <a:pt x="1883627" y="146171"/>
                </a:lnTo>
                <a:lnTo>
                  <a:pt x="1883627" y="140195"/>
                </a:lnTo>
                <a:lnTo>
                  <a:pt x="1884606" y="139215"/>
                </a:lnTo>
                <a:cubicBezTo>
                  <a:pt x="1890877" y="139019"/>
                  <a:pt x="1894763" y="138530"/>
                  <a:pt x="1896265" y="137746"/>
                </a:cubicBezTo>
                <a:cubicBezTo>
                  <a:pt x="1897571" y="137158"/>
                  <a:pt x="1898290" y="135590"/>
                  <a:pt x="1898420" y="133043"/>
                </a:cubicBezTo>
                <a:cubicBezTo>
                  <a:pt x="1898877" y="124553"/>
                  <a:pt x="1899106" y="115441"/>
                  <a:pt x="1899106" y="105710"/>
                </a:cubicBezTo>
                <a:lnTo>
                  <a:pt x="1899106" y="91700"/>
                </a:lnTo>
                <a:cubicBezTo>
                  <a:pt x="1899106" y="79029"/>
                  <a:pt x="1898616" y="71518"/>
                  <a:pt x="1897636" y="69167"/>
                </a:cubicBezTo>
                <a:cubicBezTo>
                  <a:pt x="1897114" y="67861"/>
                  <a:pt x="1895710" y="67044"/>
                  <a:pt x="1893424" y="66718"/>
                </a:cubicBezTo>
                <a:cubicBezTo>
                  <a:pt x="1892640" y="66587"/>
                  <a:pt x="1889799" y="66424"/>
                  <a:pt x="1884900" y="66228"/>
                </a:cubicBezTo>
                <a:lnTo>
                  <a:pt x="1883921" y="65248"/>
                </a:lnTo>
                <a:lnTo>
                  <a:pt x="1883921" y="59762"/>
                </a:lnTo>
                <a:lnTo>
                  <a:pt x="1884900" y="58684"/>
                </a:lnTo>
                <a:cubicBezTo>
                  <a:pt x="1897441" y="57574"/>
                  <a:pt x="1910079" y="54863"/>
                  <a:pt x="1922815" y="50553"/>
                </a:cubicBezTo>
                <a:lnTo>
                  <a:pt x="1924872" y="51826"/>
                </a:lnTo>
                <a:cubicBezTo>
                  <a:pt x="1924023" y="63713"/>
                  <a:pt x="1923599" y="73739"/>
                  <a:pt x="1923599" y="81903"/>
                </a:cubicBezTo>
                <a:lnTo>
                  <a:pt x="1923599" y="113155"/>
                </a:lnTo>
                <a:cubicBezTo>
                  <a:pt x="1923599" y="117923"/>
                  <a:pt x="1923827" y="124553"/>
                  <a:pt x="1924284" y="133043"/>
                </a:cubicBezTo>
                <a:cubicBezTo>
                  <a:pt x="1924415" y="135590"/>
                  <a:pt x="1925133" y="137158"/>
                  <a:pt x="1926440" y="137746"/>
                </a:cubicBezTo>
                <a:cubicBezTo>
                  <a:pt x="1927942" y="138530"/>
                  <a:pt x="1931828" y="139019"/>
                  <a:pt x="1938098" y="139215"/>
                </a:cubicBezTo>
                <a:lnTo>
                  <a:pt x="1939176" y="140195"/>
                </a:lnTo>
                <a:lnTo>
                  <a:pt x="1939176" y="146171"/>
                </a:lnTo>
                <a:moveTo>
                  <a:pt x="1911352" y="154107"/>
                </a:moveTo>
                <a:lnTo>
                  <a:pt x="1911352" y="154107"/>
                </a:lnTo>
                <a:close/>
                <a:moveTo>
                  <a:pt x="2063106" y="146073"/>
                </a:moveTo>
                <a:lnTo>
                  <a:pt x="2062126" y="147151"/>
                </a:lnTo>
                <a:cubicBezTo>
                  <a:pt x="2054942" y="146694"/>
                  <a:pt x="2048868" y="146465"/>
                  <a:pt x="2043904" y="146465"/>
                </a:cubicBezTo>
                <a:cubicBezTo>
                  <a:pt x="2039332" y="146465"/>
                  <a:pt x="2032670" y="146694"/>
                  <a:pt x="2023918" y="147151"/>
                </a:cubicBezTo>
                <a:lnTo>
                  <a:pt x="2022938" y="146171"/>
                </a:lnTo>
                <a:cubicBezTo>
                  <a:pt x="2024114" y="131606"/>
                  <a:pt x="2024702" y="120372"/>
                  <a:pt x="2024702" y="112470"/>
                </a:cubicBezTo>
                <a:lnTo>
                  <a:pt x="2024702" y="93267"/>
                </a:lnTo>
                <a:cubicBezTo>
                  <a:pt x="2024702" y="77331"/>
                  <a:pt x="2018954" y="69363"/>
                  <a:pt x="2007459" y="69363"/>
                </a:cubicBezTo>
                <a:cubicBezTo>
                  <a:pt x="2001450" y="69363"/>
                  <a:pt x="1996748" y="71420"/>
                  <a:pt x="1993351" y="75535"/>
                </a:cubicBezTo>
                <a:cubicBezTo>
                  <a:pt x="1990478" y="78996"/>
                  <a:pt x="1989041" y="82491"/>
                  <a:pt x="1989041" y="86018"/>
                </a:cubicBezTo>
                <a:lnTo>
                  <a:pt x="1989041" y="104338"/>
                </a:lnTo>
                <a:cubicBezTo>
                  <a:pt x="1989041" y="121254"/>
                  <a:pt x="1989465" y="131639"/>
                  <a:pt x="1990314" y="135492"/>
                </a:cubicBezTo>
                <a:cubicBezTo>
                  <a:pt x="1990837" y="137778"/>
                  <a:pt x="1994625" y="138987"/>
                  <a:pt x="2001679" y="139117"/>
                </a:cubicBezTo>
                <a:lnTo>
                  <a:pt x="2002659" y="140097"/>
                </a:lnTo>
                <a:lnTo>
                  <a:pt x="2002659" y="146073"/>
                </a:lnTo>
                <a:lnTo>
                  <a:pt x="2001679" y="147053"/>
                </a:lnTo>
                <a:cubicBezTo>
                  <a:pt x="1996127" y="146661"/>
                  <a:pt x="1987832" y="146465"/>
                  <a:pt x="1976794" y="146465"/>
                </a:cubicBezTo>
                <a:cubicBezTo>
                  <a:pt x="1965103" y="146465"/>
                  <a:pt x="1956188" y="146694"/>
                  <a:pt x="1950049" y="147151"/>
                </a:cubicBezTo>
                <a:lnTo>
                  <a:pt x="1949069" y="146171"/>
                </a:lnTo>
                <a:lnTo>
                  <a:pt x="1949069" y="140195"/>
                </a:lnTo>
                <a:lnTo>
                  <a:pt x="1950049" y="139215"/>
                </a:lnTo>
                <a:cubicBezTo>
                  <a:pt x="1956319" y="139019"/>
                  <a:pt x="1960205" y="138530"/>
                  <a:pt x="1961707" y="137746"/>
                </a:cubicBezTo>
                <a:cubicBezTo>
                  <a:pt x="1963013" y="137158"/>
                  <a:pt x="1963732" y="135590"/>
                  <a:pt x="1963862" y="133043"/>
                </a:cubicBezTo>
                <a:cubicBezTo>
                  <a:pt x="1964320" y="124553"/>
                  <a:pt x="1964548" y="115441"/>
                  <a:pt x="1964548" y="105710"/>
                </a:cubicBezTo>
                <a:lnTo>
                  <a:pt x="1964548" y="91700"/>
                </a:lnTo>
                <a:cubicBezTo>
                  <a:pt x="1964548" y="78637"/>
                  <a:pt x="1964058" y="71126"/>
                  <a:pt x="1963079" y="69167"/>
                </a:cubicBezTo>
                <a:cubicBezTo>
                  <a:pt x="1962426" y="67861"/>
                  <a:pt x="1961021" y="67044"/>
                  <a:pt x="1958866" y="66718"/>
                </a:cubicBezTo>
                <a:cubicBezTo>
                  <a:pt x="1958082" y="66587"/>
                  <a:pt x="1955241" y="66424"/>
                  <a:pt x="1950343" y="66228"/>
                </a:cubicBezTo>
                <a:lnTo>
                  <a:pt x="1949363" y="65248"/>
                </a:lnTo>
                <a:lnTo>
                  <a:pt x="1949363" y="59762"/>
                </a:lnTo>
                <a:lnTo>
                  <a:pt x="1950343" y="58684"/>
                </a:lnTo>
                <a:cubicBezTo>
                  <a:pt x="1962099" y="57574"/>
                  <a:pt x="1974476" y="54863"/>
                  <a:pt x="1987473" y="50553"/>
                </a:cubicBezTo>
                <a:lnTo>
                  <a:pt x="1989629" y="51826"/>
                </a:lnTo>
                <a:lnTo>
                  <a:pt x="1989433" y="68285"/>
                </a:lnTo>
                <a:lnTo>
                  <a:pt x="2006283" y="54177"/>
                </a:lnTo>
                <a:cubicBezTo>
                  <a:pt x="2010594" y="52414"/>
                  <a:pt x="2015329" y="51532"/>
                  <a:pt x="2020489" y="51532"/>
                </a:cubicBezTo>
                <a:cubicBezTo>
                  <a:pt x="2030874" y="51532"/>
                  <a:pt x="2038646" y="54667"/>
                  <a:pt x="2043806" y="60937"/>
                </a:cubicBezTo>
                <a:cubicBezTo>
                  <a:pt x="2047986" y="66032"/>
                  <a:pt x="2050076" y="73510"/>
                  <a:pt x="2050076" y="83372"/>
                </a:cubicBezTo>
                <a:cubicBezTo>
                  <a:pt x="2050076" y="84483"/>
                  <a:pt x="2049945" y="89022"/>
                  <a:pt x="2049684" y="96990"/>
                </a:cubicBezTo>
                <a:cubicBezTo>
                  <a:pt x="2049423" y="104959"/>
                  <a:pt x="2049292" y="110641"/>
                  <a:pt x="2049292" y="114037"/>
                </a:cubicBezTo>
                <a:cubicBezTo>
                  <a:pt x="2049292" y="123899"/>
                  <a:pt x="2049456" y="130186"/>
                  <a:pt x="2049782" y="132896"/>
                </a:cubicBezTo>
                <a:cubicBezTo>
                  <a:pt x="2050109" y="135607"/>
                  <a:pt x="2050860" y="137321"/>
                  <a:pt x="2052035" y="138040"/>
                </a:cubicBezTo>
                <a:cubicBezTo>
                  <a:pt x="2053211" y="138758"/>
                  <a:pt x="2056607" y="139183"/>
                  <a:pt x="2062224" y="139313"/>
                </a:cubicBezTo>
                <a:lnTo>
                  <a:pt x="2063106" y="140293"/>
                </a:lnTo>
                <a:lnTo>
                  <a:pt x="2063106" y="146073"/>
                </a:lnTo>
                <a:close/>
                <a:moveTo>
                  <a:pt x="2142564" y="1372"/>
                </a:moveTo>
                <a:lnTo>
                  <a:pt x="2142172" y="11854"/>
                </a:lnTo>
                <a:lnTo>
                  <a:pt x="2142368" y="21651"/>
                </a:lnTo>
                <a:lnTo>
                  <a:pt x="2139331" y="23415"/>
                </a:lnTo>
                <a:cubicBezTo>
                  <a:pt x="2136196" y="20149"/>
                  <a:pt x="2132212" y="18516"/>
                  <a:pt x="2127378" y="18516"/>
                </a:cubicBezTo>
                <a:cubicBezTo>
                  <a:pt x="2119802" y="18516"/>
                  <a:pt x="2115557" y="21423"/>
                  <a:pt x="2114642" y="27236"/>
                </a:cubicBezTo>
                <a:cubicBezTo>
                  <a:pt x="2114185" y="30175"/>
                  <a:pt x="2113957" y="36053"/>
                  <a:pt x="2113957" y="44870"/>
                </a:cubicBezTo>
                <a:lnTo>
                  <a:pt x="2113957" y="58586"/>
                </a:lnTo>
                <a:lnTo>
                  <a:pt x="2122872" y="58586"/>
                </a:lnTo>
                <a:cubicBezTo>
                  <a:pt x="2127313" y="58586"/>
                  <a:pt x="2133061" y="58325"/>
                  <a:pt x="2140115" y="57802"/>
                </a:cubicBezTo>
                <a:lnTo>
                  <a:pt x="2141486" y="58880"/>
                </a:lnTo>
                <a:lnTo>
                  <a:pt x="2139233" y="70049"/>
                </a:lnTo>
                <a:lnTo>
                  <a:pt x="2138253" y="71028"/>
                </a:lnTo>
                <a:lnTo>
                  <a:pt x="2124243" y="70930"/>
                </a:lnTo>
                <a:cubicBezTo>
                  <a:pt x="2119280" y="70930"/>
                  <a:pt x="2115851" y="70963"/>
                  <a:pt x="2113957" y="71028"/>
                </a:cubicBezTo>
                <a:lnTo>
                  <a:pt x="2113957" y="88467"/>
                </a:lnTo>
                <a:cubicBezTo>
                  <a:pt x="2113957" y="118119"/>
                  <a:pt x="2114414" y="133958"/>
                  <a:pt x="2115328" y="135982"/>
                </a:cubicBezTo>
                <a:cubicBezTo>
                  <a:pt x="2115851" y="137158"/>
                  <a:pt x="2116732" y="137909"/>
                  <a:pt x="2117973" y="138236"/>
                </a:cubicBezTo>
                <a:cubicBezTo>
                  <a:pt x="2119933" y="138693"/>
                  <a:pt x="2124439" y="139019"/>
                  <a:pt x="2131493" y="139215"/>
                </a:cubicBezTo>
                <a:lnTo>
                  <a:pt x="2132473" y="140195"/>
                </a:lnTo>
                <a:lnTo>
                  <a:pt x="2132473" y="146171"/>
                </a:lnTo>
                <a:lnTo>
                  <a:pt x="2131493" y="147151"/>
                </a:lnTo>
                <a:lnTo>
                  <a:pt x="2124243" y="146857"/>
                </a:lnTo>
                <a:cubicBezTo>
                  <a:pt x="2117320" y="146596"/>
                  <a:pt x="2109809" y="146465"/>
                  <a:pt x="2101710" y="146465"/>
                </a:cubicBezTo>
                <a:cubicBezTo>
                  <a:pt x="2090019" y="146465"/>
                  <a:pt x="2081104" y="146694"/>
                  <a:pt x="2074964" y="147151"/>
                </a:cubicBezTo>
                <a:lnTo>
                  <a:pt x="2073985" y="146171"/>
                </a:lnTo>
                <a:lnTo>
                  <a:pt x="2073985" y="140195"/>
                </a:lnTo>
                <a:lnTo>
                  <a:pt x="2074964" y="139215"/>
                </a:lnTo>
                <a:cubicBezTo>
                  <a:pt x="2081235" y="139019"/>
                  <a:pt x="2085121" y="138530"/>
                  <a:pt x="2086623" y="137746"/>
                </a:cubicBezTo>
                <a:cubicBezTo>
                  <a:pt x="2087929" y="137158"/>
                  <a:pt x="2088648" y="135590"/>
                  <a:pt x="2088778" y="133043"/>
                </a:cubicBezTo>
                <a:cubicBezTo>
                  <a:pt x="2089235" y="124553"/>
                  <a:pt x="2089464" y="109694"/>
                  <a:pt x="2089464" y="88467"/>
                </a:cubicBezTo>
                <a:lnTo>
                  <a:pt x="2089464" y="71028"/>
                </a:lnTo>
                <a:cubicBezTo>
                  <a:pt x="2088027" y="70963"/>
                  <a:pt x="2087145" y="70930"/>
                  <a:pt x="2086819" y="70930"/>
                </a:cubicBezTo>
                <a:cubicBezTo>
                  <a:pt x="2086100" y="70930"/>
                  <a:pt x="2084206" y="71028"/>
                  <a:pt x="2081137" y="71224"/>
                </a:cubicBezTo>
                <a:cubicBezTo>
                  <a:pt x="2079634" y="71289"/>
                  <a:pt x="2077577" y="71387"/>
                  <a:pt x="2074964" y="71518"/>
                </a:cubicBezTo>
                <a:lnTo>
                  <a:pt x="2073985" y="70538"/>
                </a:lnTo>
                <a:lnTo>
                  <a:pt x="2073985" y="67501"/>
                </a:lnTo>
                <a:lnTo>
                  <a:pt x="2074867" y="66130"/>
                </a:lnTo>
                <a:lnTo>
                  <a:pt x="2083586" y="61623"/>
                </a:lnTo>
                <a:cubicBezTo>
                  <a:pt x="2085284" y="60839"/>
                  <a:pt x="2087080" y="59892"/>
                  <a:pt x="2088974" y="58782"/>
                </a:cubicBezTo>
                <a:cubicBezTo>
                  <a:pt x="2089301" y="58390"/>
                  <a:pt x="2089464" y="57802"/>
                  <a:pt x="2089464" y="57019"/>
                </a:cubicBezTo>
                <a:lnTo>
                  <a:pt x="2089464" y="55549"/>
                </a:lnTo>
                <a:cubicBezTo>
                  <a:pt x="2089464" y="45491"/>
                  <a:pt x="2090117" y="38633"/>
                  <a:pt x="2091423" y="34975"/>
                </a:cubicBezTo>
                <a:cubicBezTo>
                  <a:pt x="2092142" y="33016"/>
                  <a:pt x="2093513" y="30795"/>
                  <a:pt x="2095538" y="28313"/>
                </a:cubicBezTo>
                <a:cubicBezTo>
                  <a:pt x="2096126" y="27595"/>
                  <a:pt x="2100371" y="23480"/>
                  <a:pt x="2108274" y="15969"/>
                </a:cubicBezTo>
                <a:lnTo>
                  <a:pt x="2114348" y="10189"/>
                </a:lnTo>
                <a:cubicBezTo>
                  <a:pt x="2116112" y="8425"/>
                  <a:pt x="2118365" y="6335"/>
                  <a:pt x="2121108" y="3919"/>
                </a:cubicBezTo>
                <a:cubicBezTo>
                  <a:pt x="2124701" y="1306"/>
                  <a:pt x="2129077" y="0"/>
                  <a:pt x="2134236" y="0"/>
                </a:cubicBezTo>
                <a:cubicBezTo>
                  <a:pt x="2136979" y="0"/>
                  <a:pt x="2139755" y="457"/>
                  <a:pt x="2142564" y="1372"/>
                </a:cubicBezTo>
                <a:close/>
                <a:moveTo>
                  <a:pt x="2247751" y="97872"/>
                </a:moveTo>
                <a:cubicBezTo>
                  <a:pt x="2247751" y="120993"/>
                  <a:pt x="2239979" y="136635"/>
                  <a:pt x="2224434" y="144800"/>
                </a:cubicBezTo>
                <a:cubicBezTo>
                  <a:pt x="2216858" y="148784"/>
                  <a:pt x="2208204" y="150776"/>
                  <a:pt x="2198472" y="150776"/>
                </a:cubicBezTo>
                <a:cubicBezTo>
                  <a:pt x="2183450" y="150776"/>
                  <a:pt x="2172004" y="146432"/>
                  <a:pt x="2164134" y="137746"/>
                </a:cubicBezTo>
                <a:cubicBezTo>
                  <a:pt x="2156264" y="129059"/>
                  <a:pt x="2152328" y="116617"/>
                  <a:pt x="2152328" y="100419"/>
                </a:cubicBezTo>
                <a:cubicBezTo>
                  <a:pt x="2152328" y="78017"/>
                  <a:pt x="2159970" y="63093"/>
                  <a:pt x="2175253" y="55647"/>
                </a:cubicBezTo>
                <a:cubicBezTo>
                  <a:pt x="2182764" y="51989"/>
                  <a:pt x="2191484" y="50161"/>
                  <a:pt x="2201411" y="50161"/>
                </a:cubicBezTo>
                <a:cubicBezTo>
                  <a:pt x="2222246" y="50161"/>
                  <a:pt x="2236060" y="57378"/>
                  <a:pt x="2242853" y="71812"/>
                </a:cubicBezTo>
                <a:cubicBezTo>
                  <a:pt x="2246118" y="78735"/>
                  <a:pt x="2247751" y="87422"/>
                  <a:pt x="2247751" y="97872"/>
                </a:cubicBezTo>
                <a:moveTo>
                  <a:pt x="2220614" y="105906"/>
                </a:moveTo>
                <a:cubicBezTo>
                  <a:pt x="2220614" y="89643"/>
                  <a:pt x="2218834" y="78000"/>
                  <a:pt x="2215274" y="70979"/>
                </a:cubicBezTo>
                <a:cubicBezTo>
                  <a:pt x="2211715" y="63958"/>
                  <a:pt x="2206277" y="60447"/>
                  <a:pt x="2198962" y="60447"/>
                </a:cubicBezTo>
                <a:cubicBezTo>
                  <a:pt x="2185965" y="60447"/>
                  <a:pt x="2179466" y="72171"/>
                  <a:pt x="2179466" y="95619"/>
                </a:cubicBezTo>
                <a:cubicBezTo>
                  <a:pt x="2179466" y="125728"/>
                  <a:pt x="2186749" y="140783"/>
                  <a:pt x="2201313" y="140783"/>
                </a:cubicBezTo>
                <a:cubicBezTo>
                  <a:pt x="2210392" y="140783"/>
                  <a:pt x="2216172" y="135786"/>
                  <a:pt x="2218654" y="125793"/>
                </a:cubicBezTo>
                <a:cubicBezTo>
                  <a:pt x="2219960" y="120568"/>
                  <a:pt x="2220614" y="113939"/>
                  <a:pt x="2220614" y="105906"/>
                </a:cubicBezTo>
                <a:moveTo>
                  <a:pt x="2201020" y="154107"/>
                </a:moveTo>
                <a:lnTo>
                  <a:pt x="2201020" y="154107"/>
                </a:lnTo>
                <a:moveTo>
                  <a:pt x="2201020" y="46732"/>
                </a:moveTo>
                <a:lnTo>
                  <a:pt x="2201020" y="46732"/>
                </a:lnTo>
                <a:close/>
                <a:moveTo>
                  <a:pt x="2333640" y="51826"/>
                </a:moveTo>
                <a:lnTo>
                  <a:pt x="2332955" y="69265"/>
                </a:lnTo>
                <a:cubicBezTo>
                  <a:pt x="2332889" y="72139"/>
                  <a:pt x="2332759" y="75404"/>
                  <a:pt x="2332563" y="79062"/>
                </a:cubicBezTo>
                <a:lnTo>
                  <a:pt x="2328448" y="80335"/>
                </a:lnTo>
                <a:cubicBezTo>
                  <a:pt x="2325378" y="75894"/>
                  <a:pt x="2321133" y="73673"/>
                  <a:pt x="2315712" y="73673"/>
                </a:cubicBezTo>
                <a:cubicBezTo>
                  <a:pt x="2310813" y="73673"/>
                  <a:pt x="2306764" y="75633"/>
                  <a:pt x="2303564" y="79552"/>
                </a:cubicBezTo>
                <a:cubicBezTo>
                  <a:pt x="2301604" y="81968"/>
                  <a:pt x="2300625" y="85528"/>
                  <a:pt x="2300625" y="90230"/>
                </a:cubicBezTo>
                <a:lnTo>
                  <a:pt x="2300625" y="113155"/>
                </a:lnTo>
                <a:cubicBezTo>
                  <a:pt x="2300625" y="117923"/>
                  <a:pt x="2300853" y="124553"/>
                  <a:pt x="2301310" y="133043"/>
                </a:cubicBezTo>
                <a:cubicBezTo>
                  <a:pt x="2301441" y="135460"/>
                  <a:pt x="2302127" y="137027"/>
                  <a:pt x="2303368" y="137746"/>
                </a:cubicBezTo>
                <a:cubicBezTo>
                  <a:pt x="2304609" y="138464"/>
                  <a:pt x="2309148" y="138954"/>
                  <a:pt x="2316986" y="139215"/>
                </a:cubicBezTo>
                <a:lnTo>
                  <a:pt x="2317965" y="140097"/>
                </a:lnTo>
                <a:lnTo>
                  <a:pt x="2317965" y="146073"/>
                </a:lnTo>
                <a:lnTo>
                  <a:pt x="2316986" y="147053"/>
                </a:lnTo>
                <a:cubicBezTo>
                  <a:pt x="2307384" y="146661"/>
                  <a:pt x="2297849" y="146465"/>
                  <a:pt x="2288378" y="146465"/>
                </a:cubicBezTo>
                <a:cubicBezTo>
                  <a:pt x="2276687" y="146465"/>
                  <a:pt x="2267772" y="146694"/>
                  <a:pt x="2261633" y="147151"/>
                </a:cubicBezTo>
                <a:lnTo>
                  <a:pt x="2260653" y="146171"/>
                </a:lnTo>
                <a:lnTo>
                  <a:pt x="2260653" y="140195"/>
                </a:lnTo>
                <a:lnTo>
                  <a:pt x="2261633" y="139215"/>
                </a:lnTo>
                <a:cubicBezTo>
                  <a:pt x="2267903" y="139019"/>
                  <a:pt x="2271789" y="138530"/>
                  <a:pt x="2273291" y="137746"/>
                </a:cubicBezTo>
                <a:cubicBezTo>
                  <a:pt x="2274597" y="137158"/>
                  <a:pt x="2275316" y="135590"/>
                  <a:pt x="2275446" y="133043"/>
                </a:cubicBezTo>
                <a:cubicBezTo>
                  <a:pt x="2275903" y="124553"/>
                  <a:pt x="2276132" y="115441"/>
                  <a:pt x="2276132" y="105710"/>
                </a:cubicBezTo>
                <a:lnTo>
                  <a:pt x="2276132" y="91700"/>
                </a:lnTo>
                <a:cubicBezTo>
                  <a:pt x="2276132" y="78637"/>
                  <a:pt x="2275642" y="71126"/>
                  <a:pt x="2274663" y="69167"/>
                </a:cubicBezTo>
                <a:cubicBezTo>
                  <a:pt x="2274009" y="67861"/>
                  <a:pt x="2272605" y="67044"/>
                  <a:pt x="2270450" y="66718"/>
                </a:cubicBezTo>
                <a:cubicBezTo>
                  <a:pt x="2269666" y="66587"/>
                  <a:pt x="2266825" y="66424"/>
                  <a:pt x="2261926" y="66228"/>
                </a:cubicBezTo>
                <a:lnTo>
                  <a:pt x="2260947" y="65248"/>
                </a:lnTo>
                <a:lnTo>
                  <a:pt x="2260947" y="59762"/>
                </a:lnTo>
                <a:lnTo>
                  <a:pt x="2261926" y="58684"/>
                </a:lnTo>
                <a:cubicBezTo>
                  <a:pt x="2273683" y="57574"/>
                  <a:pt x="2286060" y="54863"/>
                  <a:pt x="2299057" y="50553"/>
                </a:cubicBezTo>
                <a:lnTo>
                  <a:pt x="2301212" y="51826"/>
                </a:lnTo>
                <a:lnTo>
                  <a:pt x="2301016" y="71028"/>
                </a:lnTo>
                <a:cubicBezTo>
                  <a:pt x="2305066" y="66326"/>
                  <a:pt x="2309964" y="60839"/>
                  <a:pt x="2315712" y="54569"/>
                </a:cubicBezTo>
                <a:cubicBezTo>
                  <a:pt x="2318390" y="51957"/>
                  <a:pt x="2322047" y="50650"/>
                  <a:pt x="2326685" y="50650"/>
                </a:cubicBezTo>
                <a:cubicBezTo>
                  <a:pt x="2329428" y="50650"/>
                  <a:pt x="2331746" y="51042"/>
                  <a:pt x="2333640" y="51826"/>
                </a:cubicBezTo>
                <a:close/>
                <a:moveTo>
                  <a:pt x="2507701" y="145975"/>
                </a:moveTo>
                <a:lnTo>
                  <a:pt x="2506721" y="147053"/>
                </a:lnTo>
                <a:cubicBezTo>
                  <a:pt x="2502933" y="146661"/>
                  <a:pt x="2496206" y="146465"/>
                  <a:pt x="2486539" y="146465"/>
                </a:cubicBezTo>
                <a:cubicBezTo>
                  <a:pt x="2478506" y="146465"/>
                  <a:pt x="2472791" y="146661"/>
                  <a:pt x="2469395" y="147053"/>
                </a:cubicBezTo>
                <a:lnTo>
                  <a:pt x="2468023" y="145192"/>
                </a:lnTo>
                <a:cubicBezTo>
                  <a:pt x="2469068" y="128929"/>
                  <a:pt x="2469590" y="117074"/>
                  <a:pt x="2469590" y="109628"/>
                </a:cubicBezTo>
                <a:lnTo>
                  <a:pt x="2469590" y="100713"/>
                </a:lnTo>
                <a:cubicBezTo>
                  <a:pt x="2469590" y="91112"/>
                  <a:pt x="2469297" y="84679"/>
                  <a:pt x="2468709" y="81413"/>
                </a:cubicBezTo>
                <a:cubicBezTo>
                  <a:pt x="2467990" y="77494"/>
                  <a:pt x="2466357" y="74359"/>
                  <a:pt x="2463810" y="72008"/>
                </a:cubicBezTo>
                <a:cubicBezTo>
                  <a:pt x="2461263" y="69657"/>
                  <a:pt x="2457801" y="68481"/>
                  <a:pt x="2453425" y="68481"/>
                </a:cubicBezTo>
                <a:cubicBezTo>
                  <a:pt x="2448527" y="68481"/>
                  <a:pt x="2444445" y="69853"/>
                  <a:pt x="2441179" y="72596"/>
                </a:cubicBezTo>
                <a:cubicBezTo>
                  <a:pt x="2437913" y="75339"/>
                  <a:pt x="2436281" y="78833"/>
                  <a:pt x="2436281" y="83079"/>
                </a:cubicBezTo>
                <a:lnTo>
                  <a:pt x="2436281" y="112274"/>
                </a:lnTo>
                <a:lnTo>
                  <a:pt x="2436673" y="127753"/>
                </a:lnTo>
                <a:cubicBezTo>
                  <a:pt x="2436803" y="131933"/>
                  <a:pt x="2437162" y="134676"/>
                  <a:pt x="2437750" y="135982"/>
                </a:cubicBezTo>
                <a:cubicBezTo>
                  <a:pt x="2438142" y="136831"/>
                  <a:pt x="2439024" y="137452"/>
                  <a:pt x="2440395" y="137844"/>
                </a:cubicBezTo>
                <a:cubicBezTo>
                  <a:pt x="2441571" y="138170"/>
                  <a:pt x="2444739" y="138595"/>
                  <a:pt x="2449898" y="139117"/>
                </a:cubicBezTo>
                <a:lnTo>
                  <a:pt x="2450976" y="140097"/>
                </a:lnTo>
                <a:lnTo>
                  <a:pt x="2450976" y="145975"/>
                </a:lnTo>
                <a:lnTo>
                  <a:pt x="2449801" y="147053"/>
                </a:lnTo>
                <a:cubicBezTo>
                  <a:pt x="2441898" y="146661"/>
                  <a:pt x="2433897" y="146465"/>
                  <a:pt x="2425798" y="146465"/>
                </a:cubicBezTo>
                <a:cubicBezTo>
                  <a:pt x="2415740" y="146465"/>
                  <a:pt x="2407118" y="146661"/>
                  <a:pt x="2399934" y="147053"/>
                </a:cubicBezTo>
                <a:lnTo>
                  <a:pt x="2398856" y="145975"/>
                </a:lnTo>
                <a:lnTo>
                  <a:pt x="2398856" y="140195"/>
                </a:lnTo>
                <a:lnTo>
                  <a:pt x="2399836" y="139019"/>
                </a:lnTo>
                <a:cubicBezTo>
                  <a:pt x="2403951" y="138628"/>
                  <a:pt x="2406792" y="138268"/>
                  <a:pt x="2408359" y="137942"/>
                </a:cubicBezTo>
                <a:cubicBezTo>
                  <a:pt x="2409535" y="137680"/>
                  <a:pt x="2410384" y="136701"/>
                  <a:pt x="2410906" y="135003"/>
                </a:cubicBezTo>
                <a:cubicBezTo>
                  <a:pt x="2411298" y="133762"/>
                  <a:pt x="2411527" y="130137"/>
                  <a:pt x="2411592" y="124128"/>
                </a:cubicBezTo>
                <a:lnTo>
                  <a:pt x="2411788" y="92484"/>
                </a:lnTo>
                <a:cubicBezTo>
                  <a:pt x="2411788" y="85169"/>
                  <a:pt x="2411233" y="79944"/>
                  <a:pt x="2410123" y="76808"/>
                </a:cubicBezTo>
                <a:cubicBezTo>
                  <a:pt x="2409208" y="74327"/>
                  <a:pt x="2407477" y="72269"/>
                  <a:pt x="2404930" y="70636"/>
                </a:cubicBezTo>
                <a:cubicBezTo>
                  <a:pt x="2402644" y="69134"/>
                  <a:pt x="2399640" y="68383"/>
                  <a:pt x="2395917" y="68383"/>
                </a:cubicBezTo>
                <a:cubicBezTo>
                  <a:pt x="2390039" y="68383"/>
                  <a:pt x="2385369" y="70342"/>
                  <a:pt x="2381907" y="74261"/>
                </a:cubicBezTo>
                <a:cubicBezTo>
                  <a:pt x="2380274" y="76090"/>
                  <a:pt x="2379311" y="77560"/>
                  <a:pt x="2379017" y="78670"/>
                </a:cubicBezTo>
                <a:cubicBezTo>
                  <a:pt x="2378723" y="79780"/>
                  <a:pt x="2378576" y="82229"/>
                  <a:pt x="2378576" y="86018"/>
                </a:cubicBezTo>
                <a:lnTo>
                  <a:pt x="2378576" y="107277"/>
                </a:lnTo>
                <a:cubicBezTo>
                  <a:pt x="2378576" y="111457"/>
                  <a:pt x="2378707" y="116878"/>
                  <a:pt x="2378968" y="123540"/>
                </a:cubicBezTo>
                <a:cubicBezTo>
                  <a:pt x="2379229" y="130398"/>
                  <a:pt x="2379491" y="134382"/>
                  <a:pt x="2379752" y="135492"/>
                </a:cubicBezTo>
                <a:cubicBezTo>
                  <a:pt x="2380144" y="136864"/>
                  <a:pt x="2381238" y="137795"/>
                  <a:pt x="2383034" y="138285"/>
                </a:cubicBezTo>
                <a:cubicBezTo>
                  <a:pt x="2384830" y="138774"/>
                  <a:pt x="2387557" y="139052"/>
                  <a:pt x="2391214" y="139117"/>
                </a:cubicBezTo>
                <a:lnTo>
                  <a:pt x="2392194" y="140097"/>
                </a:lnTo>
                <a:lnTo>
                  <a:pt x="2392194" y="146073"/>
                </a:lnTo>
                <a:lnTo>
                  <a:pt x="2391214" y="147053"/>
                </a:lnTo>
                <a:cubicBezTo>
                  <a:pt x="2385663" y="146661"/>
                  <a:pt x="2377368" y="146465"/>
                  <a:pt x="2366330" y="146465"/>
                </a:cubicBezTo>
                <a:cubicBezTo>
                  <a:pt x="2354639" y="146465"/>
                  <a:pt x="2345724" y="146694"/>
                  <a:pt x="2339584" y="147151"/>
                </a:cubicBezTo>
                <a:lnTo>
                  <a:pt x="2338605" y="146171"/>
                </a:lnTo>
                <a:lnTo>
                  <a:pt x="2338605" y="140195"/>
                </a:lnTo>
                <a:lnTo>
                  <a:pt x="2339584" y="139215"/>
                </a:lnTo>
                <a:cubicBezTo>
                  <a:pt x="2345854" y="139019"/>
                  <a:pt x="2349741" y="138530"/>
                  <a:pt x="2351243" y="137746"/>
                </a:cubicBezTo>
                <a:cubicBezTo>
                  <a:pt x="2352549" y="137158"/>
                  <a:pt x="2353267" y="135590"/>
                  <a:pt x="2353398" y="133043"/>
                </a:cubicBezTo>
                <a:cubicBezTo>
                  <a:pt x="2353855" y="124553"/>
                  <a:pt x="2354084" y="115441"/>
                  <a:pt x="2354084" y="105710"/>
                </a:cubicBezTo>
                <a:lnTo>
                  <a:pt x="2354084" y="91700"/>
                </a:lnTo>
                <a:cubicBezTo>
                  <a:pt x="2354084" y="78637"/>
                  <a:pt x="2353594" y="71126"/>
                  <a:pt x="2352614" y="69167"/>
                </a:cubicBezTo>
                <a:cubicBezTo>
                  <a:pt x="2351961" y="67861"/>
                  <a:pt x="2350557" y="67044"/>
                  <a:pt x="2348402" y="66718"/>
                </a:cubicBezTo>
                <a:cubicBezTo>
                  <a:pt x="2347618" y="66587"/>
                  <a:pt x="2344777" y="66424"/>
                  <a:pt x="2339878" y="66228"/>
                </a:cubicBezTo>
                <a:lnTo>
                  <a:pt x="2338899" y="65248"/>
                </a:lnTo>
                <a:lnTo>
                  <a:pt x="2338899" y="59762"/>
                </a:lnTo>
                <a:lnTo>
                  <a:pt x="2339878" y="58684"/>
                </a:lnTo>
                <a:cubicBezTo>
                  <a:pt x="2351635" y="57574"/>
                  <a:pt x="2364011" y="54863"/>
                  <a:pt x="2377009" y="50553"/>
                </a:cubicBezTo>
                <a:lnTo>
                  <a:pt x="2379164" y="51826"/>
                </a:lnTo>
                <a:lnTo>
                  <a:pt x="2378968" y="67403"/>
                </a:lnTo>
                <a:lnTo>
                  <a:pt x="2396407" y="53296"/>
                </a:lnTo>
                <a:cubicBezTo>
                  <a:pt x="2399607" y="51859"/>
                  <a:pt x="2403395" y="51140"/>
                  <a:pt x="2407771" y="51140"/>
                </a:cubicBezTo>
                <a:cubicBezTo>
                  <a:pt x="2415282" y="51140"/>
                  <a:pt x="2421128" y="52365"/>
                  <a:pt x="2425308" y="54814"/>
                </a:cubicBezTo>
                <a:cubicBezTo>
                  <a:pt x="2429488" y="57263"/>
                  <a:pt x="2432852" y="61558"/>
                  <a:pt x="2435399" y="67697"/>
                </a:cubicBezTo>
                <a:lnTo>
                  <a:pt x="2453229" y="53296"/>
                </a:lnTo>
                <a:cubicBezTo>
                  <a:pt x="2456430" y="51793"/>
                  <a:pt x="2460316" y="51042"/>
                  <a:pt x="2464888" y="51042"/>
                </a:cubicBezTo>
                <a:cubicBezTo>
                  <a:pt x="2477493" y="51042"/>
                  <a:pt x="2486245" y="55614"/>
                  <a:pt x="2491144" y="64758"/>
                </a:cubicBezTo>
                <a:cubicBezTo>
                  <a:pt x="2493299" y="68808"/>
                  <a:pt x="2494377" y="75012"/>
                  <a:pt x="2494377" y="83372"/>
                </a:cubicBezTo>
                <a:cubicBezTo>
                  <a:pt x="2494377" y="86834"/>
                  <a:pt x="2494344" y="89414"/>
                  <a:pt x="2494279" y="91112"/>
                </a:cubicBezTo>
                <a:lnTo>
                  <a:pt x="2494181" y="94835"/>
                </a:lnTo>
                <a:cubicBezTo>
                  <a:pt x="2494050" y="97970"/>
                  <a:pt x="2493985" y="100060"/>
                  <a:pt x="2493985" y="101105"/>
                </a:cubicBezTo>
                <a:lnTo>
                  <a:pt x="2493985" y="113841"/>
                </a:lnTo>
                <a:cubicBezTo>
                  <a:pt x="2493985" y="123703"/>
                  <a:pt x="2494148" y="129990"/>
                  <a:pt x="2494475" y="132700"/>
                </a:cubicBezTo>
                <a:cubicBezTo>
                  <a:pt x="2494801" y="135411"/>
                  <a:pt x="2495553" y="137125"/>
                  <a:pt x="2496728" y="137844"/>
                </a:cubicBezTo>
                <a:cubicBezTo>
                  <a:pt x="2497904" y="138562"/>
                  <a:pt x="2501235" y="138987"/>
                  <a:pt x="2506721" y="139117"/>
                </a:cubicBezTo>
                <a:lnTo>
                  <a:pt x="2507701" y="140195"/>
                </a:lnTo>
                <a:lnTo>
                  <a:pt x="2507701" y="145975"/>
                </a:lnTo>
                <a:close/>
                <a:moveTo>
                  <a:pt x="2607892" y="145877"/>
                </a:moveTo>
                <a:lnTo>
                  <a:pt x="2606815" y="146955"/>
                </a:lnTo>
                <a:cubicBezTo>
                  <a:pt x="2601328" y="146628"/>
                  <a:pt x="2595025" y="146465"/>
                  <a:pt x="2587906" y="146465"/>
                </a:cubicBezTo>
                <a:cubicBezTo>
                  <a:pt x="2582355" y="146465"/>
                  <a:pt x="2577032" y="146628"/>
                  <a:pt x="2571937" y="146955"/>
                </a:cubicBezTo>
                <a:lnTo>
                  <a:pt x="2571055" y="145877"/>
                </a:lnTo>
                <a:lnTo>
                  <a:pt x="2571937" y="132749"/>
                </a:lnTo>
                <a:lnTo>
                  <a:pt x="2552931" y="147249"/>
                </a:lnTo>
                <a:cubicBezTo>
                  <a:pt x="2551429" y="148359"/>
                  <a:pt x="2549273" y="149045"/>
                  <a:pt x="2546465" y="149306"/>
                </a:cubicBezTo>
                <a:cubicBezTo>
                  <a:pt x="2545355" y="149437"/>
                  <a:pt x="2544048" y="149502"/>
                  <a:pt x="2542546" y="149502"/>
                </a:cubicBezTo>
                <a:cubicBezTo>
                  <a:pt x="2535296" y="149502"/>
                  <a:pt x="2529728" y="147314"/>
                  <a:pt x="2525842" y="142938"/>
                </a:cubicBezTo>
                <a:cubicBezTo>
                  <a:pt x="2521956" y="138562"/>
                  <a:pt x="2520013" y="132521"/>
                  <a:pt x="2520013" y="124814"/>
                </a:cubicBezTo>
                <a:cubicBezTo>
                  <a:pt x="2520013" y="114625"/>
                  <a:pt x="2523246" y="107408"/>
                  <a:pt x="2529712" y="103162"/>
                </a:cubicBezTo>
                <a:cubicBezTo>
                  <a:pt x="2536701" y="98525"/>
                  <a:pt x="2550776" y="94345"/>
                  <a:pt x="2571937" y="90622"/>
                </a:cubicBezTo>
                <a:cubicBezTo>
                  <a:pt x="2571937" y="80237"/>
                  <a:pt x="2569194" y="73282"/>
                  <a:pt x="2563708" y="69755"/>
                </a:cubicBezTo>
                <a:cubicBezTo>
                  <a:pt x="2560377" y="67599"/>
                  <a:pt x="2556393" y="66522"/>
                  <a:pt x="2551755" y="66522"/>
                </a:cubicBezTo>
                <a:cubicBezTo>
                  <a:pt x="2546661" y="66522"/>
                  <a:pt x="2542644" y="67567"/>
                  <a:pt x="2539705" y="69657"/>
                </a:cubicBezTo>
                <a:lnTo>
                  <a:pt x="2535982" y="78768"/>
                </a:lnTo>
                <a:lnTo>
                  <a:pt x="2534709" y="79454"/>
                </a:lnTo>
                <a:lnTo>
                  <a:pt x="2529712" y="78278"/>
                </a:lnTo>
                <a:lnTo>
                  <a:pt x="2529026" y="76906"/>
                </a:lnTo>
                <a:lnTo>
                  <a:pt x="2529516" y="65346"/>
                </a:lnTo>
                <a:cubicBezTo>
                  <a:pt x="2540293" y="57378"/>
                  <a:pt x="2548392" y="52871"/>
                  <a:pt x="2553813" y="51826"/>
                </a:cubicBezTo>
                <a:cubicBezTo>
                  <a:pt x="2556099" y="51369"/>
                  <a:pt x="2559070" y="51140"/>
                  <a:pt x="2562728" y="51140"/>
                </a:cubicBezTo>
                <a:cubicBezTo>
                  <a:pt x="2575595" y="51140"/>
                  <a:pt x="2584771" y="54504"/>
                  <a:pt x="2590258" y="61231"/>
                </a:cubicBezTo>
                <a:cubicBezTo>
                  <a:pt x="2594242" y="66130"/>
                  <a:pt x="2596234" y="73641"/>
                  <a:pt x="2596234" y="83764"/>
                </a:cubicBezTo>
                <a:cubicBezTo>
                  <a:pt x="2596234" y="86246"/>
                  <a:pt x="2596136" y="90230"/>
                  <a:pt x="2595940" y="95717"/>
                </a:cubicBezTo>
                <a:cubicBezTo>
                  <a:pt x="2595613" y="104861"/>
                  <a:pt x="2595450" y="110967"/>
                  <a:pt x="2595450" y="114037"/>
                </a:cubicBezTo>
                <a:cubicBezTo>
                  <a:pt x="2595450" y="123899"/>
                  <a:pt x="2595613" y="130186"/>
                  <a:pt x="2595940" y="132896"/>
                </a:cubicBezTo>
                <a:cubicBezTo>
                  <a:pt x="2596266" y="135607"/>
                  <a:pt x="2597034" y="137321"/>
                  <a:pt x="2598242" y="138040"/>
                </a:cubicBezTo>
                <a:cubicBezTo>
                  <a:pt x="2599450" y="138758"/>
                  <a:pt x="2602341" y="139183"/>
                  <a:pt x="2606912" y="139313"/>
                </a:cubicBezTo>
                <a:lnTo>
                  <a:pt x="2607892" y="140391"/>
                </a:lnTo>
                <a:lnTo>
                  <a:pt x="2607892" y="145877"/>
                </a:lnTo>
                <a:moveTo>
                  <a:pt x="2571937" y="123050"/>
                </a:moveTo>
                <a:lnTo>
                  <a:pt x="2571937" y="98950"/>
                </a:lnTo>
                <a:cubicBezTo>
                  <a:pt x="2561160" y="101301"/>
                  <a:pt x="2553894" y="103832"/>
                  <a:pt x="2550139" y="106542"/>
                </a:cubicBezTo>
                <a:cubicBezTo>
                  <a:pt x="2546383" y="109253"/>
                  <a:pt x="2544506" y="113384"/>
                  <a:pt x="2544506" y="118936"/>
                </a:cubicBezTo>
                <a:cubicBezTo>
                  <a:pt x="2544506" y="127818"/>
                  <a:pt x="2548392" y="132259"/>
                  <a:pt x="2556164" y="132259"/>
                </a:cubicBezTo>
                <a:cubicBezTo>
                  <a:pt x="2562761" y="132259"/>
                  <a:pt x="2568018" y="129190"/>
                  <a:pt x="2571937" y="123050"/>
                </a:cubicBezTo>
                <a:moveTo>
                  <a:pt x="2564100" y="46732"/>
                </a:moveTo>
                <a:lnTo>
                  <a:pt x="2564100" y="46732"/>
                </a:lnTo>
                <a:moveTo>
                  <a:pt x="2564100" y="154107"/>
                </a:moveTo>
                <a:lnTo>
                  <a:pt x="2564100" y="154107"/>
                </a:lnTo>
                <a:close/>
                <a:moveTo>
                  <a:pt x="2677745" y="133631"/>
                </a:moveTo>
                <a:cubicBezTo>
                  <a:pt x="2677287" y="134154"/>
                  <a:pt x="2675883" y="135525"/>
                  <a:pt x="2673532" y="137746"/>
                </a:cubicBezTo>
                <a:cubicBezTo>
                  <a:pt x="2669678" y="141403"/>
                  <a:pt x="2666380" y="144734"/>
                  <a:pt x="2663637" y="147739"/>
                </a:cubicBezTo>
                <a:cubicBezTo>
                  <a:pt x="2660437" y="148784"/>
                  <a:pt x="2657204" y="149306"/>
                  <a:pt x="2653938" y="149306"/>
                </a:cubicBezTo>
                <a:cubicBezTo>
                  <a:pt x="2644859" y="149306"/>
                  <a:pt x="2638230" y="146661"/>
                  <a:pt x="2634050" y="141371"/>
                </a:cubicBezTo>
                <a:cubicBezTo>
                  <a:pt x="2632287" y="139085"/>
                  <a:pt x="2631111" y="136440"/>
                  <a:pt x="2630523" y="133435"/>
                </a:cubicBezTo>
                <a:cubicBezTo>
                  <a:pt x="2629870" y="129843"/>
                  <a:pt x="2629576" y="125140"/>
                  <a:pt x="2629641" y="119327"/>
                </a:cubicBezTo>
                <a:lnTo>
                  <a:pt x="2629935" y="95913"/>
                </a:lnTo>
                <a:lnTo>
                  <a:pt x="2629935" y="71420"/>
                </a:lnTo>
                <a:lnTo>
                  <a:pt x="2627290" y="71420"/>
                </a:lnTo>
                <a:lnTo>
                  <a:pt x="2622098" y="71616"/>
                </a:lnTo>
                <a:lnTo>
                  <a:pt x="2618081" y="71616"/>
                </a:lnTo>
                <a:lnTo>
                  <a:pt x="2617003" y="70734"/>
                </a:lnTo>
                <a:lnTo>
                  <a:pt x="2617003" y="68187"/>
                </a:lnTo>
                <a:lnTo>
                  <a:pt x="2617787" y="66718"/>
                </a:lnTo>
                <a:cubicBezTo>
                  <a:pt x="2618963" y="65934"/>
                  <a:pt x="2620791" y="64758"/>
                  <a:pt x="2623273" y="63191"/>
                </a:cubicBezTo>
                <a:cubicBezTo>
                  <a:pt x="2626212" y="61362"/>
                  <a:pt x="2628433" y="59827"/>
                  <a:pt x="2629935" y="58586"/>
                </a:cubicBezTo>
                <a:lnTo>
                  <a:pt x="2629935" y="45262"/>
                </a:lnTo>
                <a:cubicBezTo>
                  <a:pt x="2629935" y="39711"/>
                  <a:pt x="2629674" y="33832"/>
                  <a:pt x="2629152" y="27628"/>
                </a:cubicBezTo>
                <a:cubicBezTo>
                  <a:pt x="2634050" y="26060"/>
                  <a:pt x="2638018" y="24672"/>
                  <a:pt x="2641055" y="23464"/>
                </a:cubicBezTo>
                <a:cubicBezTo>
                  <a:pt x="2644092" y="22256"/>
                  <a:pt x="2648386" y="20280"/>
                  <a:pt x="2653938" y="17537"/>
                </a:cubicBezTo>
                <a:lnTo>
                  <a:pt x="2656485" y="19496"/>
                </a:lnTo>
                <a:cubicBezTo>
                  <a:pt x="2655701" y="27595"/>
                  <a:pt x="2655146" y="34845"/>
                  <a:pt x="2654820" y="41245"/>
                </a:cubicBezTo>
                <a:lnTo>
                  <a:pt x="2653938" y="58194"/>
                </a:lnTo>
                <a:lnTo>
                  <a:pt x="2657171" y="58194"/>
                </a:lnTo>
                <a:cubicBezTo>
                  <a:pt x="2664290" y="58194"/>
                  <a:pt x="2670430" y="57966"/>
                  <a:pt x="2675589" y="57508"/>
                </a:cubicBezTo>
                <a:lnTo>
                  <a:pt x="2676667" y="58586"/>
                </a:lnTo>
                <a:lnTo>
                  <a:pt x="2675295" y="70049"/>
                </a:lnTo>
                <a:lnTo>
                  <a:pt x="2674316" y="71028"/>
                </a:lnTo>
                <a:lnTo>
                  <a:pt x="2653938" y="71028"/>
                </a:lnTo>
                <a:lnTo>
                  <a:pt x="2653938" y="104240"/>
                </a:lnTo>
                <a:cubicBezTo>
                  <a:pt x="2653938" y="114886"/>
                  <a:pt x="2654069" y="121156"/>
                  <a:pt x="2654330" y="123050"/>
                </a:cubicBezTo>
                <a:cubicBezTo>
                  <a:pt x="2654656" y="125793"/>
                  <a:pt x="2655816" y="128014"/>
                  <a:pt x="2657808" y="129712"/>
                </a:cubicBezTo>
                <a:cubicBezTo>
                  <a:pt x="2659800" y="131410"/>
                  <a:pt x="2662494" y="132259"/>
                  <a:pt x="2665890" y="132259"/>
                </a:cubicBezTo>
                <a:cubicBezTo>
                  <a:pt x="2668568" y="132259"/>
                  <a:pt x="2671801" y="131541"/>
                  <a:pt x="2675589" y="130104"/>
                </a:cubicBezTo>
                <a:lnTo>
                  <a:pt x="2677745" y="133631"/>
                </a:lnTo>
                <a:close/>
                <a:moveTo>
                  <a:pt x="2727022" y="18320"/>
                </a:moveTo>
                <a:cubicBezTo>
                  <a:pt x="2727022" y="22500"/>
                  <a:pt x="2725553" y="26076"/>
                  <a:pt x="2722613" y="29048"/>
                </a:cubicBezTo>
                <a:cubicBezTo>
                  <a:pt x="2719674" y="32020"/>
                  <a:pt x="2716147" y="33506"/>
                  <a:pt x="2712033" y="33506"/>
                </a:cubicBezTo>
                <a:cubicBezTo>
                  <a:pt x="2707853" y="33506"/>
                  <a:pt x="2704293" y="32020"/>
                  <a:pt x="2701354" y="29048"/>
                </a:cubicBezTo>
                <a:cubicBezTo>
                  <a:pt x="2698415" y="26076"/>
                  <a:pt x="2696945" y="22500"/>
                  <a:pt x="2696945" y="18320"/>
                </a:cubicBezTo>
                <a:cubicBezTo>
                  <a:pt x="2696945" y="14010"/>
                  <a:pt x="2698431" y="10385"/>
                  <a:pt x="2701403" y="7446"/>
                </a:cubicBezTo>
                <a:cubicBezTo>
                  <a:pt x="2704375" y="4507"/>
                  <a:pt x="2707918" y="3037"/>
                  <a:pt x="2712033" y="3037"/>
                </a:cubicBezTo>
                <a:cubicBezTo>
                  <a:pt x="2716082" y="3037"/>
                  <a:pt x="2719593" y="4507"/>
                  <a:pt x="2722564" y="7446"/>
                </a:cubicBezTo>
                <a:cubicBezTo>
                  <a:pt x="2725536" y="10385"/>
                  <a:pt x="2727022" y="14010"/>
                  <a:pt x="2727022" y="18320"/>
                </a:cubicBezTo>
                <a:moveTo>
                  <a:pt x="2740542" y="146171"/>
                </a:moveTo>
                <a:lnTo>
                  <a:pt x="2739562" y="147151"/>
                </a:lnTo>
                <a:cubicBezTo>
                  <a:pt x="2733357" y="146694"/>
                  <a:pt x="2724410" y="146465"/>
                  <a:pt x="2712718" y="146465"/>
                </a:cubicBezTo>
                <a:cubicBezTo>
                  <a:pt x="2701027" y="146465"/>
                  <a:pt x="2692112" y="146694"/>
                  <a:pt x="2685973" y="147151"/>
                </a:cubicBezTo>
                <a:lnTo>
                  <a:pt x="2684993" y="146171"/>
                </a:lnTo>
                <a:lnTo>
                  <a:pt x="2684993" y="140195"/>
                </a:lnTo>
                <a:lnTo>
                  <a:pt x="2685973" y="139215"/>
                </a:lnTo>
                <a:cubicBezTo>
                  <a:pt x="2692243" y="139019"/>
                  <a:pt x="2696129" y="138530"/>
                  <a:pt x="2697631" y="137746"/>
                </a:cubicBezTo>
                <a:cubicBezTo>
                  <a:pt x="2698937" y="137158"/>
                  <a:pt x="2699656" y="135590"/>
                  <a:pt x="2699786" y="133043"/>
                </a:cubicBezTo>
                <a:cubicBezTo>
                  <a:pt x="2700244" y="124553"/>
                  <a:pt x="2700472" y="115441"/>
                  <a:pt x="2700472" y="105710"/>
                </a:cubicBezTo>
                <a:lnTo>
                  <a:pt x="2700472" y="91700"/>
                </a:lnTo>
                <a:cubicBezTo>
                  <a:pt x="2700472" y="79029"/>
                  <a:pt x="2699982" y="71518"/>
                  <a:pt x="2699003" y="69167"/>
                </a:cubicBezTo>
                <a:cubicBezTo>
                  <a:pt x="2698480" y="67861"/>
                  <a:pt x="2697076" y="67044"/>
                  <a:pt x="2694790" y="66718"/>
                </a:cubicBezTo>
                <a:cubicBezTo>
                  <a:pt x="2694006" y="66587"/>
                  <a:pt x="2691165" y="66424"/>
                  <a:pt x="2686267" y="66228"/>
                </a:cubicBezTo>
                <a:lnTo>
                  <a:pt x="2685287" y="65248"/>
                </a:lnTo>
                <a:lnTo>
                  <a:pt x="2685287" y="59762"/>
                </a:lnTo>
                <a:lnTo>
                  <a:pt x="2686267" y="58684"/>
                </a:lnTo>
                <a:cubicBezTo>
                  <a:pt x="2698807" y="57574"/>
                  <a:pt x="2711445" y="54863"/>
                  <a:pt x="2724181" y="50553"/>
                </a:cubicBezTo>
                <a:lnTo>
                  <a:pt x="2726238" y="51826"/>
                </a:lnTo>
                <a:cubicBezTo>
                  <a:pt x="2725389" y="63713"/>
                  <a:pt x="2724965" y="73739"/>
                  <a:pt x="2724965" y="81903"/>
                </a:cubicBezTo>
                <a:lnTo>
                  <a:pt x="2724965" y="113155"/>
                </a:lnTo>
                <a:cubicBezTo>
                  <a:pt x="2724965" y="117923"/>
                  <a:pt x="2725193" y="124553"/>
                  <a:pt x="2725650" y="133043"/>
                </a:cubicBezTo>
                <a:cubicBezTo>
                  <a:pt x="2725781" y="135590"/>
                  <a:pt x="2726500" y="137158"/>
                  <a:pt x="2727806" y="137746"/>
                </a:cubicBezTo>
                <a:cubicBezTo>
                  <a:pt x="2729308" y="138530"/>
                  <a:pt x="2733194" y="139019"/>
                  <a:pt x="2739464" y="139215"/>
                </a:cubicBezTo>
                <a:lnTo>
                  <a:pt x="2740542" y="140195"/>
                </a:lnTo>
                <a:lnTo>
                  <a:pt x="2740542" y="146171"/>
                </a:lnTo>
                <a:moveTo>
                  <a:pt x="2712718" y="154107"/>
                </a:moveTo>
                <a:lnTo>
                  <a:pt x="2712718" y="154107"/>
                </a:lnTo>
                <a:close/>
                <a:moveTo>
                  <a:pt x="2849077" y="97872"/>
                </a:moveTo>
                <a:cubicBezTo>
                  <a:pt x="2849077" y="120993"/>
                  <a:pt x="2841305" y="136635"/>
                  <a:pt x="2825760" y="144800"/>
                </a:cubicBezTo>
                <a:cubicBezTo>
                  <a:pt x="2818184" y="148784"/>
                  <a:pt x="2809530" y="150776"/>
                  <a:pt x="2799798" y="150776"/>
                </a:cubicBezTo>
                <a:cubicBezTo>
                  <a:pt x="2784776" y="150776"/>
                  <a:pt x="2773330" y="146432"/>
                  <a:pt x="2765460" y="137746"/>
                </a:cubicBezTo>
                <a:cubicBezTo>
                  <a:pt x="2757590" y="129059"/>
                  <a:pt x="2753654" y="116617"/>
                  <a:pt x="2753654" y="100419"/>
                </a:cubicBezTo>
                <a:cubicBezTo>
                  <a:pt x="2753654" y="78017"/>
                  <a:pt x="2761296" y="63093"/>
                  <a:pt x="2776579" y="55647"/>
                </a:cubicBezTo>
                <a:cubicBezTo>
                  <a:pt x="2784090" y="51989"/>
                  <a:pt x="2792810" y="50161"/>
                  <a:pt x="2802737" y="50161"/>
                </a:cubicBezTo>
                <a:cubicBezTo>
                  <a:pt x="2823572" y="50161"/>
                  <a:pt x="2837386" y="57378"/>
                  <a:pt x="2844179" y="71812"/>
                </a:cubicBezTo>
                <a:cubicBezTo>
                  <a:pt x="2847444" y="78735"/>
                  <a:pt x="2849077" y="87422"/>
                  <a:pt x="2849077" y="97872"/>
                </a:cubicBezTo>
                <a:moveTo>
                  <a:pt x="2821940" y="105906"/>
                </a:moveTo>
                <a:cubicBezTo>
                  <a:pt x="2821940" y="89643"/>
                  <a:pt x="2820160" y="78000"/>
                  <a:pt x="2816600" y="70979"/>
                </a:cubicBezTo>
                <a:cubicBezTo>
                  <a:pt x="2813041" y="63958"/>
                  <a:pt x="2807603" y="60447"/>
                  <a:pt x="2800288" y="60447"/>
                </a:cubicBezTo>
                <a:cubicBezTo>
                  <a:pt x="2787291" y="60447"/>
                  <a:pt x="2780792" y="72171"/>
                  <a:pt x="2780792" y="95619"/>
                </a:cubicBezTo>
                <a:cubicBezTo>
                  <a:pt x="2780792" y="125728"/>
                  <a:pt x="2788075" y="140783"/>
                  <a:pt x="2802639" y="140783"/>
                </a:cubicBezTo>
                <a:cubicBezTo>
                  <a:pt x="2811718" y="140783"/>
                  <a:pt x="2817498" y="135786"/>
                  <a:pt x="2819980" y="125793"/>
                </a:cubicBezTo>
                <a:cubicBezTo>
                  <a:pt x="2821286" y="120568"/>
                  <a:pt x="2821940" y="113939"/>
                  <a:pt x="2821940" y="105906"/>
                </a:cubicBezTo>
                <a:moveTo>
                  <a:pt x="2802346" y="154107"/>
                </a:moveTo>
                <a:lnTo>
                  <a:pt x="2802346" y="154107"/>
                </a:lnTo>
                <a:moveTo>
                  <a:pt x="2802346" y="46732"/>
                </a:moveTo>
                <a:lnTo>
                  <a:pt x="2802346" y="46732"/>
                </a:lnTo>
                <a:close/>
                <a:moveTo>
                  <a:pt x="2975428" y="146073"/>
                </a:moveTo>
                <a:lnTo>
                  <a:pt x="2974448" y="147151"/>
                </a:lnTo>
                <a:cubicBezTo>
                  <a:pt x="2967264" y="146694"/>
                  <a:pt x="2961189" y="146465"/>
                  <a:pt x="2956226" y="146465"/>
                </a:cubicBezTo>
                <a:cubicBezTo>
                  <a:pt x="2951654" y="146465"/>
                  <a:pt x="2944992" y="146694"/>
                  <a:pt x="2936240" y="147151"/>
                </a:cubicBezTo>
                <a:lnTo>
                  <a:pt x="2935260" y="146171"/>
                </a:lnTo>
                <a:cubicBezTo>
                  <a:pt x="2936436" y="131606"/>
                  <a:pt x="2937023" y="120372"/>
                  <a:pt x="2937023" y="112470"/>
                </a:cubicBezTo>
                <a:lnTo>
                  <a:pt x="2937023" y="93267"/>
                </a:lnTo>
                <a:cubicBezTo>
                  <a:pt x="2937023" y="77331"/>
                  <a:pt x="2931276" y="69363"/>
                  <a:pt x="2919781" y="69363"/>
                </a:cubicBezTo>
                <a:cubicBezTo>
                  <a:pt x="2913772" y="69363"/>
                  <a:pt x="2909069" y="71420"/>
                  <a:pt x="2905673" y="75535"/>
                </a:cubicBezTo>
                <a:cubicBezTo>
                  <a:pt x="2902799" y="78996"/>
                  <a:pt x="2901362" y="82491"/>
                  <a:pt x="2901362" y="86018"/>
                </a:cubicBezTo>
                <a:lnTo>
                  <a:pt x="2901362" y="104338"/>
                </a:lnTo>
                <a:cubicBezTo>
                  <a:pt x="2901362" y="121254"/>
                  <a:pt x="2901787" y="131639"/>
                  <a:pt x="2902636" y="135492"/>
                </a:cubicBezTo>
                <a:cubicBezTo>
                  <a:pt x="2903159" y="137778"/>
                  <a:pt x="2906947" y="138987"/>
                  <a:pt x="2914001" y="139117"/>
                </a:cubicBezTo>
                <a:lnTo>
                  <a:pt x="2914980" y="140097"/>
                </a:lnTo>
                <a:lnTo>
                  <a:pt x="2914980" y="146073"/>
                </a:lnTo>
                <a:lnTo>
                  <a:pt x="2914001" y="147053"/>
                </a:lnTo>
                <a:cubicBezTo>
                  <a:pt x="2908449" y="146661"/>
                  <a:pt x="2900154" y="146465"/>
                  <a:pt x="2889116" y="146465"/>
                </a:cubicBezTo>
                <a:cubicBezTo>
                  <a:pt x="2877425" y="146465"/>
                  <a:pt x="2868510" y="146694"/>
                  <a:pt x="2862370" y="147151"/>
                </a:cubicBezTo>
                <a:lnTo>
                  <a:pt x="2861391" y="146171"/>
                </a:lnTo>
                <a:lnTo>
                  <a:pt x="2861391" y="140195"/>
                </a:lnTo>
                <a:lnTo>
                  <a:pt x="2862370" y="139215"/>
                </a:lnTo>
                <a:cubicBezTo>
                  <a:pt x="2868640" y="139019"/>
                  <a:pt x="2872527" y="138530"/>
                  <a:pt x="2874029" y="137746"/>
                </a:cubicBezTo>
                <a:cubicBezTo>
                  <a:pt x="2875335" y="137158"/>
                  <a:pt x="2876053" y="135590"/>
                  <a:pt x="2876184" y="133043"/>
                </a:cubicBezTo>
                <a:cubicBezTo>
                  <a:pt x="2876641" y="124553"/>
                  <a:pt x="2876870" y="115441"/>
                  <a:pt x="2876870" y="105710"/>
                </a:cubicBezTo>
                <a:lnTo>
                  <a:pt x="2876870" y="91700"/>
                </a:lnTo>
                <a:cubicBezTo>
                  <a:pt x="2876870" y="78637"/>
                  <a:pt x="2876380" y="71126"/>
                  <a:pt x="2875400" y="69167"/>
                </a:cubicBezTo>
                <a:cubicBezTo>
                  <a:pt x="2874747" y="67861"/>
                  <a:pt x="2873343" y="67044"/>
                  <a:pt x="2871188" y="66718"/>
                </a:cubicBezTo>
                <a:cubicBezTo>
                  <a:pt x="2870404" y="66587"/>
                  <a:pt x="2867563" y="66424"/>
                  <a:pt x="2862664" y="66228"/>
                </a:cubicBezTo>
                <a:lnTo>
                  <a:pt x="2861685" y="65248"/>
                </a:lnTo>
                <a:lnTo>
                  <a:pt x="2861685" y="59762"/>
                </a:lnTo>
                <a:lnTo>
                  <a:pt x="2862664" y="58684"/>
                </a:lnTo>
                <a:cubicBezTo>
                  <a:pt x="2874421" y="57574"/>
                  <a:pt x="2886798" y="54863"/>
                  <a:pt x="2899795" y="50553"/>
                </a:cubicBezTo>
                <a:lnTo>
                  <a:pt x="2901950" y="51826"/>
                </a:lnTo>
                <a:lnTo>
                  <a:pt x="2901754" y="68285"/>
                </a:lnTo>
                <a:lnTo>
                  <a:pt x="2918605" y="54177"/>
                </a:lnTo>
                <a:cubicBezTo>
                  <a:pt x="2922916" y="52414"/>
                  <a:pt x="2927651" y="51532"/>
                  <a:pt x="2932811" y="51532"/>
                </a:cubicBezTo>
                <a:cubicBezTo>
                  <a:pt x="2943196" y="51532"/>
                  <a:pt x="2950968" y="54667"/>
                  <a:pt x="2956128" y="60937"/>
                </a:cubicBezTo>
                <a:cubicBezTo>
                  <a:pt x="2960308" y="66032"/>
                  <a:pt x="2962398" y="73510"/>
                  <a:pt x="2962398" y="83372"/>
                </a:cubicBezTo>
                <a:cubicBezTo>
                  <a:pt x="2962398" y="84483"/>
                  <a:pt x="2962267" y="89022"/>
                  <a:pt x="2962006" y="96990"/>
                </a:cubicBezTo>
                <a:cubicBezTo>
                  <a:pt x="2961745" y="104959"/>
                  <a:pt x="2961614" y="110641"/>
                  <a:pt x="2961614" y="114037"/>
                </a:cubicBezTo>
                <a:cubicBezTo>
                  <a:pt x="2961614" y="123899"/>
                  <a:pt x="2961777" y="130186"/>
                  <a:pt x="2962104" y="132896"/>
                </a:cubicBezTo>
                <a:cubicBezTo>
                  <a:pt x="2962430" y="135607"/>
                  <a:pt x="2963181" y="137321"/>
                  <a:pt x="2964357" y="138040"/>
                </a:cubicBezTo>
                <a:cubicBezTo>
                  <a:pt x="2965533" y="138758"/>
                  <a:pt x="2968929" y="139183"/>
                  <a:pt x="2974546" y="139313"/>
                </a:cubicBezTo>
                <a:lnTo>
                  <a:pt x="2975428" y="140293"/>
                </a:lnTo>
                <a:lnTo>
                  <a:pt x="2975428" y="146073"/>
                </a:lnTo>
                <a:close/>
                <a:moveTo>
                  <a:pt x="3152213" y="146171"/>
                </a:moveTo>
                <a:lnTo>
                  <a:pt x="3151233" y="147151"/>
                </a:lnTo>
                <a:cubicBezTo>
                  <a:pt x="3144833" y="146694"/>
                  <a:pt x="3139052" y="146465"/>
                  <a:pt x="3133893" y="146465"/>
                </a:cubicBezTo>
                <a:cubicBezTo>
                  <a:pt x="3128994" y="146465"/>
                  <a:pt x="3122365" y="146694"/>
                  <a:pt x="3114005" y="147151"/>
                </a:cubicBezTo>
                <a:lnTo>
                  <a:pt x="3113123" y="146465"/>
                </a:lnTo>
                <a:cubicBezTo>
                  <a:pt x="3113384" y="143265"/>
                  <a:pt x="3113515" y="137909"/>
                  <a:pt x="3113515" y="130398"/>
                </a:cubicBezTo>
                <a:cubicBezTo>
                  <a:pt x="3111164" y="132357"/>
                  <a:pt x="3107800" y="135362"/>
                  <a:pt x="3103424" y="139411"/>
                </a:cubicBezTo>
                <a:cubicBezTo>
                  <a:pt x="3098003" y="144440"/>
                  <a:pt x="3094476" y="147445"/>
                  <a:pt x="3092843" y="148425"/>
                </a:cubicBezTo>
                <a:cubicBezTo>
                  <a:pt x="3090753" y="149404"/>
                  <a:pt x="3087357" y="149894"/>
                  <a:pt x="3082654" y="149894"/>
                </a:cubicBezTo>
                <a:cubicBezTo>
                  <a:pt x="3071486" y="149894"/>
                  <a:pt x="3062473" y="145681"/>
                  <a:pt x="3055615" y="137256"/>
                </a:cubicBezTo>
                <a:cubicBezTo>
                  <a:pt x="3048757" y="128831"/>
                  <a:pt x="3045328" y="117923"/>
                  <a:pt x="3045328" y="104534"/>
                </a:cubicBezTo>
                <a:cubicBezTo>
                  <a:pt x="3045328" y="91537"/>
                  <a:pt x="3047973" y="81413"/>
                  <a:pt x="3053263" y="74163"/>
                </a:cubicBezTo>
                <a:cubicBezTo>
                  <a:pt x="3054635" y="72269"/>
                  <a:pt x="3058684" y="68906"/>
                  <a:pt x="3065412" y="64072"/>
                </a:cubicBezTo>
                <a:cubicBezTo>
                  <a:pt x="3073249" y="58455"/>
                  <a:pt x="3078964" y="54896"/>
                  <a:pt x="3082556" y="53394"/>
                </a:cubicBezTo>
                <a:cubicBezTo>
                  <a:pt x="3085691" y="52087"/>
                  <a:pt x="3089676" y="51434"/>
                  <a:pt x="3094509" y="51434"/>
                </a:cubicBezTo>
                <a:cubicBezTo>
                  <a:pt x="3101301" y="51434"/>
                  <a:pt x="3107637" y="52871"/>
                  <a:pt x="3113515" y="55745"/>
                </a:cubicBezTo>
                <a:lnTo>
                  <a:pt x="3113515" y="50259"/>
                </a:lnTo>
                <a:cubicBezTo>
                  <a:pt x="3113515" y="33081"/>
                  <a:pt x="3113090" y="22958"/>
                  <a:pt x="3112241" y="19888"/>
                </a:cubicBezTo>
                <a:cubicBezTo>
                  <a:pt x="3111784" y="18190"/>
                  <a:pt x="3110445" y="17145"/>
                  <a:pt x="3108225" y="16753"/>
                </a:cubicBezTo>
                <a:cubicBezTo>
                  <a:pt x="3107180" y="16557"/>
                  <a:pt x="3104175" y="16361"/>
                  <a:pt x="3099211" y="16165"/>
                </a:cubicBezTo>
                <a:lnTo>
                  <a:pt x="3098232" y="15087"/>
                </a:lnTo>
                <a:lnTo>
                  <a:pt x="3098232" y="9699"/>
                </a:lnTo>
                <a:lnTo>
                  <a:pt x="3099211" y="8621"/>
                </a:lnTo>
                <a:cubicBezTo>
                  <a:pt x="3111751" y="7315"/>
                  <a:pt x="3124390" y="4605"/>
                  <a:pt x="3137126" y="490"/>
                </a:cubicBezTo>
                <a:lnTo>
                  <a:pt x="3139281" y="1665"/>
                </a:lnTo>
                <a:cubicBezTo>
                  <a:pt x="3139281" y="1927"/>
                  <a:pt x="3139150" y="5160"/>
                  <a:pt x="3138889" y="11365"/>
                </a:cubicBezTo>
                <a:cubicBezTo>
                  <a:pt x="3138301" y="25407"/>
                  <a:pt x="3138007" y="46503"/>
                  <a:pt x="3138007" y="74653"/>
                </a:cubicBezTo>
                <a:lnTo>
                  <a:pt x="3138007" y="106297"/>
                </a:lnTo>
                <a:cubicBezTo>
                  <a:pt x="3138007" y="124650"/>
                  <a:pt x="3138432" y="134741"/>
                  <a:pt x="3139281" y="136570"/>
                </a:cubicBezTo>
                <a:cubicBezTo>
                  <a:pt x="3139804" y="137680"/>
                  <a:pt x="3140522" y="138366"/>
                  <a:pt x="3141436" y="138628"/>
                </a:cubicBezTo>
                <a:cubicBezTo>
                  <a:pt x="3142873" y="139085"/>
                  <a:pt x="3146139" y="139509"/>
                  <a:pt x="3151233" y="139901"/>
                </a:cubicBezTo>
                <a:lnTo>
                  <a:pt x="3152213" y="140881"/>
                </a:lnTo>
                <a:lnTo>
                  <a:pt x="3152213" y="146171"/>
                </a:lnTo>
                <a:moveTo>
                  <a:pt x="3113515" y="95031"/>
                </a:moveTo>
                <a:lnTo>
                  <a:pt x="3113515" y="76613"/>
                </a:lnTo>
                <a:cubicBezTo>
                  <a:pt x="3108812" y="70996"/>
                  <a:pt x="3104306" y="67403"/>
                  <a:pt x="3099995" y="65836"/>
                </a:cubicBezTo>
                <a:cubicBezTo>
                  <a:pt x="3097056" y="64791"/>
                  <a:pt x="3093921" y="64268"/>
                  <a:pt x="3090590" y="64268"/>
                </a:cubicBezTo>
                <a:cubicBezTo>
                  <a:pt x="3081577" y="64268"/>
                  <a:pt x="3075764" y="68906"/>
                  <a:pt x="3073151" y="78180"/>
                </a:cubicBezTo>
                <a:cubicBezTo>
                  <a:pt x="3071714" y="83340"/>
                  <a:pt x="3070996" y="89087"/>
                  <a:pt x="3070996" y="95423"/>
                </a:cubicBezTo>
                <a:cubicBezTo>
                  <a:pt x="3070996" y="108943"/>
                  <a:pt x="3074164" y="118968"/>
                  <a:pt x="3080499" y="125500"/>
                </a:cubicBezTo>
                <a:cubicBezTo>
                  <a:pt x="3083830" y="128961"/>
                  <a:pt x="3088304" y="130692"/>
                  <a:pt x="3093921" y="130692"/>
                </a:cubicBezTo>
                <a:cubicBezTo>
                  <a:pt x="3098558" y="130692"/>
                  <a:pt x="3102869" y="129222"/>
                  <a:pt x="3106853" y="126283"/>
                </a:cubicBezTo>
                <a:cubicBezTo>
                  <a:pt x="3110445" y="123671"/>
                  <a:pt x="3112568" y="120862"/>
                  <a:pt x="3113221" y="117858"/>
                </a:cubicBezTo>
                <a:cubicBezTo>
                  <a:pt x="3113417" y="116944"/>
                  <a:pt x="3113515" y="109335"/>
                  <a:pt x="3113515" y="95031"/>
                </a:cubicBezTo>
                <a:close/>
                <a:moveTo>
                  <a:pt x="3204954" y="18320"/>
                </a:moveTo>
                <a:cubicBezTo>
                  <a:pt x="3204954" y="22500"/>
                  <a:pt x="3203484" y="26076"/>
                  <a:pt x="3200545" y="29048"/>
                </a:cubicBezTo>
                <a:cubicBezTo>
                  <a:pt x="3197606" y="32020"/>
                  <a:pt x="3194079" y="33506"/>
                  <a:pt x="3189964" y="33506"/>
                </a:cubicBezTo>
                <a:cubicBezTo>
                  <a:pt x="3185784" y="33506"/>
                  <a:pt x="3182224" y="32020"/>
                  <a:pt x="3179285" y="29048"/>
                </a:cubicBezTo>
                <a:cubicBezTo>
                  <a:pt x="3176346" y="26076"/>
                  <a:pt x="3174877" y="22500"/>
                  <a:pt x="3174877" y="18320"/>
                </a:cubicBezTo>
                <a:cubicBezTo>
                  <a:pt x="3174877" y="14010"/>
                  <a:pt x="3176363" y="10385"/>
                  <a:pt x="3179334" y="7446"/>
                </a:cubicBezTo>
                <a:cubicBezTo>
                  <a:pt x="3182306" y="4507"/>
                  <a:pt x="3185849" y="3037"/>
                  <a:pt x="3189964" y="3037"/>
                </a:cubicBezTo>
                <a:cubicBezTo>
                  <a:pt x="3194014" y="3037"/>
                  <a:pt x="3197524" y="4507"/>
                  <a:pt x="3200496" y="7446"/>
                </a:cubicBezTo>
                <a:cubicBezTo>
                  <a:pt x="3203468" y="10385"/>
                  <a:pt x="3204954" y="14010"/>
                  <a:pt x="3204954" y="18320"/>
                </a:cubicBezTo>
                <a:moveTo>
                  <a:pt x="3218473" y="146171"/>
                </a:moveTo>
                <a:lnTo>
                  <a:pt x="3217494" y="147151"/>
                </a:lnTo>
                <a:cubicBezTo>
                  <a:pt x="3211289" y="146694"/>
                  <a:pt x="3202341" y="146465"/>
                  <a:pt x="3190650" y="146465"/>
                </a:cubicBezTo>
                <a:cubicBezTo>
                  <a:pt x="3178959" y="146465"/>
                  <a:pt x="3170044" y="146694"/>
                  <a:pt x="3163904" y="147151"/>
                </a:cubicBezTo>
                <a:lnTo>
                  <a:pt x="3162924" y="146171"/>
                </a:lnTo>
                <a:lnTo>
                  <a:pt x="3162924" y="140195"/>
                </a:lnTo>
                <a:lnTo>
                  <a:pt x="3163904" y="139215"/>
                </a:lnTo>
                <a:cubicBezTo>
                  <a:pt x="3170174" y="139019"/>
                  <a:pt x="3174060" y="138530"/>
                  <a:pt x="3175563" y="137746"/>
                </a:cubicBezTo>
                <a:cubicBezTo>
                  <a:pt x="3176869" y="137158"/>
                  <a:pt x="3177587" y="135590"/>
                  <a:pt x="3177718" y="133043"/>
                </a:cubicBezTo>
                <a:cubicBezTo>
                  <a:pt x="3178175" y="124553"/>
                  <a:pt x="3178404" y="115441"/>
                  <a:pt x="3178404" y="105710"/>
                </a:cubicBezTo>
                <a:lnTo>
                  <a:pt x="3178404" y="91700"/>
                </a:lnTo>
                <a:cubicBezTo>
                  <a:pt x="3178404" y="79029"/>
                  <a:pt x="3177914" y="71518"/>
                  <a:pt x="3176934" y="69167"/>
                </a:cubicBezTo>
                <a:cubicBezTo>
                  <a:pt x="3176412" y="67861"/>
                  <a:pt x="3175007" y="67044"/>
                  <a:pt x="3172721" y="66718"/>
                </a:cubicBezTo>
                <a:cubicBezTo>
                  <a:pt x="3171938" y="66587"/>
                  <a:pt x="3169096" y="66424"/>
                  <a:pt x="3164198" y="66228"/>
                </a:cubicBezTo>
                <a:lnTo>
                  <a:pt x="3163218" y="65248"/>
                </a:lnTo>
                <a:lnTo>
                  <a:pt x="3163218" y="59762"/>
                </a:lnTo>
                <a:lnTo>
                  <a:pt x="3164198" y="58684"/>
                </a:lnTo>
                <a:cubicBezTo>
                  <a:pt x="3176738" y="57574"/>
                  <a:pt x="3189376" y="54863"/>
                  <a:pt x="3202112" y="50553"/>
                </a:cubicBezTo>
                <a:lnTo>
                  <a:pt x="3204170" y="51826"/>
                </a:lnTo>
                <a:cubicBezTo>
                  <a:pt x="3203321" y="63713"/>
                  <a:pt x="3202896" y="73739"/>
                  <a:pt x="3202896" y="81903"/>
                </a:cubicBezTo>
                <a:lnTo>
                  <a:pt x="3202896" y="113155"/>
                </a:lnTo>
                <a:cubicBezTo>
                  <a:pt x="3202896" y="117923"/>
                  <a:pt x="3203125" y="124553"/>
                  <a:pt x="3203582" y="133043"/>
                </a:cubicBezTo>
                <a:cubicBezTo>
                  <a:pt x="3203713" y="135590"/>
                  <a:pt x="3204431" y="137158"/>
                  <a:pt x="3205737" y="137746"/>
                </a:cubicBezTo>
                <a:cubicBezTo>
                  <a:pt x="3207239" y="138530"/>
                  <a:pt x="3211126" y="139019"/>
                  <a:pt x="3217396" y="139215"/>
                </a:cubicBezTo>
                <a:lnTo>
                  <a:pt x="3218473" y="140195"/>
                </a:lnTo>
                <a:lnTo>
                  <a:pt x="3218473" y="146171"/>
                </a:lnTo>
                <a:moveTo>
                  <a:pt x="3190650" y="154107"/>
                </a:moveTo>
                <a:lnTo>
                  <a:pt x="3190650" y="154107"/>
                </a:lnTo>
                <a:close/>
                <a:moveTo>
                  <a:pt x="3305049" y="115703"/>
                </a:moveTo>
                <a:cubicBezTo>
                  <a:pt x="3305049" y="126218"/>
                  <a:pt x="3301081" y="134692"/>
                  <a:pt x="3293145" y="141126"/>
                </a:cubicBezTo>
                <a:cubicBezTo>
                  <a:pt x="3285210" y="147559"/>
                  <a:pt x="3274841" y="150776"/>
                  <a:pt x="3262040" y="150776"/>
                </a:cubicBezTo>
                <a:cubicBezTo>
                  <a:pt x="3252961" y="150776"/>
                  <a:pt x="3243230" y="148816"/>
                  <a:pt x="3232845" y="144898"/>
                </a:cubicBezTo>
                <a:lnTo>
                  <a:pt x="3231767" y="143428"/>
                </a:lnTo>
                <a:cubicBezTo>
                  <a:pt x="3232355" y="137419"/>
                  <a:pt x="3232714" y="132749"/>
                  <a:pt x="3232845" y="129418"/>
                </a:cubicBezTo>
                <a:lnTo>
                  <a:pt x="3233335" y="117074"/>
                </a:lnTo>
                <a:lnTo>
                  <a:pt x="3234314" y="115996"/>
                </a:lnTo>
                <a:lnTo>
                  <a:pt x="3240094" y="115996"/>
                </a:lnTo>
                <a:lnTo>
                  <a:pt x="3241270" y="117074"/>
                </a:lnTo>
                <a:cubicBezTo>
                  <a:pt x="3241531" y="124389"/>
                  <a:pt x="3241825" y="128700"/>
                  <a:pt x="3242152" y="130006"/>
                </a:cubicBezTo>
                <a:cubicBezTo>
                  <a:pt x="3247703" y="137125"/>
                  <a:pt x="3254986" y="140685"/>
                  <a:pt x="3263999" y="140685"/>
                </a:cubicBezTo>
                <a:cubicBezTo>
                  <a:pt x="3269747" y="140685"/>
                  <a:pt x="3274351" y="139281"/>
                  <a:pt x="3277813" y="136472"/>
                </a:cubicBezTo>
                <a:cubicBezTo>
                  <a:pt x="3281275" y="133664"/>
                  <a:pt x="3283005" y="129908"/>
                  <a:pt x="3283005" y="125206"/>
                </a:cubicBezTo>
                <a:cubicBezTo>
                  <a:pt x="3283005" y="119262"/>
                  <a:pt x="3280393" y="115311"/>
                  <a:pt x="3275168" y="113351"/>
                </a:cubicBezTo>
                <a:cubicBezTo>
                  <a:pt x="3272947" y="112502"/>
                  <a:pt x="3268538" y="111392"/>
                  <a:pt x="3261942" y="110020"/>
                </a:cubicBezTo>
                <a:cubicBezTo>
                  <a:pt x="3251165" y="107734"/>
                  <a:pt x="3243948" y="105122"/>
                  <a:pt x="3240290" y="102183"/>
                </a:cubicBezTo>
                <a:cubicBezTo>
                  <a:pt x="3234739" y="97741"/>
                  <a:pt x="3231963" y="91177"/>
                  <a:pt x="3231963" y="82491"/>
                </a:cubicBezTo>
                <a:cubicBezTo>
                  <a:pt x="3231963" y="73020"/>
                  <a:pt x="3235392" y="65411"/>
                  <a:pt x="3242250" y="59664"/>
                </a:cubicBezTo>
                <a:cubicBezTo>
                  <a:pt x="3249434" y="53655"/>
                  <a:pt x="3259166" y="50650"/>
                  <a:pt x="3271445" y="50650"/>
                </a:cubicBezTo>
                <a:cubicBezTo>
                  <a:pt x="3281895" y="50650"/>
                  <a:pt x="3290582" y="52414"/>
                  <a:pt x="3297505" y="55941"/>
                </a:cubicBezTo>
                <a:lnTo>
                  <a:pt x="3298387" y="57508"/>
                </a:lnTo>
                <a:cubicBezTo>
                  <a:pt x="3297668" y="60447"/>
                  <a:pt x="3297113" y="67991"/>
                  <a:pt x="3296721" y="80139"/>
                </a:cubicBezTo>
                <a:lnTo>
                  <a:pt x="3295643" y="81119"/>
                </a:lnTo>
                <a:lnTo>
                  <a:pt x="3290059" y="81119"/>
                </a:lnTo>
                <a:lnTo>
                  <a:pt x="3288981" y="80139"/>
                </a:lnTo>
                <a:cubicBezTo>
                  <a:pt x="3288720" y="75437"/>
                  <a:pt x="3288263" y="71616"/>
                  <a:pt x="3287610" y="68677"/>
                </a:cubicBezTo>
                <a:cubicBezTo>
                  <a:pt x="3283495" y="63452"/>
                  <a:pt x="3277519" y="60839"/>
                  <a:pt x="3269681" y="60839"/>
                </a:cubicBezTo>
                <a:cubicBezTo>
                  <a:pt x="3264587" y="60839"/>
                  <a:pt x="3260407" y="62080"/>
                  <a:pt x="3257141" y="64562"/>
                </a:cubicBezTo>
                <a:cubicBezTo>
                  <a:pt x="3253876" y="67044"/>
                  <a:pt x="3252243" y="70310"/>
                  <a:pt x="3252243" y="74359"/>
                </a:cubicBezTo>
                <a:cubicBezTo>
                  <a:pt x="3252243" y="79780"/>
                  <a:pt x="3255019" y="83405"/>
                  <a:pt x="3260570" y="85234"/>
                </a:cubicBezTo>
                <a:cubicBezTo>
                  <a:pt x="3263052" y="86018"/>
                  <a:pt x="3267885" y="87128"/>
                  <a:pt x="3275070" y="88565"/>
                </a:cubicBezTo>
                <a:cubicBezTo>
                  <a:pt x="3286042" y="90720"/>
                  <a:pt x="3293292" y="93202"/>
                  <a:pt x="3296819" y="96011"/>
                </a:cubicBezTo>
                <a:cubicBezTo>
                  <a:pt x="3302305" y="100387"/>
                  <a:pt x="3305049" y="106951"/>
                  <a:pt x="3305049" y="115703"/>
                </a:cubicBezTo>
                <a:close/>
                <a:moveTo>
                  <a:pt x="3396289" y="134121"/>
                </a:moveTo>
                <a:lnTo>
                  <a:pt x="3391979" y="143820"/>
                </a:lnTo>
                <a:cubicBezTo>
                  <a:pt x="3383096" y="148457"/>
                  <a:pt x="3374344" y="150776"/>
                  <a:pt x="3365723" y="150776"/>
                </a:cubicBezTo>
                <a:cubicBezTo>
                  <a:pt x="3351158" y="150776"/>
                  <a:pt x="3340022" y="146596"/>
                  <a:pt x="3332315" y="138236"/>
                </a:cubicBezTo>
                <a:cubicBezTo>
                  <a:pt x="3324608" y="129876"/>
                  <a:pt x="3320754" y="118413"/>
                  <a:pt x="3320754" y="103848"/>
                </a:cubicBezTo>
                <a:cubicBezTo>
                  <a:pt x="3320754" y="90394"/>
                  <a:pt x="3323726" y="80172"/>
                  <a:pt x="3329670" y="73184"/>
                </a:cubicBezTo>
                <a:cubicBezTo>
                  <a:pt x="3331303" y="71224"/>
                  <a:pt x="3334405" y="68644"/>
                  <a:pt x="3338977" y="65444"/>
                </a:cubicBezTo>
                <a:cubicBezTo>
                  <a:pt x="3348382" y="58782"/>
                  <a:pt x="3354668" y="54798"/>
                  <a:pt x="3357836" y="53492"/>
                </a:cubicBezTo>
                <a:cubicBezTo>
                  <a:pt x="3361004" y="52185"/>
                  <a:pt x="3365853" y="51532"/>
                  <a:pt x="3372385" y="51532"/>
                </a:cubicBezTo>
                <a:cubicBezTo>
                  <a:pt x="3381267" y="51532"/>
                  <a:pt x="3388615" y="52871"/>
                  <a:pt x="3394428" y="55549"/>
                </a:cubicBezTo>
                <a:lnTo>
                  <a:pt x="3395408" y="57312"/>
                </a:lnTo>
                <a:cubicBezTo>
                  <a:pt x="3395342" y="58162"/>
                  <a:pt x="3394885" y="61199"/>
                  <a:pt x="3394036" y="66424"/>
                </a:cubicBezTo>
                <a:lnTo>
                  <a:pt x="3392958" y="73086"/>
                </a:lnTo>
                <a:cubicBezTo>
                  <a:pt x="3392762" y="74196"/>
                  <a:pt x="3392469" y="78572"/>
                  <a:pt x="3392077" y="86214"/>
                </a:cubicBezTo>
                <a:lnTo>
                  <a:pt x="3391097" y="87193"/>
                </a:lnTo>
                <a:lnTo>
                  <a:pt x="3385219" y="87193"/>
                </a:lnTo>
                <a:lnTo>
                  <a:pt x="3384239" y="86214"/>
                </a:lnTo>
                <a:cubicBezTo>
                  <a:pt x="3383847" y="80401"/>
                  <a:pt x="3383390" y="76351"/>
                  <a:pt x="3382867" y="74065"/>
                </a:cubicBezTo>
                <a:cubicBezTo>
                  <a:pt x="3379994" y="68971"/>
                  <a:pt x="3374475" y="66424"/>
                  <a:pt x="3366311" y="66424"/>
                </a:cubicBezTo>
                <a:cubicBezTo>
                  <a:pt x="3352464" y="66424"/>
                  <a:pt x="3345541" y="75404"/>
                  <a:pt x="3345541" y="93365"/>
                </a:cubicBezTo>
                <a:cubicBezTo>
                  <a:pt x="3345541" y="106428"/>
                  <a:pt x="3348317" y="116715"/>
                  <a:pt x="3353868" y="124226"/>
                </a:cubicBezTo>
                <a:cubicBezTo>
                  <a:pt x="3359551" y="131998"/>
                  <a:pt x="3367551" y="135884"/>
                  <a:pt x="3377871" y="135884"/>
                </a:cubicBezTo>
                <a:cubicBezTo>
                  <a:pt x="3384141" y="135884"/>
                  <a:pt x="3389660" y="134545"/>
                  <a:pt x="3394428" y="131868"/>
                </a:cubicBezTo>
                <a:lnTo>
                  <a:pt x="3396289" y="134121"/>
                </a:lnTo>
                <a:close/>
                <a:moveTo>
                  <a:pt x="3462254" y="146171"/>
                </a:moveTo>
                <a:lnTo>
                  <a:pt x="3461274" y="147151"/>
                </a:lnTo>
                <a:cubicBezTo>
                  <a:pt x="3455069" y="146694"/>
                  <a:pt x="3446121" y="146465"/>
                  <a:pt x="3434430" y="146465"/>
                </a:cubicBezTo>
                <a:cubicBezTo>
                  <a:pt x="3422739" y="146465"/>
                  <a:pt x="3413824" y="146694"/>
                  <a:pt x="3407684" y="147151"/>
                </a:cubicBezTo>
                <a:lnTo>
                  <a:pt x="3406705" y="146171"/>
                </a:lnTo>
                <a:lnTo>
                  <a:pt x="3406705" y="140195"/>
                </a:lnTo>
                <a:lnTo>
                  <a:pt x="3407684" y="139215"/>
                </a:lnTo>
                <a:cubicBezTo>
                  <a:pt x="3413954" y="139019"/>
                  <a:pt x="3417840" y="138530"/>
                  <a:pt x="3419343" y="137746"/>
                </a:cubicBezTo>
                <a:cubicBezTo>
                  <a:pt x="3420649" y="137158"/>
                  <a:pt x="3421367" y="135590"/>
                  <a:pt x="3421498" y="133043"/>
                </a:cubicBezTo>
                <a:cubicBezTo>
                  <a:pt x="3421955" y="124553"/>
                  <a:pt x="3422184" y="109694"/>
                  <a:pt x="3422184" y="88467"/>
                </a:cubicBezTo>
                <a:lnTo>
                  <a:pt x="3422184" y="55647"/>
                </a:lnTo>
                <a:cubicBezTo>
                  <a:pt x="3422184" y="41931"/>
                  <a:pt x="3421955" y="30828"/>
                  <a:pt x="3421498" y="22337"/>
                </a:cubicBezTo>
                <a:cubicBezTo>
                  <a:pt x="3421367" y="19921"/>
                  <a:pt x="3420649" y="18337"/>
                  <a:pt x="3419343" y="17586"/>
                </a:cubicBezTo>
                <a:cubicBezTo>
                  <a:pt x="3418036" y="16835"/>
                  <a:pt x="3414248" y="16361"/>
                  <a:pt x="3407978" y="16165"/>
                </a:cubicBezTo>
                <a:lnTo>
                  <a:pt x="3406998" y="15087"/>
                </a:lnTo>
                <a:lnTo>
                  <a:pt x="3406998" y="9699"/>
                </a:lnTo>
                <a:lnTo>
                  <a:pt x="3407978" y="8621"/>
                </a:lnTo>
                <a:cubicBezTo>
                  <a:pt x="3420584" y="7250"/>
                  <a:pt x="3433222" y="4539"/>
                  <a:pt x="3445893" y="490"/>
                </a:cubicBezTo>
                <a:lnTo>
                  <a:pt x="3447950" y="1665"/>
                </a:lnTo>
                <a:cubicBezTo>
                  <a:pt x="3447950" y="3429"/>
                  <a:pt x="3447852" y="6662"/>
                  <a:pt x="3447656" y="11365"/>
                </a:cubicBezTo>
                <a:cubicBezTo>
                  <a:pt x="3447003" y="26974"/>
                  <a:pt x="3446676" y="44250"/>
                  <a:pt x="3446676" y="63191"/>
                </a:cubicBezTo>
                <a:lnTo>
                  <a:pt x="3446676" y="88467"/>
                </a:lnTo>
                <a:cubicBezTo>
                  <a:pt x="3446676" y="109694"/>
                  <a:pt x="3446905" y="124553"/>
                  <a:pt x="3447362" y="133043"/>
                </a:cubicBezTo>
                <a:cubicBezTo>
                  <a:pt x="3447493" y="135590"/>
                  <a:pt x="3448211" y="137158"/>
                  <a:pt x="3449517" y="137746"/>
                </a:cubicBezTo>
                <a:cubicBezTo>
                  <a:pt x="3451020" y="138530"/>
                  <a:pt x="3454906" y="139019"/>
                  <a:pt x="3461176" y="139215"/>
                </a:cubicBezTo>
                <a:lnTo>
                  <a:pt x="3462254" y="140195"/>
                </a:lnTo>
                <a:lnTo>
                  <a:pt x="3462254" y="146171"/>
                </a:lnTo>
                <a:close/>
                <a:moveTo>
                  <a:pt x="3570387" y="97872"/>
                </a:moveTo>
                <a:cubicBezTo>
                  <a:pt x="3570387" y="120993"/>
                  <a:pt x="3562615" y="136635"/>
                  <a:pt x="3547070" y="144800"/>
                </a:cubicBezTo>
                <a:cubicBezTo>
                  <a:pt x="3539494" y="148784"/>
                  <a:pt x="3530840" y="150776"/>
                  <a:pt x="3521108" y="150776"/>
                </a:cubicBezTo>
                <a:cubicBezTo>
                  <a:pt x="3506086" y="150776"/>
                  <a:pt x="3494640" y="146432"/>
                  <a:pt x="3486770" y="137746"/>
                </a:cubicBezTo>
                <a:cubicBezTo>
                  <a:pt x="3478899" y="129059"/>
                  <a:pt x="3474964" y="116617"/>
                  <a:pt x="3474964" y="100419"/>
                </a:cubicBezTo>
                <a:cubicBezTo>
                  <a:pt x="3474964" y="78017"/>
                  <a:pt x="3482606" y="63093"/>
                  <a:pt x="3497889" y="55647"/>
                </a:cubicBezTo>
                <a:cubicBezTo>
                  <a:pt x="3505400" y="51989"/>
                  <a:pt x="3514120" y="50161"/>
                  <a:pt x="3524047" y="50161"/>
                </a:cubicBezTo>
                <a:cubicBezTo>
                  <a:pt x="3544882" y="50161"/>
                  <a:pt x="3558696" y="57378"/>
                  <a:pt x="3565489" y="71812"/>
                </a:cubicBezTo>
                <a:cubicBezTo>
                  <a:pt x="3568754" y="78735"/>
                  <a:pt x="3570387" y="87422"/>
                  <a:pt x="3570387" y="97872"/>
                </a:cubicBezTo>
                <a:moveTo>
                  <a:pt x="3543249" y="105906"/>
                </a:moveTo>
                <a:cubicBezTo>
                  <a:pt x="3543249" y="89643"/>
                  <a:pt x="3541470" y="78000"/>
                  <a:pt x="3537910" y="70979"/>
                </a:cubicBezTo>
                <a:cubicBezTo>
                  <a:pt x="3534350" y="63958"/>
                  <a:pt x="3528913" y="60447"/>
                  <a:pt x="3521598" y="60447"/>
                </a:cubicBezTo>
                <a:cubicBezTo>
                  <a:pt x="3508601" y="60447"/>
                  <a:pt x="3502102" y="72171"/>
                  <a:pt x="3502102" y="95619"/>
                </a:cubicBezTo>
                <a:cubicBezTo>
                  <a:pt x="3502102" y="125728"/>
                  <a:pt x="3509384" y="140783"/>
                  <a:pt x="3523949" y="140783"/>
                </a:cubicBezTo>
                <a:cubicBezTo>
                  <a:pt x="3533028" y="140783"/>
                  <a:pt x="3538808" y="135786"/>
                  <a:pt x="3541290" y="125793"/>
                </a:cubicBezTo>
                <a:cubicBezTo>
                  <a:pt x="3542596" y="120568"/>
                  <a:pt x="3543249" y="113939"/>
                  <a:pt x="3543249" y="105906"/>
                </a:cubicBezTo>
                <a:moveTo>
                  <a:pt x="3523655" y="154107"/>
                </a:moveTo>
                <a:lnTo>
                  <a:pt x="3523655" y="154107"/>
                </a:lnTo>
                <a:moveTo>
                  <a:pt x="3523655" y="46732"/>
                </a:moveTo>
                <a:lnTo>
                  <a:pt x="3523655" y="46732"/>
                </a:lnTo>
                <a:close/>
                <a:moveTo>
                  <a:pt x="3660587" y="115703"/>
                </a:moveTo>
                <a:cubicBezTo>
                  <a:pt x="3660587" y="126218"/>
                  <a:pt x="3656619" y="134692"/>
                  <a:pt x="3648684" y="141126"/>
                </a:cubicBezTo>
                <a:cubicBezTo>
                  <a:pt x="3640748" y="147559"/>
                  <a:pt x="3630380" y="150776"/>
                  <a:pt x="3617578" y="150776"/>
                </a:cubicBezTo>
                <a:cubicBezTo>
                  <a:pt x="3608500" y="150776"/>
                  <a:pt x="3598768" y="148816"/>
                  <a:pt x="3588383" y="144898"/>
                </a:cubicBezTo>
                <a:lnTo>
                  <a:pt x="3587305" y="143428"/>
                </a:lnTo>
                <a:cubicBezTo>
                  <a:pt x="3587893" y="137419"/>
                  <a:pt x="3588252" y="132749"/>
                  <a:pt x="3588383" y="129418"/>
                </a:cubicBezTo>
                <a:lnTo>
                  <a:pt x="3588873" y="117074"/>
                </a:lnTo>
                <a:lnTo>
                  <a:pt x="3589853" y="115996"/>
                </a:lnTo>
                <a:lnTo>
                  <a:pt x="3595633" y="115996"/>
                </a:lnTo>
                <a:lnTo>
                  <a:pt x="3596809" y="117074"/>
                </a:lnTo>
                <a:cubicBezTo>
                  <a:pt x="3597070" y="124389"/>
                  <a:pt x="3597364" y="128700"/>
                  <a:pt x="3597690" y="130006"/>
                </a:cubicBezTo>
                <a:cubicBezTo>
                  <a:pt x="3603242" y="137125"/>
                  <a:pt x="3610524" y="140685"/>
                  <a:pt x="3619538" y="140685"/>
                </a:cubicBezTo>
                <a:cubicBezTo>
                  <a:pt x="3625285" y="140685"/>
                  <a:pt x="3629890" y="139281"/>
                  <a:pt x="3633351" y="136472"/>
                </a:cubicBezTo>
                <a:cubicBezTo>
                  <a:pt x="3636813" y="133664"/>
                  <a:pt x="3638544" y="129908"/>
                  <a:pt x="3638544" y="125206"/>
                </a:cubicBezTo>
                <a:cubicBezTo>
                  <a:pt x="3638544" y="119262"/>
                  <a:pt x="3635931" y="115311"/>
                  <a:pt x="3630706" y="113351"/>
                </a:cubicBezTo>
                <a:cubicBezTo>
                  <a:pt x="3628486" y="112502"/>
                  <a:pt x="3624077" y="111392"/>
                  <a:pt x="3617480" y="110020"/>
                </a:cubicBezTo>
                <a:cubicBezTo>
                  <a:pt x="3606704" y="107734"/>
                  <a:pt x="3599486" y="105122"/>
                  <a:pt x="3595829" y="102183"/>
                </a:cubicBezTo>
                <a:cubicBezTo>
                  <a:pt x="3590277" y="97741"/>
                  <a:pt x="3587501" y="91177"/>
                  <a:pt x="3587501" y="82491"/>
                </a:cubicBezTo>
                <a:cubicBezTo>
                  <a:pt x="3587501" y="73020"/>
                  <a:pt x="3590930" y="65411"/>
                  <a:pt x="3597788" y="59664"/>
                </a:cubicBezTo>
                <a:cubicBezTo>
                  <a:pt x="3604973" y="53655"/>
                  <a:pt x="3614704" y="50650"/>
                  <a:pt x="3626983" y="50650"/>
                </a:cubicBezTo>
                <a:cubicBezTo>
                  <a:pt x="3637433" y="50650"/>
                  <a:pt x="3646120" y="52414"/>
                  <a:pt x="3653043" y="55941"/>
                </a:cubicBezTo>
                <a:lnTo>
                  <a:pt x="3653925" y="57508"/>
                </a:lnTo>
                <a:cubicBezTo>
                  <a:pt x="3653207" y="60447"/>
                  <a:pt x="3652651" y="67991"/>
                  <a:pt x="3652260" y="80139"/>
                </a:cubicBezTo>
                <a:lnTo>
                  <a:pt x="3651182" y="81119"/>
                </a:lnTo>
                <a:lnTo>
                  <a:pt x="3645598" y="81119"/>
                </a:lnTo>
                <a:lnTo>
                  <a:pt x="3644520" y="80139"/>
                </a:lnTo>
                <a:cubicBezTo>
                  <a:pt x="3644259" y="75437"/>
                  <a:pt x="3643801" y="71616"/>
                  <a:pt x="3643148" y="68677"/>
                </a:cubicBezTo>
                <a:cubicBezTo>
                  <a:pt x="3639034" y="63452"/>
                  <a:pt x="3633057" y="60839"/>
                  <a:pt x="3625220" y="60839"/>
                </a:cubicBezTo>
                <a:cubicBezTo>
                  <a:pt x="3620125" y="60839"/>
                  <a:pt x="3615945" y="62080"/>
                  <a:pt x="3612680" y="64562"/>
                </a:cubicBezTo>
                <a:cubicBezTo>
                  <a:pt x="3609414" y="67044"/>
                  <a:pt x="3607781" y="70310"/>
                  <a:pt x="3607781" y="74359"/>
                </a:cubicBezTo>
                <a:cubicBezTo>
                  <a:pt x="3607781" y="79780"/>
                  <a:pt x="3610557" y="83405"/>
                  <a:pt x="3616109" y="85234"/>
                </a:cubicBezTo>
                <a:cubicBezTo>
                  <a:pt x="3618591" y="86018"/>
                  <a:pt x="3623424" y="87128"/>
                  <a:pt x="3630608" y="88565"/>
                </a:cubicBezTo>
                <a:cubicBezTo>
                  <a:pt x="3641581" y="90720"/>
                  <a:pt x="3648831" y="93202"/>
                  <a:pt x="3652358" y="96011"/>
                </a:cubicBezTo>
                <a:cubicBezTo>
                  <a:pt x="3657844" y="100387"/>
                  <a:pt x="3660587" y="106951"/>
                  <a:pt x="3660587" y="115703"/>
                </a:cubicBezTo>
                <a:close/>
                <a:moveTo>
                  <a:pt x="3785138" y="145975"/>
                </a:moveTo>
                <a:lnTo>
                  <a:pt x="3784158" y="146955"/>
                </a:lnTo>
                <a:cubicBezTo>
                  <a:pt x="3774361" y="146628"/>
                  <a:pt x="3768189" y="146465"/>
                  <a:pt x="3765642" y="146465"/>
                </a:cubicBezTo>
                <a:cubicBezTo>
                  <a:pt x="3763486" y="146465"/>
                  <a:pt x="3760286" y="146547"/>
                  <a:pt x="3756040" y="146710"/>
                </a:cubicBezTo>
                <a:cubicBezTo>
                  <a:pt x="3751795" y="146873"/>
                  <a:pt x="3748627" y="146955"/>
                  <a:pt x="3746537" y="146955"/>
                </a:cubicBezTo>
                <a:lnTo>
                  <a:pt x="3745754" y="146171"/>
                </a:lnTo>
                <a:cubicBezTo>
                  <a:pt x="3746276" y="140816"/>
                  <a:pt x="3746537" y="135721"/>
                  <a:pt x="3746537" y="130888"/>
                </a:cubicBezTo>
                <a:cubicBezTo>
                  <a:pt x="3743141" y="133435"/>
                  <a:pt x="3737198" y="138856"/>
                  <a:pt x="3728707" y="147151"/>
                </a:cubicBezTo>
                <a:cubicBezTo>
                  <a:pt x="3724461" y="148784"/>
                  <a:pt x="3719922" y="149600"/>
                  <a:pt x="3715089" y="149600"/>
                </a:cubicBezTo>
                <a:cubicBezTo>
                  <a:pt x="3706272" y="149600"/>
                  <a:pt x="3699316" y="147200"/>
                  <a:pt x="3694221" y="142399"/>
                </a:cubicBezTo>
                <a:cubicBezTo>
                  <a:pt x="3689127" y="137599"/>
                  <a:pt x="3686580" y="130692"/>
                  <a:pt x="3686580" y="121679"/>
                </a:cubicBezTo>
                <a:cubicBezTo>
                  <a:pt x="3686580" y="120568"/>
                  <a:pt x="3686645" y="118217"/>
                  <a:pt x="3686776" y="114625"/>
                </a:cubicBezTo>
                <a:cubicBezTo>
                  <a:pt x="3686906" y="111033"/>
                  <a:pt x="3686972" y="107571"/>
                  <a:pt x="3686972" y="104240"/>
                </a:cubicBezTo>
                <a:lnTo>
                  <a:pt x="3686972" y="91700"/>
                </a:lnTo>
                <a:cubicBezTo>
                  <a:pt x="3686972" y="78768"/>
                  <a:pt x="3686482" y="71257"/>
                  <a:pt x="3685502" y="69167"/>
                </a:cubicBezTo>
                <a:cubicBezTo>
                  <a:pt x="3684849" y="67861"/>
                  <a:pt x="3683445" y="67044"/>
                  <a:pt x="3681289" y="66718"/>
                </a:cubicBezTo>
                <a:cubicBezTo>
                  <a:pt x="3680506" y="66587"/>
                  <a:pt x="3677632" y="66424"/>
                  <a:pt x="3672668" y="66228"/>
                </a:cubicBezTo>
                <a:lnTo>
                  <a:pt x="3671688" y="65248"/>
                </a:lnTo>
                <a:lnTo>
                  <a:pt x="3671688" y="59762"/>
                </a:lnTo>
                <a:lnTo>
                  <a:pt x="3672668" y="58684"/>
                </a:lnTo>
                <a:cubicBezTo>
                  <a:pt x="3685143" y="57574"/>
                  <a:pt x="3697781" y="54863"/>
                  <a:pt x="3710582" y="50553"/>
                </a:cubicBezTo>
                <a:lnTo>
                  <a:pt x="3712738" y="51826"/>
                </a:lnTo>
                <a:cubicBezTo>
                  <a:pt x="3711889" y="62668"/>
                  <a:pt x="3711464" y="72694"/>
                  <a:pt x="3711464" y="81903"/>
                </a:cubicBezTo>
                <a:lnTo>
                  <a:pt x="3711464" y="101007"/>
                </a:lnTo>
                <a:cubicBezTo>
                  <a:pt x="3711464" y="109955"/>
                  <a:pt x="3711758" y="116062"/>
                  <a:pt x="3712346" y="119327"/>
                </a:cubicBezTo>
                <a:cubicBezTo>
                  <a:pt x="3712999" y="123246"/>
                  <a:pt x="3714550" y="126218"/>
                  <a:pt x="3716999" y="128243"/>
                </a:cubicBezTo>
                <a:cubicBezTo>
                  <a:pt x="3719449" y="130267"/>
                  <a:pt x="3722731" y="131280"/>
                  <a:pt x="3726845" y="131280"/>
                </a:cubicBezTo>
                <a:cubicBezTo>
                  <a:pt x="3731940" y="131280"/>
                  <a:pt x="3736414" y="129647"/>
                  <a:pt x="3740267" y="126381"/>
                </a:cubicBezTo>
                <a:cubicBezTo>
                  <a:pt x="3743925" y="123116"/>
                  <a:pt x="3745852" y="119393"/>
                  <a:pt x="3746048" y="115213"/>
                </a:cubicBezTo>
                <a:cubicBezTo>
                  <a:pt x="3746178" y="112012"/>
                  <a:pt x="3746243" y="110020"/>
                  <a:pt x="3746243" y="109237"/>
                </a:cubicBezTo>
                <a:lnTo>
                  <a:pt x="3746243" y="91700"/>
                </a:lnTo>
                <a:cubicBezTo>
                  <a:pt x="3746243" y="78899"/>
                  <a:pt x="3745754" y="71387"/>
                  <a:pt x="3744774" y="69167"/>
                </a:cubicBezTo>
                <a:cubicBezTo>
                  <a:pt x="3744186" y="67861"/>
                  <a:pt x="3742815" y="67044"/>
                  <a:pt x="3740659" y="66718"/>
                </a:cubicBezTo>
                <a:cubicBezTo>
                  <a:pt x="3739875" y="66587"/>
                  <a:pt x="3737002" y="66424"/>
                  <a:pt x="3732038" y="66228"/>
                </a:cubicBezTo>
                <a:lnTo>
                  <a:pt x="3730960" y="65248"/>
                </a:lnTo>
                <a:lnTo>
                  <a:pt x="3730960" y="59762"/>
                </a:lnTo>
                <a:lnTo>
                  <a:pt x="3732038" y="58684"/>
                </a:lnTo>
                <a:cubicBezTo>
                  <a:pt x="3744447" y="57574"/>
                  <a:pt x="3757085" y="54863"/>
                  <a:pt x="3769952" y="50553"/>
                </a:cubicBezTo>
                <a:lnTo>
                  <a:pt x="3772010" y="51826"/>
                </a:lnTo>
                <a:cubicBezTo>
                  <a:pt x="3771161" y="61623"/>
                  <a:pt x="3770736" y="71649"/>
                  <a:pt x="3770736" y="81903"/>
                </a:cubicBezTo>
                <a:lnTo>
                  <a:pt x="3770736" y="112665"/>
                </a:lnTo>
                <a:cubicBezTo>
                  <a:pt x="3770736" y="126447"/>
                  <a:pt x="3771128" y="134252"/>
                  <a:pt x="3771912" y="136080"/>
                </a:cubicBezTo>
                <a:cubicBezTo>
                  <a:pt x="3772303" y="136995"/>
                  <a:pt x="3772957" y="137583"/>
                  <a:pt x="3773871" y="137844"/>
                </a:cubicBezTo>
                <a:cubicBezTo>
                  <a:pt x="3775439" y="138301"/>
                  <a:pt x="3778835" y="138693"/>
                  <a:pt x="3784060" y="139019"/>
                </a:cubicBezTo>
                <a:lnTo>
                  <a:pt x="3785138" y="139999"/>
                </a:lnTo>
                <a:lnTo>
                  <a:pt x="3785138" y="145975"/>
                </a:lnTo>
                <a:moveTo>
                  <a:pt x="3728315" y="46732"/>
                </a:moveTo>
                <a:lnTo>
                  <a:pt x="3728315" y="46732"/>
                </a:lnTo>
                <a:moveTo>
                  <a:pt x="3728315" y="154107"/>
                </a:moveTo>
                <a:lnTo>
                  <a:pt x="3728315" y="154107"/>
                </a:lnTo>
                <a:close/>
                <a:moveTo>
                  <a:pt x="3867152" y="51826"/>
                </a:moveTo>
                <a:lnTo>
                  <a:pt x="3866466" y="69265"/>
                </a:lnTo>
                <a:cubicBezTo>
                  <a:pt x="3866401" y="72139"/>
                  <a:pt x="3866270" y="75404"/>
                  <a:pt x="3866074" y="79062"/>
                </a:cubicBezTo>
                <a:lnTo>
                  <a:pt x="3861959" y="80335"/>
                </a:lnTo>
                <a:cubicBezTo>
                  <a:pt x="3858890" y="75894"/>
                  <a:pt x="3854644" y="73673"/>
                  <a:pt x="3849223" y="73673"/>
                </a:cubicBezTo>
                <a:cubicBezTo>
                  <a:pt x="3844325" y="73673"/>
                  <a:pt x="3840275" y="75633"/>
                  <a:pt x="3837075" y="79552"/>
                </a:cubicBezTo>
                <a:cubicBezTo>
                  <a:pt x="3835116" y="81968"/>
                  <a:pt x="3834136" y="85528"/>
                  <a:pt x="3834136" y="90230"/>
                </a:cubicBezTo>
                <a:lnTo>
                  <a:pt x="3834136" y="113155"/>
                </a:lnTo>
                <a:cubicBezTo>
                  <a:pt x="3834136" y="117923"/>
                  <a:pt x="3834365" y="124553"/>
                  <a:pt x="3834822" y="133043"/>
                </a:cubicBezTo>
                <a:cubicBezTo>
                  <a:pt x="3834952" y="135460"/>
                  <a:pt x="3835638" y="137027"/>
                  <a:pt x="3836879" y="137746"/>
                </a:cubicBezTo>
                <a:cubicBezTo>
                  <a:pt x="3838120" y="138464"/>
                  <a:pt x="3842659" y="138954"/>
                  <a:pt x="3850497" y="139215"/>
                </a:cubicBezTo>
                <a:lnTo>
                  <a:pt x="3851477" y="140097"/>
                </a:lnTo>
                <a:lnTo>
                  <a:pt x="3851477" y="146073"/>
                </a:lnTo>
                <a:lnTo>
                  <a:pt x="3850497" y="147053"/>
                </a:lnTo>
                <a:cubicBezTo>
                  <a:pt x="3840896" y="146661"/>
                  <a:pt x="3831360" y="146465"/>
                  <a:pt x="3821890" y="146465"/>
                </a:cubicBezTo>
                <a:cubicBezTo>
                  <a:pt x="3810199" y="146465"/>
                  <a:pt x="3801283" y="146694"/>
                  <a:pt x="3795144" y="147151"/>
                </a:cubicBezTo>
                <a:lnTo>
                  <a:pt x="3794164" y="146171"/>
                </a:lnTo>
                <a:lnTo>
                  <a:pt x="3794164" y="140195"/>
                </a:lnTo>
                <a:lnTo>
                  <a:pt x="3795144" y="139215"/>
                </a:lnTo>
                <a:cubicBezTo>
                  <a:pt x="3801414" y="139019"/>
                  <a:pt x="3805300" y="138530"/>
                  <a:pt x="3806802" y="137746"/>
                </a:cubicBezTo>
                <a:cubicBezTo>
                  <a:pt x="3808109" y="137158"/>
                  <a:pt x="3808827" y="135590"/>
                  <a:pt x="3808958" y="133043"/>
                </a:cubicBezTo>
                <a:cubicBezTo>
                  <a:pt x="3809415" y="124553"/>
                  <a:pt x="3809643" y="115441"/>
                  <a:pt x="3809643" y="105710"/>
                </a:cubicBezTo>
                <a:lnTo>
                  <a:pt x="3809643" y="91700"/>
                </a:lnTo>
                <a:cubicBezTo>
                  <a:pt x="3809643" y="78637"/>
                  <a:pt x="3809154" y="71126"/>
                  <a:pt x="3808174" y="69167"/>
                </a:cubicBezTo>
                <a:cubicBezTo>
                  <a:pt x="3807521" y="67861"/>
                  <a:pt x="3806117" y="67044"/>
                  <a:pt x="3803961" y="66718"/>
                </a:cubicBezTo>
                <a:cubicBezTo>
                  <a:pt x="3803177" y="66587"/>
                  <a:pt x="3800336" y="66424"/>
                  <a:pt x="3795438" y="66228"/>
                </a:cubicBezTo>
                <a:lnTo>
                  <a:pt x="3794458" y="65248"/>
                </a:lnTo>
                <a:lnTo>
                  <a:pt x="3794458" y="59762"/>
                </a:lnTo>
                <a:lnTo>
                  <a:pt x="3795438" y="58684"/>
                </a:lnTo>
                <a:cubicBezTo>
                  <a:pt x="3807194" y="57574"/>
                  <a:pt x="3819571" y="54863"/>
                  <a:pt x="3832568" y="50553"/>
                </a:cubicBezTo>
                <a:lnTo>
                  <a:pt x="3834724" y="51826"/>
                </a:lnTo>
                <a:lnTo>
                  <a:pt x="3834528" y="71028"/>
                </a:lnTo>
                <a:cubicBezTo>
                  <a:pt x="3838577" y="66326"/>
                  <a:pt x="3843476" y="60839"/>
                  <a:pt x="3849223" y="54569"/>
                </a:cubicBezTo>
                <a:cubicBezTo>
                  <a:pt x="3851901" y="51957"/>
                  <a:pt x="3855559" y="50650"/>
                  <a:pt x="3860196" y="50650"/>
                </a:cubicBezTo>
                <a:cubicBezTo>
                  <a:pt x="3862939" y="50650"/>
                  <a:pt x="3865258" y="51042"/>
                  <a:pt x="3867152" y="51826"/>
                </a:cubicBezTo>
                <a:close/>
                <a:moveTo>
                  <a:pt x="3960583" y="91504"/>
                </a:moveTo>
                <a:cubicBezTo>
                  <a:pt x="3960583" y="92614"/>
                  <a:pt x="3960550" y="94280"/>
                  <a:pt x="3960485" y="96500"/>
                </a:cubicBezTo>
                <a:lnTo>
                  <a:pt x="3959408" y="97872"/>
                </a:lnTo>
                <a:cubicBezTo>
                  <a:pt x="3950786" y="100223"/>
                  <a:pt x="3939356" y="101399"/>
                  <a:pt x="3925118" y="101399"/>
                </a:cubicBezTo>
                <a:cubicBezTo>
                  <a:pt x="3922571" y="101399"/>
                  <a:pt x="3918717" y="101448"/>
                  <a:pt x="3913558" y="101546"/>
                </a:cubicBezTo>
                <a:cubicBezTo>
                  <a:pt x="3908398" y="101644"/>
                  <a:pt x="3904512" y="101693"/>
                  <a:pt x="3901899" y="101693"/>
                </a:cubicBezTo>
                <a:cubicBezTo>
                  <a:pt x="3902291" y="111294"/>
                  <a:pt x="3905263" y="119229"/>
                  <a:pt x="3910814" y="125500"/>
                </a:cubicBezTo>
                <a:cubicBezTo>
                  <a:pt x="3916627" y="132227"/>
                  <a:pt x="3924204" y="135590"/>
                  <a:pt x="3933543" y="135590"/>
                </a:cubicBezTo>
                <a:cubicBezTo>
                  <a:pt x="3939814" y="135590"/>
                  <a:pt x="3947259" y="133435"/>
                  <a:pt x="3955881" y="129124"/>
                </a:cubicBezTo>
                <a:lnTo>
                  <a:pt x="3958232" y="131966"/>
                </a:lnTo>
                <a:lnTo>
                  <a:pt x="3953921" y="141665"/>
                </a:lnTo>
                <a:cubicBezTo>
                  <a:pt x="3944385" y="147739"/>
                  <a:pt x="3934033" y="150776"/>
                  <a:pt x="3922865" y="150776"/>
                </a:cubicBezTo>
                <a:cubicBezTo>
                  <a:pt x="3908169" y="150776"/>
                  <a:pt x="3896756" y="146628"/>
                  <a:pt x="3888624" y="138334"/>
                </a:cubicBezTo>
                <a:cubicBezTo>
                  <a:pt x="3880493" y="130039"/>
                  <a:pt x="3876427" y="118217"/>
                  <a:pt x="3876427" y="102868"/>
                </a:cubicBezTo>
                <a:cubicBezTo>
                  <a:pt x="3876427" y="84646"/>
                  <a:pt x="3880770" y="72171"/>
                  <a:pt x="3889457" y="65444"/>
                </a:cubicBezTo>
                <a:cubicBezTo>
                  <a:pt x="3901475" y="56169"/>
                  <a:pt x="3912872" y="51532"/>
                  <a:pt x="3923648" y="51532"/>
                </a:cubicBezTo>
                <a:cubicBezTo>
                  <a:pt x="3935340" y="51532"/>
                  <a:pt x="3944385" y="54896"/>
                  <a:pt x="3950786" y="61623"/>
                </a:cubicBezTo>
                <a:cubicBezTo>
                  <a:pt x="3957317" y="68546"/>
                  <a:pt x="3960583" y="78507"/>
                  <a:pt x="3960583" y="91504"/>
                </a:cubicBezTo>
                <a:moveTo>
                  <a:pt x="3935013" y="88957"/>
                </a:moveTo>
                <a:cubicBezTo>
                  <a:pt x="3935013" y="71322"/>
                  <a:pt x="3929527" y="62505"/>
                  <a:pt x="3918554" y="62505"/>
                </a:cubicBezTo>
                <a:cubicBezTo>
                  <a:pt x="3906994" y="62505"/>
                  <a:pt x="3901213" y="71257"/>
                  <a:pt x="3901213" y="88761"/>
                </a:cubicBezTo>
                <a:lnTo>
                  <a:pt x="3901213" y="90916"/>
                </a:lnTo>
                <a:cubicBezTo>
                  <a:pt x="3905002" y="91504"/>
                  <a:pt x="3911729" y="91798"/>
                  <a:pt x="3921395" y="91798"/>
                </a:cubicBezTo>
                <a:cubicBezTo>
                  <a:pt x="3926424" y="91798"/>
                  <a:pt x="3930931" y="91504"/>
                  <a:pt x="3934915" y="90916"/>
                </a:cubicBezTo>
                <a:cubicBezTo>
                  <a:pt x="3934980" y="90002"/>
                  <a:pt x="3935013" y="89349"/>
                  <a:pt x="3935013" y="88957"/>
                </a:cubicBezTo>
                <a:moveTo>
                  <a:pt x="3923159" y="154107"/>
                </a:moveTo>
                <a:lnTo>
                  <a:pt x="3923159" y="154107"/>
                </a:lnTo>
                <a:moveTo>
                  <a:pt x="3923159" y="46732"/>
                </a:moveTo>
                <a:lnTo>
                  <a:pt x="3923159" y="46732"/>
                </a:lnTo>
                <a:close/>
                <a:moveTo>
                  <a:pt x="4106564" y="134121"/>
                </a:moveTo>
                <a:lnTo>
                  <a:pt x="4102254" y="143820"/>
                </a:lnTo>
                <a:cubicBezTo>
                  <a:pt x="4093371" y="148457"/>
                  <a:pt x="4084619" y="150776"/>
                  <a:pt x="4075998" y="150776"/>
                </a:cubicBezTo>
                <a:cubicBezTo>
                  <a:pt x="4061433" y="150776"/>
                  <a:pt x="4050297" y="146596"/>
                  <a:pt x="4042590" y="138236"/>
                </a:cubicBezTo>
                <a:cubicBezTo>
                  <a:pt x="4034883" y="129876"/>
                  <a:pt x="4031030" y="118413"/>
                  <a:pt x="4031030" y="103848"/>
                </a:cubicBezTo>
                <a:cubicBezTo>
                  <a:pt x="4031030" y="90394"/>
                  <a:pt x="4034001" y="80172"/>
                  <a:pt x="4039945" y="73184"/>
                </a:cubicBezTo>
                <a:cubicBezTo>
                  <a:pt x="4041578" y="71224"/>
                  <a:pt x="4044680" y="68644"/>
                  <a:pt x="4049252" y="65444"/>
                </a:cubicBezTo>
                <a:cubicBezTo>
                  <a:pt x="4058657" y="58782"/>
                  <a:pt x="4064943" y="54798"/>
                  <a:pt x="4068111" y="53492"/>
                </a:cubicBezTo>
                <a:cubicBezTo>
                  <a:pt x="4071279" y="52185"/>
                  <a:pt x="4076128" y="51532"/>
                  <a:pt x="4082660" y="51532"/>
                </a:cubicBezTo>
                <a:cubicBezTo>
                  <a:pt x="4091542" y="51532"/>
                  <a:pt x="4098890" y="52871"/>
                  <a:pt x="4104703" y="55549"/>
                </a:cubicBezTo>
                <a:lnTo>
                  <a:pt x="4105683" y="57312"/>
                </a:lnTo>
                <a:cubicBezTo>
                  <a:pt x="4105617" y="58162"/>
                  <a:pt x="4105160" y="61199"/>
                  <a:pt x="4104311" y="66424"/>
                </a:cubicBezTo>
                <a:lnTo>
                  <a:pt x="4103233" y="73086"/>
                </a:lnTo>
                <a:cubicBezTo>
                  <a:pt x="4103037" y="74196"/>
                  <a:pt x="4102744" y="78572"/>
                  <a:pt x="4102352" y="86214"/>
                </a:cubicBezTo>
                <a:lnTo>
                  <a:pt x="4101372" y="87193"/>
                </a:lnTo>
                <a:lnTo>
                  <a:pt x="4095494" y="87193"/>
                </a:lnTo>
                <a:lnTo>
                  <a:pt x="4094514" y="86214"/>
                </a:lnTo>
                <a:cubicBezTo>
                  <a:pt x="4094122" y="80401"/>
                  <a:pt x="4093665" y="76351"/>
                  <a:pt x="4093143" y="74065"/>
                </a:cubicBezTo>
                <a:cubicBezTo>
                  <a:pt x="4090269" y="68971"/>
                  <a:pt x="4084750" y="66424"/>
                  <a:pt x="4076586" y="66424"/>
                </a:cubicBezTo>
                <a:cubicBezTo>
                  <a:pt x="4062739" y="66424"/>
                  <a:pt x="4055816" y="75404"/>
                  <a:pt x="4055816" y="93365"/>
                </a:cubicBezTo>
                <a:cubicBezTo>
                  <a:pt x="4055816" y="106428"/>
                  <a:pt x="4058592" y="116715"/>
                  <a:pt x="4064143" y="124226"/>
                </a:cubicBezTo>
                <a:cubicBezTo>
                  <a:pt x="4069826" y="131998"/>
                  <a:pt x="4077827" y="135884"/>
                  <a:pt x="4088146" y="135884"/>
                </a:cubicBezTo>
                <a:cubicBezTo>
                  <a:pt x="4094416" y="135884"/>
                  <a:pt x="4099935" y="134545"/>
                  <a:pt x="4104703" y="131868"/>
                </a:cubicBezTo>
                <a:lnTo>
                  <a:pt x="4106564" y="134121"/>
                </a:lnTo>
                <a:close/>
                <a:moveTo>
                  <a:pt x="4207014" y="145877"/>
                </a:moveTo>
                <a:lnTo>
                  <a:pt x="4205937" y="146955"/>
                </a:lnTo>
                <a:cubicBezTo>
                  <a:pt x="4200450" y="146628"/>
                  <a:pt x="4194148" y="146465"/>
                  <a:pt x="4187028" y="146465"/>
                </a:cubicBezTo>
                <a:cubicBezTo>
                  <a:pt x="4181477" y="146465"/>
                  <a:pt x="4176154" y="146628"/>
                  <a:pt x="4171059" y="146955"/>
                </a:cubicBezTo>
                <a:lnTo>
                  <a:pt x="4170178" y="145877"/>
                </a:lnTo>
                <a:lnTo>
                  <a:pt x="4171059" y="132749"/>
                </a:lnTo>
                <a:lnTo>
                  <a:pt x="4152053" y="147249"/>
                </a:lnTo>
                <a:cubicBezTo>
                  <a:pt x="4150551" y="148359"/>
                  <a:pt x="4148396" y="149045"/>
                  <a:pt x="4145587" y="149306"/>
                </a:cubicBezTo>
                <a:cubicBezTo>
                  <a:pt x="4144477" y="149437"/>
                  <a:pt x="4143171" y="149502"/>
                  <a:pt x="4141668" y="149502"/>
                </a:cubicBezTo>
                <a:cubicBezTo>
                  <a:pt x="4134419" y="149502"/>
                  <a:pt x="4128851" y="147314"/>
                  <a:pt x="4124964" y="142938"/>
                </a:cubicBezTo>
                <a:cubicBezTo>
                  <a:pt x="4121078" y="138562"/>
                  <a:pt x="4119135" y="132521"/>
                  <a:pt x="4119135" y="124814"/>
                </a:cubicBezTo>
                <a:cubicBezTo>
                  <a:pt x="4119135" y="114625"/>
                  <a:pt x="4122368" y="107408"/>
                  <a:pt x="4128834" y="103162"/>
                </a:cubicBezTo>
                <a:cubicBezTo>
                  <a:pt x="4135823" y="98525"/>
                  <a:pt x="4149898" y="94345"/>
                  <a:pt x="4171059" y="90622"/>
                </a:cubicBezTo>
                <a:cubicBezTo>
                  <a:pt x="4171059" y="80237"/>
                  <a:pt x="4168316" y="73282"/>
                  <a:pt x="4162830" y="69755"/>
                </a:cubicBezTo>
                <a:cubicBezTo>
                  <a:pt x="4159499" y="67599"/>
                  <a:pt x="4155515" y="66522"/>
                  <a:pt x="4150878" y="66522"/>
                </a:cubicBezTo>
                <a:cubicBezTo>
                  <a:pt x="4145783" y="66522"/>
                  <a:pt x="4141766" y="67567"/>
                  <a:pt x="4138827" y="69657"/>
                </a:cubicBezTo>
                <a:lnTo>
                  <a:pt x="4135104" y="78768"/>
                </a:lnTo>
                <a:lnTo>
                  <a:pt x="4133831" y="79454"/>
                </a:lnTo>
                <a:lnTo>
                  <a:pt x="4128834" y="78278"/>
                </a:lnTo>
                <a:lnTo>
                  <a:pt x="4128148" y="76906"/>
                </a:lnTo>
                <a:lnTo>
                  <a:pt x="4128638" y="65346"/>
                </a:lnTo>
                <a:cubicBezTo>
                  <a:pt x="4139415" y="57378"/>
                  <a:pt x="4147514" y="52871"/>
                  <a:pt x="4152935" y="51826"/>
                </a:cubicBezTo>
                <a:cubicBezTo>
                  <a:pt x="4155221" y="51369"/>
                  <a:pt x="4158193" y="51140"/>
                  <a:pt x="4161850" y="51140"/>
                </a:cubicBezTo>
                <a:cubicBezTo>
                  <a:pt x="4174717" y="51140"/>
                  <a:pt x="4183893" y="54504"/>
                  <a:pt x="4189380" y="61231"/>
                </a:cubicBezTo>
                <a:cubicBezTo>
                  <a:pt x="4193364" y="66130"/>
                  <a:pt x="4195356" y="73641"/>
                  <a:pt x="4195356" y="83764"/>
                </a:cubicBezTo>
                <a:cubicBezTo>
                  <a:pt x="4195356" y="86246"/>
                  <a:pt x="4195258" y="90230"/>
                  <a:pt x="4195062" y="95717"/>
                </a:cubicBezTo>
                <a:cubicBezTo>
                  <a:pt x="4194735" y="104861"/>
                  <a:pt x="4194572" y="110967"/>
                  <a:pt x="4194572" y="114037"/>
                </a:cubicBezTo>
                <a:cubicBezTo>
                  <a:pt x="4194572" y="123899"/>
                  <a:pt x="4194735" y="130186"/>
                  <a:pt x="4195062" y="132896"/>
                </a:cubicBezTo>
                <a:cubicBezTo>
                  <a:pt x="4195389" y="135607"/>
                  <a:pt x="4196156" y="137321"/>
                  <a:pt x="4197364" y="138040"/>
                </a:cubicBezTo>
                <a:cubicBezTo>
                  <a:pt x="4198573" y="138758"/>
                  <a:pt x="4201463" y="139183"/>
                  <a:pt x="4206035" y="139313"/>
                </a:cubicBezTo>
                <a:lnTo>
                  <a:pt x="4207014" y="140391"/>
                </a:lnTo>
                <a:lnTo>
                  <a:pt x="4207014" y="145877"/>
                </a:lnTo>
                <a:moveTo>
                  <a:pt x="4171059" y="123050"/>
                </a:moveTo>
                <a:lnTo>
                  <a:pt x="4171059" y="98950"/>
                </a:lnTo>
                <a:cubicBezTo>
                  <a:pt x="4160283" y="101301"/>
                  <a:pt x="4153017" y="103832"/>
                  <a:pt x="4149261" y="106542"/>
                </a:cubicBezTo>
                <a:cubicBezTo>
                  <a:pt x="4145506" y="109253"/>
                  <a:pt x="4143628" y="113384"/>
                  <a:pt x="4143628" y="118936"/>
                </a:cubicBezTo>
                <a:cubicBezTo>
                  <a:pt x="4143628" y="127818"/>
                  <a:pt x="4147514" y="132259"/>
                  <a:pt x="4155286" y="132259"/>
                </a:cubicBezTo>
                <a:cubicBezTo>
                  <a:pt x="4161883" y="132259"/>
                  <a:pt x="4167141" y="129190"/>
                  <a:pt x="4171059" y="123050"/>
                </a:cubicBezTo>
                <a:moveTo>
                  <a:pt x="4163222" y="46732"/>
                </a:moveTo>
                <a:lnTo>
                  <a:pt x="4163222" y="46732"/>
                </a:lnTo>
                <a:moveTo>
                  <a:pt x="4163222" y="154107"/>
                </a:moveTo>
                <a:lnTo>
                  <a:pt x="4163222" y="154107"/>
                </a:lnTo>
                <a:close/>
                <a:moveTo>
                  <a:pt x="4329281" y="145975"/>
                </a:moveTo>
                <a:lnTo>
                  <a:pt x="4328301" y="146955"/>
                </a:lnTo>
                <a:cubicBezTo>
                  <a:pt x="4318504" y="146628"/>
                  <a:pt x="4312332" y="146465"/>
                  <a:pt x="4309785" y="146465"/>
                </a:cubicBezTo>
                <a:cubicBezTo>
                  <a:pt x="4307630" y="146465"/>
                  <a:pt x="4304429" y="146547"/>
                  <a:pt x="4300184" y="146710"/>
                </a:cubicBezTo>
                <a:cubicBezTo>
                  <a:pt x="4295939" y="146873"/>
                  <a:pt x="4292771" y="146955"/>
                  <a:pt x="4290681" y="146955"/>
                </a:cubicBezTo>
                <a:lnTo>
                  <a:pt x="4289897" y="146171"/>
                </a:lnTo>
                <a:cubicBezTo>
                  <a:pt x="4290420" y="140816"/>
                  <a:pt x="4290681" y="135721"/>
                  <a:pt x="4290681" y="130888"/>
                </a:cubicBezTo>
                <a:cubicBezTo>
                  <a:pt x="4287285" y="133435"/>
                  <a:pt x="4281341" y="138856"/>
                  <a:pt x="4272850" y="147151"/>
                </a:cubicBezTo>
                <a:cubicBezTo>
                  <a:pt x="4268605" y="148784"/>
                  <a:pt x="4264066" y="149600"/>
                  <a:pt x="4259232" y="149600"/>
                </a:cubicBezTo>
                <a:cubicBezTo>
                  <a:pt x="4250415" y="149600"/>
                  <a:pt x="4243459" y="147200"/>
                  <a:pt x="4238365" y="142399"/>
                </a:cubicBezTo>
                <a:cubicBezTo>
                  <a:pt x="4233270" y="137599"/>
                  <a:pt x="4230723" y="130692"/>
                  <a:pt x="4230723" y="121679"/>
                </a:cubicBezTo>
                <a:cubicBezTo>
                  <a:pt x="4230723" y="120568"/>
                  <a:pt x="4230789" y="118217"/>
                  <a:pt x="4230919" y="114625"/>
                </a:cubicBezTo>
                <a:cubicBezTo>
                  <a:pt x="4231050" y="111033"/>
                  <a:pt x="4231115" y="107571"/>
                  <a:pt x="4231115" y="104240"/>
                </a:cubicBezTo>
                <a:lnTo>
                  <a:pt x="4231115" y="91700"/>
                </a:lnTo>
                <a:cubicBezTo>
                  <a:pt x="4231115" y="78768"/>
                  <a:pt x="4230625" y="71257"/>
                  <a:pt x="4229646" y="69167"/>
                </a:cubicBezTo>
                <a:cubicBezTo>
                  <a:pt x="4228992" y="67861"/>
                  <a:pt x="4227588" y="67044"/>
                  <a:pt x="4225433" y="66718"/>
                </a:cubicBezTo>
                <a:cubicBezTo>
                  <a:pt x="4224649" y="66587"/>
                  <a:pt x="4221775" y="66424"/>
                  <a:pt x="4216811" y="66228"/>
                </a:cubicBezTo>
                <a:lnTo>
                  <a:pt x="4215832" y="65248"/>
                </a:lnTo>
                <a:lnTo>
                  <a:pt x="4215832" y="59762"/>
                </a:lnTo>
                <a:lnTo>
                  <a:pt x="4216811" y="58684"/>
                </a:lnTo>
                <a:cubicBezTo>
                  <a:pt x="4229286" y="57574"/>
                  <a:pt x="4241924" y="54863"/>
                  <a:pt x="4254726" y="50553"/>
                </a:cubicBezTo>
                <a:lnTo>
                  <a:pt x="4256881" y="51826"/>
                </a:lnTo>
                <a:cubicBezTo>
                  <a:pt x="4256032" y="62668"/>
                  <a:pt x="4255608" y="72694"/>
                  <a:pt x="4255608" y="81903"/>
                </a:cubicBezTo>
                <a:lnTo>
                  <a:pt x="4255608" y="101007"/>
                </a:lnTo>
                <a:cubicBezTo>
                  <a:pt x="4255608" y="109955"/>
                  <a:pt x="4255901" y="116062"/>
                  <a:pt x="4256489" y="119327"/>
                </a:cubicBezTo>
                <a:cubicBezTo>
                  <a:pt x="4257142" y="123246"/>
                  <a:pt x="4258694" y="126218"/>
                  <a:pt x="4261143" y="128243"/>
                </a:cubicBezTo>
                <a:cubicBezTo>
                  <a:pt x="4263592" y="130267"/>
                  <a:pt x="4266874" y="131280"/>
                  <a:pt x="4270989" y="131280"/>
                </a:cubicBezTo>
                <a:cubicBezTo>
                  <a:pt x="4276083" y="131280"/>
                  <a:pt x="4280557" y="129647"/>
                  <a:pt x="4284411" y="126381"/>
                </a:cubicBezTo>
                <a:cubicBezTo>
                  <a:pt x="4288068" y="123116"/>
                  <a:pt x="4289995" y="119393"/>
                  <a:pt x="4290191" y="115213"/>
                </a:cubicBezTo>
                <a:cubicBezTo>
                  <a:pt x="4290322" y="112012"/>
                  <a:pt x="4290387" y="110020"/>
                  <a:pt x="4290387" y="109237"/>
                </a:cubicBezTo>
                <a:lnTo>
                  <a:pt x="4290387" y="91700"/>
                </a:lnTo>
                <a:cubicBezTo>
                  <a:pt x="4290387" y="78899"/>
                  <a:pt x="4289897" y="71387"/>
                  <a:pt x="4288917" y="69167"/>
                </a:cubicBezTo>
                <a:cubicBezTo>
                  <a:pt x="4288330" y="67861"/>
                  <a:pt x="4286958" y="67044"/>
                  <a:pt x="4284803" y="66718"/>
                </a:cubicBezTo>
                <a:cubicBezTo>
                  <a:pt x="4284019" y="66587"/>
                  <a:pt x="4281145" y="66424"/>
                  <a:pt x="4276181" y="66228"/>
                </a:cubicBezTo>
                <a:lnTo>
                  <a:pt x="4275104" y="65248"/>
                </a:lnTo>
                <a:lnTo>
                  <a:pt x="4275104" y="59762"/>
                </a:lnTo>
                <a:lnTo>
                  <a:pt x="4276181" y="58684"/>
                </a:lnTo>
                <a:cubicBezTo>
                  <a:pt x="4288591" y="57574"/>
                  <a:pt x="4301229" y="54863"/>
                  <a:pt x="4314096" y="50553"/>
                </a:cubicBezTo>
                <a:lnTo>
                  <a:pt x="4316153" y="51826"/>
                </a:lnTo>
                <a:cubicBezTo>
                  <a:pt x="4315304" y="61623"/>
                  <a:pt x="4314879" y="71649"/>
                  <a:pt x="4314879" y="81903"/>
                </a:cubicBezTo>
                <a:lnTo>
                  <a:pt x="4314879" y="112665"/>
                </a:lnTo>
                <a:cubicBezTo>
                  <a:pt x="4314879" y="126447"/>
                  <a:pt x="4315271" y="134252"/>
                  <a:pt x="4316055" y="136080"/>
                </a:cubicBezTo>
                <a:cubicBezTo>
                  <a:pt x="4316447" y="136995"/>
                  <a:pt x="4317100" y="137583"/>
                  <a:pt x="4318014" y="137844"/>
                </a:cubicBezTo>
                <a:cubicBezTo>
                  <a:pt x="4319582" y="138301"/>
                  <a:pt x="4322978" y="138693"/>
                  <a:pt x="4328203" y="139019"/>
                </a:cubicBezTo>
                <a:lnTo>
                  <a:pt x="4329281" y="139999"/>
                </a:lnTo>
                <a:lnTo>
                  <a:pt x="4329281" y="145975"/>
                </a:lnTo>
                <a:moveTo>
                  <a:pt x="4272458" y="46732"/>
                </a:moveTo>
                <a:lnTo>
                  <a:pt x="4272458" y="46732"/>
                </a:lnTo>
                <a:moveTo>
                  <a:pt x="4272458" y="154107"/>
                </a:moveTo>
                <a:lnTo>
                  <a:pt x="4272458" y="154107"/>
                </a:lnTo>
                <a:close/>
                <a:moveTo>
                  <a:pt x="4416409" y="115703"/>
                </a:moveTo>
                <a:cubicBezTo>
                  <a:pt x="4416409" y="126218"/>
                  <a:pt x="4412441" y="134692"/>
                  <a:pt x="4404506" y="141126"/>
                </a:cubicBezTo>
                <a:cubicBezTo>
                  <a:pt x="4396570" y="147559"/>
                  <a:pt x="4386201" y="150776"/>
                  <a:pt x="4373400" y="150776"/>
                </a:cubicBezTo>
                <a:cubicBezTo>
                  <a:pt x="4364322" y="150776"/>
                  <a:pt x="4354590" y="148816"/>
                  <a:pt x="4344205" y="144898"/>
                </a:cubicBezTo>
                <a:lnTo>
                  <a:pt x="4343127" y="143428"/>
                </a:lnTo>
                <a:cubicBezTo>
                  <a:pt x="4343715" y="137419"/>
                  <a:pt x="4344074" y="132749"/>
                  <a:pt x="4344205" y="129418"/>
                </a:cubicBezTo>
                <a:lnTo>
                  <a:pt x="4344695" y="117074"/>
                </a:lnTo>
                <a:lnTo>
                  <a:pt x="4345675" y="115996"/>
                </a:lnTo>
                <a:lnTo>
                  <a:pt x="4351455" y="115996"/>
                </a:lnTo>
                <a:lnTo>
                  <a:pt x="4352630" y="117074"/>
                </a:lnTo>
                <a:cubicBezTo>
                  <a:pt x="4352892" y="124389"/>
                  <a:pt x="4353186" y="128700"/>
                  <a:pt x="4353512" y="130006"/>
                </a:cubicBezTo>
                <a:cubicBezTo>
                  <a:pt x="4359064" y="137125"/>
                  <a:pt x="4366346" y="140685"/>
                  <a:pt x="4375359" y="140685"/>
                </a:cubicBezTo>
                <a:cubicBezTo>
                  <a:pt x="4381107" y="140685"/>
                  <a:pt x="4385712" y="139281"/>
                  <a:pt x="4389173" y="136472"/>
                </a:cubicBezTo>
                <a:cubicBezTo>
                  <a:pt x="4392635" y="133664"/>
                  <a:pt x="4394366" y="129908"/>
                  <a:pt x="4394366" y="125206"/>
                </a:cubicBezTo>
                <a:cubicBezTo>
                  <a:pt x="4394366" y="119262"/>
                  <a:pt x="4391753" y="115311"/>
                  <a:pt x="4386528" y="113351"/>
                </a:cubicBezTo>
                <a:cubicBezTo>
                  <a:pt x="4384307" y="112502"/>
                  <a:pt x="4379899" y="111392"/>
                  <a:pt x="4373302" y="110020"/>
                </a:cubicBezTo>
                <a:cubicBezTo>
                  <a:pt x="4362525" y="107734"/>
                  <a:pt x="4355308" y="105122"/>
                  <a:pt x="4351651" y="102183"/>
                </a:cubicBezTo>
                <a:cubicBezTo>
                  <a:pt x="4346099" y="97741"/>
                  <a:pt x="4343323" y="91177"/>
                  <a:pt x="4343323" y="82491"/>
                </a:cubicBezTo>
                <a:cubicBezTo>
                  <a:pt x="4343323" y="73020"/>
                  <a:pt x="4346752" y="65411"/>
                  <a:pt x="4353610" y="59664"/>
                </a:cubicBezTo>
                <a:cubicBezTo>
                  <a:pt x="4360795" y="53655"/>
                  <a:pt x="4370526" y="50650"/>
                  <a:pt x="4382805" y="50650"/>
                </a:cubicBezTo>
                <a:cubicBezTo>
                  <a:pt x="4393255" y="50650"/>
                  <a:pt x="4401942" y="52414"/>
                  <a:pt x="4408865" y="55941"/>
                </a:cubicBezTo>
                <a:lnTo>
                  <a:pt x="4409747" y="57508"/>
                </a:lnTo>
                <a:cubicBezTo>
                  <a:pt x="4409028" y="60447"/>
                  <a:pt x="4408473" y="67991"/>
                  <a:pt x="4408081" y="80139"/>
                </a:cubicBezTo>
                <a:lnTo>
                  <a:pt x="4407004" y="81119"/>
                </a:lnTo>
                <a:lnTo>
                  <a:pt x="4401419" y="81119"/>
                </a:lnTo>
                <a:lnTo>
                  <a:pt x="4400342" y="80139"/>
                </a:lnTo>
                <a:cubicBezTo>
                  <a:pt x="4400081" y="75437"/>
                  <a:pt x="4399623" y="71616"/>
                  <a:pt x="4398970" y="68677"/>
                </a:cubicBezTo>
                <a:cubicBezTo>
                  <a:pt x="4394856" y="63452"/>
                  <a:pt x="4388879" y="60839"/>
                  <a:pt x="4381042" y="60839"/>
                </a:cubicBezTo>
                <a:cubicBezTo>
                  <a:pt x="4375947" y="60839"/>
                  <a:pt x="4371767" y="62080"/>
                  <a:pt x="4368502" y="64562"/>
                </a:cubicBezTo>
                <a:cubicBezTo>
                  <a:pt x="4365236" y="67044"/>
                  <a:pt x="4363603" y="70310"/>
                  <a:pt x="4363603" y="74359"/>
                </a:cubicBezTo>
                <a:cubicBezTo>
                  <a:pt x="4363603" y="79780"/>
                  <a:pt x="4366379" y="83405"/>
                  <a:pt x="4371931" y="85234"/>
                </a:cubicBezTo>
                <a:cubicBezTo>
                  <a:pt x="4374412" y="86018"/>
                  <a:pt x="4379246" y="87128"/>
                  <a:pt x="4386430" y="88565"/>
                </a:cubicBezTo>
                <a:cubicBezTo>
                  <a:pt x="4397403" y="90720"/>
                  <a:pt x="4404653" y="93202"/>
                  <a:pt x="4408179" y="96011"/>
                </a:cubicBezTo>
                <a:cubicBezTo>
                  <a:pt x="4413666" y="100387"/>
                  <a:pt x="4416409" y="106951"/>
                  <a:pt x="4416409" y="115703"/>
                </a:cubicBezTo>
                <a:close/>
                <a:moveTo>
                  <a:pt x="4516565" y="91504"/>
                </a:moveTo>
                <a:cubicBezTo>
                  <a:pt x="4516565" y="92614"/>
                  <a:pt x="4516532" y="94280"/>
                  <a:pt x="4516467" y="96500"/>
                </a:cubicBezTo>
                <a:lnTo>
                  <a:pt x="4515389" y="97872"/>
                </a:lnTo>
                <a:cubicBezTo>
                  <a:pt x="4506768" y="100223"/>
                  <a:pt x="4495338" y="101399"/>
                  <a:pt x="4481100" y="101399"/>
                </a:cubicBezTo>
                <a:cubicBezTo>
                  <a:pt x="4478553" y="101399"/>
                  <a:pt x="4474699" y="101448"/>
                  <a:pt x="4469539" y="101546"/>
                </a:cubicBezTo>
                <a:cubicBezTo>
                  <a:pt x="4464380" y="101644"/>
                  <a:pt x="4460493" y="101693"/>
                  <a:pt x="4457881" y="101693"/>
                </a:cubicBezTo>
                <a:cubicBezTo>
                  <a:pt x="4458273" y="111294"/>
                  <a:pt x="4461245" y="119229"/>
                  <a:pt x="4466796" y="125500"/>
                </a:cubicBezTo>
                <a:cubicBezTo>
                  <a:pt x="4472609" y="132227"/>
                  <a:pt x="4480185" y="135590"/>
                  <a:pt x="4489525" y="135590"/>
                </a:cubicBezTo>
                <a:cubicBezTo>
                  <a:pt x="4495795" y="135590"/>
                  <a:pt x="4503241" y="133435"/>
                  <a:pt x="4511862" y="129124"/>
                </a:cubicBezTo>
                <a:lnTo>
                  <a:pt x="4514214" y="131966"/>
                </a:lnTo>
                <a:lnTo>
                  <a:pt x="4509903" y="141665"/>
                </a:lnTo>
                <a:cubicBezTo>
                  <a:pt x="4500367" y="147739"/>
                  <a:pt x="4490015" y="150776"/>
                  <a:pt x="4478846" y="150776"/>
                </a:cubicBezTo>
                <a:cubicBezTo>
                  <a:pt x="4464151" y="150776"/>
                  <a:pt x="4452737" y="146628"/>
                  <a:pt x="4444606" y="138334"/>
                </a:cubicBezTo>
                <a:cubicBezTo>
                  <a:pt x="4436474" y="130039"/>
                  <a:pt x="4432409" y="118217"/>
                  <a:pt x="4432409" y="102868"/>
                </a:cubicBezTo>
                <a:cubicBezTo>
                  <a:pt x="4432409" y="84646"/>
                  <a:pt x="4436752" y="72171"/>
                  <a:pt x="4445439" y="65444"/>
                </a:cubicBezTo>
                <a:cubicBezTo>
                  <a:pt x="4457456" y="56169"/>
                  <a:pt x="4468854" y="51532"/>
                  <a:pt x="4479630" y="51532"/>
                </a:cubicBezTo>
                <a:cubicBezTo>
                  <a:pt x="4491321" y="51532"/>
                  <a:pt x="4500367" y="54896"/>
                  <a:pt x="4506768" y="61623"/>
                </a:cubicBezTo>
                <a:cubicBezTo>
                  <a:pt x="4513299" y="68546"/>
                  <a:pt x="4516565" y="78507"/>
                  <a:pt x="4516565" y="91504"/>
                </a:cubicBezTo>
                <a:moveTo>
                  <a:pt x="4490995" y="88957"/>
                </a:moveTo>
                <a:cubicBezTo>
                  <a:pt x="4490995" y="71322"/>
                  <a:pt x="4485508" y="62505"/>
                  <a:pt x="4474536" y="62505"/>
                </a:cubicBezTo>
                <a:cubicBezTo>
                  <a:pt x="4462975" y="62505"/>
                  <a:pt x="4457195" y="71257"/>
                  <a:pt x="4457195" y="88761"/>
                </a:cubicBezTo>
                <a:lnTo>
                  <a:pt x="4457195" y="90916"/>
                </a:lnTo>
                <a:cubicBezTo>
                  <a:pt x="4460983" y="91504"/>
                  <a:pt x="4467711" y="91798"/>
                  <a:pt x="4477377" y="91798"/>
                </a:cubicBezTo>
                <a:cubicBezTo>
                  <a:pt x="4482406" y="91798"/>
                  <a:pt x="4486913" y="91504"/>
                  <a:pt x="4490897" y="90916"/>
                </a:cubicBezTo>
                <a:cubicBezTo>
                  <a:pt x="4490962" y="90002"/>
                  <a:pt x="4490995" y="89349"/>
                  <a:pt x="4490995" y="88957"/>
                </a:cubicBezTo>
                <a:moveTo>
                  <a:pt x="4479140" y="154107"/>
                </a:moveTo>
                <a:lnTo>
                  <a:pt x="4479140" y="154107"/>
                </a:lnTo>
                <a:moveTo>
                  <a:pt x="4479140" y="46732"/>
                </a:moveTo>
                <a:lnTo>
                  <a:pt x="4479140" y="46732"/>
                </a:lnTo>
                <a:close/>
                <a:moveTo>
                  <a:pt x="4641183" y="146171"/>
                </a:moveTo>
                <a:lnTo>
                  <a:pt x="4640203" y="147151"/>
                </a:lnTo>
                <a:cubicBezTo>
                  <a:pt x="4633802" y="146694"/>
                  <a:pt x="4628022" y="146465"/>
                  <a:pt x="4622862" y="146465"/>
                </a:cubicBezTo>
                <a:cubicBezTo>
                  <a:pt x="4617964" y="146465"/>
                  <a:pt x="4611334" y="146694"/>
                  <a:pt x="4602974" y="147151"/>
                </a:cubicBezTo>
                <a:lnTo>
                  <a:pt x="4602093" y="146465"/>
                </a:lnTo>
                <a:cubicBezTo>
                  <a:pt x="4602354" y="143265"/>
                  <a:pt x="4602484" y="137909"/>
                  <a:pt x="4602484" y="130398"/>
                </a:cubicBezTo>
                <a:cubicBezTo>
                  <a:pt x="4600133" y="132357"/>
                  <a:pt x="4596770" y="135362"/>
                  <a:pt x="4592394" y="139411"/>
                </a:cubicBezTo>
                <a:cubicBezTo>
                  <a:pt x="4586973" y="144440"/>
                  <a:pt x="4583446" y="147445"/>
                  <a:pt x="4581813" y="148425"/>
                </a:cubicBezTo>
                <a:cubicBezTo>
                  <a:pt x="4579723" y="149404"/>
                  <a:pt x="4576326" y="149894"/>
                  <a:pt x="4571624" y="149894"/>
                </a:cubicBezTo>
                <a:cubicBezTo>
                  <a:pt x="4560455" y="149894"/>
                  <a:pt x="4551442" y="145681"/>
                  <a:pt x="4544584" y="137256"/>
                </a:cubicBezTo>
                <a:cubicBezTo>
                  <a:pt x="4537726" y="128831"/>
                  <a:pt x="4534297" y="117923"/>
                  <a:pt x="4534297" y="104534"/>
                </a:cubicBezTo>
                <a:cubicBezTo>
                  <a:pt x="4534297" y="91537"/>
                  <a:pt x="4536943" y="81413"/>
                  <a:pt x="4542233" y="74163"/>
                </a:cubicBezTo>
                <a:cubicBezTo>
                  <a:pt x="4543604" y="72269"/>
                  <a:pt x="4547654" y="68906"/>
                  <a:pt x="4554381" y="64072"/>
                </a:cubicBezTo>
                <a:cubicBezTo>
                  <a:pt x="4562219" y="58455"/>
                  <a:pt x="4567934" y="54896"/>
                  <a:pt x="4571526" y="53394"/>
                </a:cubicBezTo>
                <a:cubicBezTo>
                  <a:pt x="4574661" y="52087"/>
                  <a:pt x="4578645" y="51434"/>
                  <a:pt x="4583478" y="51434"/>
                </a:cubicBezTo>
                <a:cubicBezTo>
                  <a:pt x="4590271" y="51434"/>
                  <a:pt x="4596606" y="52871"/>
                  <a:pt x="4602484" y="55745"/>
                </a:cubicBezTo>
                <a:lnTo>
                  <a:pt x="4602484" y="50259"/>
                </a:lnTo>
                <a:cubicBezTo>
                  <a:pt x="4602484" y="33081"/>
                  <a:pt x="4602060" y="22958"/>
                  <a:pt x="4601211" y="19888"/>
                </a:cubicBezTo>
                <a:cubicBezTo>
                  <a:pt x="4600754" y="18190"/>
                  <a:pt x="4599415" y="17145"/>
                  <a:pt x="4597194" y="16753"/>
                </a:cubicBezTo>
                <a:cubicBezTo>
                  <a:pt x="4596149" y="16557"/>
                  <a:pt x="4593145" y="16361"/>
                  <a:pt x="4588181" y="16165"/>
                </a:cubicBezTo>
                <a:lnTo>
                  <a:pt x="4587201" y="15087"/>
                </a:lnTo>
                <a:lnTo>
                  <a:pt x="4587201" y="9699"/>
                </a:lnTo>
                <a:lnTo>
                  <a:pt x="4588181" y="8621"/>
                </a:lnTo>
                <a:cubicBezTo>
                  <a:pt x="4600721" y="7315"/>
                  <a:pt x="4613359" y="4605"/>
                  <a:pt x="4626095" y="490"/>
                </a:cubicBezTo>
                <a:lnTo>
                  <a:pt x="4628251" y="1665"/>
                </a:lnTo>
                <a:cubicBezTo>
                  <a:pt x="4628251" y="1927"/>
                  <a:pt x="4628120" y="5160"/>
                  <a:pt x="4627859" y="11365"/>
                </a:cubicBezTo>
                <a:cubicBezTo>
                  <a:pt x="4627271" y="25407"/>
                  <a:pt x="4626977" y="46503"/>
                  <a:pt x="4626977" y="74653"/>
                </a:cubicBezTo>
                <a:lnTo>
                  <a:pt x="4626977" y="106297"/>
                </a:lnTo>
                <a:cubicBezTo>
                  <a:pt x="4626977" y="124650"/>
                  <a:pt x="4627401" y="134741"/>
                  <a:pt x="4628251" y="136570"/>
                </a:cubicBezTo>
                <a:cubicBezTo>
                  <a:pt x="4628773" y="137680"/>
                  <a:pt x="4629492" y="138366"/>
                  <a:pt x="4630406" y="138628"/>
                </a:cubicBezTo>
                <a:cubicBezTo>
                  <a:pt x="4631843" y="139085"/>
                  <a:pt x="4635108" y="139509"/>
                  <a:pt x="4640203" y="139901"/>
                </a:cubicBezTo>
                <a:lnTo>
                  <a:pt x="4641183" y="140881"/>
                </a:lnTo>
                <a:lnTo>
                  <a:pt x="4641183" y="146171"/>
                </a:lnTo>
                <a:moveTo>
                  <a:pt x="4602484" y="95031"/>
                </a:moveTo>
                <a:lnTo>
                  <a:pt x="4602484" y="76613"/>
                </a:lnTo>
                <a:cubicBezTo>
                  <a:pt x="4597782" y="70996"/>
                  <a:pt x="4593275" y="67403"/>
                  <a:pt x="4588965" y="65836"/>
                </a:cubicBezTo>
                <a:cubicBezTo>
                  <a:pt x="4586025" y="64791"/>
                  <a:pt x="4582890" y="64268"/>
                  <a:pt x="4579559" y="64268"/>
                </a:cubicBezTo>
                <a:cubicBezTo>
                  <a:pt x="4570546" y="64268"/>
                  <a:pt x="4564733" y="68906"/>
                  <a:pt x="4562121" y="78180"/>
                </a:cubicBezTo>
                <a:cubicBezTo>
                  <a:pt x="4560684" y="83340"/>
                  <a:pt x="4559965" y="89087"/>
                  <a:pt x="4559965" y="95423"/>
                </a:cubicBezTo>
                <a:cubicBezTo>
                  <a:pt x="4559965" y="108943"/>
                  <a:pt x="4563133" y="118968"/>
                  <a:pt x="4569469" y="125500"/>
                </a:cubicBezTo>
                <a:cubicBezTo>
                  <a:pt x="4572800" y="128961"/>
                  <a:pt x="4577274" y="130692"/>
                  <a:pt x="4582890" y="130692"/>
                </a:cubicBezTo>
                <a:cubicBezTo>
                  <a:pt x="4587528" y="130692"/>
                  <a:pt x="4591838" y="129222"/>
                  <a:pt x="4595822" y="126283"/>
                </a:cubicBezTo>
                <a:cubicBezTo>
                  <a:pt x="4599415" y="123671"/>
                  <a:pt x="4601537" y="120862"/>
                  <a:pt x="4602191" y="117858"/>
                </a:cubicBezTo>
                <a:cubicBezTo>
                  <a:pt x="4602386" y="116944"/>
                  <a:pt x="4602484" y="109335"/>
                  <a:pt x="4602484" y="95031"/>
                </a:cubicBezTo>
                <a:close/>
                <a:moveTo>
                  <a:pt x="4808949" y="90132"/>
                </a:moveTo>
                <a:cubicBezTo>
                  <a:pt x="4808949" y="101954"/>
                  <a:pt x="4806141" y="112176"/>
                  <a:pt x="4800524" y="120797"/>
                </a:cubicBezTo>
                <a:cubicBezTo>
                  <a:pt x="4798107" y="124520"/>
                  <a:pt x="4795919" y="127132"/>
                  <a:pt x="4793960" y="128635"/>
                </a:cubicBezTo>
                <a:cubicBezTo>
                  <a:pt x="4792000" y="130137"/>
                  <a:pt x="4787853" y="133109"/>
                  <a:pt x="4781517" y="137550"/>
                </a:cubicBezTo>
                <a:cubicBezTo>
                  <a:pt x="4780146" y="138530"/>
                  <a:pt x="4776456" y="141142"/>
                  <a:pt x="4770447" y="145387"/>
                </a:cubicBezTo>
                <a:cubicBezTo>
                  <a:pt x="4767312" y="147608"/>
                  <a:pt x="4763752" y="149143"/>
                  <a:pt x="4759768" y="149992"/>
                </a:cubicBezTo>
                <a:cubicBezTo>
                  <a:pt x="4757286" y="150515"/>
                  <a:pt x="4754510" y="150776"/>
                  <a:pt x="4751441" y="150776"/>
                </a:cubicBezTo>
                <a:cubicBezTo>
                  <a:pt x="4743734" y="150776"/>
                  <a:pt x="4735537" y="148065"/>
                  <a:pt x="4726850" y="142644"/>
                </a:cubicBezTo>
                <a:lnTo>
                  <a:pt x="4717739" y="149992"/>
                </a:lnTo>
                <a:lnTo>
                  <a:pt x="4713330" y="148425"/>
                </a:lnTo>
                <a:cubicBezTo>
                  <a:pt x="4714571" y="127655"/>
                  <a:pt x="4715192" y="109563"/>
                  <a:pt x="4715192" y="94149"/>
                </a:cubicBezTo>
                <a:lnTo>
                  <a:pt x="4715192" y="55647"/>
                </a:lnTo>
                <a:cubicBezTo>
                  <a:pt x="4715192" y="52251"/>
                  <a:pt x="4715028" y="44348"/>
                  <a:pt x="4714702" y="31938"/>
                </a:cubicBezTo>
                <a:cubicBezTo>
                  <a:pt x="4714637" y="28477"/>
                  <a:pt x="4714473" y="25374"/>
                  <a:pt x="4714212" y="22631"/>
                </a:cubicBezTo>
                <a:cubicBezTo>
                  <a:pt x="4713885" y="19235"/>
                  <a:pt x="4712155" y="17243"/>
                  <a:pt x="4709020" y="16655"/>
                </a:cubicBezTo>
                <a:cubicBezTo>
                  <a:pt x="4708301" y="16524"/>
                  <a:pt x="4705591" y="16361"/>
                  <a:pt x="4700888" y="16165"/>
                </a:cubicBezTo>
                <a:lnTo>
                  <a:pt x="4699908" y="15087"/>
                </a:lnTo>
                <a:lnTo>
                  <a:pt x="4699908" y="9699"/>
                </a:lnTo>
                <a:lnTo>
                  <a:pt x="4700888" y="8621"/>
                </a:lnTo>
                <a:cubicBezTo>
                  <a:pt x="4713363" y="7315"/>
                  <a:pt x="4726001" y="4605"/>
                  <a:pt x="4738803" y="490"/>
                </a:cubicBezTo>
                <a:lnTo>
                  <a:pt x="4740958" y="1665"/>
                </a:lnTo>
                <a:cubicBezTo>
                  <a:pt x="4740109" y="26093"/>
                  <a:pt x="4739684" y="45001"/>
                  <a:pt x="4739684" y="58390"/>
                </a:cubicBezTo>
                <a:lnTo>
                  <a:pt x="4739684" y="68775"/>
                </a:lnTo>
                <a:lnTo>
                  <a:pt x="4751539" y="58880"/>
                </a:lnTo>
                <a:cubicBezTo>
                  <a:pt x="4757417" y="53981"/>
                  <a:pt x="4764177" y="51532"/>
                  <a:pt x="4771818" y="51532"/>
                </a:cubicBezTo>
                <a:cubicBezTo>
                  <a:pt x="4787624" y="51532"/>
                  <a:pt x="4798564" y="57802"/>
                  <a:pt x="4804638" y="70342"/>
                </a:cubicBezTo>
                <a:cubicBezTo>
                  <a:pt x="4807512" y="76286"/>
                  <a:pt x="4808949" y="82883"/>
                  <a:pt x="4808949" y="90132"/>
                </a:cubicBezTo>
                <a:moveTo>
                  <a:pt x="4783771" y="101105"/>
                </a:moveTo>
                <a:cubicBezTo>
                  <a:pt x="4783771" y="91504"/>
                  <a:pt x="4781566" y="83830"/>
                  <a:pt x="4777158" y="78082"/>
                </a:cubicBezTo>
                <a:cubicBezTo>
                  <a:pt x="4772749" y="72335"/>
                  <a:pt x="4766822" y="69461"/>
                  <a:pt x="4759376" y="69461"/>
                </a:cubicBezTo>
                <a:cubicBezTo>
                  <a:pt x="4755066" y="69461"/>
                  <a:pt x="4750918" y="70604"/>
                  <a:pt x="4746934" y="72890"/>
                </a:cubicBezTo>
                <a:cubicBezTo>
                  <a:pt x="4743603" y="74784"/>
                  <a:pt x="4741186" y="76972"/>
                  <a:pt x="4739684" y="79454"/>
                </a:cubicBezTo>
                <a:lnTo>
                  <a:pt x="4739684" y="125695"/>
                </a:lnTo>
                <a:cubicBezTo>
                  <a:pt x="4744583" y="132945"/>
                  <a:pt x="4751343" y="136570"/>
                  <a:pt x="4759964" y="136570"/>
                </a:cubicBezTo>
                <a:cubicBezTo>
                  <a:pt x="4767671" y="136570"/>
                  <a:pt x="4773615" y="133239"/>
                  <a:pt x="4777795" y="126577"/>
                </a:cubicBezTo>
                <a:cubicBezTo>
                  <a:pt x="4781779" y="120242"/>
                  <a:pt x="4783771" y="111751"/>
                  <a:pt x="4783771" y="101105"/>
                </a:cubicBezTo>
                <a:close/>
                <a:moveTo>
                  <a:pt x="4928798" y="60937"/>
                </a:moveTo>
                <a:lnTo>
                  <a:pt x="4927916" y="61819"/>
                </a:lnTo>
                <a:cubicBezTo>
                  <a:pt x="4923606" y="61819"/>
                  <a:pt x="4920667" y="63060"/>
                  <a:pt x="4919099" y="65542"/>
                </a:cubicBezTo>
                <a:cubicBezTo>
                  <a:pt x="4918250" y="66979"/>
                  <a:pt x="4915931" y="71779"/>
                  <a:pt x="4912143" y="79944"/>
                </a:cubicBezTo>
                <a:cubicBezTo>
                  <a:pt x="4903587" y="98558"/>
                  <a:pt x="4896501" y="114821"/>
                  <a:pt x="4890884" y="128733"/>
                </a:cubicBezTo>
                <a:lnTo>
                  <a:pt x="4875110" y="167725"/>
                </a:lnTo>
                <a:cubicBezTo>
                  <a:pt x="4870212" y="179808"/>
                  <a:pt x="4864954" y="188396"/>
                  <a:pt x="4859337" y="193491"/>
                </a:cubicBezTo>
                <a:cubicBezTo>
                  <a:pt x="4854047" y="198259"/>
                  <a:pt x="4847581" y="200643"/>
                  <a:pt x="4839939" y="200643"/>
                </a:cubicBezTo>
                <a:cubicBezTo>
                  <a:pt x="4835106" y="200643"/>
                  <a:pt x="4830436" y="199500"/>
                  <a:pt x="4825930" y="197214"/>
                </a:cubicBezTo>
                <a:cubicBezTo>
                  <a:pt x="4827040" y="192576"/>
                  <a:pt x="4828183" y="186078"/>
                  <a:pt x="4829359" y="177718"/>
                </a:cubicBezTo>
                <a:lnTo>
                  <a:pt x="4831906" y="177228"/>
                </a:lnTo>
                <a:cubicBezTo>
                  <a:pt x="4835302" y="182061"/>
                  <a:pt x="4839907" y="184477"/>
                  <a:pt x="4845720" y="184477"/>
                </a:cubicBezTo>
                <a:cubicBezTo>
                  <a:pt x="4852577" y="184477"/>
                  <a:pt x="4858880" y="177783"/>
                  <a:pt x="4864628" y="164394"/>
                </a:cubicBezTo>
                <a:lnTo>
                  <a:pt x="4868644" y="154989"/>
                </a:lnTo>
                <a:lnTo>
                  <a:pt x="4836902" y="72498"/>
                </a:lnTo>
                <a:cubicBezTo>
                  <a:pt x="4835073" y="67730"/>
                  <a:pt x="4833392" y="64774"/>
                  <a:pt x="4831857" y="63632"/>
                </a:cubicBezTo>
                <a:cubicBezTo>
                  <a:pt x="4830322" y="62489"/>
                  <a:pt x="4827301" y="61884"/>
                  <a:pt x="4822795" y="61819"/>
                </a:cubicBezTo>
                <a:lnTo>
                  <a:pt x="4821815" y="60839"/>
                </a:lnTo>
                <a:lnTo>
                  <a:pt x="4821815" y="54961"/>
                </a:lnTo>
                <a:lnTo>
                  <a:pt x="4822892" y="53981"/>
                </a:lnTo>
                <a:cubicBezTo>
                  <a:pt x="4827073" y="54177"/>
                  <a:pt x="4835073" y="54275"/>
                  <a:pt x="4846895" y="54275"/>
                </a:cubicBezTo>
                <a:cubicBezTo>
                  <a:pt x="4857868" y="54275"/>
                  <a:pt x="4866783" y="54177"/>
                  <a:pt x="4873641" y="53981"/>
                </a:cubicBezTo>
                <a:lnTo>
                  <a:pt x="4874621" y="54961"/>
                </a:lnTo>
                <a:lnTo>
                  <a:pt x="4874621" y="60839"/>
                </a:lnTo>
                <a:lnTo>
                  <a:pt x="4873641" y="61819"/>
                </a:lnTo>
                <a:cubicBezTo>
                  <a:pt x="4866195" y="61819"/>
                  <a:pt x="4862472" y="63158"/>
                  <a:pt x="4862472" y="65836"/>
                </a:cubicBezTo>
                <a:cubicBezTo>
                  <a:pt x="4862472" y="67011"/>
                  <a:pt x="4862799" y="68448"/>
                  <a:pt x="4863452" y="70147"/>
                </a:cubicBezTo>
                <a:cubicBezTo>
                  <a:pt x="4864497" y="73151"/>
                  <a:pt x="4866097" y="77625"/>
                  <a:pt x="4868253" y="83568"/>
                </a:cubicBezTo>
                <a:lnTo>
                  <a:pt x="4882556" y="121385"/>
                </a:lnTo>
                <a:lnTo>
                  <a:pt x="4891178" y="100713"/>
                </a:lnTo>
                <a:cubicBezTo>
                  <a:pt x="4899603" y="80531"/>
                  <a:pt x="4903816" y="68742"/>
                  <a:pt x="4903816" y="65346"/>
                </a:cubicBezTo>
                <a:cubicBezTo>
                  <a:pt x="4903816" y="62995"/>
                  <a:pt x="4900028" y="61819"/>
                  <a:pt x="4892451" y="61819"/>
                </a:cubicBezTo>
                <a:lnTo>
                  <a:pt x="4891471" y="60839"/>
                </a:lnTo>
                <a:lnTo>
                  <a:pt x="4891471" y="54961"/>
                </a:lnTo>
                <a:lnTo>
                  <a:pt x="4892549" y="53981"/>
                </a:lnTo>
                <a:cubicBezTo>
                  <a:pt x="4896337" y="54177"/>
                  <a:pt x="4902738" y="54275"/>
                  <a:pt x="4911751" y="54275"/>
                </a:cubicBezTo>
                <a:cubicBezTo>
                  <a:pt x="4916846" y="54275"/>
                  <a:pt x="4922169" y="54177"/>
                  <a:pt x="4927720" y="53981"/>
                </a:cubicBezTo>
                <a:lnTo>
                  <a:pt x="4928798" y="54961"/>
                </a:lnTo>
                <a:lnTo>
                  <a:pt x="4928798" y="60937"/>
                </a:lnTo>
                <a:moveTo>
                  <a:pt x="4898819" y="154107"/>
                </a:moveTo>
                <a:lnTo>
                  <a:pt x="4898819" y="154107"/>
                </a:lnTo>
                <a:moveTo>
                  <a:pt x="4876188" y="46732"/>
                </a:moveTo>
                <a:lnTo>
                  <a:pt x="4876188" y="46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𝓐">
            <a:extLst xmlns:a="http://schemas.openxmlformats.org/drawingml/2006/main">
              <a:ext uri="{FF2B5EF4-FFF2-40B4-BE49-F238E27FC236}">
                <a16:creationId xmlns:a16="http://schemas.microsoft.com/office/drawing/2014/main" id="{3FB25090-1ABF-4F87-B5A4-10FCB2AE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63" y="6220874"/>
            <a:ext cx="178795" cy="135297"/>
          </a:xfrm>
          <a:custGeom xmlns:a="http://schemas.openxmlformats.org/drawingml/2006/main">
            <a:pathLst>
              <a:path w="178795" h="135297">
                <a:moveTo>
                  <a:pt x="168802" y="0"/>
                </a:moveTo>
                <a:lnTo>
                  <a:pt x="172427" y="7348"/>
                </a:lnTo>
                <a:cubicBezTo>
                  <a:pt x="169945" y="13357"/>
                  <a:pt x="167921" y="19692"/>
                  <a:pt x="166353" y="26354"/>
                </a:cubicBezTo>
                <a:lnTo>
                  <a:pt x="152049" y="88957"/>
                </a:lnTo>
                <a:cubicBezTo>
                  <a:pt x="150808" y="94247"/>
                  <a:pt x="149829" y="99146"/>
                  <a:pt x="149110" y="103652"/>
                </a:cubicBezTo>
                <a:cubicBezTo>
                  <a:pt x="148392" y="108159"/>
                  <a:pt x="148033" y="111359"/>
                  <a:pt x="148033" y="113253"/>
                </a:cubicBezTo>
                <a:cubicBezTo>
                  <a:pt x="148033" y="115409"/>
                  <a:pt x="148441" y="117058"/>
                  <a:pt x="149257" y="118201"/>
                </a:cubicBezTo>
                <a:cubicBezTo>
                  <a:pt x="150074" y="119344"/>
                  <a:pt x="151233" y="119915"/>
                  <a:pt x="152735" y="119915"/>
                </a:cubicBezTo>
                <a:cubicBezTo>
                  <a:pt x="157307" y="119915"/>
                  <a:pt x="163512" y="115833"/>
                  <a:pt x="171350" y="107669"/>
                </a:cubicBezTo>
                <a:lnTo>
                  <a:pt x="178795" y="116094"/>
                </a:lnTo>
                <a:cubicBezTo>
                  <a:pt x="174093" y="121058"/>
                  <a:pt x="169913" y="124781"/>
                  <a:pt x="166255" y="127263"/>
                </a:cubicBezTo>
                <a:cubicBezTo>
                  <a:pt x="162598" y="129745"/>
                  <a:pt x="158597" y="131704"/>
                  <a:pt x="154254" y="133141"/>
                </a:cubicBezTo>
                <a:cubicBezTo>
                  <a:pt x="149910" y="134578"/>
                  <a:pt x="145094" y="135297"/>
                  <a:pt x="139803" y="135297"/>
                </a:cubicBezTo>
                <a:cubicBezTo>
                  <a:pt x="133598" y="135297"/>
                  <a:pt x="128602" y="133386"/>
                  <a:pt x="124814" y="129565"/>
                </a:cubicBezTo>
                <a:cubicBezTo>
                  <a:pt x="121026" y="125744"/>
                  <a:pt x="119132" y="120634"/>
                  <a:pt x="119132" y="114233"/>
                </a:cubicBezTo>
                <a:cubicBezTo>
                  <a:pt x="119132" y="107636"/>
                  <a:pt x="120666" y="98362"/>
                  <a:pt x="123736" y="86410"/>
                </a:cubicBezTo>
                <a:lnTo>
                  <a:pt x="87291" y="86410"/>
                </a:lnTo>
                <a:cubicBezTo>
                  <a:pt x="83568" y="96402"/>
                  <a:pt x="79911" y="104256"/>
                  <a:pt x="76319" y="109971"/>
                </a:cubicBezTo>
                <a:cubicBezTo>
                  <a:pt x="72726" y="115686"/>
                  <a:pt x="68693" y="120470"/>
                  <a:pt x="64219" y="124324"/>
                </a:cubicBezTo>
                <a:cubicBezTo>
                  <a:pt x="59745" y="128177"/>
                  <a:pt x="54896" y="130970"/>
                  <a:pt x="49671" y="132700"/>
                </a:cubicBezTo>
                <a:cubicBezTo>
                  <a:pt x="44446" y="134431"/>
                  <a:pt x="38470" y="135297"/>
                  <a:pt x="31742" y="135297"/>
                </a:cubicBezTo>
                <a:cubicBezTo>
                  <a:pt x="21815" y="135297"/>
                  <a:pt x="14042" y="132978"/>
                  <a:pt x="8425" y="128341"/>
                </a:cubicBezTo>
                <a:cubicBezTo>
                  <a:pt x="2808" y="123703"/>
                  <a:pt x="0" y="117368"/>
                  <a:pt x="0" y="109335"/>
                </a:cubicBezTo>
                <a:cubicBezTo>
                  <a:pt x="0" y="104240"/>
                  <a:pt x="1568" y="99472"/>
                  <a:pt x="4703" y="95031"/>
                </a:cubicBezTo>
                <a:cubicBezTo>
                  <a:pt x="7838" y="90590"/>
                  <a:pt x="12181" y="87030"/>
                  <a:pt x="17733" y="84352"/>
                </a:cubicBezTo>
                <a:cubicBezTo>
                  <a:pt x="23284" y="81674"/>
                  <a:pt x="29130" y="80335"/>
                  <a:pt x="35269" y="80335"/>
                </a:cubicBezTo>
                <a:cubicBezTo>
                  <a:pt x="42192" y="80335"/>
                  <a:pt x="48756" y="83274"/>
                  <a:pt x="54961" y="89153"/>
                </a:cubicBezTo>
                <a:lnTo>
                  <a:pt x="40070" y="99048"/>
                </a:lnTo>
                <a:cubicBezTo>
                  <a:pt x="38176" y="96827"/>
                  <a:pt x="36347" y="95096"/>
                  <a:pt x="34583" y="93855"/>
                </a:cubicBezTo>
                <a:cubicBezTo>
                  <a:pt x="32820" y="92614"/>
                  <a:pt x="30926" y="91994"/>
                  <a:pt x="28901" y="91994"/>
                </a:cubicBezTo>
                <a:cubicBezTo>
                  <a:pt x="26485" y="91994"/>
                  <a:pt x="24492" y="93006"/>
                  <a:pt x="22925" y="95031"/>
                </a:cubicBezTo>
                <a:cubicBezTo>
                  <a:pt x="21357" y="97056"/>
                  <a:pt x="20574" y="99831"/>
                  <a:pt x="20574" y="103358"/>
                </a:cubicBezTo>
                <a:cubicBezTo>
                  <a:pt x="20574" y="106167"/>
                  <a:pt x="21211" y="108943"/>
                  <a:pt x="22484" y="111686"/>
                </a:cubicBezTo>
                <a:cubicBezTo>
                  <a:pt x="23758" y="114429"/>
                  <a:pt x="25717" y="116715"/>
                  <a:pt x="28362" y="118544"/>
                </a:cubicBezTo>
                <a:cubicBezTo>
                  <a:pt x="31008" y="120372"/>
                  <a:pt x="34159" y="121287"/>
                  <a:pt x="37816" y="121287"/>
                </a:cubicBezTo>
                <a:cubicBezTo>
                  <a:pt x="40690" y="121287"/>
                  <a:pt x="43221" y="120781"/>
                  <a:pt x="45409" y="119768"/>
                </a:cubicBezTo>
                <a:cubicBezTo>
                  <a:pt x="47597" y="118756"/>
                  <a:pt x="49720" y="117205"/>
                  <a:pt x="51777" y="115115"/>
                </a:cubicBezTo>
                <a:cubicBezTo>
                  <a:pt x="53835" y="113025"/>
                  <a:pt x="55974" y="110135"/>
                  <a:pt x="58194" y="106444"/>
                </a:cubicBezTo>
                <a:cubicBezTo>
                  <a:pt x="60415" y="102754"/>
                  <a:pt x="62733" y="98068"/>
                  <a:pt x="65150" y="92386"/>
                </a:cubicBezTo>
                <a:lnTo>
                  <a:pt x="76221" y="66326"/>
                </a:lnTo>
                <a:cubicBezTo>
                  <a:pt x="83993" y="48038"/>
                  <a:pt x="91961" y="34257"/>
                  <a:pt x="100125" y="24982"/>
                </a:cubicBezTo>
                <a:cubicBezTo>
                  <a:pt x="108290" y="15708"/>
                  <a:pt x="117401" y="9226"/>
                  <a:pt x="127459" y="5535"/>
                </a:cubicBezTo>
                <a:cubicBezTo>
                  <a:pt x="137517" y="1845"/>
                  <a:pt x="149208" y="0"/>
                  <a:pt x="162532" y="0"/>
                </a:cubicBezTo>
                <a:lnTo>
                  <a:pt x="168802" y="0"/>
                </a:lnTo>
                <a:moveTo>
                  <a:pt x="141959" y="14696"/>
                </a:moveTo>
                <a:cubicBezTo>
                  <a:pt x="137387" y="15349"/>
                  <a:pt x="133533" y="16345"/>
                  <a:pt x="130398" y="17684"/>
                </a:cubicBezTo>
                <a:cubicBezTo>
                  <a:pt x="127263" y="19022"/>
                  <a:pt x="124193" y="20917"/>
                  <a:pt x="121189" y="23366"/>
                </a:cubicBezTo>
                <a:cubicBezTo>
                  <a:pt x="118184" y="25815"/>
                  <a:pt x="115196" y="29048"/>
                  <a:pt x="112225" y="33065"/>
                </a:cubicBezTo>
                <a:cubicBezTo>
                  <a:pt x="109253" y="37082"/>
                  <a:pt x="106150" y="42258"/>
                  <a:pt x="102917" y="48593"/>
                </a:cubicBezTo>
                <a:cubicBezTo>
                  <a:pt x="99684" y="54929"/>
                  <a:pt x="96402" y="62505"/>
                  <a:pt x="93071" y="71322"/>
                </a:cubicBezTo>
                <a:lnTo>
                  <a:pt x="127361" y="71322"/>
                </a:lnTo>
                <a:lnTo>
                  <a:pt x="134121" y="40951"/>
                </a:lnTo>
                <a:cubicBezTo>
                  <a:pt x="135231" y="35922"/>
                  <a:pt x="136570" y="31056"/>
                  <a:pt x="138138" y="26354"/>
                </a:cubicBezTo>
                <a:cubicBezTo>
                  <a:pt x="139705" y="21651"/>
                  <a:pt x="141175" y="18092"/>
                  <a:pt x="142546" y="15675"/>
                </a:cubicBezTo>
                <a:lnTo>
                  <a:pt x="141959" y="1469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𝒏">
            <a:extLst xmlns:a="http://schemas.openxmlformats.org/drawingml/2006/main">
              <a:ext uri="{FF2B5EF4-FFF2-40B4-BE49-F238E27FC236}">
                <a16:creationId xmlns:a16="http://schemas.microsoft.com/office/drawing/2014/main" id="{D5169771-F1B6-40AC-B444-D02FA353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945" y="6323210"/>
            <a:ext cx="91295" cy="73207"/>
          </a:xfrm>
          <a:custGeom xmlns:a="http://schemas.openxmlformats.org/drawingml/2006/main">
            <a:pathLst>
              <a:path w="91295" h="73207">
                <a:moveTo>
                  <a:pt x="5147" y="18302"/>
                </a:moveTo>
                <a:lnTo>
                  <a:pt x="0" y="13154"/>
                </a:lnTo>
                <a:cubicBezTo>
                  <a:pt x="4766" y="8293"/>
                  <a:pt x="8996" y="4885"/>
                  <a:pt x="12690" y="2931"/>
                </a:cubicBezTo>
                <a:cubicBezTo>
                  <a:pt x="16383" y="977"/>
                  <a:pt x="20280" y="0"/>
                  <a:pt x="24379" y="0"/>
                </a:cubicBezTo>
                <a:cubicBezTo>
                  <a:pt x="28335" y="0"/>
                  <a:pt x="31492" y="1108"/>
                  <a:pt x="33851" y="3324"/>
                </a:cubicBezTo>
                <a:cubicBezTo>
                  <a:pt x="36210" y="5541"/>
                  <a:pt x="37390" y="8460"/>
                  <a:pt x="37390" y="12082"/>
                </a:cubicBezTo>
                <a:cubicBezTo>
                  <a:pt x="37390" y="13274"/>
                  <a:pt x="37247" y="14417"/>
                  <a:pt x="36961" y="15514"/>
                </a:cubicBezTo>
                <a:lnTo>
                  <a:pt x="37676" y="16086"/>
                </a:lnTo>
                <a:cubicBezTo>
                  <a:pt x="42156" y="10509"/>
                  <a:pt x="46410" y="6434"/>
                  <a:pt x="50437" y="3861"/>
                </a:cubicBezTo>
                <a:cubicBezTo>
                  <a:pt x="54465" y="1287"/>
                  <a:pt x="59171" y="0"/>
                  <a:pt x="64557" y="0"/>
                </a:cubicBezTo>
                <a:cubicBezTo>
                  <a:pt x="69466" y="0"/>
                  <a:pt x="73315" y="1382"/>
                  <a:pt x="76103" y="4147"/>
                </a:cubicBezTo>
                <a:cubicBezTo>
                  <a:pt x="78891" y="6911"/>
                  <a:pt x="80285" y="10676"/>
                  <a:pt x="80285" y="15442"/>
                </a:cubicBezTo>
                <a:cubicBezTo>
                  <a:pt x="80285" y="16967"/>
                  <a:pt x="80130" y="18874"/>
                  <a:pt x="79820" y="21162"/>
                </a:cubicBezTo>
                <a:cubicBezTo>
                  <a:pt x="79511" y="23449"/>
                  <a:pt x="79141" y="25475"/>
                  <a:pt x="78712" y="27238"/>
                </a:cubicBezTo>
                <a:lnTo>
                  <a:pt x="73064" y="49544"/>
                </a:lnTo>
                <a:cubicBezTo>
                  <a:pt x="72254" y="52737"/>
                  <a:pt x="71849" y="55525"/>
                  <a:pt x="71849" y="57908"/>
                </a:cubicBezTo>
                <a:cubicBezTo>
                  <a:pt x="71849" y="59767"/>
                  <a:pt x="72159" y="61054"/>
                  <a:pt x="72778" y="61769"/>
                </a:cubicBezTo>
                <a:cubicBezTo>
                  <a:pt x="73398" y="62484"/>
                  <a:pt x="74280" y="62841"/>
                  <a:pt x="75424" y="62841"/>
                </a:cubicBezTo>
                <a:cubicBezTo>
                  <a:pt x="76806" y="62841"/>
                  <a:pt x="78355" y="62186"/>
                  <a:pt x="80071" y="60875"/>
                </a:cubicBezTo>
                <a:cubicBezTo>
                  <a:pt x="81786" y="59564"/>
                  <a:pt x="83812" y="57575"/>
                  <a:pt x="86147" y="54906"/>
                </a:cubicBezTo>
                <a:lnTo>
                  <a:pt x="91295" y="60053"/>
                </a:lnTo>
                <a:cubicBezTo>
                  <a:pt x="86624" y="64819"/>
                  <a:pt x="82442" y="68203"/>
                  <a:pt x="78748" y="70205"/>
                </a:cubicBezTo>
                <a:cubicBezTo>
                  <a:pt x="75054" y="72207"/>
                  <a:pt x="70991" y="73207"/>
                  <a:pt x="66559" y="73207"/>
                </a:cubicBezTo>
                <a:cubicBezTo>
                  <a:pt x="61507" y="73207"/>
                  <a:pt x="57813" y="71956"/>
                  <a:pt x="55477" y="69454"/>
                </a:cubicBezTo>
                <a:cubicBezTo>
                  <a:pt x="53142" y="66952"/>
                  <a:pt x="51974" y="63270"/>
                  <a:pt x="51974" y="58409"/>
                </a:cubicBezTo>
                <a:cubicBezTo>
                  <a:pt x="51974" y="54929"/>
                  <a:pt x="52665" y="50473"/>
                  <a:pt x="54048" y="45040"/>
                </a:cubicBezTo>
                <a:lnTo>
                  <a:pt x="57193" y="33172"/>
                </a:lnTo>
                <a:cubicBezTo>
                  <a:pt x="58004" y="30122"/>
                  <a:pt x="58695" y="27107"/>
                  <a:pt x="59267" y="24128"/>
                </a:cubicBezTo>
                <a:cubicBezTo>
                  <a:pt x="59838" y="21150"/>
                  <a:pt x="60124" y="18707"/>
                  <a:pt x="60124" y="16801"/>
                </a:cubicBezTo>
                <a:cubicBezTo>
                  <a:pt x="60124" y="14656"/>
                  <a:pt x="59672" y="13059"/>
                  <a:pt x="58766" y="12011"/>
                </a:cubicBezTo>
                <a:cubicBezTo>
                  <a:pt x="57861" y="10962"/>
                  <a:pt x="56574" y="10438"/>
                  <a:pt x="54906" y="10438"/>
                </a:cubicBezTo>
                <a:cubicBezTo>
                  <a:pt x="52570" y="10438"/>
                  <a:pt x="49901" y="11820"/>
                  <a:pt x="46898" y="14584"/>
                </a:cubicBezTo>
                <a:cubicBezTo>
                  <a:pt x="43896" y="17349"/>
                  <a:pt x="41489" y="20268"/>
                  <a:pt x="39678" y="23342"/>
                </a:cubicBezTo>
                <a:cubicBezTo>
                  <a:pt x="37867" y="26416"/>
                  <a:pt x="36437" y="30432"/>
                  <a:pt x="35388" y="35388"/>
                </a:cubicBezTo>
                <a:lnTo>
                  <a:pt x="27381" y="72064"/>
                </a:lnTo>
                <a:lnTo>
                  <a:pt x="6863" y="72064"/>
                </a:lnTo>
                <a:lnTo>
                  <a:pt x="18373" y="22377"/>
                </a:lnTo>
                <a:cubicBezTo>
                  <a:pt x="19088" y="19279"/>
                  <a:pt x="19446" y="16920"/>
                  <a:pt x="19446" y="15299"/>
                </a:cubicBezTo>
                <a:cubicBezTo>
                  <a:pt x="19446" y="13726"/>
                  <a:pt x="19184" y="12511"/>
                  <a:pt x="18659" y="11653"/>
                </a:cubicBezTo>
                <a:cubicBezTo>
                  <a:pt x="18135" y="10795"/>
                  <a:pt x="17229" y="10366"/>
                  <a:pt x="15943" y="10366"/>
                </a:cubicBezTo>
                <a:cubicBezTo>
                  <a:pt x="14465" y="10366"/>
                  <a:pt x="12868" y="11034"/>
                  <a:pt x="11153" y="12368"/>
                </a:cubicBezTo>
                <a:cubicBezTo>
                  <a:pt x="9437" y="13703"/>
                  <a:pt x="7435" y="15680"/>
                  <a:pt x="5147" y="1830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and">
            <a:extLst xmlns:a="http://schemas.openxmlformats.org/drawingml/2006/main">
              <a:ext uri="{FF2B5EF4-FFF2-40B4-BE49-F238E27FC236}">
                <a16:creationId xmlns:a16="http://schemas.microsoft.com/office/drawing/2014/main" id="{F6D8096E-7599-437B-8007-2B61EF5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894" y="6450160"/>
            <a:ext cx="332742" cy="153386"/>
          </a:xfrm>
          <a:custGeom xmlns:a="http://schemas.openxmlformats.org/drawingml/2006/main">
            <a:pathLst>
              <a:path w="332742" h="153386">
                <a:moveTo>
                  <a:pt x="87747" y="145169"/>
                </a:moveTo>
                <a:lnTo>
                  <a:pt x="86671" y="146245"/>
                </a:lnTo>
                <a:cubicBezTo>
                  <a:pt x="81193" y="145919"/>
                  <a:pt x="74900" y="145756"/>
                  <a:pt x="67791" y="145756"/>
                </a:cubicBezTo>
                <a:cubicBezTo>
                  <a:pt x="62248" y="145756"/>
                  <a:pt x="56933" y="145919"/>
                  <a:pt x="51846" y="146245"/>
                </a:cubicBezTo>
                <a:lnTo>
                  <a:pt x="50966" y="145169"/>
                </a:lnTo>
                <a:lnTo>
                  <a:pt x="51846" y="132061"/>
                </a:lnTo>
                <a:lnTo>
                  <a:pt x="32868" y="146539"/>
                </a:lnTo>
                <a:cubicBezTo>
                  <a:pt x="31369" y="147647"/>
                  <a:pt x="29216" y="148332"/>
                  <a:pt x="26412" y="148593"/>
                </a:cubicBezTo>
                <a:cubicBezTo>
                  <a:pt x="25304" y="148723"/>
                  <a:pt x="23999" y="148789"/>
                  <a:pt x="22499" y="148789"/>
                </a:cubicBezTo>
                <a:cubicBezTo>
                  <a:pt x="15260" y="148789"/>
                  <a:pt x="9701" y="146604"/>
                  <a:pt x="5820" y="142234"/>
                </a:cubicBezTo>
                <a:cubicBezTo>
                  <a:pt x="1940" y="137865"/>
                  <a:pt x="0" y="131833"/>
                  <a:pt x="0" y="124137"/>
                </a:cubicBezTo>
                <a:cubicBezTo>
                  <a:pt x="0" y="113964"/>
                  <a:pt x="3228" y="106757"/>
                  <a:pt x="9684" y="102518"/>
                </a:cubicBezTo>
                <a:cubicBezTo>
                  <a:pt x="16662" y="97888"/>
                  <a:pt x="30716" y="93714"/>
                  <a:pt x="51846" y="89997"/>
                </a:cubicBezTo>
                <a:cubicBezTo>
                  <a:pt x="51846" y="79628"/>
                  <a:pt x="49107" y="72682"/>
                  <a:pt x="43629" y="69161"/>
                </a:cubicBezTo>
                <a:cubicBezTo>
                  <a:pt x="40303" y="67009"/>
                  <a:pt x="36325" y="65933"/>
                  <a:pt x="31695" y="65933"/>
                </a:cubicBezTo>
                <a:cubicBezTo>
                  <a:pt x="26608" y="65933"/>
                  <a:pt x="22597" y="66976"/>
                  <a:pt x="19662" y="69063"/>
                </a:cubicBezTo>
                <a:lnTo>
                  <a:pt x="15945" y="78160"/>
                </a:lnTo>
                <a:lnTo>
                  <a:pt x="14673" y="78845"/>
                </a:lnTo>
                <a:lnTo>
                  <a:pt x="9684" y="77671"/>
                </a:lnTo>
                <a:lnTo>
                  <a:pt x="9000" y="76302"/>
                </a:lnTo>
                <a:lnTo>
                  <a:pt x="9489" y="64759"/>
                </a:lnTo>
                <a:cubicBezTo>
                  <a:pt x="20249" y="56803"/>
                  <a:pt x="28336" y="52303"/>
                  <a:pt x="33749" y="51259"/>
                </a:cubicBezTo>
                <a:cubicBezTo>
                  <a:pt x="36031" y="50803"/>
                  <a:pt x="38999" y="50574"/>
                  <a:pt x="42651" y="50574"/>
                </a:cubicBezTo>
                <a:cubicBezTo>
                  <a:pt x="55498" y="50574"/>
                  <a:pt x="64661" y="53933"/>
                  <a:pt x="70139" y="60650"/>
                </a:cubicBezTo>
                <a:cubicBezTo>
                  <a:pt x="74117" y="65541"/>
                  <a:pt x="76106" y="73041"/>
                  <a:pt x="76106" y="83149"/>
                </a:cubicBezTo>
                <a:cubicBezTo>
                  <a:pt x="76106" y="85628"/>
                  <a:pt x="76008" y="89606"/>
                  <a:pt x="75813" y="95084"/>
                </a:cubicBezTo>
                <a:cubicBezTo>
                  <a:pt x="75487" y="104214"/>
                  <a:pt x="75324" y="110312"/>
                  <a:pt x="75324" y="113377"/>
                </a:cubicBezTo>
                <a:cubicBezTo>
                  <a:pt x="75324" y="123224"/>
                  <a:pt x="75487" y="129501"/>
                  <a:pt x="75813" y="132208"/>
                </a:cubicBezTo>
                <a:cubicBezTo>
                  <a:pt x="76139" y="134914"/>
                  <a:pt x="76905" y="136626"/>
                  <a:pt x="78112" y="137343"/>
                </a:cubicBezTo>
                <a:cubicBezTo>
                  <a:pt x="79318" y="138061"/>
                  <a:pt x="82204" y="138485"/>
                  <a:pt x="86769" y="138615"/>
                </a:cubicBezTo>
                <a:lnTo>
                  <a:pt x="87747" y="139691"/>
                </a:lnTo>
                <a:lnTo>
                  <a:pt x="87747" y="145169"/>
                </a:lnTo>
                <a:moveTo>
                  <a:pt x="51846" y="122376"/>
                </a:moveTo>
                <a:lnTo>
                  <a:pt x="51846" y="98312"/>
                </a:lnTo>
                <a:cubicBezTo>
                  <a:pt x="41086" y="100660"/>
                  <a:pt x="33830" y="103187"/>
                  <a:pt x="30081" y="105893"/>
                </a:cubicBezTo>
                <a:cubicBezTo>
                  <a:pt x="26331" y="108600"/>
                  <a:pt x="24456" y="112725"/>
                  <a:pt x="24456" y="118268"/>
                </a:cubicBezTo>
                <a:cubicBezTo>
                  <a:pt x="24456" y="127137"/>
                  <a:pt x="28336" y="131572"/>
                  <a:pt x="36097" y="131572"/>
                </a:cubicBezTo>
                <a:cubicBezTo>
                  <a:pt x="42683" y="131572"/>
                  <a:pt x="47933" y="128507"/>
                  <a:pt x="51846" y="122376"/>
                </a:cubicBezTo>
                <a:moveTo>
                  <a:pt x="44020" y="46172"/>
                </a:moveTo>
                <a:lnTo>
                  <a:pt x="44020" y="46172"/>
                </a:lnTo>
                <a:moveTo>
                  <a:pt x="44020" y="153386"/>
                </a:moveTo>
                <a:lnTo>
                  <a:pt x="44020" y="153386"/>
                </a:lnTo>
                <a:close/>
                <a:moveTo>
                  <a:pt x="211116" y="145365"/>
                </a:moveTo>
                <a:lnTo>
                  <a:pt x="210138" y="146441"/>
                </a:lnTo>
                <a:cubicBezTo>
                  <a:pt x="202964" y="145984"/>
                  <a:pt x="196899" y="145756"/>
                  <a:pt x="191943" y="145756"/>
                </a:cubicBezTo>
                <a:cubicBezTo>
                  <a:pt x="187378" y="145756"/>
                  <a:pt x="180726" y="145984"/>
                  <a:pt x="171987" y="146441"/>
                </a:cubicBezTo>
                <a:lnTo>
                  <a:pt x="171009" y="145463"/>
                </a:lnTo>
                <a:cubicBezTo>
                  <a:pt x="172182" y="130920"/>
                  <a:pt x="172769" y="119703"/>
                  <a:pt x="172769" y="111812"/>
                </a:cubicBezTo>
                <a:lnTo>
                  <a:pt x="172769" y="92638"/>
                </a:lnTo>
                <a:cubicBezTo>
                  <a:pt x="172769" y="76726"/>
                  <a:pt x="167030" y="68769"/>
                  <a:pt x="155553" y="68769"/>
                </a:cubicBezTo>
                <a:cubicBezTo>
                  <a:pt x="149553" y="68769"/>
                  <a:pt x="144857" y="70824"/>
                  <a:pt x="141466" y="74932"/>
                </a:cubicBezTo>
                <a:cubicBezTo>
                  <a:pt x="138597" y="78389"/>
                  <a:pt x="137162" y="81878"/>
                  <a:pt x="137162" y="85399"/>
                </a:cubicBezTo>
                <a:lnTo>
                  <a:pt x="137162" y="103692"/>
                </a:lnTo>
                <a:cubicBezTo>
                  <a:pt x="137162" y="120583"/>
                  <a:pt x="137586" y="130952"/>
                  <a:pt x="138434" y="134800"/>
                </a:cubicBezTo>
                <a:cubicBezTo>
                  <a:pt x="138955" y="137082"/>
                  <a:pt x="142738" y="138289"/>
                  <a:pt x="149781" y="138419"/>
                </a:cubicBezTo>
                <a:lnTo>
                  <a:pt x="150759" y="139398"/>
                </a:lnTo>
                <a:lnTo>
                  <a:pt x="150759" y="145365"/>
                </a:lnTo>
                <a:lnTo>
                  <a:pt x="149781" y="146343"/>
                </a:lnTo>
                <a:cubicBezTo>
                  <a:pt x="144238" y="145952"/>
                  <a:pt x="135955" y="145756"/>
                  <a:pt x="124934" y="145756"/>
                </a:cubicBezTo>
                <a:cubicBezTo>
                  <a:pt x="113260" y="145756"/>
                  <a:pt x="104359" y="145984"/>
                  <a:pt x="98228" y="146441"/>
                </a:cubicBezTo>
                <a:lnTo>
                  <a:pt x="97250" y="145463"/>
                </a:lnTo>
                <a:lnTo>
                  <a:pt x="97250" y="139495"/>
                </a:lnTo>
                <a:lnTo>
                  <a:pt x="98228" y="138517"/>
                </a:lnTo>
                <a:cubicBezTo>
                  <a:pt x="104489" y="138322"/>
                  <a:pt x="108369" y="137832"/>
                  <a:pt x="109869" y="137050"/>
                </a:cubicBezTo>
                <a:cubicBezTo>
                  <a:pt x="111174" y="136463"/>
                  <a:pt x="111891" y="134898"/>
                  <a:pt x="112021" y="132354"/>
                </a:cubicBezTo>
                <a:cubicBezTo>
                  <a:pt x="112478" y="123876"/>
                  <a:pt x="112706" y="114779"/>
                  <a:pt x="112706" y="105062"/>
                </a:cubicBezTo>
                <a:lnTo>
                  <a:pt x="112706" y="91073"/>
                </a:lnTo>
                <a:cubicBezTo>
                  <a:pt x="112706" y="78030"/>
                  <a:pt x="112217" y="70530"/>
                  <a:pt x="111239" y="68574"/>
                </a:cubicBezTo>
                <a:cubicBezTo>
                  <a:pt x="110587" y="67270"/>
                  <a:pt x="109185" y="66454"/>
                  <a:pt x="107032" y="66128"/>
                </a:cubicBezTo>
                <a:cubicBezTo>
                  <a:pt x="106250" y="65998"/>
                  <a:pt x="103413" y="65835"/>
                  <a:pt x="98522" y="65639"/>
                </a:cubicBezTo>
                <a:lnTo>
                  <a:pt x="97544" y="64661"/>
                </a:lnTo>
                <a:lnTo>
                  <a:pt x="97544" y="59183"/>
                </a:lnTo>
                <a:lnTo>
                  <a:pt x="98522" y="58107"/>
                </a:lnTo>
                <a:cubicBezTo>
                  <a:pt x="110261" y="56998"/>
                  <a:pt x="122619" y="54292"/>
                  <a:pt x="135597" y="49988"/>
                </a:cubicBezTo>
                <a:lnTo>
                  <a:pt x="137749" y="51259"/>
                </a:lnTo>
                <a:lnTo>
                  <a:pt x="137553" y="67693"/>
                </a:lnTo>
                <a:lnTo>
                  <a:pt x="154379" y="53607"/>
                </a:lnTo>
                <a:cubicBezTo>
                  <a:pt x="158683" y="51846"/>
                  <a:pt x="163411" y="50966"/>
                  <a:pt x="168563" y="50966"/>
                </a:cubicBezTo>
                <a:cubicBezTo>
                  <a:pt x="178932" y="50966"/>
                  <a:pt x="186693" y="54096"/>
                  <a:pt x="191845" y="60357"/>
                </a:cubicBezTo>
                <a:cubicBezTo>
                  <a:pt x="196019" y="65444"/>
                  <a:pt x="198106" y="72911"/>
                  <a:pt x="198106" y="82758"/>
                </a:cubicBezTo>
                <a:cubicBezTo>
                  <a:pt x="198106" y="83867"/>
                  <a:pt x="197975" y="88399"/>
                  <a:pt x="197714" y="96356"/>
                </a:cubicBezTo>
                <a:cubicBezTo>
                  <a:pt x="197453" y="104312"/>
                  <a:pt x="197323" y="109986"/>
                  <a:pt x="197323" y="113377"/>
                </a:cubicBezTo>
                <a:cubicBezTo>
                  <a:pt x="197323" y="123224"/>
                  <a:pt x="197486" y="129501"/>
                  <a:pt x="197812" y="132208"/>
                </a:cubicBezTo>
                <a:cubicBezTo>
                  <a:pt x="198138" y="134914"/>
                  <a:pt x="198888" y="136626"/>
                  <a:pt x="200062" y="137343"/>
                </a:cubicBezTo>
                <a:cubicBezTo>
                  <a:pt x="201236" y="138061"/>
                  <a:pt x="204627" y="138485"/>
                  <a:pt x="210236" y="138615"/>
                </a:cubicBezTo>
                <a:lnTo>
                  <a:pt x="211116" y="139593"/>
                </a:lnTo>
                <a:lnTo>
                  <a:pt x="211116" y="145365"/>
                </a:lnTo>
                <a:close/>
                <a:moveTo>
                  <a:pt x="332742" y="145463"/>
                </a:moveTo>
                <a:lnTo>
                  <a:pt x="331764" y="146441"/>
                </a:lnTo>
                <a:cubicBezTo>
                  <a:pt x="325373" y="145984"/>
                  <a:pt x="319601" y="145756"/>
                  <a:pt x="314449" y="145756"/>
                </a:cubicBezTo>
                <a:cubicBezTo>
                  <a:pt x="309558" y="145756"/>
                  <a:pt x="302939" y="145984"/>
                  <a:pt x="294591" y="146441"/>
                </a:cubicBezTo>
                <a:lnTo>
                  <a:pt x="293711" y="145756"/>
                </a:lnTo>
                <a:cubicBezTo>
                  <a:pt x="293971" y="142561"/>
                  <a:pt x="294102" y="137213"/>
                  <a:pt x="294102" y="129713"/>
                </a:cubicBezTo>
                <a:cubicBezTo>
                  <a:pt x="291754" y="131670"/>
                  <a:pt x="288396" y="134670"/>
                  <a:pt x="284026" y="138713"/>
                </a:cubicBezTo>
                <a:cubicBezTo>
                  <a:pt x="278613" y="143734"/>
                  <a:pt x="275092" y="146734"/>
                  <a:pt x="273461" y="147713"/>
                </a:cubicBezTo>
                <a:cubicBezTo>
                  <a:pt x="271374" y="148691"/>
                  <a:pt x="267983" y="149180"/>
                  <a:pt x="263288" y="149180"/>
                </a:cubicBezTo>
                <a:cubicBezTo>
                  <a:pt x="252136" y="149180"/>
                  <a:pt x="243136" y="144974"/>
                  <a:pt x="236289" y="136561"/>
                </a:cubicBezTo>
                <a:cubicBezTo>
                  <a:pt x="229441" y="128148"/>
                  <a:pt x="226017" y="117257"/>
                  <a:pt x="226017" y="103888"/>
                </a:cubicBezTo>
                <a:cubicBezTo>
                  <a:pt x="226017" y="90910"/>
                  <a:pt x="228658" y="80802"/>
                  <a:pt x="233941" y="73563"/>
                </a:cubicBezTo>
                <a:cubicBezTo>
                  <a:pt x="235310" y="71672"/>
                  <a:pt x="239354" y="68313"/>
                  <a:pt x="246071" y="63487"/>
                </a:cubicBezTo>
                <a:cubicBezTo>
                  <a:pt x="253897" y="57879"/>
                  <a:pt x="259603" y="54324"/>
                  <a:pt x="263190" y="52824"/>
                </a:cubicBezTo>
                <a:cubicBezTo>
                  <a:pt x="266320" y="51520"/>
                  <a:pt x="270298" y="50868"/>
                  <a:pt x="275124" y="50868"/>
                </a:cubicBezTo>
                <a:cubicBezTo>
                  <a:pt x="281907" y="50868"/>
                  <a:pt x="288232" y="52303"/>
                  <a:pt x="294102" y="55172"/>
                </a:cubicBezTo>
                <a:lnTo>
                  <a:pt x="294102" y="49694"/>
                </a:lnTo>
                <a:cubicBezTo>
                  <a:pt x="294102" y="32542"/>
                  <a:pt x="293678" y="22434"/>
                  <a:pt x="292830" y="19369"/>
                </a:cubicBezTo>
                <a:cubicBezTo>
                  <a:pt x="292374" y="17673"/>
                  <a:pt x="291037" y="16630"/>
                  <a:pt x="288819" y="16239"/>
                </a:cubicBezTo>
                <a:cubicBezTo>
                  <a:pt x="287776" y="16043"/>
                  <a:pt x="284776" y="15847"/>
                  <a:pt x="279820" y="15652"/>
                </a:cubicBezTo>
                <a:lnTo>
                  <a:pt x="278841" y="14576"/>
                </a:lnTo>
                <a:lnTo>
                  <a:pt x="278841" y="9195"/>
                </a:lnTo>
                <a:lnTo>
                  <a:pt x="279820" y="8119"/>
                </a:lnTo>
                <a:cubicBezTo>
                  <a:pt x="292341" y="6815"/>
                  <a:pt x="304960" y="4109"/>
                  <a:pt x="317677" y="0"/>
                </a:cubicBezTo>
                <a:lnTo>
                  <a:pt x="319829" y="1174"/>
                </a:lnTo>
                <a:cubicBezTo>
                  <a:pt x="319829" y="1435"/>
                  <a:pt x="319699" y="4663"/>
                  <a:pt x="319438" y="10858"/>
                </a:cubicBezTo>
                <a:cubicBezTo>
                  <a:pt x="318851" y="24880"/>
                  <a:pt x="318558" y="45944"/>
                  <a:pt x="318558" y="74052"/>
                </a:cubicBezTo>
                <a:lnTo>
                  <a:pt x="318558" y="105649"/>
                </a:lnTo>
                <a:cubicBezTo>
                  <a:pt x="318558" y="123974"/>
                  <a:pt x="318981" y="134050"/>
                  <a:pt x="319829" y="135876"/>
                </a:cubicBezTo>
                <a:cubicBezTo>
                  <a:pt x="320351" y="136985"/>
                  <a:pt x="321068" y="137669"/>
                  <a:pt x="321981" y="137930"/>
                </a:cubicBezTo>
                <a:cubicBezTo>
                  <a:pt x="323416" y="138387"/>
                  <a:pt x="326677" y="138811"/>
                  <a:pt x="331764" y="139202"/>
                </a:cubicBezTo>
                <a:lnTo>
                  <a:pt x="332742" y="140180"/>
                </a:lnTo>
                <a:lnTo>
                  <a:pt x="332742" y="145463"/>
                </a:lnTo>
                <a:moveTo>
                  <a:pt x="294102" y="94399"/>
                </a:moveTo>
                <a:lnTo>
                  <a:pt x="294102" y="76008"/>
                </a:lnTo>
                <a:cubicBezTo>
                  <a:pt x="289406" y="70400"/>
                  <a:pt x="284907" y="66813"/>
                  <a:pt x="280602" y="65248"/>
                </a:cubicBezTo>
                <a:cubicBezTo>
                  <a:pt x="277668" y="64204"/>
                  <a:pt x="274537" y="63683"/>
                  <a:pt x="271211" y="63683"/>
                </a:cubicBezTo>
                <a:cubicBezTo>
                  <a:pt x="262212" y="63683"/>
                  <a:pt x="256407" y="68313"/>
                  <a:pt x="253799" y="77574"/>
                </a:cubicBezTo>
                <a:cubicBezTo>
                  <a:pt x="252364" y="82726"/>
                  <a:pt x="251647" y="88465"/>
                  <a:pt x="251647" y="94790"/>
                </a:cubicBezTo>
                <a:cubicBezTo>
                  <a:pt x="251647" y="108290"/>
                  <a:pt x="254810" y="118300"/>
                  <a:pt x="261136" y="124822"/>
                </a:cubicBezTo>
                <a:cubicBezTo>
                  <a:pt x="264462" y="128278"/>
                  <a:pt x="268929" y="130007"/>
                  <a:pt x="274537" y="130007"/>
                </a:cubicBezTo>
                <a:cubicBezTo>
                  <a:pt x="279168" y="130007"/>
                  <a:pt x="283472" y="128539"/>
                  <a:pt x="287450" y="125605"/>
                </a:cubicBezTo>
                <a:cubicBezTo>
                  <a:pt x="291037" y="122996"/>
                  <a:pt x="293156" y="120192"/>
                  <a:pt x="293808" y="117192"/>
                </a:cubicBezTo>
                <a:cubicBezTo>
                  <a:pt x="294004" y="116279"/>
                  <a:pt x="294102" y="108681"/>
                  <a:pt x="294102" y="94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𝒚">
            <a:extLst xmlns:a="http://schemas.openxmlformats.org/drawingml/2006/main">
              <a:ext uri="{FF2B5EF4-FFF2-40B4-BE49-F238E27FC236}">
                <a16:creationId xmlns:a16="http://schemas.microsoft.com/office/drawing/2014/main" id="{37619FFB-7507-48A2-A0B5-48817600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410" y="6497311"/>
            <a:ext cx="116116" cy="141354"/>
          </a:xfrm>
          <a:custGeom xmlns:a="http://schemas.openxmlformats.org/drawingml/2006/main">
            <a:pathLst>
              <a:path w="116116" h="141354">
                <a:moveTo>
                  <a:pt x="48618" y="99682"/>
                </a:moveTo>
                <a:cubicBezTo>
                  <a:pt x="47314" y="91725"/>
                  <a:pt x="45634" y="82351"/>
                  <a:pt x="43580" y="71557"/>
                </a:cubicBezTo>
                <a:cubicBezTo>
                  <a:pt x="41526" y="60764"/>
                  <a:pt x="39520" y="50949"/>
                  <a:pt x="37564" y="42113"/>
                </a:cubicBezTo>
                <a:cubicBezTo>
                  <a:pt x="35608" y="33276"/>
                  <a:pt x="34173" y="27293"/>
                  <a:pt x="33260" y="24162"/>
                </a:cubicBezTo>
                <a:cubicBezTo>
                  <a:pt x="32347" y="21032"/>
                  <a:pt x="31466" y="18798"/>
                  <a:pt x="30619" y="17461"/>
                </a:cubicBezTo>
                <a:cubicBezTo>
                  <a:pt x="29771" y="16124"/>
                  <a:pt x="28988" y="15244"/>
                  <a:pt x="28271" y="14820"/>
                </a:cubicBezTo>
                <a:cubicBezTo>
                  <a:pt x="27553" y="14396"/>
                  <a:pt x="26803" y="14184"/>
                  <a:pt x="26021" y="14184"/>
                </a:cubicBezTo>
                <a:cubicBezTo>
                  <a:pt x="24391" y="14184"/>
                  <a:pt x="22891" y="14853"/>
                  <a:pt x="21521" y="16190"/>
                </a:cubicBezTo>
                <a:cubicBezTo>
                  <a:pt x="20152" y="17527"/>
                  <a:pt x="18358" y="20347"/>
                  <a:pt x="16141" y="24651"/>
                </a:cubicBezTo>
                <a:lnTo>
                  <a:pt x="7239" y="20543"/>
                </a:lnTo>
                <a:cubicBezTo>
                  <a:pt x="11021" y="13695"/>
                  <a:pt x="15326" y="8560"/>
                  <a:pt x="20152" y="5136"/>
                </a:cubicBezTo>
                <a:cubicBezTo>
                  <a:pt x="24977" y="1712"/>
                  <a:pt x="30521" y="0"/>
                  <a:pt x="36781" y="0"/>
                </a:cubicBezTo>
                <a:cubicBezTo>
                  <a:pt x="41803" y="0"/>
                  <a:pt x="45863" y="734"/>
                  <a:pt x="48960" y="2201"/>
                </a:cubicBezTo>
                <a:cubicBezTo>
                  <a:pt x="52058" y="3668"/>
                  <a:pt x="54520" y="5690"/>
                  <a:pt x="56346" y="8266"/>
                </a:cubicBezTo>
                <a:cubicBezTo>
                  <a:pt x="58172" y="10842"/>
                  <a:pt x="59639" y="14119"/>
                  <a:pt x="60748" y="18097"/>
                </a:cubicBezTo>
                <a:cubicBezTo>
                  <a:pt x="61661" y="21228"/>
                  <a:pt x="62737" y="26738"/>
                  <a:pt x="63976" y="34629"/>
                </a:cubicBezTo>
                <a:cubicBezTo>
                  <a:pt x="65998" y="47477"/>
                  <a:pt x="67726" y="60096"/>
                  <a:pt x="69161" y="72487"/>
                </a:cubicBezTo>
                <a:cubicBezTo>
                  <a:pt x="76400" y="62118"/>
                  <a:pt x="81959" y="52009"/>
                  <a:pt x="85840" y="42162"/>
                </a:cubicBezTo>
                <a:cubicBezTo>
                  <a:pt x="89720" y="32314"/>
                  <a:pt x="91660" y="23510"/>
                  <a:pt x="91660" y="15749"/>
                </a:cubicBezTo>
                <a:cubicBezTo>
                  <a:pt x="91660" y="13271"/>
                  <a:pt x="91073" y="11396"/>
                  <a:pt x="89899" y="10125"/>
                </a:cubicBezTo>
                <a:cubicBezTo>
                  <a:pt x="88725" y="8853"/>
                  <a:pt x="86671" y="8152"/>
                  <a:pt x="83736" y="8021"/>
                </a:cubicBezTo>
                <a:lnTo>
                  <a:pt x="85106" y="1565"/>
                </a:lnTo>
                <a:lnTo>
                  <a:pt x="112692" y="1565"/>
                </a:lnTo>
                <a:lnTo>
                  <a:pt x="116116" y="8021"/>
                </a:lnTo>
                <a:cubicBezTo>
                  <a:pt x="114811" y="12521"/>
                  <a:pt x="112790" y="17967"/>
                  <a:pt x="110051" y="24358"/>
                </a:cubicBezTo>
                <a:cubicBezTo>
                  <a:pt x="106007" y="33749"/>
                  <a:pt x="100562" y="44281"/>
                  <a:pt x="93714" y="55955"/>
                </a:cubicBezTo>
                <a:cubicBezTo>
                  <a:pt x="87519" y="66454"/>
                  <a:pt x="80769" y="76954"/>
                  <a:pt x="73465" y="87454"/>
                </a:cubicBezTo>
                <a:cubicBezTo>
                  <a:pt x="64922" y="99714"/>
                  <a:pt x="57487" y="109611"/>
                  <a:pt x="51161" y="117143"/>
                </a:cubicBezTo>
                <a:cubicBezTo>
                  <a:pt x="44835" y="124675"/>
                  <a:pt x="39357" y="130235"/>
                  <a:pt x="34727" y="133822"/>
                </a:cubicBezTo>
                <a:cubicBezTo>
                  <a:pt x="31075" y="136561"/>
                  <a:pt x="27586" y="138501"/>
                  <a:pt x="24260" y="139642"/>
                </a:cubicBezTo>
                <a:cubicBezTo>
                  <a:pt x="20934" y="140783"/>
                  <a:pt x="17412" y="141354"/>
                  <a:pt x="13695" y="141354"/>
                </a:cubicBezTo>
                <a:cubicBezTo>
                  <a:pt x="8869" y="141354"/>
                  <a:pt x="4304" y="140637"/>
                  <a:pt x="0" y="139202"/>
                </a:cubicBezTo>
                <a:lnTo>
                  <a:pt x="4891" y="117094"/>
                </a:lnTo>
                <a:lnTo>
                  <a:pt x="15163" y="117094"/>
                </a:lnTo>
                <a:cubicBezTo>
                  <a:pt x="15228" y="119833"/>
                  <a:pt x="15635" y="121855"/>
                  <a:pt x="16385" y="123159"/>
                </a:cubicBezTo>
                <a:cubicBezTo>
                  <a:pt x="17135" y="124463"/>
                  <a:pt x="18489" y="125115"/>
                  <a:pt x="20445" y="125115"/>
                </a:cubicBezTo>
                <a:cubicBezTo>
                  <a:pt x="22010" y="125115"/>
                  <a:pt x="23477" y="124838"/>
                  <a:pt x="24847" y="124284"/>
                </a:cubicBezTo>
                <a:cubicBezTo>
                  <a:pt x="26217" y="123730"/>
                  <a:pt x="27945" y="122637"/>
                  <a:pt x="30032" y="121007"/>
                </a:cubicBezTo>
                <a:cubicBezTo>
                  <a:pt x="32119" y="119377"/>
                  <a:pt x="34743" y="116719"/>
                  <a:pt x="37906" y="113034"/>
                </a:cubicBezTo>
                <a:cubicBezTo>
                  <a:pt x="41069" y="109350"/>
                  <a:pt x="44640" y="104899"/>
                  <a:pt x="48618" y="9968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𝒏">
            <a:extLst xmlns:a="http://schemas.openxmlformats.org/drawingml/2006/main">
              <a:ext uri="{FF2B5EF4-FFF2-40B4-BE49-F238E27FC236}">
                <a16:creationId xmlns:a16="http://schemas.microsoft.com/office/drawing/2014/main" id="{A947E0E5-7783-46C6-A323-C5224A79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437" y="6564672"/>
            <a:ext cx="91107" cy="73057"/>
          </a:xfrm>
          <a:custGeom xmlns:a="http://schemas.openxmlformats.org/drawingml/2006/main">
            <a:pathLst>
              <a:path w="91107" h="73057">
                <a:moveTo>
                  <a:pt x="5137" y="18264"/>
                </a:moveTo>
                <a:lnTo>
                  <a:pt x="0" y="13127"/>
                </a:lnTo>
                <a:cubicBezTo>
                  <a:pt x="4756" y="8276"/>
                  <a:pt x="8978" y="4875"/>
                  <a:pt x="12664" y="2925"/>
                </a:cubicBezTo>
                <a:cubicBezTo>
                  <a:pt x="16350" y="975"/>
                  <a:pt x="20238" y="0"/>
                  <a:pt x="24328" y="0"/>
                </a:cubicBezTo>
                <a:cubicBezTo>
                  <a:pt x="28276" y="0"/>
                  <a:pt x="31427" y="1106"/>
                  <a:pt x="33782" y="3318"/>
                </a:cubicBezTo>
                <a:cubicBezTo>
                  <a:pt x="36136" y="5529"/>
                  <a:pt x="37313" y="8442"/>
                  <a:pt x="37313" y="12057"/>
                </a:cubicBezTo>
                <a:cubicBezTo>
                  <a:pt x="37313" y="13246"/>
                  <a:pt x="37170" y="14388"/>
                  <a:pt x="36885" y="15482"/>
                </a:cubicBezTo>
                <a:lnTo>
                  <a:pt x="37599" y="16053"/>
                </a:lnTo>
                <a:cubicBezTo>
                  <a:pt x="42069" y="10488"/>
                  <a:pt x="46314" y="6421"/>
                  <a:pt x="50334" y="3853"/>
                </a:cubicBezTo>
                <a:cubicBezTo>
                  <a:pt x="54353" y="1284"/>
                  <a:pt x="59049" y="0"/>
                  <a:pt x="64424" y="0"/>
                </a:cubicBezTo>
                <a:cubicBezTo>
                  <a:pt x="69323" y="0"/>
                  <a:pt x="73164" y="1379"/>
                  <a:pt x="75946" y="4138"/>
                </a:cubicBezTo>
                <a:cubicBezTo>
                  <a:pt x="78729" y="6897"/>
                  <a:pt x="80120" y="10654"/>
                  <a:pt x="80120" y="15410"/>
                </a:cubicBezTo>
                <a:cubicBezTo>
                  <a:pt x="80120" y="16932"/>
                  <a:pt x="79965" y="18835"/>
                  <a:pt x="79656" y="21118"/>
                </a:cubicBezTo>
                <a:cubicBezTo>
                  <a:pt x="79347" y="23401"/>
                  <a:pt x="78978" y="25422"/>
                  <a:pt x="78550" y="27182"/>
                </a:cubicBezTo>
                <a:lnTo>
                  <a:pt x="72914" y="49442"/>
                </a:lnTo>
                <a:cubicBezTo>
                  <a:pt x="72106" y="52628"/>
                  <a:pt x="71701" y="55411"/>
                  <a:pt x="71701" y="57789"/>
                </a:cubicBezTo>
                <a:cubicBezTo>
                  <a:pt x="71701" y="59644"/>
                  <a:pt x="72010" y="60928"/>
                  <a:pt x="72629" y="61642"/>
                </a:cubicBezTo>
                <a:cubicBezTo>
                  <a:pt x="73247" y="62355"/>
                  <a:pt x="74127" y="62712"/>
                  <a:pt x="75268" y="62712"/>
                </a:cubicBezTo>
                <a:cubicBezTo>
                  <a:pt x="76648" y="62712"/>
                  <a:pt x="78194" y="62058"/>
                  <a:pt x="79906" y="60750"/>
                </a:cubicBezTo>
                <a:cubicBezTo>
                  <a:pt x="81618" y="59442"/>
                  <a:pt x="83640" y="57456"/>
                  <a:pt x="85970" y="54793"/>
                </a:cubicBezTo>
                <a:lnTo>
                  <a:pt x="91107" y="59929"/>
                </a:lnTo>
                <a:cubicBezTo>
                  <a:pt x="86446" y="64686"/>
                  <a:pt x="82272" y="68063"/>
                  <a:pt x="78586" y="70060"/>
                </a:cubicBezTo>
                <a:cubicBezTo>
                  <a:pt x="74900" y="72058"/>
                  <a:pt x="70845" y="73057"/>
                  <a:pt x="66422" y="73057"/>
                </a:cubicBezTo>
                <a:cubicBezTo>
                  <a:pt x="61380" y="73057"/>
                  <a:pt x="57694" y="71808"/>
                  <a:pt x="55363" y="69311"/>
                </a:cubicBezTo>
                <a:cubicBezTo>
                  <a:pt x="53033" y="66814"/>
                  <a:pt x="51867" y="63140"/>
                  <a:pt x="51867" y="58288"/>
                </a:cubicBezTo>
                <a:cubicBezTo>
                  <a:pt x="51867" y="54816"/>
                  <a:pt x="52557" y="50369"/>
                  <a:pt x="53936" y="44947"/>
                </a:cubicBezTo>
                <a:lnTo>
                  <a:pt x="57076" y="33104"/>
                </a:lnTo>
                <a:cubicBezTo>
                  <a:pt x="57884" y="30060"/>
                  <a:pt x="58574" y="27051"/>
                  <a:pt x="59145" y="24079"/>
                </a:cubicBezTo>
                <a:cubicBezTo>
                  <a:pt x="59715" y="21106"/>
                  <a:pt x="60001" y="18668"/>
                  <a:pt x="60001" y="16766"/>
                </a:cubicBezTo>
                <a:cubicBezTo>
                  <a:pt x="60001" y="14626"/>
                  <a:pt x="59549" y="13032"/>
                  <a:pt x="58645" y="11986"/>
                </a:cubicBezTo>
                <a:cubicBezTo>
                  <a:pt x="57741" y="10939"/>
                  <a:pt x="56457" y="10416"/>
                  <a:pt x="54793" y="10416"/>
                </a:cubicBezTo>
                <a:cubicBezTo>
                  <a:pt x="52462" y="10416"/>
                  <a:pt x="49798" y="11796"/>
                  <a:pt x="46802" y="14554"/>
                </a:cubicBezTo>
                <a:cubicBezTo>
                  <a:pt x="43806" y="17313"/>
                  <a:pt x="41404" y="20226"/>
                  <a:pt x="39596" y="23294"/>
                </a:cubicBezTo>
                <a:cubicBezTo>
                  <a:pt x="37789" y="26362"/>
                  <a:pt x="36362" y="30369"/>
                  <a:pt x="35316" y="35316"/>
                </a:cubicBezTo>
                <a:lnTo>
                  <a:pt x="27325" y="71915"/>
                </a:lnTo>
                <a:lnTo>
                  <a:pt x="6849" y="71915"/>
                </a:lnTo>
                <a:lnTo>
                  <a:pt x="18336" y="22331"/>
                </a:lnTo>
                <a:cubicBezTo>
                  <a:pt x="19049" y="19239"/>
                  <a:pt x="19406" y="16885"/>
                  <a:pt x="19406" y="15268"/>
                </a:cubicBezTo>
                <a:cubicBezTo>
                  <a:pt x="19406" y="13698"/>
                  <a:pt x="19144" y="12485"/>
                  <a:pt x="18621" y="11629"/>
                </a:cubicBezTo>
                <a:cubicBezTo>
                  <a:pt x="18098" y="10773"/>
                  <a:pt x="17194" y="10345"/>
                  <a:pt x="15910" y="10345"/>
                </a:cubicBezTo>
                <a:cubicBezTo>
                  <a:pt x="14435" y="10345"/>
                  <a:pt x="12842" y="11011"/>
                  <a:pt x="11130" y="12343"/>
                </a:cubicBezTo>
                <a:cubicBezTo>
                  <a:pt x="9417" y="13674"/>
                  <a:pt x="7420" y="15648"/>
                  <a:pt x="5137" y="1826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isboundedbytheprivacybudget">
            <a:extLst xmlns:a="http://schemas.openxmlformats.org/drawingml/2006/main">
              <a:ext uri="{FF2B5EF4-FFF2-40B4-BE49-F238E27FC236}">
                <a16:creationId xmlns:a16="http://schemas.microsoft.com/office/drawing/2014/main" id="{2CEB8B6C-A220-4DA2-A232-0CBFA6A3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550" y="6450160"/>
            <a:ext cx="3073610" cy="199852"/>
          </a:xfrm>
          <a:custGeom xmlns:a="http://schemas.openxmlformats.org/drawingml/2006/main">
            <a:pathLst>
              <a:path w="3073610" h="199852">
                <a:moveTo>
                  <a:pt x="41966" y="17804"/>
                </a:moveTo>
                <a:cubicBezTo>
                  <a:pt x="41966" y="21978"/>
                  <a:pt x="40499" y="25548"/>
                  <a:pt x="37564" y="28515"/>
                </a:cubicBezTo>
                <a:cubicBezTo>
                  <a:pt x="34629" y="31483"/>
                  <a:pt x="31108" y="32966"/>
                  <a:pt x="26999" y="32966"/>
                </a:cubicBezTo>
                <a:cubicBezTo>
                  <a:pt x="22825" y="32966"/>
                  <a:pt x="19271" y="31483"/>
                  <a:pt x="16336" y="28515"/>
                </a:cubicBezTo>
                <a:cubicBezTo>
                  <a:pt x="13402" y="25548"/>
                  <a:pt x="11934" y="21978"/>
                  <a:pt x="11934" y="17804"/>
                </a:cubicBezTo>
                <a:cubicBezTo>
                  <a:pt x="11934" y="13500"/>
                  <a:pt x="13418" y="9880"/>
                  <a:pt x="16385" y="6945"/>
                </a:cubicBezTo>
                <a:cubicBezTo>
                  <a:pt x="19353" y="4011"/>
                  <a:pt x="22891" y="2543"/>
                  <a:pt x="26999" y="2543"/>
                </a:cubicBezTo>
                <a:cubicBezTo>
                  <a:pt x="31042" y="2543"/>
                  <a:pt x="34548" y="4011"/>
                  <a:pt x="37515" y="6945"/>
                </a:cubicBezTo>
                <a:cubicBezTo>
                  <a:pt x="40482" y="9880"/>
                  <a:pt x="41966" y="13500"/>
                  <a:pt x="41966" y="17804"/>
                </a:cubicBezTo>
                <a:moveTo>
                  <a:pt x="55466" y="145463"/>
                </a:moveTo>
                <a:lnTo>
                  <a:pt x="54487" y="146441"/>
                </a:lnTo>
                <a:cubicBezTo>
                  <a:pt x="48292" y="145984"/>
                  <a:pt x="39357" y="145756"/>
                  <a:pt x="27684" y="145756"/>
                </a:cubicBezTo>
                <a:cubicBezTo>
                  <a:pt x="16010" y="145756"/>
                  <a:pt x="7108" y="145984"/>
                  <a:pt x="978" y="146441"/>
                </a:cubicBezTo>
                <a:lnTo>
                  <a:pt x="0" y="145463"/>
                </a:lnTo>
                <a:lnTo>
                  <a:pt x="0" y="139495"/>
                </a:lnTo>
                <a:lnTo>
                  <a:pt x="978" y="138517"/>
                </a:lnTo>
                <a:cubicBezTo>
                  <a:pt x="7239" y="138322"/>
                  <a:pt x="11119" y="137832"/>
                  <a:pt x="12619" y="137050"/>
                </a:cubicBezTo>
                <a:cubicBezTo>
                  <a:pt x="13923" y="136463"/>
                  <a:pt x="14641" y="134898"/>
                  <a:pt x="14771" y="132354"/>
                </a:cubicBezTo>
                <a:cubicBezTo>
                  <a:pt x="15228" y="123876"/>
                  <a:pt x="15456" y="114779"/>
                  <a:pt x="15456" y="105062"/>
                </a:cubicBezTo>
                <a:lnTo>
                  <a:pt x="15456" y="91073"/>
                </a:lnTo>
                <a:cubicBezTo>
                  <a:pt x="15456" y="78421"/>
                  <a:pt x="14967" y="70922"/>
                  <a:pt x="13989" y="68574"/>
                </a:cubicBezTo>
                <a:cubicBezTo>
                  <a:pt x="13467" y="67270"/>
                  <a:pt x="12065" y="66454"/>
                  <a:pt x="9782" y="66128"/>
                </a:cubicBezTo>
                <a:cubicBezTo>
                  <a:pt x="9000" y="65998"/>
                  <a:pt x="6163" y="65835"/>
                  <a:pt x="1272" y="65639"/>
                </a:cubicBezTo>
                <a:lnTo>
                  <a:pt x="293" y="64661"/>
                </a:lnTo>
                <a:lnTo>
                  <a:pt x="293" y="59183"/>
                </a:lnTo>
                <a:lnTo>
                  <a:pt x="1272" y="58107"/>
                </a:lnTo>
                <a:cubicBezTo>
                  <a:pt x="13793" y="56998"/>
                  <a:pt x="26412" y="54292"/>
                  <a:pt x="39129" y="49988"/>
                </a:cubicBezTo>
                <a:lnTo>
                  <a:pt x="41183" y="51259"/>
                </a:lnTo>
                <a:cubicBezTo>
                  <a:pt x="40336" y="63128"/>
                  <a:pt x="39912" y="73139"/>
                  <a:pt x="39912" y="81291"/>
                </a:cubicBezTo>
                <a:lnTo>
                  <a:pt x="39912" y="112496"/>
                </a:lnTo>
                <a:cubicBezTo>
                  <a:pt x="39912" y="117257"/>
                  <a:pt x="40140" y="123876"/>
                  <a:pt x="40596" y="132354"/>
                </a:cubicBezTo>
                <a:cubicBezTo>
                  <a:pt x="40727" y="134898"/>
                  <a:pt x="41444" y="136463"/>
                  <a:pt x="42749" y="137050"/>
                </a:cubicBezTo>
                <a:cubicBezTo>
                  <a:pt x="44249" y="137832"/>
                  <a:pt x="48129" y="138322"/>
                  <a:pt x="54390" y="138517"/>
                </a:cubicBezTo>
                <a:lnTo>
                  <a:pt x="55466" y="139495"/>
                </a:lnTo>
                <a:lnTo>
                  <a:pt x="55466" y="145463"/>
                </a:lnTo>
                <a:moveTo>
                  <a:pt x="27684" y="153386"/>
                </a:moveTo>
                <a:lnTo>
                  <a:pt x="27684" y="153386"/>
                </a:lnTo>
                <a:close/>
                <a:moveTo>
                  <a:pt x="143113" y="115040"/>
                </a:moveTo>
                <a:cubicBezTo>
                  <a:pt x="143113" y="125539"/>
                  <a:pt x="139151" y="134001"/>
                  <a:pt x="131227" y="140425"/>
                </a:cubicBezTo>
                <a:cubicBezTo>
                  <a:pt x="123304" y="146848"/>
                  <a:pt x="112951" y="150060"/>
                  <a:pt x="100169" y="150060"/>
                </a:cubicBezTo>
                <a:cubicBezTo>
                  <a:pt x="91104" y="150060"/>
                  <a:pt x="81387" y="148104"/>
                  <a:pt x="71017" y="144191"/>
                </a:cubicBezTo>
                <a:lnTo>
                  <a:pt x="69941" y="142724"/>
                </a:lnTo>
                <a:cubicBezTo>
                  <a:pt x="70528" y="136724"/>
                  <a:pt x="70887" y="132061"/>
                  <a:pt x="71017" y="128735"/>
                </a:cubicBezTo>
                <a:lnTo>
                  <a:pt x="71507" y="116409"/>
                </a:lnTo>
                <a:lnTo>
                  <a:pt x="72485" y="115333"/>
                </a:lnTo>
                <a:lnTo>
                  <a:pt x="78256" y="115333"/>
                </a:lnTo>
                <a:lnTo>
                  <a:pt x="79430" y="116409"/>
                </a:lnTo>
                <a:cubicBezTo>
                  <a:pt x="79691" y="123713"/>
                  <a:pt x="79985" y="128018"/>
                  <a:pt x="80311" y="129322"/>
                </a:cubicBezTo>
                <a:cubicBezTo>
                  <a:pt x="85854" y="136430"/>
                  <a:pt x="93125" y="139985"/>
                  <a:pt x="102125" y="139985"/>
                </a:cubicBezTo>
                <a:cubicBezTo>
                  <a:pt x="107864" y="139985"/>
                  <a:pt x="112462" y="138582"/>
                  <a:pt x="115918" y="135778"/>
                </a:cubicBezTo>
                <a:cubicBezTo>
                  <a:pt x="119375" y="132974"/>
                  <a:pt x="121103" y="129224"/>
                  <a:pt x="121103" y="124529"/>
                </a:cubicBezTo>
                <a:cubicBezTo>
                  <a:pt x="121103" y="118594"/>
                  <a:pt x="118494" y="114648"/>
                  <a:pt x="113277" y="112692"/>
                </a:cubicBezTo>
                <a:cubicBezTo>
                  <a:pt x="111060" y="111844"/>
                  <a:pt x="106658" y="110736"/>
                  <a:pt x="100071" y="109366"/>
                </a:cubicBezTo>
                <a:cubicBezTo>
                  <a:pt x="89310" y="107083"/>
                  <a:pt x="82104" y="104475"/>
                  <a:pt x="78452" y="101540"/>
                </a:cubicBezTo>
                <a:cubicBezTo>
                  <a:pt x="72909" y="97106"/>
                  <a:pt x="70137" y="90551"/>
                  <a:pt x="70137" y="81878"/>
                </a:cubicBezTo>
                <a:cubicBezTo>
                  <a:pt x="70137" y="72422"/>
                  <a:pt x="73561" y="64824"/>
                  <a:pt x="80408" y="59085"/>
                </a:cubicBezTo>
                <a:cubicBezTo>
                  <a:pt x="87582" y="53085"/>
                  <a:pt x="97299" y="50085"/>
                  <a:pt x="109560" y="50085"/>
                </a:cubicBezTo>
                <a:cubicBezTo>
                  <a:pt x="119994" y="50085"/>
                  <a:pt x="128668" y="51846"/>
                  <a:pt x="135581" y="55368"/>
                </a:cubicBezTo>
                <a:lnTo>
                  <a:pt x="136461" y="56933"/>
                </a:lnTo>
                <a:cubicBezTo>
                  <a:pt x="135744" y="59868"/>
                  <a:pt x="135189" y="67400"/>
                  <a:pt x="134798" y="79530"/>
                </a:cubicBezTo>
                <a:lnTo>
                  <a:pt x="133722" y="80508"/>
                </a:lnTo>
                <a:lnTo>
                  <a:pt x="128146" y="80508"/>
                </a:lnTo>
                <a:lnTo>
                  <a:pt x="127070" y="79530"/>
                </a:lnTo>
                <a:cubicBezTo>
                  <a:pt x="126809" y="74835"/>
                  <a:pt x="126353" y="71019"/>
                  <a:pt x="125700" y="68085"/>
                </a:cubicBezTo>
                <a:cubicBezTo>
                  <a:pt x="121592" y="62868"/>
                  <a:pt x="115625" y="60259"/>
                  <a:pt x="107799" y="60259"/>
                </a:cubicBezTo>
                <a:cubicBezTo>
                  <a:pt x="102712" y="60259"/>
                  <a:pt x="98538" y="61498"/>
                  <a:pt x="95277" y="63976"/>
                </a:cubicBezTo>
                <a:cubicBezTo>
                  <a:pt x="92017" y="66454"/>
                  <a:pt x="90386" y="69715"/>
                  <a:pt x="90386" y="73758"/>
                </a:cubicBezTo>
                <a:cubicBezTo>
                  <a:pt x="90386" y="79171"/>
                  <a:pt x="93158" y="82791"/>
                  <a:pt x="98701" y="84617"/>
                </a:cubicBezTo>
                <a:cubicBezTo>
                  <a:pt x="101179" y="85399"/>
                  <a:pt x="106005" y="86508"/>
                  <a:pt x="113179" y="87943"/>
                </a:cubicBezTo>
                <a:cubicBezTo>
                  <a:pt x="124135" y="90095"/>
                  <a:pt x="131374" y="92573"/>
                  <a:pt x="134896" y="95377"/>
                </a:cubicBezTo>
                <a:cubicBezTo>
                  <a:pt x="140374" y="99747"/>
                  <a:pt x="143113" y="106301"/>
                  <a:pt x="143113" y="115040"/>
                </a:cubicBezTo>
                <a:close/>
                <a:moveTo>
                  <a:pt x="312484" y="89508"/>
                </a:moveTo>
                <a:cubicBezTo>
                  <a:pt x="312484" y="101312"/>
                  <a:pt x="309680" y="111518"/>
                  <a:pt x="304071" y="120127"/>
                </a:cubicBezTo>
                <a:cubicBezTo>
                  <a:pt x="301658" y="123844"/>
                  <a:pt x="299474" y="126452"/>
                  <a:pt x="297517" y="127952"/>
                </a:cubicBezTo>
                <a:cubicBezTo>
                  <a:pt x="295561" y="129452"/>
                  <a:pt x="291420" y="132420"/>
                  <a:pt x="285094" y="136854"/>
                </a:cubicBezTo>
                <a:cubicBezTo>
                  <a:pt x="283724" y="137832"/>
                  <a:pt x="280040" y="140441"/>
                  <a:pt x="274040" y="144680"/>
                </a:cubicBezTo>
                <a:cubicBezTo>
                  <a:pt x="270909" y="146897"/>
                  <a:pt x="267355" y="148430"/>
                  <a:pt x="263377" y="149278"/>
                </a:cubicBezTo>
                <a:cubicBezTo>
                  <a:pt x="260899" y="149799"/>
                  <a:pt x="258127" y="150060"/>
                  <a:pt x="255062" y="150060"/>
                </a:cubicBezTo>
                <a:cubicBezTo>
                  <a:pt x="247367" y="150060"/>
                  <a:pt x="239182" y="147354"/>
                  <a:pt x="230509" y="141941"/>
                </a:cubicBezTo>
                <a:lnTo>
                  <a:pt x="221411" y="149278"/>
                </a:lnTo>
                <a:lnTo>
                  <a:pt x="217009" y="147713"/>
                </a:lnTo>
                <a:cubicBezTo>
                  <a:pt x="218248" y="126974"/>
                  <a:pt x="218868" y="108909"/>
                  <a:pt x="218868" y="93519"/>
                </a:cubicBezTo>
                <a:lnTo>
                  <a:pt x="218868" y="55074"/>
                </a:lnTo>
                <a:cubicBezTo>
                  <a:pt x="218868" y="51683"/>
                  <a:pt x="218705" y="43792"/>
                  <a:pt x="218378" y="31401"/>
                </a:cubicBezTo>
                <a:cubicBezTo>
                  <a:pt x="218313" y="27945"/>
                  <a:pt x="218150" y="24847"/>
                  <a:pt x="217889" y="22108"/>
                </a:cubicBezTo>
                <a:cubicBezTo>
                  <a:pt x="217563" y="18717"/>
                  <a:pt x="215835" y="16728"/>
                  <a:pt x="212705" y="16141"/>
                </a:cubicBezTo>
                <a:cubicBezTo>
                  <a:pt x="211987" y="16010"/>
                  <a:pt x="209281" y="15847"/>
                  <a:pt x="204585" y="15652"/>
                </a:cubicBezTo>
                <a:lnTo>
                  <a:pt x="203607" y="14576"/>
                </a:lnTo>
                <a:lnTo>
                  <a:pt x="203607" y="9195"/>
                </a:lnTo>
                <a:lnTo>
                  <a:pt x="204585" y="8119"/>
                </a:lnTo>
                <a:cubicBezTo>
                  <a:pt x="217042" y="6815"/>
                  <a:pt x="229661" y="4109"/>
                  <a:pt x="242443" y="0"/>
                </a:cubicBezTo>
                <a:lnTo>
                  <a:pt x="244595" y="1174"/>
                </a:lnTo>
                <a:cubicBezTo>
                  <a:pt x="243747" y="25564"/>
                  <a:pt x="243323" y="44444"/>
                  <a:pt x="243323" y="57813"/>
                </a:cubicBezTo>
                <a:lnTo>
                  <a:pt x="243323" y="68183"/>
                </a:lnTo>
                <a:lnTo>
                  <a:pt x="255160" y="58302"/>
                </a:lnTo>
                <a:cubicBezTo>
                  <a:pt x="261029" y="53411"/>
                  <a:pt x="267779" y="50966"/>
                  <a:pt x="275409" y="50966"/>
                </a:cubicBezTo>
                <a:cubicBezTo>
                  <a:pt x="291191" y="50966"/>
                  <a:pt x="302115" y="57226"/>
                  <a:pt x="308180" y="69748"/>
                </a:cubicBezTo>
                <a:cubicBezTo>
                  <a:pt x="311049" y="75682"/>
                  <a:pt x="312484" y="82269"/>
                  <a:pt x="312484" y="89508"/>
                </a:cubicBezTo>
                <a:moveTo>
                  <a:pt x="287344" y="100464"/>
                </a:moveTo>
                <a:cubicBezTo>
                  <a:pt x="287344" y="90877"/>
                  <a:pt x="285143" y="83215"/>
                  <a:pt x="280741" y="77476"/>
                </a:cubicBezTo>
                <a:cubicBezTo>
                  <a:pt x="276339" y="71737"/>
                  <a:pt x="270420" y="68867"/>
                  <a:pt x="262986" y="68867"/>
                </a:cubicBezTo>
                <a:cubicBezTo>
                  <a:pt x="258682" y="68867"/>
                  <a:pt x="254540" y="70009"/>
                  <a:pt x="250562" y="72291"/>
                </a:cubicBezTo>
                <a:cubicBezTo>
                  <a:pt x="247236" y="74182"/>
                  <a:pt x="244823" y="76367"/>
                  <a:pt x="243323" y="78845"/>
                </a:cubicBezTo>
                <a:lnTo>
                  <a:pt x="243323" y="125018"/>
                </a:lnTo>
                <a:cubicBezTo>
                  <a:pt x="248214" y="132257"/>
                  <a:pt x="254964" y="135876"/>
                  <a:pt x="263573" y="135876"/>
                </a:cubicBezTo>
                <a:cubicBezTo>
                  <a:pt x="271268" y="135876"/>
                  <a:pt x="277203" y="132550"/>
                  <a:pt x="281376" y="125898"/>
                </a:cubicBezTo>
                <a:cubicBezTo>
                  <a:pt x="285355" y="119572"/>
                  <a:pt x="287344" y="111094"/>
                  <a:pt x="287344" y="100464"/>
                </a:cubicBezTo>
                <a:close/>
                <a:moveTo>
                  <a:pt x="426284" y="97236"/>
                </a:moveTo>
                <a:cubicBezTo>
                  <a:pt x="426284" y="120322"/>
                  <a:pt x="418524" y="135941"/>
                  <a:pt x="403003" y="144093"/>
                </a:cubicBezTo>
                <a:cubicBezTo>
                  <a:pt x="395438" y="148071"/>
                  <a:pt x="386797" y="150060"/>
                  <a:pt x="377080" y="150060"/>
                </a:cubicBezTo>
                <a:cubicBezTo>
                  <a:pt x="362080" y="150060"/>
                  <a:pt x="350651" y="145724"/>
                  <a:pt x="342793" y="137050"/>
                </a:cubicBezTo>
                <a:cubicBezTo>
                  <a:pt x="334934" y="128376"/>
                  <a:pt x="331005" y="115953"/>
                  <a:pt x="331005" y="99779"/>
                </a:cubicBezTo>
                <a:cubicBezTo>
                  <a:pt x="331005" y="77411"/>
                  <a:pt x="338635" y="62509"/>
                  <a:pt x="353895" y="55074"/>
                </a:cubicBezTo>
                <a:cubicBezTo>
                  <a:pt x="361395" y="51422"/>
                  <a:pt x="370101" y="49596"/>
                  <a:pt x="380014" y="49596"/>
                </a:cubicBezTo>
                <a:cubicBezTo>
                  <a:pt x="400818" y="49596"/>
                  <a:pt x="414611" y="56803"/>
                  <a:pt x="421393" y="71215"/>
                </a:cubicBezTo>
                <a:cubicBezTo>
                  <a:pt x="424654" y="78128"/>
                  <a:pt x="426284" y="86802"/>
                  <a:pt x="426284" y="97236"/>
                </a:cubicBezTo>
                <a:moveTo>
                  <a:pt x="399187" y="105257"/>
                </a:moveTo>
                <a:cubicBezTo>
                  <a:pt x="399187" y="89019"/>
                  <a:pt x="397410" y="77394"/>
                  <a:pt x="393856" y="70384"/>
                </a:cubicBezTo>
                <a:cubicBezTo>
                  <a:pt x="390302" y="63373"/>
                  <a:pt x="384873" y="59868"/>
                  <a:pt x="377569" y="59868"/>
                </a:cubicBezTo>
                <a:cubicBezTo>
                  <a:pt x="364591" y="59868"/>
                  <a:pt x="358102" y="71574"/>
                  <a:pt x="358102" y="94986"/>
                </a:cubicBezTo>
                <a:cubicBezTo>
                  <a:pt x="358102" y="125050"/>
                  <a:pt x="365373" y="140082"/>
                  <a:pt x="379916" y="140082"/>
                </a:cubicBezTo>
                <a:cubicBezTo>
                  <a:pt x="388981" y="140082"/>
                  <a:pt x="394753" y="135093"/>
                  <a:pt x="397231" y="125115"/>
                </a:cubicBezTo>
                <a:cubicBezTo>
                  <a:pt x="398535" y="119898"/>
                  <a:pt x="399187" y="113279"/>
                  <a:pt x="399187" y="105257"/>
                </a:cubicBezTo>
                <a:moveTo>
                  <a:pt x="379623" y="153386"/>
                </a:moveTo>
                <a:lnTo>
                  <a:pt x="379623" y="153386"/>
                </a:lnTo>
                <a:moveTo>
                  <a:pt x="379623" y="46172"/>
                </a:moveTo>
                <a:lnTo>
                  <a:pt x="379623" y="46172"/>
                </a:lnTo>
                <a:close/>
                <a:moveTo>
                  <a:pt x="551761" y="145267"/>
                </a:moveTo>
                <a:lnTo>
                  <a:pt x="550782" y="146245"/>
                </a:lnTo>
                <a:cubicBezTo>
                  <a:pt x="541000" y="145919"/>
                  <a:pt x="534837" y="145756"/>
                  <a:pt x="532294" y="145756"/>
                </a:cubicBezTo>
                <a:cubicBezTo>
                  <a:pt x="530142" y="145756"/>
                  <a:pt x="526946" y="145838"/>
                  <a:pt x="522707" y="146001"/>
                </a:cubicBezTo>
                <a:cubicBezTo>
                  <a:pt x="518468" y="146164"/>
                  <a:pt x="515305" y="146245"/>
                  <a:pt x="513218" y="146245"/>
                </a:cubicBezTo>
                <a:lnTo>
                  <a:pt x="512436" y="145463"/>
                </a:lnTo>
                <a:cubicBezTo>
                  <a:pt x="512957" y="140115"/>
                  <a:pt x="513218" y="135028"/>
                  <a:pt x="513218" y="130202"/>
                </a:cubicBezTo>
                <a:cubicBezTo>
                  <a:pt x="509827" y="132746"/>
                  <a:pt x="503893" y="138159"/>
                  <a:pt x="495415" y="146441"/>
                </a:cubicBezTo>
                <a:cubicBezTo>
                  <a:pt x="491176" y="148071"/>
                  <a:pt x="486643" y="148886"/>
                  <a:pt x="481817" y="148886"/>
                </a:cubicBezTo>
                <a:cubicBezTo>
                  <a:pt x="473013" y="148886"/>
                  <a:pt x="466068" y="146490"/>
                  <a:pt x="460981" y="141696"/>
                </a:cubicBezTo>
                <a:cubicBezTo>
                  <a:pt x="455894" y="136903"/>
                  <a:pt x="453351" y="130007"/>
                  <a:pt x="453351" y="121007"/>
                </a:cubicBezTo>
                <a:cubicBezTo>
                  <a:pt x="453351" y="119898"/>
                  <a:pt x="453416" y="117551"/>
                  <a:pt x="453546" y="113964"/>
                </a:cubicBezTo>
                <a:cubicBezTo>
                  <a:pt x="453677" y="110377"/>
                  <a:pt x="453742" y="106920"/>
                  <a:pt x="453742" y="103594"/>
                </a:cubicBezTo>
                <a:lnTo>
                  <a:pt x="453742" y="91073"/>
                </a:lnTo>
                <a:cubicBezTo>
                  <a:pt x="453742" y="78160"/>
                  <a:pt x="453253" y="70661"/>
                  <a:pt x="452275" y="68574"/>
                </a:cubicBezTo>
                <a:cubicBezTo>
                  <a:pt x="451623" y="67270"/>
                  <a:pt x="450220" y="66454"/>
                  <a:pt x="448068" y="66128"/>
                </a:cubicBezTo>
                <a:cubicBezTo>
                  <a:pt x="447286" y="65998"/>
                  <a:pt x="444416" y="65835"/>
                  <a:pt x="439460" y="65639"/>
                </a:cubicBezTo>
                <a:lnTo>
                  <a:pt x="438482" y="64661"/>
                </a:lnTo>
                <a:lnTo>
                  <a:pt x="438482" y="59183"/>
                </a:lnTo>
                <a:lnTo>
                  <a:pt x="439460" y="58107"/>
                </a:lnTo>
                <a:cubicBezTo>
                  <a:pt x="451916" y="56998"/>
                  <a:pt x="464535" y="54292"/>
                  <a:pt x="477317" y="49988"/>
                </a:cubicBezTo>
                <a:lnTo>
                  <a:pt x="479469" y="51259"/>
                </a:lnTo>
                <a:cubicBezTo>
                  <a:pt x="478622" y="62085"/>
                  <a:pt x="478198" y="72095"/>
                  <a:pt x="478198" y="81291"/>
                </a:cubicBezTo>
                <a:lnTo>
                  <a:pt x="478198" y="100366"/>
                </a:lnTo>
                <a:cubicBezTo>
                  <a:pt x="478198" y="109301"/>
                  <a:pt x="478491" y="115398"/>
                  <a:pt x="479078" y="118659"/>
                </a:cubicBezTo>
                <a:cubicBezTo>
                  <a:pt x="479730" y="122572"/>
                  <a:pt x="481279" y="125539"/>
                  <a:pt x="483725" y="127561"/>
                </a:cubicBezTo>
                <a:cubicBezTo>
                  <a:pt x="486170" y="129583"/>
                  <a:pt x="489447" y="130594"/>
                  <a:pt x="493556" y="130594"/>
                </a:cubicBezTo>
                <a:cubicBezTo>
                  <a:pt x="498643" y="130594"/>
                  <a:pt x="503110" y="128963"/>
                  <a:pt x="506958" y="125702"/>
                </a:cubicBezTo>
                <a:cubicBezTo>
                  <a:pt x="510610" y="122442"/>
                  <a:pt x="512534" y="118724"/>
                  <a:pt x="512729" y="114551"/>
                </a:cubicBezTo>
                <a:cubicBezTo>
                  <a:pt x="512860" y="111355"/>
                  <a:pt x="512925" y="109366"/>
                  <a:pt x="512925" y="108583"/>
                </a:cubicBezTo>
                <a:lnTo>
                  <a:pt x="512925" y="91073"/>
                </a:lnTo>
                <a:cubicBezTo>
                  <a:pt x="512925" y="78291"/>
                  <a:pt x="512436" y="70791"/>
                  <a:pt x="511458" y="68574"/>
                </a:cubicBezTo>
                <a:cubicBezTo>
                  <a:pt x="510871" y="67270"/>
                  <a:pt x="509501" y="66454"/>
                  <a:pt x="507349" y="66128"/>
                </a:cubicBezTo>
                <a:cubicBezTo>
                  <a:pt x="506566" y="65998"/>
                  <a:pt x="503697" y="65835"/>
                  <a:pt x="498741" y="65639"/>
                </a:cubicBezTo>
                <a:lnTo>
                  <a:pt x="497664" y="64661"/>
                </a:lnTo>
                <a:lnTo>
                  <a:pt x="497664" y="59183"/>
                </a:lnTo>
                <a:lnTo>
                  <a:pt x="498741" y="58107"/>
                </a:lnTo>
                <a:cubicBezTo>
                  <a:pt x="511131" y="56998"/>
                  <a:pt x="523751" y="54292"/>
                  <a:pt x="536598" y="49988"/>
                </a:cubicBezTo>
                <a:lnTo>
                  <a:pt x="538652" y="51259"/>
                </a:lnTo>
                <a:cubicBezTo>
                  <a:pt x="537804" y="61041"/>
                  <a:pt x="537381" y="71052"/>
                  <a:pt x="537381" y="81291"/>
                </a:cubicBezTo>
                <a:lnTo>
                  <a:pt x="537381" y="112007"/>
                </a:lnTo>
                <a:cubicBezTo>
                  <a:pt x="537381" y="125768"/>
                  <a:pt x="537772" y="133561"/>
                  <a:pt x="538554" y="135387"/>
                </a:cubicBezTo>
                <a:cubicBezTo>
                  <a:pt x="538946" y="136300"/>
                  <a:pt x="539598" y="136887"/>
                  <a:pt x="540511" y="137148"/>
                </a:cubicBezTo>
                <a:cubicBezTo>
                  <a:pt x="542076" y="137604"/>
                  <a:pt x="545467" y="137995"/>
                  <a:pt x="550685" y="138322"/>
                </a:cubicBezTo>
                <a:lnTo>
                  <a:pt x="551761" y="139300"/>
                </a:lnTo>
                <a:lnTo>
                  <a:pt x="551761" y="145267"/>
                </a:lnTo>
                <a:moveTo>
                  <a:pt x="495023" y="46172"/>
                </a:moveTo>
                <a:lnTo>
                  <a:pt x="495023" y="46172"/>
                </a:lnTo>
                <a:moveTo>
                  <a:pt x="495023" y="153386"/>
                </a:moveTo>
                <a:lnTo>
                  <a:pt x="495023" y="153386"/>
                </a:lnTo>
                <a:close/>
                <a:moveTo>
                  <a:pt x="674053" y="145365"/>
                </a:moveTo>
                <a:lnTo>
                  <a:pt x="673074" y="146441"/>
                </a:lnTo>
                <a:cubicBezTo>
                  <a:pt x="665901" y="145984"/>
                  <a:pt x="659836" y="145756"/>
                  <a:pt x="654879" y="145756"/>
                </a:cubicBezTo>
                <a:cubicBezTo>
                  <a:pt x="650314" y="145756"/>
                  <a:pt x="643662" y="145984"/>
                  <a:pt x="634923" y="146441"/>
                </a:cubicBezTo>
                <a:lnTo>
                  <a:pt x="633945" y="145463"/>
                </a:lnTo>
                <a:cubicBezTo>
                  <a:pt x="635119" y="130920"/>
                  <a:pt x="635706" y="119703"/>
                  <a:pt x="635706" y="111812"/>
                </a:cubicBezTo>
                <a:lnTo>
                  <a:pt x="635706" y="92638"/>
                </a:lnTo>
                <a:cubicBezTo>
                  <a:pt x="635706" y="76726"/>
                  <a:pt x="629967" y="68769"/>
                  <a:pt x="618489" y="68769"/>
                </a:cubicBezTo>
                <a:cubicBezTo>
                  <a:pt x="612489" y="68769"/>
                  <a:pt x="607794" y="70824"/>
                  <a:pt x="604403" y="74932"/>
                </a:cubicBezTo>
                <a:cubicBezTo>
                  <a:pt x="601533" y="78389"/>
                  <a:pt x="600098" y="81878"/>
                  <a:pt x="600098" y="85399"/>
                </a:cubicBezTo>
                <a:lnTo>
                  <a:pt x="600098" y="103692"/>
                </a:lnTo>
                <a:cubicBezTo>
                  <a:pt x="600098" y="120583"/>
                  <a:pt x="600522" y="130952"/>
                  <a:pt x="601370" y="134800"/>
                </a:cubicBezTo>
                <a:cubicBezTo>
                  <a:pt x="601892" y="137082"/>
                  <a:pt x="605674" y="138289"/>
                  <a:pt x="612718" y="138419"/>
                </a:cubicBezTo>
                <a:lnTo>
                  <a:pt x="613696" y="139398"/>
                </a:lnTo>
                <a:lnTo>
                  <a:pt x="613696" y="145365"/>
                </a:lnTo>
                <a:lnTo>
                  <a:pt x="612718" y="146343"/>
                </a:lnTo>
                <a:cubicBezTo>
                  <a:pt x="607174" y="145952"/>
                  <a:pt x="598892" y="145756"/>
                  <a:pt x="587871" y="145756"/>
                </a:cubicBezTo>
                <a:cubicBezTo>
                  <a:pt x="576197" y="145756"/>
                  <a:pt x="567295" y="145984"/>
                  <a:pt x="561165" y="146441"/>
                </a:cubicBezTo>
                <a:lnTo>
                  <a:pt x="560187" y="145463"/>
                </a:lnTo>
                <a:lnTo>
                  <a:pt x="560187" y="139495"/>
                </a:lnTo>
                <a:lnTo>
                  <a:pt x="561165" y="138517"/>
                </a:lnTo>
                <a:cubicBezTo>
                  <a:pt x="567426" y="138322"/>
                  <a:pt x="571306" y="137832"/>
                  <a:pt x="572806" y="137050"/>
                </a:cubicBezTo>
                <a:cubicBezTo>
                  <a:pt x="574110" y="136463"/>
                  <a:pt x="574827" y="134898"/>
                  <a:pt x="574958" y="132354"/>
                </a:cubicBezTo>
                <a:cubicBezTo>
                  <a:pt x="575414" y="123876"/>
                  <a:pt x="575643" y="114779"/>
                  <a:pt x="575643" y="105062"/>
                </a:cubicBezTo>
                <a:lnTo>
                  <a:pt x="575643" y="91073"/>
                </a:lnTo>
                <a:cubicBezTo>
                  <a:pt x="575643" y="78030"/>
                  <a:pt x="575154" y="70530"/>
                  <a:pt x="574175" y="68574"/>
                </a:cubicBezTo>
                <a:cubicBezTo>
                  <a:pt x="573523" y="67270"/>
                  <a:pt x="572121" y="66454"/>
                  <a:pt x="569969" y="66128"/>
                </a:cubicBezTo>
                <a:cubicBezTo>
                  <a:pt x="569186" y="65998"/>
                  <a:pt x="566350" y="65835"/>
                  <a:pt x="561458" y="65639"/>
                </a:cubicBezTo>
                <a:lnTo>
                  <a:pt x="560480" y="64661"/>
                </a:lnTo>
                <a:lnTo>
                  <a:pt x="560480" y="59183"/>
                </a:lnTo>
                <a:lnTo>
                  <a:pt x="561458" y="58107"/>
                </a:lnTo>
                <a:cubicBezTo>
                  <a:pt x="573197" y="56998"/>
                  <a:pt x="585555" y="54292"/>
                  <a:pt x="598533" y="49988"/>
                </a:cubicBezTo>
                <a:lnTo>
                  <a:pt x="600685" y="51259"/>
                </a:lnTo>
                <a:lnTo>
                  <a:pt x="600490" y="67693"/>
                </a:lnTo>
                <a:lnTo>
                  <a:pt x="617315" y="53607"/>
                </a:lnTo>
                <a:cubicBezTo>
                  <a:pt x="621619" y="51846"/>
                  <a:pt x="626348" y="50966"/>
                  <a:pt x="631500" y="50966"/>
                </a:cubicBezTo>
                <a:cubicBezTo>
                  <a:pt x="641869" y="50966"/>
                  <a:pt x="649629" y="54096"/>
                  <a:pt x="654781" y="60357"/>
                </a:cubicBezTo>
                <a:cubicBezTo>
                  <a:pt x="658955" y="65444"/>
                  <a:pt x="661042" y="72911"/>
                  <a:pt x="661042" y="82758"/>
                </a:cubicBezTo>
                <a:cubicBezTo>
                  <a:pt x="661042" y="83867"/>
                  <a:pt x="660912" y="88399"/>
                  <a:pt x="660651" y="96356"/>
                </a:cubicBezTo>
                <a:cubicBezTo>
                  <a:pt x="660390" y="104312"/>
                  <a:pt x="660259" y="109986"/>
                  <a:pt x="660259" y="113377"/>
                </a:cubicBezTo>
                <a:cubicBezTo>
                  <a:pt x="660259" y="123224"/>
                  <a:pt x="660423" y="129501"/>
                  <a:pt x="660749" y="132208"/>
                </a:cubicBezTo>
                <a:cubicBezTo>
                  <a:pt x="661075" y="134914"/>
                  <a:pt x="661825" y="136626"/>
                  <a:pt x="662999" y="137343"/>
                </a:cubicBezTo>
                <a:cubicBezTo>
                  <a:pt x="664172" y="138061"/>
                  <a:pt x="667564" y="138485"/>
                  <a:pt x="673172" y="138615"/>
                </a:cubicBezTo>
                <a:lnTo>
                  <a:pt x="674053" y="139593"/>
                </a:lnTo>
                <a:lnTo>
                  <a:pt x="674053" y="145365"/>
                </a:lnTo>
                <a:close/>
                <a:moveTo>
                  <a:pt x="795678" y="145463"/>
                </a:moveTo>
                <a:lnTo>
                  <a:pt x="794700" y="146441"/>
                </a:lnTo>
                <a:cubicBezTo>
                  <a:pt x="788309" y="145984"/>
                  <a:pt x="782537" y="145756"/>
                  <a:pt x="777385" y="145756"/>
                </a:cubicBezTo>
                <a:cubicBezTo>
                  <a:pt x="772494" y="145756"/>
                  <a:pt x="765875" y="145984"/>
                  <a:pt x="757527" y="146441"/>
                </a:cubicBezTo>
                <a:lnTo>
                  <a:pt x="756647" y="145756"/>
                </a:lnTo>
                <a:cubicBezTo>
                  <a:pt x="756908" y="142561"/>
                  <a:pt x="757038" y="137213"/>
                  <a:pt x="757038" y="129713"/>
                </a:cubicBezTo>
                <a:cubicBezTo>
                  <a:pt x="754690" y="131670"/>
                  <a:pt x="751332" y="134670"/>
                  <a:pt x="746962" y="138713"/>
                </a:cubicBezTo>
                <a:cubicBezTo>
                  <a:pt x="741549" y="143734"/>
                  <a:pt x="738028" y="146734"/>
                  <a:pt x="736397" y="147713"/>
                </a:cubicBezTo>
                <a:cubicBezTo>
                  <a:pt x="734311" y="148691"/>
                  <a:pt x="730919" y="149180"/>
                  <a:pt x="726224" y="149180"/>
                </a:cubicBezTo>
                <a:cubicBezTo>
                  <a:pt x="715072" y="149180"/>
                  <a:pt x="706072" y="144974"/>
                  <a:pt x="699225" y="136561"/>
                </a:cubicBezTo>
                <a:cubicBezTo>
                  <a:pt x="692377" y="128148"/>
                  <a:pt x="688953" y="117257"/>
                  <a:pt x="688953" y="103888"/>
                </a:cubicBezTo>
                <a:cubicBezTo>
                  <a:pt x="688953" y="90910"/>
                  <a:pt x="691595" y="80802"/>
                  <a:pt x="696877" y="73563"/>
                </a:cubicBezTo>
                <a:cubicBezTo>
                  <a:pt x="698246" y="71672"/>
                  <a:pt x="702290" y="68313"/>
                  <a:pt x="709007" y="63487"/>
                </a:cubicBezTo>
                <a:cubicBezTo>
                  <a:pt x="716833" y="57879"/>
                  <a:pt x="722539" y="54324"/>
                  <a:pt x="726126" y="52824"/>
                </a:cubicBezTo>
                <a:cubicBezTo>
                  <a:pt x="729256" y="51520"/>
                  <a:pt x="733234" y="50868"/>
                  <a:pt x="738060" y="50868"/>
                </a:cubicBezTo>
                <a:cubicBezTo>
                  <a:pt x="744843" y="50868"/>
                  <a:pt x="751169" y="52303"/>
                  <a:pt x="757038" y="55172"/>
                </a:cubicBezTo>
                <a:lnTo>
                  <a:pt x="757038" y="49694"/>
                </a:lnTo>
                <a:cubicBezTo>
                  <a:pt x="757038" y="32542"/>
                  <a:pt x="756614" y="22434"/>
                  <a:pt x="755766" y="19369"/>
                </a:cubicBezTo>
                <a:cubicBezTo>
                  <a:pt x="755310" y="17673"/>
                  <a:pt x="753973" y="16630"/>
                  <a:pt x="751756" y="16239"/>
                </a:cubicBezTo>
                <a:cubicBezTo>
                  <a:pt x="750712" y="16043"/>
                  <a:pt x="747712" y="15847"/>
                  <a:pt x="742756" y="15652"/>
                </a:cubicBezTo>
                <a:lnTo>
                  <a:pt x="741778" y="14576"/>
                </a:lnTo>
                <a:lnTo>
                  <a:pt x="741778" y="9195"/>
                </a:lnTo>
                <a:lnTo>
                  <a:pt x="742756" y="8119"/>
                </a:lnTo>
                <a:cubicBezTo>
                  <a:pt x="755277" y="6815"/>
                  <a:pt x="767896" y="4109"/>
                  <a:pt x="780613" y="0"/>
                </a:cubicBezTo>
                <a:lnTo>
                  <a:pt x="782765" y="1174"/>
                </a:lnTo>
                <a:cubicBezTo>
                  <a:pt x="782765" y="1435"/>
                  <a:pt x="782635" y="4663"/>
                  <a:pt x="782374" y="10858"/>
                </a:cubicBezTo>
                <a:cubicBezTo>
                  <a:pt x="781787" y="24880"/>
                  <a:pt x="781494" y="45944"/>
                  <a:pt x="781494" y="74052"/>
                </a:cubicBezTo>
                <a:lnTo>
                  <a:pt x="781494" y="105649"/>
                </a:lnTo>
                <a:cubicBezTo>
                  <a:pt x="781494" y="123974"/>
                  <a:pt x="781918" y="134050"/>
                  <a:pt x="782765" y="135876"/>
                </a:cubicBezTo>
                <a:cubicBezTo>
                  <a:pt x="783287" y="136985"/>
                  <a:pt x="784005" y="137669"/>
                  <a:pt x="784918" y="137930"/>
                </a:cubicBezTo>
                <a:cubicBezTo>
                  <a:pt x="786352" y="138387"/>
                  <a:pt x="789613" y="138811"/>
                  <a:pt x="794700" y="139202"/>
                </a:cubicBezTo>
                <a:lnTo>
                  <a:pt x="795678" y="140180"/>
                </a:lnTo>
                <a:lnTo>
                  <a:pt x="795678" y="145463"/>
                </a:lnTo>
                <a:moveTo>
                  <a:pt x="757038" y="94399"/>
                </a:moveTo>
                <a:lnTo>
                  <a:pt x="757038" y="76008"/>
                </a:lnTo>
                <a:cubicBezTo>
                  <a:pt x="752343" y="70400"/>
                  <a:pt x="747843" y="66813"/>
                  <a:pt x="743538" y="65248"/>
                </a:cubicBezTo>
                <a:cubicBezTo>
                  <a:pt x="740604" y="64204"/>
                  <a:pt x="737473" y="63683"/>
                  <a:pt x="734147" y="63683"/>
                </a:cubicBezTo>
                <a:cubicBezTo>
                  <a:pt x="725148" y="63683"/>
                  <a:pt x="719344" y="68313"/>
                  <a:pt x="716735" y="77574"/>
                </a:cubicBezTo>
                <a:cubicBezTo>
                  <a:pt x="715300" y="82726"/>
                  <a:pt x="714583" y="88465"/>
                  <a:pt x="714583" y="94790"/>
                </a:cubicBezTo>
                <a:cubicBezTo>
                  <a:pt x="714583" y="108290"/>
                  <a:pt x="717746" y="118300"/>
                  <a:pt x="724072" y="124822"/>
                </a:cubicBezTo>
                <a:cubicBezTo>
                  <a:pt x="727398" y="128278"/>
                  <a:pt x="731865" y="130007"/>
                  <a:pt x="737473" y="130007"/>
                </a:cubicBezTo>
                <a:cubicBezTo>
                  <a:pt x="742104" y="130007"/>
                  <a:pt x="746408" y="128539"/>
                  <a:pt x="750386" y="125605"/>
                </a:cubicBezTo>
                <a:cubicBezTo>
                  <a:pt x="753973" y="122996"/>
                  <a:pt x="756092" y="120192"/>
                  <a:pt x="756745" y="117192"/>
                </a:cubicBezTo>
                <a:cubicBezTo>
                  <a:pt x="756940" y="116279"/>
                  <a:pt x="757038" y="108681"/>
                  <a:pt x="757038" y="94399"/>
                </a:cubicBezTo>
                <a:close/>
                <a:moveTo>
                  <a:pt x="893025" y="90877"/>
                </a:moveTo>
                <a:cubicBezTo>
                  <a:pt x="893025" y="91986"/>
                  <a:pt x="892993" y="93649"/>
                  <a:pt x="892928" y="95866"/>
                </a:cubicBezTo>
                <a:lnTo>
                  <a:pt x="891852" y="97236"/>
                </a:lnTo>
                <a:cubicBezTo>
                  <a:pt x="883243" y="99584"/>
                  <a:pt x="871830" y="100758"/>
                  <a:pt x="857614" y="100758"/>
                </a:cubicBezTo>
                <a:cubicBezTo>
                  <a:pt x="855070" y="100758"/>
                  <a:pt x="851222" y="100806"/>
                  <a:pt x="846070" y="100904"/>
                </a:cubicBezTo>
                <a:cubicBezTo>
                  <a:pt x="840918" y="101002"/>
                  <a:pt x="837038" y="101051"/>
                  <a:pt x="834429" y="101051"/>
                </a:cubicBezTo>
                <a:cubicBezTo>
                  <a:pt x="834821" y="110638"/>
                  <a:pt x="837788" y="118561"/>
                  <a:pt x="843331" y="124822"/>
                </a:cubicBezTo>
                <a:cubicBezTo>
                  <a:pt x="849136" y="131539"/>
                  <a:pt x="856701" y="134898"/>
                  <a:pt x="866026" y="134898"/>
                </a:cubicBezTo>
                <a:cubicBezTo>
                  <a:pt x="872287" y="134898"/>
                  <a:pt x="879721" y="132746"/>
                  <a:pt x="888330" y="128441"/>
                </a:cubicBezTo>
                <a:lnTo>
                  <a:pt x="890678" y="131278"/>
                </a:lnTo>
                <a:lnTo>
                  <a:pt x="886373" y="140963"/>
                </a:lnTo>
                <a:cubicBezTo>
                  <a:pt x="876852" y="147028"/>
                  <a:pt x="866515" y="150060"/>
                  <a:pt x="855364" y="150060"/>
                </a:cubicBezTo>
                <a:cubicBezTo>
                  <a:pt x="840690" y="150060"/>
                  <a:pt x="829294" y="145919"/>
                  <a:pt x="821174" y="137637"/>
                </a:cubicBezTo>
                <a:cubicBezTo>
                  <a:pt x="813055" y="129354"/>
                  <a:pt x="808996" y="117551"/>
                  <a:pt x="808996" y="102225"/>
                </a:cubicBezTo>
                <a:cubicBezTo>
                  <a:pt x="808996" y="84030"/>
                  <a:pt x="813332" y="71574"/>
                  <a:pt x="822006" y="64857"/>
                </a:cubicBezTo>
                <a:cubicBezTo>
                  <a:pt x="834006" y="55596"/>
                  <a:pt x="845386" y="50966"/>
                  <a:pt x="856146" y="50966"/>
                </a:cubicBezTo>
                <a:cubicBezTo>
                  <a:pt x="867820" y="50966"/>
                  <a:pt x="876852" y="54324"/>
                  <a:pt x="883243" y="61041"/>
                </a:cubicBezTo>
                <a:cubicBezTo>
                  <a:pt x="889765" y="67954"/>
                  <a:pt x="893025" y="77900"/>
                  <a:pt x="893025" y="90877"/>
                </a:cubicBezTo>
                <a:moveTo>
                  <a:pt x="867494" y="88334"/>
                </a:moveTo>
                <a:cubicBezTo>
                  <a:pt x="867494" y="70726"/>
                  <a:pt x="862016" y="61922"/>
                  <a:pt x="851059" y="61922"/>
                </a:cubicBezTo>
                <a:cubicBezTo>
                  <a:pt x="839516" y="61922"/>
                  <a:pt x="833745" y="70661"/>
                  <a:pt x="833745" y="88138"/>
                </a:cubicBezTo>
                <a:lnTo>
                  <a:pt x="833745" y="90291"/>
                </a:lnTo>
                <a:cubicBezTo>
                  <a:pt x="837527" y="90877"/>
                  <a:pt x="844244" y="91171"/>
                  <a:pt x="853896" y="91171"/>
                </a:cubicBezTo>
                <a:cubicBezTo>
                  <a:pt x="858918" y="91171"/>
                  <a:pt x="863418" y="90877"/>
                  <a:pt x="867396" y="90291"/>
                </a:cubicBezTo>
                <a:cubicBezTo>
                  <a:pt x="867461" y="89378"/>
                  <a:pt x="867494" y="88725"/>
                  <a:pt x="867494" y="88334"/>
                </a:cubicBezTo>
                <a:moveTo>
                  <a:pt x="855657" y="153386"/>
                </a:moveTo>
                <a:lnTo>
                  <a:pt x="855657" y="153386"/>
                </a:lnTo>
                <a:moveTo>
                  <a:pt x="855657" y="46172"/>
                </a:moveTo>
                <a:lnTo>
                  <a:pt x="855657" y="46172"/>
                </a:lnTo>
                <a:close/>
                <a:moveTo>
                  <a:pt x="1018057" y="145463"/>
                </a:moveTo>
                <a:lnTo>
                  <a:pt x="1017079" y="146441"/>
                </a:lnTo>
                <a:cubicBezTo>
                  <a:pt x="1010688" y="145984"/>
                  <a:pt x="1004916" y="145756"/>
                  <a:pt x="999764" y="145756"/>
                </a:cubicBezTo>
                <a:cubicBezTo>
                  <a:pt x="994873" y="145756"/>
                  <a:pt x="988254" y="145984"/>
                  <a:pt x="979906" y="146441"/>
                </a:cubicBezTo>
                <a:lnTo>
                  <a:pt x="979026" y="145756"/>
                </a:lnTo>
                <a:cubicBezTo>
                  <a:pt x="979287" y="142561"/>
                  <a:pt x="979417" y="137213"/>
                  <a:pt x="979417" y="129713"/>
                </a:cubicBezTo>
                <a:cubicBezTo>
                  <a:pt x="977069" y="131670"/>
                  <a:pt x="973711" y="134670"/>
                  <a:pt x="969341" y="138713"/>
                </a:cubicBezTo>
                <a:cubicBezTo>
                  <a:pt x="963928" y="143734"/>
                  <a:pt x="960407" y="146734"/>
                  <a:pt x="958776" y="147713"/>
                </a:cubicBezTo>
                <a:cubicBezTo>
                  <a:pt x="956689" y="148691"/>
                  <a:pt x="953298" y="149180"/>
                  <a:pt x="948603" y="149180"/>
                </a:cubicBezTo>
                <a:cubicBezTo>
                  <a:pt x="937451" y="149180"/>
                  <a:pt x="928451" y="144974"/>
                  <a:pt x="921604" y="136561"/>
                </a:cubicBezTo>
                <a:cubicBezTo>
                  <a:pt x="914756" y="128148"/>
                  <a:pt x="911332" y="117257"/>
                  <a:pt x="911332" y="103888"/>
                </a:cubicBezTo>
                <a:cubicBezTo>
                  <a:pt x="911332" y="90910"/>
                  <a:pt x="913973" y="80802"/>
                  <a:pt x="919256" y="73563"/>
                </a:cubicBezTo>
                <a:cubicBezTo>
                  <a:pt x="920625" y="71672"/>
                  <a:pt x="924669" y="68313"/>
                  <a:pt x="931386" y="63487"/>
                </a:cubicBezTo>
                <a:cubicBezTo>
                  <a:pt x="939212" y="57879"/>
                  <a:pt x="944918" y="54324"/>
                  <a:pt x="948505" y="52824"/>
                </a:cubicBezTo>
                <a:cubicBezTo>
                  <a:pt x="951635" y="51520"/>
                  <a:pt x="955613" y="50868"/>
                  <a:pt x="960439" y="50868"/>
                </a:cubicBezTo>
                <a:cubicBezTo>
                  <a:pt x="967222" y="50868"/>
                  <a:pt x="973548" y="52303"/>
                  <a:pt x="979417" y="55172"/>
                </a:cubicBezTo>
                <a:lnTo>
                  <a:pt x="979417" y="49694"/>
                </a:lnTo>
                <a:cubicBezTo>
                  <a:pt x="979417" y="32542"/>
                  <a:pt x="978993" y="22434"/>
                  <a:pt x="978145" y="19369"/>
                </a:cubicBezTo>
                <a:cubicBezTo>
                  <a:pt x="977689" y="17673"/>
                  <a:pt x="976352" y="16630"/>
                  <a:pt x="974135" y="16239"/>
                </a:cubicBezTo>
                <a:cubicBezTo>
                  <a:pt x="973091" y="16043"/>
                  <a:pt x="970091" y="15847"/>
                  <a:pt x="965135" y="15652"/>
                </a:cubicBezTo>
                <a:lnTo>
                  <a:pt x="964157" y="14576"/>
                </a:lnTo>
                <a:lnTo>
                  <a:pt x="964157" y="9195"/>
                </a:lnTo>
                <a:lnTo>
                  <a:pt x="965135" y="8119"/>
                </a:lnTo>
                <a:cubicBezTo>
                  <a:pt x="977656" y="6815"/>
                  <a:pt x="990275" y="4109"/>
                  <a:pt x="1002992" y="0"/>
                </a:cubicBezTo>
                <a:lnTo>
                  <a:pt x="1005144" y="1174"/>
                </a:lnTo>
                <a:cubicBezTo>
                  <a:pt x="1005144" y="1435"/>
                  <a:pt x="1005014" y="4663"/>
                  <a:pt x="1004753" y="10858"/>
                </a:cubicBezTo>
                <a:cubicBezTo>
                  <a:pt x="1004166" y="24880"/>
                  <a:pt x="1003873" y="45944"/>
                  <a:pt x="1003873" y="74052"/>
                </a:cubicBezTo>
                <a:lnTo>
                  <a:pt x="1003873" y="105649"/>
                </a:lnTo>
                <a:cubicBezTo>
                  <a:pt x="1003873" y="123974"/>
                  <a:pt x="1004297" y="134050"/>
                  <a:pt x="1005144" y="135876"/>
                </a:cubicBezTo>
                <a:cubicBezTo>
                  <a:pt x="1005666" y="136985"/>
                  <a:pt x="1006383" y="137669"/>
                  <a:pt x="1007297" y="137930"/>
                </a:cubicBezTo>
                <a:cubicBezTo>
                  <a:pt x="1008731" y="138387"/>
                  <a:pt x="1011992" y="138811"/>
                  <a:pt x="1017079" y="139202"/>
                </a:cubicBezTo>
                <a:lnTo>
                  <a:pt x="1018057" y="140180"/>
                </a:lnTo>
                <a:lnTo>
                  <a:pt x="1018057" y="145463"/>
                </a:lnTo>
                <a:moveTo>
                  <a:pt x="979417" y="94399"/>
                </a:moveTo>
                <a:lnTo>
                  <a:pt x="979417" y="76008"/>
                </a:lnTo>
                <a:cubicBezTo>
                  <a:pt x="974721" y="70400"/>
                  <a:pt x="970222" y="66813"/>
                  <a:pt x="965917" y="65248"/>
                </a:cubicBezTo>
                <a:cubicBezTo>
                  <a:pt x="962983" y="64204"/>
                  <a:pt x="959852" y="63683"/>
                  <a:pt x="956526" y="63683"/>
                </a:cubicBezTo>
                <a:cubicBezTo>
                  <a:pt x="947527" y="63683"/>
                  <a:pt x="941723" y="68313"/>
                  <a:pt x="939114" y="77574"/>
                </a:cubicBezTo>
                <a:cubicBezTo>
                  <a:pt x="937679" y="82726"/>
                  <a:pt x="936962" y="88465"/>
                  <a:pt x="936962" y="94790"/>
                </a:cubicBezTo>
                <a:cubicBezTo>
                  <a:pt x="936962" y="108290"/>
                  <a:pt x="940125" y="118300"/>
                  <a:pt x="946451" y="124822"/>
                </a:cubicBezTo>
                <a:cubicBezTo>
                  <a:pt x="949777" y="128278"/>
                  <a:pt x="954244" y="130007"/>
                  <a:pt x="959852" y="130007"/>
                </a:cubicBezTo>
                <a:cubicBezTo>
                  <a:pt x="964483" y="130007"/>
                  <a:pt x="968787" y="128539"/>
                  <a:pt x="972765" y="125605"/>
                </a:cubicBezTo>
                <a:cubicBezTo>
                  <a:pt x="976352" y="122996"/>
                  <a:pt x="978471" y="120192"/>
                  <a:pt x="979124" y="117192"/>
                </a:cubicBezTo>
                <a:cubicBezTo>
                  <a:pt x="979319" y="116279"/>
                  <a:pt x="979417" y="108681"/>
                  <a:pt x="979417" y="94399"/>
                </a:cubicBezTo>
                <a:close/>
                <a:moveTo>
                  <a:pt x="1187174" y="89508"/>
                </a:moveTo>
                <a:cubicBezTo>
                  <a:pt x="1187174" y="101312"/>
                  <a:pt x="1184370" y="111518"/>
                  <a:pt x="1178761" y="120127"/>
                </a:cubicBezTo>
                <a:cubicBezTo>
                  <a:pt x="1176348" y="123844"/>
                  <a:pt x="1174164" y="126452"/>
                  <a:pt x="1172207" y="127952"/>
                </a:cubicBezTo>
                <a:cubicBezTo>
                  <a:pt x="1170251" y="129452"/>
                  <a:pt x="1166109" y="132420"/>
                  <a:pt x="1159784" y="136854"/>
                </a:cubicBezTo>
                <a:cubicBezTo>
                  <a:pt x="1158414" y="137832"/>
                  <a:pt x="1154729" y="140441"/>
                  <a:pt x="1148730" y="144680"/>
                </a:cubicBezTo>
                <a:cubicBezTo>
                  <a:pt x="1145599" y="146897"/>
                  <a:pt x="1142045" y="148430"/>
                  <a:pt x="1138067" y="149278"/>
                </a:cubicBezTo>
                <a:cubicBezTo>
                  <a:pt x="1135589" y="149799"/>
                  <a:pt x="1132817" y="150060"/>
                  <a:pt x="1129752" y="150060"/>
                </a:cubicBezTo>
                <a:cubicBezTo>
                  <a:pt x="1122057" y="150060"/>
                  <a:pt x="1113872" y="147354"/>
                  <a:pt x="1105198" y="141941"/>
                </a:cubicBezTo>
                <a:lnTo>
                  <a:pt x="1096101" y="149278"/>
                </a:lnTo>
                <a:lnTo>
                  <a:pt x="1091699" y="147713"/>
                </a:lnTo>
                <a:cubicBezTo>
                  <a:pt x="1092938" y="126974"/>
                  <a:pt x="1093557" y="108909"/>
                  <a:pt x="1093557" y="93519"/>
                </a:cubicBezTo>
                <a:lnTo>
                  <a:pt x="1093557" y="55074"/>
                </a:lnTo>
                <a:cubicBezTo>
                  <a:pt x="1093557" y="51683"/>
                  <a:pt x="1093394" y="43792"/>
                  <a:pt x="1093068" y="31401"/>
                </a:cubicBezTo>
                <a:cubicBezTo>
                  <a:pt x="1093003" y="27945"/>
                  <a:pt x="1092840" y="24847"/>
                  <a:pt x="1092579" y="22108"/>
                </a:cubicBezTo>
                <a:cubicBezTo>
                  <a:pt x="1092253" y="18717"/>
                  <a:pt x="1090525" y="16728"/>
                  <a:pt x="1087395" y="16141"/>
                </a:cubicBezTo>
                <a:cubicBezTo>
                  <a:pt x="1086677" y="16010"/>
                  <a:pt x="1083971" y="15847"/>
                  <a:pt x="1079275" y="15652"/>
                </a:cubicBezTo>
                <a:lnTo>
                  <a:pt x="1078297" y="14576"/>
                </a:lnTo>
                <a:lnTo>
                  <a:pt x="1078297" y="9195"/>
                </a:lnTo>
                <a:lnTo>
                  <a:pt x="1079275" y="8119"/>
                </a:lnTo>
                <a:cubicBezTo>
                  <a:pt x="1091731" y="6815"/>
                  <a:pt x="1104351" y="4109"/>
                  <a:pt x="1117133" y="0"/>
                </a:cubicBezTo>
                <a:lnTo>
                  <a:pt x="1119285" y="1174"/>
                </a:lnTo>
                <a:cubicBezTo>
                  <a:pt x="1118437" y="25564"/>
                  <a:pt x="1118013" y="44444"/>
                  <a:pt x="1118013" y="57813"/>
                </a:cubicBezTo>
                <a:lnTo>
                  <a:pt x="1118013" y="68183"/>
                </a:lnTo>
                <a:lnTo>
                  <a:pt x="1129850" y="58302"/>
                </a:lnTo>
                <a:cubicBezTo>
                  <a:pt x="1135719" y="53411"/>
                  <a:pt x="1142469" y="50966"/>
                  <a:pt x="1150099" y="50966"/>
                </a:cubicBezTo>
                <a:cubicBezTo>
                  <a:pt x="1165881" y="50966"/>
                  <a:pt x="1176805" y="57226"/>
                  <a:pt x="1182870" y="69748"/>
                </a:cubicBezTo>
                <a:cubicBezTo>
                  <a:pt x="1185739" y="75682"/>
                  <a:pt x="1187174" y="82269"/>
                  <a:pt x="1187174" y="89508"/>
                </a:cubicBezTo>
                <a:moveTo>
                  <a:pt x="1162034" y="100464"/>
                </a:moveTo>
                <a:cubicBezTo>
                  <a:pt x="1162034" y="90877"/>
                  <a:pt x="1159833" y="83215"/>
                  <a:pt x="1155430" y="77476"/>
                </a:cubicBezTo>
                <a:cubicBezTo>
                  <a:pt x="1151028" y="71737"/>
                  <a:pt x="1145110" y="68867"/>
                  <a:pt x="1137676" y="68867"/>
                </a:cubicBezTo>
                <a:cubicBezTo>
                  <a:pt x="1133371" y="68867"/>
                  <a:pt x="1129230" y="70009"/>
                  <a:pt x="1125252" y="72291"/>
                </a:cubicBezTo>
                <a:cubicBezTo>
                  <a:pt x="1121926" y="74182"/>
                  <a:pt x="1119513" y="76367"/>
                  <a:pt x="1118013" y="78845"/>
                </a:cubicBezTo>
                <a:lnTo>
                  <a:pt x="1118013" y="125018"/>
                </a:lnTo>
                <a:cubicBezTo>
                  <a:pt x="1122904" y="132257"/>
                  <a:pt x="1129654" y="135876"/>
                  <a:pt x="1138263" y="135876"/>
                </a:cubicBezTo>
                <a:cubicBezTo>
                  <a:pt x="1145958" y="135876"/>
                  <a:pt x="1151893" y="132550"/>
                  <a:pt x="1156066" y="125898"/>
                </a:cubicBezTo>
                <a:cubicBezTo>
                  <a:pt x="1160044" y="119572"/>
                  <a:pt x="1162034" y="111094"/>
                  <a:pt x="1162034" y="100464"/>
                </a:cubicBezTo>
                <a:close/>
                <a:moveTo>
                  <a:pt x="1306843" y="60357"/>
                </a:moveTo>
                <a:lnTo>
                  <a:pt x="1305963" y="61237"/>
                </a:lnTo>
                <a:cubicBezTo>
                  <a:pt x="1301659" y="61237"/>
                  <a:pt x="1298724" y="62476"/>
                  <a:pt x="1297159" y="64954"/>
                </a:cubicBezTo>
                <a:cubicBezTo>
                  <a:pt x="1296311" y="66389"/>
                  <a:pt x="1293996" y="71182"/>
                  <a:pt x="1290213" y="79334"/>
                </a:cubicBezTo>
                <a:cubicBezTo>
                  <a:pt x="1281670" y="97921"/>
                  <a:pt x="1274594" y="114159"/>
                  <a:pt x="1268986" y="128050"/>
                </a:cubicBezTo>
                <a:lnTo>
                  <a:pt x="1253236" y="166984"/>
                </a:lnTo>
                <a:cubicBezTo>
                  <a:pt x="1248345" y="179049"/>
                  <a:pt x="1243095" y="187624"/>
                  <a:pt x="1237487" y="192711"/>
                </a:cubicBezTo>
                <a:cubicBezTo>
                  <a:pt x="1232205" y="197472"/>
                  <a:pt x="1225748" y="199852"/>
                  <a:pt x="1218118" y="199852"/>
                </a:cubicBezTo>
                <a:cubicBezTo>
                  <a:pt x="1213292" y="199852"/>
                  <a:pt x="1208629" y="198711"/>
                  <a:pt x="1204129" y="196428"/>
                </a:cubicBezTo>
                <a:cubicBezTo>
                  <a:pt x="1205238" y="191798"/>
                  <a:pt x="1206379" y="185309"/>
                  <a:pt x="1207553" y="176962"/>
                </a:cubicBezTo>
                <a:lnTo>
                  <a:pt x="1210097" y="176473"/>
                </a:lnTo>
                <a:cubicBezTo>
                  <a:pt x="1213488" y="181298"/>
                  <a:pt x="1218085" y="183711"/>
                  <a:pt x="1223890" y="183711"/>
                </a:cubicBezTo>
                <a:cubicBezTo>
                  <a:pt x="1230737" y="183711"/>
                  <a:pt x="1237030" y="177027"/>
                  <a:pt x="1242769" y="163658"/>
                </a:cubicBezTo>
                <a:lnTo>
                  <a:pt x="1246780" y="154267"/>
                </a:lnTo>
                <a:lnTo>
                  <a:pt x="1215086" y="71900"/>
                </a:lnTo>
                <a:cubicBezTo>
                  <a:pt x="1213259" y="67139"/>
                  <a:pt x="1211580" y="64188"/>
                  <a:pt x="1210048" y="63047"/>
                </a:cubicBezTo>
                <a:cubicBezTo>
                  <a:pt x="1208515" y="61906"/>
                  <a:pt x="1205499" y="61302"/>
                  <a:pt x="1200999" y="61237"/>
                </a:cubicBezTo>
                <a:lnTo>
                  <a:pt x="1200021" y="60259"/>
                </a:lnTo>
                <a:lnTo>
                  <a:pt x="1200021" y="54390"/>
                </a:lnTo>
                <a:lnTo>
                  <a:pt x="1201097" y="53411"/>
                </a:lnTo>
                <a:cubicBezTo>
                  <a:pt x="1205271" y="53607"/>
                  <a:pt x="1213259" y="53705"/>
                  <a:pt x="1225063" y="53705"/>
                </a:cubicBezTo>
                <a:cubicBezTo>
                  <a:pt x="1236020" y="53705"/>
                  <a:pt x="1244921" y="53607"/>
                  <a:pt x="1251769" y="53411"/>
                </a:cubicBezTo>
                <a:lnTo>
                  <a:pt x="1252747" y="54390"/>
                </a:lnTo>
                <a:lnTo>
                  <a:pt x="1252747" y="60259"/>
                </a:lnTo>
                <a:lnTo>
                  <a:pt x="1251769" y="61237"/>
                </a:lnTo>
                <a:cubicBezTo>
                  <a:pt x="1244335" y="61237"/>
                  <a:pt x="1240617" y="62574"/>
                  <a:pt x="1240617" y="65248"/>
                </a:cubicBezTo>
                <a:cubicBezTo>
                  <a:pt x="1240617" y="66422"/>
                  <a:pt x="1240943" y="67856"/>
                  <a:pt x="1241596" y="69552"/>
                </a:cubicBezTo>
                <a:cubicBezTo>
                  <a:pt x="1242639" y="72552"/>
                  <a:pt x="1244237" y="77019"/>
                  <a:pt x="1246389" y="82954"/>
                </a:cubicBezTo>
                <a:lnTo>
                  <a:pt x="1260671" y="120713"/>
                </a:lnTo>
                <a:lnTo>
                  <a:pt x="1269279" y="100073"/>
                </a:lnTo>
                <a:cubicBezTo>
                  <a:pt x="1277692" y="79921"/>
                  <a:pt x="1281899" y="68150"/>
                  <a:pt x="1281899" y="64759"/>
                </a:cubicBezTo>
                <a:cubicBezTo>
                  <a:pt x="1281899" y="62411"/>
                  <a:pt x="1278116" y="61237"/>
                  <a:pt x="1270551" y="61237"/>
                </a:cubicBezTo>
                <a:lnTo>
                  <a:pt x="1269573" y="60259"/>
                </a:lnTo>
                <a:lnTo>
                  <a:pt x="1269573" y="54390"/>
                </a:lnTo>
                <a:lnTo>
                  <a:pt x="1270649" y="53411"/>
                </a:lnTo>
                <a:cubicBezTo>
                  <a:pt x="1274431" y="53607"/>
                  <a:pt x="1280822" y="53705"/>
                  <a:pt x="1289822" y="53705"/>
                </a:cubicBezTo>
                <a:cubicBezTo>
                  <a:pt x="1294909" y="53705"/>
                  <a:pt x="1300224" y="53607"/>
                  <a:pt x="1305767" y="53411"/>
                </a:cubicBezTo>
                <a:lnTo>
                  <a:pt x="1306843" y="54390"/>
                </a:lnTo>
                <a:lnTo>
                  <a:pt x="1306843" y="60357"/>
                </a:lnTo>
                <a:moveTo>
                  <a:pt x="1276910" y="153386"/>
                </a:moveTo>
                <a:lnTo>
                  <a:pt x="1276910" y="153386"/>
                </a:lnTo>
                <a:moveTo>
                  <a:pt x="1254312" y="46172"/>
                </a:moveTo>
                <a:lnTo>
                  <a:pt x="1254312" y="46172"/>
                </a:lnTo>
                <a:close/>
                <a:moveTo>
                  <a:pt x="1423599" y="132941"/>
                </a:moveTo>
                <a:cubicBezTo>
                  <a:pt x="1423143" y="133463"/>
                  <a:pt x="1421740" y="134833"/>
                  <a:pt x="1419393" y="137050"/>
                </a:cubicBezTo>
                <a:cubicBezTo>
                  <a:pt x="1415545" y="140702"/>
                  <a:pt x="1412252" y="144028"/>
                  <a:pt x="1409513" y="147028"/>
                </a:cubicBezTo>
                <a:cubicBezTo>
                  <a:pt x="1406317" y="148071"/>
                  <a:pt x="1403089" y="148593"/>
                  <a:pt x="1399828" y="148593"/>
                </a:cubicBezTo>
                <a:cubicBezTo>
                  <a:pt x="1390763" y="148593"/>
                  <a:pt x="1384144" y="145952"/>
                  <a:pt x="1379970" y="140669"/>
                </a:cubicBezTo>
                <a:cubicBezTo>
                  <a:pt x="1378209" y="138387"/>
                  <a:pt x="1377035" y="135746"/>
                  <a:pt x="1376448" y="132746"/>
                </a:cubicBezTo>
                <a:cubicBezTo>
                  <a:pt x="1375796" y="129159"/>
                  <a:pt x="1375503" y="124463"/>
                  <a:pt x="1375568" y="118659"/>
                </a:cubicBezTo>
                <a:lnTo>
                  <a:pt x="1375862" y="95280"/>
                </a:lnTo>
                <a:lnTo>
                  <a:pt x="1375862" y="70824"/>
                </a:lnTo>
                <a:lnTo>
                  <a:pt x="1373220" y="70824"/>
                </a:lnTo>
                <a:lnTo>
                  <a:pt x="1368036" y="71019"/>
                </a:lnTo>
                <a:lnTo>
                  <a:pt x="1364025" y="71019"/>
                </a:lnTo>
                <a:lnTo>
                  <a:pt x="1362949" y="70139"/>
                </a:lnTo>
                <a:lnTo>
                  <a:pt x="1362949" y="67596"/>
                </a:lnTo>
                <a:lnTo>
                  <a:pt x="1363731" y="66128"/>
                </a:lnTo>
                <a:cubicBezTo>
                  <a:pt x="1364905" y="65346"/>
                  <a:pt x="1366731" y="64172"/>
                  <a:pt x="1369210" y="62607"/>
                </a:cubicBezTo>
                <a:cubicBezTo>
                  <a:pt x="1372144" y="60781"/>
                  <a:pt x="1374362" y="59248"/>
                  <a:pt x="1375862" y="58009"/>
                </a:cubicBezTo>
                <a:lnTo>
                  <a:pt x="1375862" y="44705"/>
                </a:lnTo>
                <a:cubicBezTo>
                  <a:pt x="1375862" y="39162"/>
                  <a:pt x="1375601" y="33292"/>
                  <a:pt x="1375079" y="27097"/>
                </a:cubicBezTo>
                <a:cubicBezTo>
                  <a:pt x="1379970" y="25532"/>
                  <a:pt x="1383932" y="24146"/>
                  <a:pt x="1386964" y="22939"/>
                </a:cubicBezTo>
                <a:cubicBezTo>
                  <a:pt x="1389997" y="21733"/>
                  <a:pt x="1394285" y="19760"/>
                  <a:pt x="1399828" y="17021"/>
                </a:cubicBezTo>
                <a:lnTo>
                  <a:pt x="1402372" y="18978"/>
                </a:lnTo>
                <a:cubicBezTo>
                  <a:pt x="1401589" y="27064"/>
                  <a:pt x="1401035" y="34303"/>
                  <a:pt x="1400709" y="40694"/>
                </a:cubicBezTo>
                <a:lnTo>
                  <a:pt x="1399828" y="57618"/>
                </a:lnTo>
                <a:lnTo>
                  <a:pt x="1403056" y="57618"/>
                </a:lnTo>
                <a:cubicBezTo>
                  <a:pt x="1410165" y="57618"/>
                  <a:pt x="1416295" y="57389"/>
                  <a:pt x="1421447" y="56933"/>
                </a:cubicBezTo>
                <a:lnTo>
                  <a:pt x="1422523" y="58009"/>
                </a:lnTo>
                <a:lnTo>
                  <a:pt x="1421154" y="69454"/>
                </a:lnTo>
                <a:lnTo>
                  <a:pt x="1420175" y="70432"/>
                </a:lnTo>
                <a:lnTo>
                  <a:pt x="1399828" y="70432"/>
                </a:lnTo>
                <a:lnTo>
                  <a:pt x="1399828" y="103594"/>
                </a:lnTo>
                <a:cubicBezTo>
                  <a:pt x="1399828" y="114225"/>
                  <a:pt x="1399959" y="120485"/>
                  <a:pt x="1400219" y="122376"/>
                </a:cubicBezTo>
                <a:cubicBezTo>
                  <a:pt x="1400546" y="125115"/>
                  <a:pt x="1401703" y="127333"/>
                  <a:pt x="1403692" y="129028"/>
                </a:cubicBezTo>
                <a:cubicBezTo>
                  <a:pt x="1405681" y="130724"/>
                  <a:pt x="1408371" y="131572"/>
                  <a:pt x="1411763" y="131572"/>
                </a:cubicBezTo>
                <a:cubicBezTo>
                  <a:pt x="1414436" y="131572"/>
                  <a:pt x="1417665" y="130854"/>
                  <a:pt x="1421447" y="129420"/>
                </a:cubicBezTo>
                <a:lnTo>
                  <a:pt x="1423599" y="132941"/>
                </a:lnTo>
                <a:close/>
                <a:moveTo>
                  <a:pt x="1543333" y="145365"/>
                </a:moveTo>
                <a:lnTo>
                  <a:pt x="1542355" y="146441"/>
                </a:lnTo>
                <a:cubicBezTo>
                  <a:pt x="1535181" y="145984"/>
                  <a:pt x="1529116" y="145756"/>
                  <a:pt x="1524160" y="145756"/>
                </a:cubicBezTo>
                <a:cubicBezTo>
                  <a:pt x="1519594" y="145756"/>
                  <a:pt x="1512943" y="145984"/>
                  <a:pt x="1504204" y="146441"/>
                </a:cubicBezTo>
                <a:lnTo>
                  <a:pt x="1503225" y="145463"/>
                </a:lnTo>
                <a:cubicBezTo>
                  <a:pt x="1504399" y="130920"/>
                  <a:pt x="1504986" y="119703"/>
                  <a:pt x="1504986" y="111812"/>
                </a:cubicBezTo>
                <a:lnTo>
                  <a:pt x="1504986" y="92638"/>
                </a:lnTo>
                <a:cubicBezTo>
                  <a:pt x="1504986" y="76726"/>
                  <a:pt x="1499247" y="68769"/>
                  <a:pt x="1487769" y="68769"/>
                </a:cubicBezTo>
                <a:cubicBezTo>
                  <a:pt x="1481639" y="68769"/>
                  <a:pt x="1476878" y="70889"/>
                  <a:pt x="1473487" y="75128"/>
                </a:cubicBezTo>
                <a:cubicBezTo>
                  <a:pt x="1470748" y="78519"/>
                  <a:pt x="1469379" y="82889"/>
                  <a:pt x="1469379" y="88236"/>
                </a:cubicBezTo>
                <a:lnTo>
                  <a:pt x="1469379" y="99779"/>
                </a:lnTo>
                <a:cubicBezTo>
                  <a:pt x="1469379" y="113018"/>
                  <a:pt x="1469607" y="123876"/>
                  <a:pt x="1470063" y="132354"/>
                </a:cubicBezTo>
                <a:cubicBezTo>
                  <a:pt x="1470194" y="134898"/>
                  <a:pt x="1470911" y="136463"/>
                  <a:pt x="1472216" y="137050"/>
                </a:cubicBezTo>
                <a:cubicBezTo>
                  <a:pt x="1473716" y="137832"/>
                  <a:pt x="1477596" y="138322"/>
                  <a:pt x="1483856" y="138517"/>
                </a:cubicBezTo>
                <a:lnTo>
                  <a:pt x="1484933" y="139495"/>
                </a:lnTo>
                <a:lnTo>
                  <a:pt x="1484933" y="145463"/>
                </a:lnTo>
                <a:lnTo>
                  <a:pt x="1483954" y="146441"/>
                </a:lnTo>
                <a:cubicBezTo>
                  <a:pt x="1477759" y="145984"/>
                  <a:pt x="1468824" y="145756"/>
                  <a:pt x="1457151" y="145756"/>
                </a:cubicBezTo>
                <a:cubicBezTo>
                  <a:pt x="1445477" y="145756"/>
                  <a:pt x="1436575" y="145984"/>
                  <a:pt x="1430445" y="146441"/>
                </a:cubicBezTo>
                <a:lnTo>
                  <a:pt x="1429467" y="145463"/>
                </a:lnTo>
                <a:lnTo>
                  <a:pt x="1429467" y="139495"/>
                </a:lnTo>
                <a:lnTo>
                  <a:pt x="1430445" y="138517"/>
                </a:lnTo>
                <a:cubicBezTo>
                  <a:pt x="1436706" y="138322"/>
                  <a:pt x="1440586" y="137832"/>
                  <a:pt x="1442086" y="137050"/>
                </a:cubicBezTo>
                <a:cubicBezTo>
                  <a:pt x="1443390" y="136463"/>
                  <a:pt x="1444108" y="134898"/>
                  <a:pt x="1444238" y="132354"/>
                </a:cubicBezTo>
                <a:cubicBezTo>
                  <a:pt x="1444695" y="123876"/>
                  <a:pt x="1444923" y="109040"/>
                  <a:pt x="1444923" y="87845"/>
                </a:cubicBezTo>
                <a:lnTo>
                  <a:pt x="1444923" y="55074"/>
                </a:lnTo>
                <a:cubicBezTo>
                  <a:pt x="1444923" y="41379"/>
                  <a:pt x="1444695" y="30292"/>
                  <a:pt x="1444238" y="21815"/>
                </a:cubicBezTo>
                <a:cubicBezTo>
                  <a:pt x="1444108" y="19402"/>
                  <a:pt x="1443390" y="17820"/>
                  <a:pt x="1442086" y="17070"/>
                </a:cubicBezTo>
                <a:cubicBezTo>
                  <a:pt x="1440782" y="16320"/>
                  <a:pt x="1436999" y="15847"/>
                  <a:pt x="1430739" y="15652"/>
                </a:cubicBezTo>
                <a:lnTo>
                  <a:pt x="1429760" y="14576"/>
                </a:lnTo>
                <a:lnTo>
                  <a:pt x="1429760" y="9195"/>
                </a:lnTo>
                <a:lnTo>
                  <a:pt x="1430739" y="8119"/>
                </a:lnTo>
                <a:cubicBezTo>
                  <a:pt x="1443325" y="6750"/>
                  <a:pt x="1455944" y="4043"/>
                  <a:pt x="1468596" y="0"/>
                </a:cubicBezTo>
                <a:lnTo>
                  <a:pt x="1470650" y="1174"/>
                </a:lnTo>
                <a:cubicBezTo>
                  <a:pt x="1470650" y="2935"/>
                  <a:pt x="1470553" y="6163"/>
                  <a:pt x="1470357" y="10858"/>
                </a:cubicBezTo>
                <a:cubicBezTo>
                  <a:pt x="1469705" y="26445"/>
                  <a:pt x="1469379" y="43694"/>
                  <a:pt x="1469379" y="62607"/>
                </a:cubicBezTo>
                <a:lnTo>
                  <a:pt x="1469379" y="68085"/>
                </a:lnTo>
                <a:lnTo>
                  <a:pt x="1486596" y="53607"/>
                </a:lnTo>
                <a:cubicBezTo>
                  <a:pt x="1490900" y="51846"/>
                  <a:pt x="1495628" y="50966"/>
                  <a:pt x="1500780" y="50966"/>
                </a:cubicBezTo>
                <a:cubicBezTo>
                  <a:pt x="1511149" y="50966"/>
                  <a:pt x="1518910" y="54096"/>
                  <a:pt x="1524062" y="60357"/>
                </a:cubicBezTo>
                <a:cubicBezTo>
                  <a:pt x="1528235" y="65444"/>
                  <a:pt x="1530322" y="72911"/>
                  <a:pt x="1530322" y="82758"/>
                </a:cubicBezTo>
                <a:cubicBezTo>
                  <a:pt x="1530322" y="83867"/>
                  <a:pt x="1530192" y="87845"/>
                  <a:pt x="1529931" y="94693"/>
                </a:cubicBezTo>
                <a:cubicBezTo>
                  <a:pt x="1529670" y="101540"/>
                  <a:pt x="1529540" y="107768"/>
                  <a:pt x="1529540" y="113377"/>
                </a:cubicBezTo>
                <a:cubicBezTo>
                  <a:pt x="1529540" y="123224"/>
                  <a:pt x="1529703" y="129501"/>
                  <a:pt x="1530029" y="132208"/>
                </a:cubicBezTo>
                <a:cubicBezTo>
                  <a:pt x="1530355" y="134914"/>
                  <a:pt x="1531105" y="136626"/>
                  <a:pt x="1532279" y="137343"/>
                </a:cubicBezTo>
                <a:cubicBezTo>
                  <a:pt x="1533453" y="138061"/>
                  <a:pt x="1536844" y="138485"/>
                  <a:pt x="1542452" y="138615"/>
                </a:cubicBezTo>
                <a:lnTo>
                  <a:pt x="1543333" y="139593"/>
                </a:lnTo>
                <a:lnTo>
                  <a:pt x="1543333" y="145365"/>
                </a:lnTo>
                <a:close/>
                <a:moveTo>
                  <a:pt x="1639897" y="90877"/>
                </a:moveTo>
                <a:cubicBezTo>
                  <a:pt x="1639897" y="91986"/>
                  <a:pt x="1639864" y="93649"/>
                  <a:pt x="1639799" y="95866"/>
                </a:cubicBezTo>
                <a:lnTo>
                  <a:pt x="1638723" y="97236"/>
                </a:lnTo>
                <a:cubicBezTo>
                  <a:pt x="1630115" y="99584"/>
                  <a:pt x="1618702" y="100758"/>
                  <a:pt x="1604485" y="100758"/>
                </a:cubicBezTo>
                <a:cubicBezTo>
                  <a:pt x="1601942" y="100758"/>
                  <a:pt x="1598094" y="100806"/>
                  <a:pt x="1592942" y="100904"/>
                </a:cubicBezTo>
                <a:cubicBezTo>
                  <a:pt x="1587790" y="101002"/>
                  <a:pt x="1583910" y="101051"/>
                  <a:pt x="1581301" y="101051"/>
                </a:cubicBezTo>
                <a:cubicBezTo>
                  <a:pt x="1581692" y="110638"/>
                  <a:pt x="1584660" y="118561"/>
                  <a:pt x="1590203" y="124822"/>
                </a:cubicBezTo>
                <a:cubicBezTo>
                  <a:pt x="1596007" y="131539"/>
                  <a:pt x="1603572" y="134898"/>
                  <a:pt x="1612898" y="134898"/>
                </a:cubicBezTo>
                <a:cubicBezTo>
                  <a:pt x="1619158" y="134898"/>
                  <a:pt x="1626593" y="132746"/>
                  <a:pt x="1635201" y="128441"/>
                </a:cubicBezTo>
                <a:lnTo>
                  <a:pt x="1637549" y="131278"/>
                </a:lnTo>
                <a:lnTo>
                  <a:pt x="1633245" y="140963"/>
                </a:lnTo>
                <a:cubicBezTo>
                  <a:pt x="1623723" y="147028"/>
                  <a:pt x="1613387" y="150060"/>
                  <a:pt x="1602235" y="150060"/>
                </a:cubicBezTo>
                <a:cubicBezTo>
                  <a:pt x="1587562" y="150060"/>
                  <a:pt x="1576165" y="145919"/>
                  <a:pt x="1568046" y="137637"/>
                </a:cubicBezTo>
                <a:cubicBezTo>
                  <a:pt x="1559927" y="129354"/>
                  <a:pt x="1555867" y="117551"/>
                  <a:pt x="1555867" y="102225"/>
                </a:cubicBezTo>
                <a:cubicBezTo>
                  <a:pt x="1555867" y="84030"/>
                  <a:pt x="1560204" y="71574"/>
                  <a:pt x="1568877" y="64857"/>
                </a:cubicBezTo>
                <a:cubicBezTo>
                  <a:pt x="1580877" y="55596"/>
                  <a:pt x="1592257" y="50966"/>
                  <a:pt x="1603018" y="50966"/>
                </a:cubicBezTo>
                <a:cubicBezTo>
                  <a:pt x="1614691" y="50966"/>
                  <a:pt x="1623723" y="54324"/>
                  <a:pt x="1630115" y="61041"/>
                </a:cubicBezTo>
                <a:cubicBezTo>
                  <a:pt x="1636636" y="67954"/>
                  <a:pt x="1639897" y="77900"/>
                  <a:pt x="1639897" y="90877"/>
                </a:cubicBezTo>
                <a:moveTo>
                  <a:pt x="1614365" y="88334"/>
                </a:moveTo>
                <a:cubicBezTo>
                  <a:pt x="1614365" y="70726"/>
                  <a:pt x="1608887" y="61922"/>
                  <a:pt x="1597931" y="61922"/>
                </a:cubicBezTo>
                <a:cubicBezTo>
                  <a:pt x="1586388" y="61922"/>
                  <a:pt x="1580616" y="70661"/>
                  <a:pt x="1580616" y="88138"/>
                </a:cubicBezTo>
                <a:lnTo>
                  <a:pt x="1580616" y="90291"/>
                </a:lnTo>
                <a:cubicBezTo>
                  <a:pt x="1584399" y="90877"/>
                  <a:pt x="1591116" y="91171"/>
                  <a:pt x="1600768" y="91171"/>
                </a:cubicBezTo>
                <a:cubicBezTo>
                  <a:pt x="1605789" y="91171"/>
                  <a:pt x="1610289" y="90877"/>
                  <a:pt x="1614267" y="90291"/>
                </a:cubicBezTo>
                <a:cubicBezTo>
                  <a:pt x="1614332" y="89378"/>
                  <a:pt x="1614365" y="88725"/>
                  <a:pt x="1614365" y="88334"/>
                </a:cubicBezTo>
                <a:moveTo>
                  <a:pt x="1602528" y="153386"/>
                </a:moveTo>
                <a:lnTo>
                  <a:pt x="1602528" y="153386"/>
                </a:lnTo>
                <a:moveTo>
                  <a:pt x="1602528" y="46172"/>
                </a:moveTo>
                <a:lnTo>
                  <a:pt x="1602528" y="46172"/>
                </a:lnTo>
                <a:close/>
                <a:moveTo>
                  <a:pt x="1811712" y="89019"/>
                </a:moveTo>
                <a:cubicBezTo>
                  <a:pt x="1811712" y="97040"/>
                  <a:pt x="1810277" y="104703"/>
                  <a:pt x="1807407" y="112007"/>
                </a:cubicBezTo>
                <a:cubicBezTo>
                  <a:pt x="1805321" y="117355"/>
                  <a:pt x="1802582" y="121887"/>
                  <a:pt x="1799190" y="125605"/>
                </a:cubicBezTo>
                <a:cubicBezTo>
                  <a:pt x="1797690" y="127235"/>
                  <a:pt x="1794886" y="129583"/>
                  <a:pt x="1790778" y="132648"/>
                </a:cubicBezTo>
                <a:cubicBezTo>
                  <a:pt x="1786473" y="136104"/>
                  <a:pt x="1781093" y="140278"/>
                  <a:pt x="1774637" y="145169"/>
                </a:cubicBezTo>
                <a:cubicBezTo>
                  <a:pt x="1770789" y="147713"/>
                  <a:pt x="1765898" y="148984"/>
                  <a:pt x="1759963" y="148984"/>
                </a:cubicBezTo>
                <a:cubicBezTo>
                  <a:pt x="1754290" y="148984"/>
                  <a:pt x="1748616" y="147941"/>
                  <a:pt x="1742942" y="145854"/>
                </a:cubicBezTo>
                <a:lnTo>
                  <a:pt x="1742942" y="182538"/>
                </a:lnTo>
                <a:cubicBezTo>
                  <a:pt x="1742942" y="185537"/>
                  <a:pt x="1743301" y="187526"/>
                  <a:pt x="1744018" y="188505"/>
                </a:cubicBezTo>
                <a:cubicBezTo>
                  <a:pt x="1744410" y="189026"/>
                  <a:pt x="1745290" y="189450"/>
                  <a:pt x="1746659" y="189776"/>
                </a:cubicBezTo>
                <a:cubicBezTo>
                  <a:pt x="1747703" y="190037"/>
                  <a:pt x="1751877" y="190429"/>
                  <a:pt x="1759181" y="190950"/>
                </a:cubicBezTo>
                <a:lnTo>
                  <a:pt x="1760257" y="191929"/>
                </a:lnTo>
                <a:lnTo>
                  <a:pt x="1760257" y="197994"/>
                </a:lnTo>
                <a:lnTo>
                  <a:pt x="1759279" y="198972"/>
                </a:lnTo>
                <a:cubicBezTo>
                  <a:pt x="1750475" y="198450"/>
                  <a:pt x="1740464" y="198189"/>
                  <a:pt x="1729247" y="198189"/>
                </a:cubicBezTo>
                <a:cubicBezTo>
                  <a:pt x="1721030" y="198189"/>
                  <a:pt x="1712813" y="198450"/>
                  <a:pt x="1704596" y="198972"/>
                </a:cubicBezTo>
                <a:lnTo>
                  <a:pt x="1703617" y="197994"/>
                </a:lnTo>
                <a:lnTo>
                  <a:pt x="1703617" y="192124"/>
                </a:lnTo>
                <a:lnTo>
                  <a:pt x="1704596" y="191048"/>
                </a:lnTo>
                <a:cubicBezTo>
                  <a:pt x="1711182" y="190852"/>
                  <a:pt x="1714965" y="190331"/>
                  <a:pt x="1715943" y="189483"/>
                </a:cubicBezTo>
                <a:cubicBezTo>
                  <a:pt x="1716595" y="188896"/>
                  <a:pt x="1716987" y="188276"/>
                  <a:pt x="1717117" y="187624"/>
                </a:cubicBezTo>
                <a:cubicBezTo>
                  <a:pt x="1717378" y="186385"/>
                  <a:pt x="1717639" y="183190"/>
                  <a:pt x="1717900" y="178038"/>
                </a:cubicBezTo>
                <a:cubicBezTo>
                  <a:pt x="1718095" y="174125"/>
                  <a:pt x="1718226" y="169136"/>
                  <a:pt x="1718291" y="163071"/>
                </a:cubicBezTo>
                <a:lnTo>
                  <a:pt x="1718486" y="147908"/>
                </a:lnTo>
                <a:lnTo>
                  <a:pt x="1718486" y="91073"/>
                </a:lnTo>
                <a:cubicBezTo>
                  <a:pt x="1718486" y="90421"/>
                  <a:pt x="1718291" y="85595"/>
                  <a:pt x="1717900" y="76595"/>
                </a:cubicBezTo>
                <a:cubicBezTo>
                  <a:pt x="1717704" y="72356"/>
                  <a:pt x="1717362" y="69634"/>
                  <a:pt x="1716872" y="68427"/>
                </a:cubicBezTo>
                <a:cubicBezTo>
                  <a:pt x="1716383" y="67221"/>
                  <a:pt x="1715030" y="66454"/>
                  <a:pt x="1712813" y="66128"/>
                </a:cubicBezTo>
                <a:cubicBezTo>
                  <a:pt x="1712030" y="65998"/>
                  <a:pt x="1709161" y="65835"/>
                  <a:pt x="1704204" y="65639"/>
                </a:cubicBezTo>
                <a:lnTo>
                  <a:pt x="1703226" y="64661"/>
                </a:lnTo>
                <a:lnTo>
                  <a:pt x="1703226" y="59183"/>
                </a:lnTo>
                <a:lnTo>
                  <a:pt x="1704204" y="58107"/>
                </a:lnTo>
                <a:cubicBezTo>
                  <a:pt x="1716660" y="56998"/>
                  <a:pt x="1729280" y="54292"/>
                  <a:pt x="1742062" y="49988"/>
                </a:cubicBezTo>
                <a:lnTo>
                  <a:pt x="1744214" y="51259"/>
                </a:lnTo>
                <a:cubicBezTo>
                  <a:pt x="1744214" y="54063"/>
                  <a:pt x="1743920" y="59705"/>
                  <a:pt x="1743333" y="68183"/>
                </a:cubicBezTo>
                <a:cubicBezTo>
                  <a:pt x="1747703" y="64531"/>
                  <a:pt x="1753214" y="59998"/>
                  <a:pt x="1759866" y="54585"/>
                </a:cubicBezTo>
                <a:cubicBezTo>
                  <a:pt x="1763061" y="52172"/>
                  <a:pt x="1767985" y="50966"/>
                  <a:pt x="1774637" y="50966"/>
                </a:cubicBezTo>
                <a:cubicBezTo>
                  <a:pt x="1790810" y="50966"/>
                  <a:pt x="1801832" y="57161"/>
                  <a:pt x="1807701" y="69552"/>
                </a:cubicBezTo>
                <a:cubicBezTo>
                  <a:pt x="1810375" y="75226"/>
                  <a:pt x="1811712" y="81715"/>
                  <a:pt x="1811712" y="89019"/>
                </a:cubicBezTo>
                <a:moveTo>
                  <a:pt x="1786571" y="101051"/>
                </a:moveTo>
                <a:cubicBezTo>
                  <a:pt x="1786571" y="86834"/>
                  <a:pt x="1782821" y="77247"/>
                  <a:pt x="1775322" y="72291"/>
                </a:cubicBezTo>
                <a:cubicBezTo>
                  <a:pt x="1771343" y="69683"/>
                  <a:pt x="1767202" y="68378"/>
                  <a:pt x="1762898" y="68378"/>
                </a:cubicBezTo>
                <a:cubicBezTo>
                  <a:pt x="1754877" y="68378"/>
                  <a:pt x="1748225" y="71672"/>
                  <a:pt x="1742942" y="78258"/>
                </a:cubicBezTo>
                <a:lnTo>
                  <a:pt x="1742942" y="126778"/>
                </a:lnTo>
                <a:cubicBezTo>
                  <a:pt x="1748877" y="133039"/>
                  <a:pt x="1755398" y="136169"/>
                  <a:pt x="1762507" y="136169"/>
                </a:cubicBezTo>
                <a:cubicBezTo>
                  <a:pt x="1773137" y="136169"/>
                  <a:pt x="1780245" y="130659"/>
                  <a:pt x="1783832" y="119637"/>
                </a:cubicBezTo>
                <a:cubicBezTo>
                  <a:pt x="1785658" y="114094"/>
                  <a:pt x="1786571" y="107899"/>
                  <a:pt x="1786571" y="101051"/>
                </a:cubicBezTo>
                <a:close/>
                <a:moveTo>
                  <a:pt x="1898806" y="51259"/>
                </a:moveTo>
                <a:lnTo>
                  <a:pt x="1898121" y="68672"/>
                </a:lnTo>
                <a:cubicBezTo>
                  <a:pt x="1898056" y="71541"/>
                  <a:pt x="1897926" y="74802"/>
                  <a:pt x="1897730" y="78454"/>
                </a:cubicBezTo>
                <a:lnTo>
                  <a:pt x="1893621" y="79726"/>
                </a:lnTo>
                <a:cubicBezTo>
                  <a:pt x="1890556" y="75291"/>
                  <a:pt x="1886317" y="73074"/>
                  <a:pt x="1880904" y="73074"/>
                </a:cubicBezTo>
                <a:cubicBezTo>
                  <a:pt x="1876013" y="73074"/>
                  <a:pt x="1871970" y="75030"/>
                  <a:pt x="1868774" y="78943"/>
                </a:cubicBezTo>
                <a:cubicBezTo>
                  <a:pt x="1866818" y="81356"/>
                  <a:pt x="1865840" y="84910"/>
                  <a:pt x="1865840" y="89606"/>
                </a:cubicBezTo>
                <a:lnTo>
                  <a:pt x="1865840" y="112496"/>
                </a:lnTo>
                <a:cubicBezTo>
                  <a:pt x="1865840" y="117257"/>
                  <a:pt x="1866068" y="123876"/>
                  <a:pt x="1866525" y="132354"/>
                </a:cubicBezTo>
                <a:cubicBezTo>
                  <a:pt x="1866655" y="134767"/>
                  <a:pt x="1867340" y="136333"/>
                  <a:pt x="1868579" y="137050"/>
                </a:cubicBezTo>
                <a:cubicBezTo>
                  <a:pt x="1869818" y="137767"/>
                  <a:pt x="1874350" y="138256"/>
                  <a:pt x="1882176" y="138517"/>
                </a:cubicBezTo>
                <a:lnTo>
                  <a:pt x="1883154" y="139398"/>
                </a:lnTo>
                <a:lnTo>
                  <a:pt x="1883154" y="145365"/>
                </a:lnTo>
                <a:lnTo>
                  <a:pt x="1882176" y="146343"/>
                </a:lnTo>
                <a:cubicBezTo>
                  <a:pt x="1872590" y="145952"/>
                  <a:pt x="1863068" y="145756"/>
                  <a:pt x="1853612" y="145756"/>
                </a:cubicBezTo>
                <a:cubicBezTo>
                  <a:pt x="1841938" y="145756"/>
                  <a:pt x="1833036" y="145984"/>
                  <a:pt x="1826906" y="146441"/>
                </a:cubicBezTo>
                <a:lnTo>
                  <a:pt x="1825928" y="145463"/>
                </a:lnTo>
                <a:lnTo>
                  <a:pt x="1825928" y="139495"/>
                </a:lnTo>
                <a:lnTo>
                  <a:pt x="1826906" y="138517"/>
                </a:lnTo>
                <a:cubicBezTo>
                  <a:pt x="1833167" y="138322"/>
                  <a:pt x="1837047" y="137832"/>
                  <a:pt x="1838547" y="137050"/>
                </a:cubicBezTo>
                <a:cubicBezTo>
                  <a:pt x="1839851" y="136463"/>
                  <a:pt x="1840569" y="134898"/>
                  <a:pt x="1840699" y="132354"/>
                </a:cubicBezTo>
                <a:cubicBezTo>
                  <a:pt x="1841156" y="123876"/>
                  <a:pt x="1841384" y="114779"/>
                  <a:pt x="1841384" y="105062"/>
                </a:cubicBezTo>
                <a:lnTo>
                  <a:pt x="1841384" y="91073"/>
                </a:lnTo>
                <a:cubicBezTo>
                  <a:pt x="1841384" y="78030"/>
                  <a:pt x="1840895" y="70530"/>
                  <a:pt x="1839917" y="68574"/>
                </a:cubicBezTo>
                <a:cubicBezTo>
                  <a:pt x="1839265" y="67270"/>
                  <a:pt x="1837862" y="66454"/>
                  <a:pt x="1835710" y="66128"/>
                </a:cubicBezTo>
                <a:cubicBezTo>
                  <a:pt x="1834928" y="65998"/>
                  <a:pt x="1832091" y="65835"/>
                  <a:pt x="1827200" y="65639"/>
                </a:cubicBezTo>
                <a:lnTo>
                  <a:pt x="1826221" y="64661"/>
                </a:lnTo>
                <a:lnTo>
                  <a:pt x="1826221" y="59183"/>
                </a:lnTo>
                <a:lnTo>
                  <a:pt x="1827200" y="58107"/>
                </a:lnTo>
                <a:cubicBezTo>
                  <a:pt x="1838938" y="56998"/>
                  <a:pt x="1851297" y="54292"/>
                  <a:pt x="1864275" y="49988"/>
                </a:cubicBezTo>
                <a:lnTo>
                  <a:pt x="1866427" y="51259"/>
                </a:lnTo>
                <a:lnTo>
                  <a:pt x="1866231" y="70432"/>
                </a:lnTo>
                <a:cubicBezTo>
                  <a:pt x="1870274" y="65737"/>
                  <a:pt x="1875166" y="60259"/>
                  <a:pt x="1880904" y="53998"/>
                </a:cubicBezTo>
                <a:cubicBezTo>
                  <a:pt x="1883578" y="51390"/>
                  <a:pt x="1887230" y="50085"/>
                  <a:pt x="1891861" y="50085"/>
                </a:cubicBezTo>
                <a:cubicBezTo>
                  <a:pt x="1894600" y="50085"/>
                  <a:pt x="1896915" y="50477"/>
                  <a:pt x="1898806" y="51259"/>
                </a:cubicBezTo>
                <a:close/>
                <a:moveTo>
                  <a:pt x="1946609" y="17804"/>
                </a:moveTo>
                <a:cubicBezTo>
                  <a:pt x="1946609" y="21978"/>
                  <a:pt x="1945142" y="25548"/>
                  <a:pt x="1942207" y="28515"/>
                </a:cubicBezTo>
                <a:cubicBezTo>
                  <a:pt x="1939272" y="31483"/>
                  <a:pt x="1935751" y="32966"/>
                  <a:pt x="1931642" y="32966"/>
                </a:cubicBezTo>
                <a:cubicBezTo>
                  <a:pt x="1927469" y="32966"/>
                  <a:pt x="1923914" y="31483"/>
                  <a:pt x="1920980" y="28515"/>
                </a:cubicBezTo>
                <a:cubicBezTo>
                  <a:pt x="1918045" y="25548"/>
                  <a:pt x="1916578" y="21978"/>
                  <a:pt x="1916578" y="17804"/>
                </a:cubicBezTo>
                <a:cubicBezTo>
                  <a:pt x="1916578" y="13500"/>
                  <a:pt x="1918061" y="9880"/>
                  <a:pt x="1921029" y="6945"/>
                </a:cubicBezTo>
                <a:cubicBezTo>
                  <a:pt x="1923996" y="4011"/>
                  <a:pt x="1927534" y="2543"/>
                  <a:pt x="1931642" y="2543"/>
                </a:cubicBezTo>
                <a:cubicBezTo>
                  <a:pt x="1935686" y="2543"/>
                  <a:pt x="1939191" y="4011"/>
                  <a:pt x="1942158" y="6945"/>
                </a:cubicBezTo>
                <a:cubicBezTo>
                  <a:pt x="1945126" y="9880"/>
                  <a:pt x="1946609" y="13500"/>
                  <a:pt x="1946609" y="17804"/>
                </a:cubicBezTo>
                <a:moveTo>
                  <a:pt x="1960109" y="145463"/>
                </a:moveTo>
                <a:lnTo>
                  <a:pt x="1959131" y="146441"/>
                </a:lnTo>
                <a:cubicBezTo>
                  <a:pt x="1952935" y="145984"/>
                  <a:pt x="1944001" y="145756"/>
                  <a:pt x="1932327" y="145756"/>
                </a:cubicBezTo>
                <a:cubicBezTo>
                  <a:pt x="1920654" y="145756"/>
                  <a:pt x="1911752" y="145984"/>
                  <a:pt x="1905621" y="146441"/>
                </a:cubicBezTo>
                <a:lnTo>
                  <a:pt x="1904643" y="145463"/>
                </a:lnTo>
                <a:lnTo>
                  <a:pt x="1904643" y="139495"/>
                </a:lnTo>
                <a:lnTo>
                  <a:pt x="1905621" y="138517"/>
                </a:lnTo>
                <a:cubicBezTo>
                  <a:pt x="1911882" y="138322"/>
                  <a:pt x="1915762" y="137832"/>
                  <a:pt x="1917262" y="137050"/>
                </a:cubicBezTo>
                <a:cubicBezTo>
                  <a:pt x="1918567" y="136463"/>
                  <a:pt x="1919284" y="134898"/>
                  <a:pt x="1919414" y="132354"/>
                </a:cubicBezTo>
                <a:cubicBezTo>
                  <a:pt x="1919871" y="123876"/>
                  <a:pt x="1920099" y="114779"/>
                  <a:pt x="1920099" y="105062"/>
                </a:cubicBezTo>
                <a:lnTo>
                  <a:pt x="1920099" y="91073"/>
                </a:lnTo>
                <a:cubicBezTo>
                  <a:pt x="1920099" y="78421"/>
                  <a:pt x="1919610" y="70922"/>
                  <a:pt x="1918632" y="68574"/>
                </a:cubicBezTo>
                <a:cubicBezTo>
                  <a:pt x="1918110" y="67270"/>
                  <a:pt x="1916708" y="66454"/>
                  <a:pt x="1914425" y="66128"/>
                </a:cubicBezTo>
                <a:cubicBezTo>
                  <a:pt x="1913643" y="65998"/>
                  <a:pt x="1910806" y="65835"/>
                  <a:pt x="1905915" y="65639"/>
                </a:cubicBezTo>
                <a:lnTo>
                  <a:pt x="1904937" y="64661"/>
                </a:lnTo>
                <a:lnTo>
                  <a:pt x="1904937" y="59183"/>
                </a:lnTo>
                <a:lnTo>
                  <a:pt x="1905915" y="58107"/>
                </a:lnTo>
                <a:cubicBezTo>
                  <a:pt x="1918436" y="56998"/>
                  <a:pt x="1931055" y="54292"/>
                  <a:pt x="1943772" y="49988"/>
                </a:cubicBezTo>
                <a:lnTo>
                  <a:pt x="1945827" y="51259"/>
                </a:lnTo>
                <a:cubicBezTo>
                  <a:pt x="1944979" y="63128"/>
                  <a:pt x="1944555" y="73139"/>
                  <a:pt x="1944555" y="81291"/>
                </a:cubicBezTo>
                <a:lnTo>
                  <a:pt x="1944555" y="112496"/>
                </a:lnTo>
                <a:cubicBezTo>
                  <a:pt x="1944555" y="117257"/>
                  <a:pt x="1944783" y="123876"/>
                  <a:pt x="1945240" y="132354"/>
                </a:cubicBezTo>
                <a:cubicBezTo>
                  <a:pt x="1945370" y="134898"/>
                  <a:pt x="1946087" y="136463"/>
                  <a:pt x="1947392" y="137050"/>
                </a:cubicBezTo>
                <a:cubicBezTo>
                  <a:pt x="1948892" y="137832"/>
                  <a:pt x="1952772" y="138322"/>
                  <a:pt x="1959033" y="138517"/>
                </a:cubicBezTo>
                <a:lnTo>
                  <a:pt x="1960109" y="139495"/>
                </a:lnTo>
                <a:lnTo>
                  <a:pt x="1960109" y="145463"/>
                </a:lnTo>
                <a:moveTo>
                  <a:pt x="1932327" y="153386"/>
                </a:moveTo>
                <a:lnTo>
                  <a:pt x="1932327" y="153386"/>
                </a:lnTo>
                <a:close/>
                <a:moveTo>
                  <a:pt x="2075049" y="60357"/>
                </a:moveTo>
                <a:lnTo>
                  <a:pt x="2074071" y="61433"/>
                </a:lnTo>
                <a:cubicBezTo>
                  <a:pt x="2070093" y="61694"/>
                  <a:pt x="2067484" y="62183"/>
                  <a:pt x="2066245" y="62900"/>
                </a:cubicBezTo>
                <a:cubicBezTo>
                  <a:pt x="2065332" y="63422"/>
                  <a:pt x="2064223" y="64857"/>
                  <a:pt x="2062919" y="67204"/>
                </a:cubicBezTo>
                <a:cubicBezTo>
                  <a:pt x="2061615" y="69552"/>
                  <a:pt x="2059169" y="74835"/>
                  <a:pt x="2055582" y="83052"/>
                </a:cubicBezTo>
                <a:lnTo>
                  <a:pt x="2036898" y="126387"/>
                </a:lnTo>
                <a:cubicBezTo>
                  <a:pt x="2036246" y="127952"/>
                  <a:pt x="2033442" y="134963"/>
                  <a:pt x="2028486" y="147419"/>
                </a:cubicBezTo>
                <a:lnTo>
                  <a:pt x="2011367" y="147419"/>
                </a:lnTo>
                <a:cubicBezTo>
                  <a:pt x="2007714" y="137115"/>
                  <a:pt x="2003736" y="126583"/>
                  <a:pt x="1999432" y="115822"/>
                </a:cubicBezTo>
                <a:cubicBezTo>
                  <a:pt x="1992585" y="98671"/>
                  <a:pt x="1986748" y="83932"/>
                  <a:pt x="1981922" y="71606"/>
                </a:cubicBezTo>
                <a:cubicBezTo>
                  <a:pt x="1979770" y="66128"/>
                  <a:pt x="1977455" y="62933"/>
                  <a:pt x="1974976" y="62020"/>
                </a:cubicBezTo>
                <a:cubicBezTo>
                  <a:pt x="1973542" y="61498"/>
                  <a:pt x="1971618" y="61205"/>
                  <a:pt x="1969205" y="61139"/>
                </a:cubicBezTo>
                <a:lnTo>
                  <a:pt x="1968129" y="60063"/>
                </a:lnTo>
                <a:lnTo>
                  <a:pt x="1968129" y="54390"/>
                </a:lnTo>
                <a:lnTo>
                  <a:pt x="1969205" y="53411"/>
                </a:lnTo>
                <a:cubicBezTo>
                  <a:pt x="1975205" y="53607"/>
                  <a:pt x="1983911" y="53705"/>
                  <a:pt x="1995324" y="53705"/>
                </a:cubicBezTo>
                <a:cubicBezTo>
                  <a:pt x="2005367" y="53705"/>
                  <a:pt x="2013225" y="53607"/>
                  <a:pt x="2018899" y="53411"/>
                </a:cubicBezTo>
                <a:lnTo>
                  <a:pt x="2019975" y="54390"/>
                </a:lnTo>
                <a:lnTo>
                  <a:pt x="2019975" y="60161"/>
                </a:lnTo>
                <a:lnTo>
                  <a:pt x="2018899" y="61237"/>
                </a:lnTo>
                <a:cubicBezTo>
                  <a:pt x="2014073" y="61368"/>
                  <a:pt x="2010943" y="61661"/>
                  <a:pt x="2009508" y="62118"/>
                </a:cubicBezTo>
                <a:cubicBezTo>
                  <a:pt x="2008073" y="62574"/>
                  <a:pt x="2007356" y="63454"/>
                  <a:pt x="2007356" y="64759"/>
                </a:cubicBezTo>
                <a:cubicBezTo>
                  <a:pt x="2007356" y="66585"/>
                  <a:pt x="2011367" y="78063"/>
                  <a:pt x="2019388" y="99192"/>
                </a:cubicBezTo>
                <a:cubicBezTo>
                  <a:pt x="2023627" y="110475"/>
                  <a:pt x="2026399" y="117551"/>
                  <a:pt x="2027703" y="120420"/>
                </a:cubicBezTo>
                <a:cubicBezTo>
                  <a:pt x="2031877" y="110638"/>
                  <a:pt x="2035855" y="101051"/>
                  <a:pt x="2039637" y="91660"/>
                </a:cubicBezTo>
                <a:cubicBezTo>
                  <a:pt x="2045833" y="76334"/>
                  <a:pt x="2048931" y="67367"/>
                  <a:pt x="2048931" y="64759"/>
                </a:cubicBezTo>
                <a:cubicBezTo>
                  <a:pt x="2048931" y="63389"/>
                  <a:pt x="2048262" y="62493"/>
                  <a:pt x="2046925" y="62069"/>
                </a:cubicBezTo>
                <a:cubicBezTo>
                  <a:pt x="2045588" y="61645"/>
                  <a:pt x="2042376" y="61335"/>
                  <a:pt x="2037290" y="61139"/>
                </a:cubicBezTo>
                <a:lnTo>
                  <a:pt x="2036214" y="60161"/>
                </a:lnTo>
                <a:lnTo>
                  <a:pt x="2036214" y="54390"/>
                </a:lnTo>
                <a:lnTo>
                  <a:pt x="2037290" y="53411"/>
                </a:lnTo>
                <a:cubicBezTo>
                  <a:pt x="2042311" y="53607"/>
                  <a:pt x="2048246" y="53705"/>
                  <a:pt x="2055093" y="53705"/>
                </a:cubicBezTo>
                <a:cubicBezTo>
                  <a:pt x="2062463" y="53705"/>
                  <a:pt x="2068789" y="53607"/>
                  <a:pt x="2074071" y="53411"/>
                </a:cubicBezTo>
                <a:lnTo>
                  <a:pt x="2075049" y="54390"/>
                </a:lnTo>
                <a:lnTo>
                  <a:pt x="2075049" y="60357"/>
                </a:lnTo>
                <a:close/>
                <a:moveTo>
                  <a:pt x="2172646" y="145169"/>
                </a:moveTo>
                <a:lnTo>
                  <a:pt x="2171569" y="146245"/>
                </a:lnTo>
                <a:cubicBezTo>
                  <a:pt x="2166091" y="145919"/>
                  <a:pt x="2159798" y="145756"/>
                  <a:pt x="2152690" y="145756"/>
                </a:cubicBezTo>
                <a:cubicBezTo>
                  <a:pt x="2147146" y="145756"/>
                  <a:pt x="2141831" y="145919"/>
                  <a:pt x="2136745" y="146245"/>
                </a:cubicBezTo>
                <a:lnTo>
                  <a:pt x="2135864" y="145169"/>
                </a:lnTo>
                <a:lnTo>
                  <a:pt x="2136745" y="132061"/>
                </a:lnTo>
                <a:lnTo>
                  <a:pt x="2117767" y="146539"/>
                </a:lnTo>
                <a:cubicBezTo>
                  <a:pt x="2116267" y="147647"/>
                  <a:pt x="2114115" y="148332"/>
                  <a:pt x="2111311" y="148593"/>
                </a:cubicBezTo>
                <a:cubicBezTo>
                  <a:pt x="2110202" y="148723"/>
                  <a:pt x="2108898" y="148789"/>
                  <a:pt x="2107398" y="148789"/>
                </a:cubicBezTo>
                <a:cubicBezTo>
                  <a:pt x="2100159" y="148789"/>
                  <a:pt x="2094599" y="146604"/>
                  <a:pt x="2090719" y="142234"/>
                </a:cubicBezTo>
                <a:cubicBezTo>
                  <a:pt x="2086839" y="137865"/>
                  <a:pt x="2084898" y="131833"/>
                  <a:pt x="2084898" y="124137"/>
                </a:cubicBezTo>
                <a:cubicBezTo>
                  <a:pt x="2084898" y="113964"/>
                  <a:pt x="2088127" y="106757"/>
                  <a:pt x="2094583" y="102518"/>
                </a:cubicBezTo>
                <a:cubicBezTo>
                  <a:pt x="2101561" y="97888"/>
                  <a:pt x="2115615" y="93714"/>
                  <a:pt x="2136745" y="89997"/>
                </a:cubicBezTo>
                <a:cubicBezTo>
                  <a:pt x="2136745" y="79628"/>
                  <a:pt x="2134006" y="72682"/>
                  <a:pt x="2128527" y="69161"/>
                </a:cubicBezTo>
                <a:cubicBezTo>
                  <a:pt x="2125201" y="67009"/>
                  <a:pt x="2121223" y="65933"/>
                  <a:pt x="2116593" y="65933"/>
                </a:cubicBezTo>
                <a:cubicBezTo>
                  <a:pt x="2111506" y="65933"/>
                  <a:pt x="2107496" y="66976"/>
                  <a:pt x="2104561" y="69063"/>
                </a:cubicBezTo>
                <a:lnTo>
                  <a:pt x="2100844" y="78160"/>
                </a:lnTo>
                <a:lnTo>
                  <a:pt x="2099572" y="78845"/>
                </a:lnTo>
                <a:lnTo>
                  <a:pt x="2094583" y="77671"/>
                </a:lnTo>
                <a:lnTo>
                  <a:pt x="2093898" y="76302"/>
                </a:lnTo>
                <a:lnTo>
                  <a:pt x="2094387" y="64759"/>
                </a:lnTo>
                <a:cubicBezTo>
                  <a:pt x="2105148" y="56803"/>
                  <a:pt x="2113234" y="52303"/>
                  <a:pt x="2118647" y="51259"/>
                </a:cubicBezTo>
                <a:cubicBezTo>
                  <a:pt x="2120930" y="50803"/>
                  <a:pt x="2123897" y="50574"/>
                  <a:pt x="2127549" y="50574"/>
                </a:cubicBezTo>
                <a:cubicBezTo>
                  <a:pt x="2140397" y="50574"/>
                  <a:pt x="2149559" y="53933"/>
                  <a:pt x="2155037" y="60650"/>
                </a:cubicBezTo>
                <a:cubicBezTo>
                  <a:pt x="2159016" y="65541"/>
                  <a:pt x="2161005" y="73041"/>
                  <a:pt x="2161005" y="83149"/>
                </a:cubicBezTo>
                <a:cubicBezTo>
                  <a:pt x="2161005" y="85628"/>
                  <a:pt x="2160907" y="89606"/>
                  <a:pt x="2160711" y="95084"/>
                </a:cubicBezTo>
                <a:cubicBezTo>
                  <a:pt x="2160385" y="104214"/>
                  <a:pt x="2160222" y="110312"/>
                  <a:pt x="2160222" y="113377"/>
                </a:cubicBezTo>
                <a:cubicBezTo>
                  <a:pt x="2160222" y="123224"/>
                  <a:pt x="2160385" y="129501"/>
                  <a:pt x="2160711" y="132208"/>
                </a:cubicBezTo>
                <a:cubicBezTo>
                  <a:pt x="2161037" y="134914"/>
                  <a:pt x="2161804" y="136626"/>
                  <a:pt x="2163010" y="137343"/>
                </a:cubicBezTo>
                <a:cubicBezTo>
                  <a:pt x="2164216" y="138061"/>
                  <a:pt x="2167102" y="138485"/>
                  <a:pt x="2171667" y="138615"/>
                </a:cubicBezTo>
                <a:lnTo>
                  <a:pt x="2172646" y="139691"/>
                </a:lnTo>
                <a:lnTo>
                  <a:pt x="2172646" y="145169"/>
                </a:lnTo>
                <a:moveTo>
                  <a:pt x="2136745" y="122376"/>
                </a:moveTo>
                <a:lnTo>
                  <a:pt x="2136745" y="98312"/>
                </a:lnTo>
                <a:cubicBezTo>
                  <a:pt x="2125984" y="100660"/>
                  <a:pt x="2118729" y="103187"/>
                  <a:pt x="2114979" y="105893"/>
                </a:cubicBezTo>
                <a:cubicBezTo>
                  <a:pt x="2111229" y="108600"/>
                  <a:pt x="2109354" y="112725"/>
                  <a:pt x="2109354" y="118268"/>
                </a:cubicBezTo>
                <a:cubicBezTo>
                  <a:pt x="2109354" y="127137"/>
                  <a:pt x="2113234" y="131572"/>
                  <a:pt x="2120995" y="131572"/>
                </a:cubicBezTo>
                <a:cubicBezTo>
                  <a:pt x="2127582" y="131572"/>
                  <a:pt x="2132832" y="128507"/>
                  <a:pt x="2136745" y="122376"/>
                </a:cubicBezTo>
                <a:moveTo>
                  <a:pt x="2128919" y="46172"/>
                </a:moveTo>
                <a:lnTo>
                  <a:pt x="2128919" y="46172"/>
                </a:lnTo>
                <a:moveTo>
                  <a:pt x="2128919" y="153386"/>
                </a:moveTo>
                <a:lnTo>
                  <a:pt x="2128919" y="153386"/>
                </a:lnTo>
                <a:close/>
                <a:moveTo>
                  <a:pt x="2261469" y="133430"/>
                </a:moveTo>
                <a:lnTo>
                  <a:pt x="2257165" y="143115"/>
                </a:lnTo>
                <a:cubicBezTo>
                  <a:pt x="2248295" y="147745"/>
                  <a:pt x="2239557" y="150060"/>
                  <a:pt x="2230948" y="150060"/>
                </a:cubicBezTo>
                <a:cubicBezTo>
                  <a:pt x="2216405" y="150060"/>
                  <a:pt x="2205286" y="145887"/>
                  <a:pt x="2197591" y="137539"/>
                </a:cubicBezTo>
                <a:cubicBezTo>
                  <a:pt x="2189895" y="129191"/>
                  <a:pt x="2186047" y="117746"/>
                  <a:pt x="2186047" y="103203"/>
                </a:cubicBezTo>
                <a:cubicBezTo>
                  <a:pt x="2186047" y="89769"/>
                  <a:pt x="2189015" y="79563"/>
                  <a:pt x="2194949" y="72585"/>
                </a:cubicBezTo>
                <a:cubicBezTo>
                  <a:pt x="2196580" y="70628"/>
                  <a:pt x="2199677" y="68052"/>
                  <a:pt x="2204243" y="64857"/>
                </a:cubicBezTo>
                <a:cubicBezTo>
                  <a:pt x="2213634" y="58205"/>
                  <a:pt x="2219910" y="54226"/>
                  <a:pt x="2223073" y="52922"/>
                </a:cubicBezTo>
                <a:cubicBezTo>
                  <a:pt x="2226236" y="51618"/>
                  <a:pt x="2231079" y="50966"/>
                  <a:pt x="2237600" y="50966"/>
                </a:cubicBezTo>
                <a:cubicBezTo>
                  <a:pt x="2246469" y="50966"/>
                  <a:pt x="2253806" y="52303"/>
                  <a:pt x="2259610" y="54976"/>
                </a:cubicBezTo>
                <a:lnTo>
                  <a:pt x="2260588" y="56737"/>
                </a:lnTo>
                <a:cubicBezTo>
                  <a:pt x="2260523" y="57585"/>
                  <a:pt x="2260067" y="60618"/>
                  <a:pt x="2259219" y="65835"/>
                </a:cubicBezTo>
                <a:lnTo>
                  <a:pt x="2258143" y="72487"/>
                </a:lnTo>
                <a:cubicBezTo>
                  <a:pt x="2257947" y="73595"/>
                  <a:pt x="2257654" y="77965"/>
                  <a:pt x="2257263" y="85595"/>
                </a:cubicBezTo>
                <a:lnTo>
                  <a:pt x="2256284" y="86573"/>
                </a:lnTo>
                <a:lnTo>
                  <a:pt x="2250415" y="86573"/>
                </a:lnTo>
                <a:lnTo>
                  <a:pt x="2249437" y="85595"/>
                </a:lnTo>
                <a:cubicBezTo>
                  <a:pt x="2249045" y="79791"/>
                  <a:pt x="2248589" y="75748"/>
                  <a:pt x="2248067" y="73465"/>
                </a:cubicBezTo>
                <a:cubicBezTo>
                  <a:pt x="2245198" y="68378"/>
                  <a:pt x="2239687" y="65835"/>
                  <a:pt x="2231535" y="65835"/>
                </a:cubicBezTo>
                <a:cubicBezTo>
                  <a:pt x="2217709" y="65835"/>
                  <a:pt x="2210797" y="74802"/>
                  <a:pt x="2210797" y="92736"/>
                </a:cubicBezTo>
                <a:cubicBezTo>
                  <a:pt x="2210797" y="105779"/>
                  <a:pt x="2213568" y="116051"/>
                  <a:pt x="2219112" y="123550"/>
                </a:cubicBezTo>
                <a:cubicBezTo>
                  <a:pt x="2224785" y="131311"/>
                  <a:pt x="2232774" y="135191"/>
                  <a:pt x="2243078" y="135191"/>
                </a:cubicBezTo>
                <a:cubicBezTo>
                  <a:pt x="2249339" y="135191"/>
                  <a:pt x="2254850" y="133854"/>
                  <a:pt x="2259610" y="131181"/>
                </a:cubicBezTo>
                <a:lnTo>
                  <a:pt x="2261469" y="133430"/>
                </a:lnTo>
                <a:close/>
                <a:moveTo>
                  <a:pt x="2375463" y="60357"/>
                </a:moveTo>
                <a:lnTo>
                  <a:pt x="2374583" y="61237"/>
                </a:lnTo>
                <a:cubicBezTo>
                  <a:pt x="2370279" y="61237"/>
                  <a:pt x="2367344" y="62476"/>
                  <a:pt x="2365779" y="64954"/>
                </a:cubicBezTo>
                <a:cubicBezTo>
                  <a:pt x="2364931" y="66389"/>
                  <a:pt x="2362616" y="71182"/>
                  <a:pt x="2358833" y="79334"/>
                </a:cubicBezTo>
                <a:cubicBezTo>
                  <a:pt x="2350290" y="97921"/>
                  <a:pt x="2343214" y="114159"/>
                  <a:pt x="2337606" y="128050"/>
                </a:cubicBezTo>
                <a:lnTo>
                  <a:pt x="2321856" y="166984"/>
                </a:lnTo>
                <a:cubicBezTo>
                  <a:pt x="2316965" y="179049"/>
                  <a:pt x="2311715" y="187624"/>
                  <a:pt x="2306107" y="192711"/>
                </a:cubicBezTo>
                <a:cubicBezTo>
                  <a:pt x="2300824" y="197472"/>
                  <a:pt x="2294368" y="199852"/>
                  <a:pt x="2286738" y="199852"/>
                </a:cubicBezTo>
                <a:cubicBezTo>
                  <a:pt x="2281912" y="199852"/>
                  <a:pt x="2277249" y="198711"/>
                  <a:pt x="2272749" y="196428"/>
                </a:cubicBezTo>
                <a:cubicBezTo>
                  <a:pt x="2273858" y="191798"/>
                  <a:pt x="2274999" y="185309"/>
                  <a:pt x="2276173" y="176962"/>
                </a:cubicBezTo>
                <a:lnTo>
                  <a:pt x="2278716" y="176473"/>
                </a:lnTo>
                <a:cubicBezTo>
                  <a:pt x="2282108" y="181298"/>
                  <a:pt x="2286705" y="183711"/>
                  <a:pt x="2292509" y="183711"/>
                </a:cubicBezTo>
                <a:cubicBezTo>
                  <a:pt x="2299357" y="183711"/>
                  <a:pt x="2305650" y="177027"/>
                  <a:pt x="2311389" y="163658"/>
                </a:cubicBezTo>
                <a:lnTo>
                  <a:pt x="2315400" y="154267"/>
                </a:lnTo>
                <a:lnTo>
                  <a:pt x="2283705" y="71900"/>
                </a:lnTo>
                <a:cubicBezTo>
                  <a:pt x="2281879" y="67139"/>
                  <a:pt x="2280200" y="64188"/>
                  <a:pt x="2278667" y="63047"/>
                </a:cubicBezTo>
                <a:cubicBezTo>
                  <a:pt x="2277135" y="61906"/>
                  <a:pt x="2274119" y="61302"/>
                  <a:pt x="2269619" y="61237"/>
                </a:cubicBezTo>
                <a:lnTo>
                  <a:pt x="2268641" y="60259"/>
                </a:lnTo>
                <a:lnTo>
                  <a:pt x="2268641" y="54390"/>
                </a:lnTo>
                <a:lnTo>
                  <a:pt x="2269717" y="53411"/>
                </a:lnTo>
                <a:cubicBezTo>
                  <a:pt x="2273890" y="53607"/>
                  <a:pt x="2281879" y="53705"/>
                  <a:pt x="2293683" y="53705"/>
                </a:cubicBezTo>
                <a:cubicBezTo>
                  <a:pt x="2304639" y="53705"/>
                  <a:pt x="2313541" y="53607"/>
                  <a:pt x="2320389" y="53411"/>
                </a:cubicBezTo>
                <a:lnTo>
                  <a:pt x="2321367" y="54390"/>
                </a:lnTo>
                <a:lnTo>
                  <a:pt x="2321367" y="60259"/>
                </a:lnTo>
                <a:lnTo>
                  <a:pt x="2320389" y="61237"/>
                </a:lnTo>
                <a:cubicBezTo>
                  <a:pt x="2312954" y="61237"/>
                  <a:pt x="2309237" y="62574"/>
                  <a:pt x="2309237" y="65248"/>
                </a:cubicBezTo>
                <a:cubicBezTo>
                  <a:pt x="2309237" y="66422"/>
                  <a:pt x="2309563" y="67856"/>
                  <a:pt x="2310215" y="69552"/>
                </a:cubicBezTo>
                <a:cubicBezTo>
                  <a:pt x="2311259" y="72552"/>
                  <a:pt x="2312857" y="77019"/>
                  <a:pt x="2315009" y="82954"/>
                </a:cubicBezTo>
                <a:lnTo>
                  <a:pt x="2329291" y="120713"/>
                </a:lnTo>
                <a:lnTo>
                  <a:pt x="2337899" y="100073"/>
                </a:lnTo>
                <a:cubicBezTo>
                  <a:pt x="2346312" y="79921"/>
                  <a:pt x="2350518" y="68150"/>
                  <a:pt x="2350518" y="64759"/>
                </a:cubicBezTo>
                <a:cubicBezTo>
                  <a:pt x="2350518" y="62411"/>
                  <a:pt x="2346736" y="61237"/>
                  <a:pt x="2339171" y="61237"/>
                </a:cubicBezTo>
                <a:lnTo>
                  <a:pt x="2338193" y="60259"/>
                </a:lnTo>
                <a:lnTo>
                  <a:pt x="2338193" y="54390"/>
                </a:lnTo>
                <a:lnTo>
                  <a:pt x="2339269" y="53411"/>
                </a:lnTo>
                <a:cubicBezTo>
                  <a:pt x="2343051" y="53607"/>
                  <a:pt x="2349442" y="53705"/>
                  <a:pt x="2358442" y="53705"/>
                </a:cubicBezTo>
                <a:cubicBezTo>
                  <a:pt x="2363529" y="53705"/>
                  <a:pt x="2368844" y="53607"/>
                  <a:pt x="2374387" y="53411"/>
                </a:cubicBezTo>
                <a:lnTo>
                  <a:pt x="2375463" y="54390"/>
                </a:lnTo>
                <a:lnTo>
                  <a:pt x="2375463" y="60357"/>
                </a:lnTo>
                <a:moveTo>
                  <a:pt x="2345529" y="153386"/>
                </a:moveTo>
                <a:lnTo>
                  <a:pt x="2345529" y="153386"/>
                </a:lnTo>
                <a:moveTo>
                  <a:pt x="2322932" y="46172"/>
                </a:moveTo>
                <a:lnTo>
                  <a:pt x="2322932" y="46172"/>
                </a:lnTo>
                <a:close/>
                <a:moveTo>
                  <a:pt x="2542482" y="89508"/>
                </a:moveTo>
                <a:cubicBezTo>
                  <a:pt x="2542482" y="101312"/>
                  <a:pt x="2539678" y="111518"/>
                  <a:pt x="2534069" y="120127"/>
                </a:cubicBezTo>
                <a:cubicBezTo>
                  <a:pt x="2531657" y="123844"/>
                  <a:pt x="2529472" y="126452"/>
                  <a:pt x="2527515" y="127952"/>
                </a:cubicBezTo>
                <a:cubicBezTo>
                  <a:pt x="2525559" y="129452"/>
                  <a:pt x="2521418" y="132420"/>
                  <a:pt x="2515092" y="136854"/>
                </a:cubicBezTo>
                <a:cubicBezTo>
                  <a:pt x="2513722" y="137832"/>
                  <a:pt x="2510038" y="140441"/>
                  <a:pt x="2504038" y="144680"/>
                </a:cubicBezTo>
                <a:cubicBezTo>
                  <a:pt x="2500908" y="146897"/>
                  <a:pt x="2497353" y="148430"/>
                  <a:pt x="2493375" y="149278"/>
                </a:cubicBezTo>
                <a:cubicBezTo>
                  <a:pt x="2490897" y="149799"/>
                  <a:pt x="2488125" y="150060"/>
                  <a:pt x="2485060" y="150060"/>
                </a:cubicBezTo>
                <a:cubicBezTo>
                  <a:pt x="2477365" y="150060"/>
                  <a:pt x="2469180" y="147354"/>
                  <a:pt x="2460507" y="141941"/>
                </a:cubicBezTo>
                <a:lnTo>
                  <a:pt x="2451409" y="149278"/>
                </a:lnTo>
                <a:lnTo>
                  <a:pt x="2447007" y="147713"/>
                </a:lnTo>
                <a:cubicBezTo>
                  <a:pt x="2448246" y="126974"/>
                  <a:pt x="2448866" y="108909"/>
                  <a:pt x="2448866" y="93519"/>
                </a:cubicBezTo>
                <a:lnTo>
                  <a:pt x="2448866" y="55074"/>
                </a:lnTo>
                <a:cubicBezTo>
                  <a:pt x="2448866" y="51683"/>
                  <a:pt x="2448703" y="43792"/>
                  <a:pt x="2448377" y="31401"/>
                </a:cubicBezTo>
                <a:cubicBezTo>
                  <a:pt x="2448311" y="27945"/>
                  <a:pt x="2448148" y="24847"/>
                  <a:pt x="2447888" y="22108"/>
                </a:cubicBezTo>
                <a:cubicBezTo>
                  <a:pt x="2447561" y="18717"/>
                  <a:pt x="2445833" y="16728"/>
                  <a:pt x="2442703" y="16141"/>
                </a:cubicBezTo>
                <a:cubicBezTo>
                  <a:pt x="2441986" y="16010"/>
                  <a:pt x="2439279" y="15847"/>
                  <a:pt x="2434584" y="15652"/>
                </a:cubicBezTo>
                <a:lnTo>
                  <a:pt x="2433605" y="14576"/>
                </a:lnTo>
                <a:lnTo>
                  <a:pt x="2433605" y="9195"/>
                </a:lnTo>
                <a:lnTo>
                  <a:pt x="2434584" y="8119"/>
                </a:lnTo>
                <a:cubicBezTo>
                  <a:pt x="2447040" y="6815"/>
                  <a:pt x="2459659" y="4109"/>
                  <a:pt x="2472441" y="0"/>
                </a:cubicBezTo>
                <a:lnTo>
                  <a:pt x="2474593" y="1174"/>
                </a:lnTo>
                <a:cubicBezTo>
                  <a:pt x="2473745" y="25564"/>
                  <a:pt x="2473321" y="44444"/>
                  <a:pt x="2473321" y="57813"/>
                </a:cubicBezTo>
                <a:lnTo>
                  <a:pt x="2473321" y="68183"/>
                </a:lnTo>
                <a:lnTo>
                  <a:pt x="2485158" y="58302"/>
                </a:lnTo>
                <a:cubicBezTo>
                  <a:pt x="2491027" y="53411"/>
                  <a:pt x="2497777" y="50966"/>
                  <a:pt x="2505407" y="50966"/>
                </a:cubicBezTo>
                <a:cubicBezTo>
                  <a:pt x="2521189" y="50966"/>
                  <a:pt x="2532113" y="57226"/>
                  <a:pt x="2538178" y="69748"/>
                </a:cubicBezTo>
                <a:cubicBezTo>
                  <a:pt x="2541048" y="75682"/>
                  <a:pt x="2542482" y="82269"/>
                  <a:pt x="2542482" y="89508"/>
                </a:cubicBezTo>
                <a:moveTo>
                  <a:pt x="2517342" y="100464"/>
                </a:moveTo>
                <a:cubicBezTo>
                  <a:pt x="2517342" y="90877"/>
                  <a:pt x="2515141" y="83215"/>
                  <a:pt x="2510739" y="77476"/>
                </a:cubicBezTo>
                <a:cubicBezTo>
                  <a:pt x="2506337" y="71737"/>
                  <a:pt x="2500418" y="68867"/>
                  <a:pt x="2492984" y="68867"/>
                </a:cubicBezTo>
                <a:cubicBezTo>
                  <a:pt x="2488680" y="68867"/>
                  <a:pt x="2484538" y="70009"/>
                  <a:pt x="2480560" y="72291"/>
                </a:cubicBezTo>
                <a:cubicBezTo>
                  <a:pt x="2477234" y="74182"/>
                  <a:pt x="2474821" y="76367"/>
                  <a:pt x="2473321" y="78845"/>
                </a:cubicBezTo>
                <a:lnTo>
                  <a:pt x="2473321" y="125018"/>
                </a:lnTo>
                <a:cubicBezTo>
                  <a:pt x="2478213" y="132257"/>
                  <a:pt x="2484962" y="135876"/>
                  <a:pt x="2493571" y="135876"/>
                </a:cubicBezTo>
                <a:cubicBezTo>
                  <a:pt x="2501266" y="135876"/>
                  <a:pt x="2507201" y="132550"/>
                  <a:pt x="2511375" y="125898"/>
                </a:cubicBezTo>
                <a:cubicBezTo>
                  <a:pt x="2515353" y="119572"/>
                  <a:pt x="2517342" y="111094"/>
                  <a:pt x="2517342" y="100464"/>
                </a:cubicBezTo>
                <a:close/>
                <a:moveTo>
                  <a:pt x="2670369" y="145267"/>
                </a:moveTo>
                <a:lnTo>
                  <a:pt x="2669391" y="146245"/>
                </a:lnTo>
                <a:cubicBezTo>
                  <a:pt x="2659609" y="145919"/>
                  <a:pt x="2653446" y="145756"/>
                  <a:pt x="2650902" y="145756"/>
                </a:cubicBezTo>
                <a:cubicBezTo>
                  <a:pt x="2648750" y="145756"/>
                  <a:pt x="2645555" y="145838"/>
                  <a:pt x="2641316" y="146001"/>
                </a:cubicBezTo>
                <a:cubicBezTo>
                  <a:pt x="2637077" y="146164"/>
                  <a:pt x="2633914" y="146245"/>
                  <a:pt x="2631827" y="146245"/>
                </a:cubicBezTo>
                <a:lnTo>
                  <a:pt x="2631044" y="145463"/>
                </a:lnTo>
                <a:cubicBezTo>
                  <a:pt x="2631566" y="140115"/>
                  <a:pt x="2631827" y="135028"/>
                  <a:pt x="2631827" y="130202"/>
                </a:cubicBezTo>
                <a:cubicBezTo>
                  <a:pt x="2628436" y="132746"/>
                  <a:pt x="2622501" y="138159"/>
                  <a:pt x="2614023" y="146441"/>
                </a:cubicBezTo>
                <a:cubicBezTo>
                  <a:pt x="2609784" y="148071"/>
                  <a:pt x="2605252" y="148886"/>
                  <a:pt x="2600426" y="148886"/>
                </a:cubicBezTo>
                <a:cubicBezTo>
                  <a:pt x="2591622" y="148886"/>
                  <a:pt x="2584676" y="146490"/>
                  <a:pt x="2579589" y="141696"/>
                </a:cubicBezTo>
                <a:cubicBezTo>
                  <a:pt x="2574503" y="136903"/>
                  <a:pt x="2571959" y="130007"/>
                  <a:pt x="2571959" y="121007"/>
                </a:cubicBezTo>
                <a:cubicBezTo>
                  <a:pt x="2571959" y="119898"/>
                  <a:pt x="2572024" y="117551"/>
                  <a:pt x="2572155" y="113964"/>
                </a:cubicBezTo>
                <a:cubicBezTo>
                  <a:pt x="2572285" y="110377"/>
                  <a:pt x="2572351" y="106920"/>
                  <a:pt x="2572351" y="103594"/>
                </a:cubicBezTo>
                <a:lnTo>
                  <a:pt x="2572351" y="91073"/>
                </a:lnTo>
                <a:cubicBezTo>
                  <a:pt x="2572351" y="78160"/>
                  <a:pt x="2571861" y="70661"/>
                  <a:pt x="2570883" y="68574"/>
                </a:cubicBezTo>
                <a:cubicBezTo>
                  <a:pt x="2570231" y="67270"/>
                  <a:pt x="2568829" y="66454"/>
                  <a:pt x="2566677" y="66128"/>
                </a:cubicBezTo>
                <a:cubicBezTo>
                  <a:pt x="2565894" y="65998"/>
                  <a:pt x="2563025" y="65835"/>
                  <a:pt x="2558068" y="65639"/>
                </a:cubicBezTo>
                <a:lnTo>
                  <a:pt x="2557090" y="64661"/>
                </a:lnTo>
                <a:lnTo>
                  <a:pt x="2557090" y="59183"/>
                </a:lnTo>
                <a:lnTo>
                  <a:pt x="2558068" y="58107"/>
                </a:lnTo>
                <a:cubicBezTo>
                  <a:pt x="2570524" y="56998"/>
                  <a:pt x="2583144" y="54292"/>
                  <a:pt x="2595926" y="49988"/>
                </a:cubicBezTo>
                <a:lnTo>
                  <a:pt x="2598078" y="51259"/>
                </a:lnTo>
                <a:cubicBezTo>
                  <a:pt x="2597230" y="62085"/>
                  <a:pt x="2596806" y="72095"/>
                  <a:pt x="2596806" y="81291"/>
                </a:cubicBezTo>
                <a:lnTo>
                  <a:pt x="2596806" y="100366"/>
                </a:lnTo>
                <a:cubicBezTo>
                  <a:pt x="2596806" y="109301"/>
                  <a:pt x="2597100" y="115398"/>
                  <a:pt x="2597687" y="118659"/>
                </a:cubicBezTo>
                <a:cubicBezTo>
                  <a:pt x="2598339" y="122572"/>
                  <a:pt x="2599888" y="125539"/>
                  <a:pt x="2602333" y="127561"/>
                </a:cubicBezTo>
                <a:cubicBezTo>
                  <a:pt x="2604779" y="129583"/>
                  <a:pt x="2608056" y="130594"/>
                  <a:pt x="2612164" y="130594"/>
                </a:cubicBezTo>
                <a:cubicBezTo>
                  <a:pt x="2617251" y="130594"/>
                  <a:pt x="2621718" y="128963"/>
                  <a:pt x="2625566" y="125702"/>
                </a:cubicBezTo>
                <a:cubicBezTo>
                  <a:pt x="2629218" y="122442"/>
                  <a:pt x="2631142" y="118724"/>
                  <a:pt x="2631338" y="114551"/>
                </a:cubicBezTo>
                <a:cubicBezTo>
                  <a:pt x="2631468" y="111355"/>
                  <a:pt x="2631533" y="109366"/>
                  <a:pt x="2631533" y="108583"/>
                </a:cubicBezTo>
                <a:lnTo>
                  <a:pt x="2631533" y="91073"/>
                </a:lnTo>
                <a:cubicBezTo>
                  <a:pt x="2631533" y="78291"/>
                  <a:pt x="2631044" y="70791"/>
                  <a:pt x="2630066" y="68574"/>
                </a:cubicBezTo>
                <a:cubicBezTo>
                  <a:pt x="2629479" y="67270"/>
                  <a:pt x="2628110" y="66454"/>
                  <a:pt x="2625957" y="66128"/>
                </a:cubicBezTo>
                <a:cubicBezTo>
                  <a:pt x="2625175" y="65998"/>
                  <a:pt x="2622305" y="65835"/>
                  <a:pt x="2617349" y="65639"/>
                </a:cubicBezTo>
                <a:lnTo>
                  <a:pt x="2616273" y="64661"/>
                </a:lnTo>
                <a:lnTo>
                  <a:pt x="2616273" y="59183"/>
                </a:lnTo>
                <a:lnTo>
                  <a:pt x="2617349" y="58107"/>
                </a:lnTo>
                <a:cubicBezTo>
                  <a:pt x="2629740" y="56998"/>
                  <a:pt x="2642359" y="54292"/>
                  <a:pt x="2655207" y="49988"/>
                </a:cubicBezTo>
                <a:lnTo>
                  <a:pt x="2657261" y="51259"/>
                </a:lnTo>
                <a:cubicBezTo>
                  <a:pt x="2656413" y="61041"/>
                  <a:pt x="2655989" y="71052"/>
                  <a:pt x="2655989" y="81291"/>
                </a:cubicBezTo>
                <a:lnTo>
                  <a:pt x="2655989" y="112007"/>
                </a:lnTo>
                <a:cubicBezTo>
                  <a:pt x="2655989" y="125768"/>
                  <a:pt x="2656380" y="133561"/>
                  <a:pt x="2657163" y="135387"/>
                </a:cubicBezTo>
                <a:cubicBezTo>
                  <a:pt x="2657554" y="136300"/>
                  <a:pt x="2658206" y="136887"/>
                  <a:pt x="2659119" y="137148"/>
                </a:cubicBezTo>
                <a:cubicBezTo>
                  <a:pt x="2660685" y="137604"/>
                  <a:pt x="2664076" y="137995"/>
                  <a:pt x="2669293" y="138322"/>
                </a:cubicBezTo>
                <a:lnTo>
                  <a:pt x="2670369" y="139300"/>
                </a:lnTo>
                <a:lnTo>
                  <a:pt x="2670369" y="145267"/>
                </a:lnTo>
                <a:moveTo>
                  <a:pt x="2613632" y="46172"/>
                </a:moveTo>
                <a:lnTo>
                  <a:pt x="2613632" y="46172"/>
                </a:lnTo>
                <a:moveTo>
                  <a:pt x="2613632" y="153386"/>
                </a:moveTo>
                <a:lnTo>
                  <a:pt x="2613632" y="153386"/>
                </a:lnTo>
                <a:close/>
                <a:moveTo>
                  <a:pt x="2791879" y="145463"/>
                </a:moveTo>
                <a:lnTo>
                  <a:pt x="2790901" y="146441"/>
                </a:lnTo>
                <a:cubicBezTo>
                  <a:pt x="2784510" y="145984"/>
                  <a:pt x="2778738" y="145756"/>
                  <a:pt x="2773586" y="145756"/>
                </a:cubicBezTo>
                <a:cubicBezTo>
                  <a:pt x="2768695" y="145756"/>
                  <a:pt x="2762076" y="145984"/>
                  <a:pt x="2753728" y="146441"/>
                </a:cubicBezTo>
                <a:lnTo>
                  <a:pt x="2752848" y="145756"/>
                </a:lnTo>
                <a:cubicBezTo>
                  <a:pt x="2753109" y="142561"/>
                  <a:pt x="2753239" y="137213"/>
                  <a:pt x="2753239" y="129713"/>
                </a:cubicBezTo>
                <a:cubicBezTo>
                  <a:pt x="2750891" y="131670"/>
                  <a:pt x="2747533" y="134670"/>
                  <a:pt x="2743163" y="138713"/>
                </a:cubicBezTo>
                <a:cubicBezTo>
                  <a:pt x="2737750" y="143734"/>
                  <a:pt x="2734229" y="146734"/>
                  <a:pt x="2732598" y="147713"/>
                </a:cubicBezTo>
                <a:cubicBezTo>
                  <a:pt x="2730511" y="148691"/>
                  <a:pt x="2727120" y="149180"/>
                  <a:pt x="2722425" y="149180"/>
                </a:cubicBezTo>
                <a:cubicBezTo>
                  <a:pt x="2711273" y="149180"/>
                  <a:pt x="2702273" y="144974"/>
                  <a:pt x="2695426" y="136561"/>
                </a:cubicBezTo>
                <a:cubicBezTo>
                  <a:pt x="2688578" y="128148"/>
                  <a:pt x="2685154" y="117257"/>
                  <a:pt x="2685154" y="103888"/>
                </a:cubicBezTo>
                <a:cubicBezTo>
                  <a:pt x="2685154" y="90910"/>
                  <a:pt x="2687795" y="80802"/>
                  <a:pt x="2693078" y="73563"/>
                </a:cubicBezTo>
                <a:cubicBezTo>
                  <a:pt x="2694447" y="71672"/>
                  <a:pt x="2698491" y="68313"/>
                  <a:pt x="2705208" y="63487"/>
                </a:cubicBezTo>
                <a:cubicBezTo>
                  <a:pt x="2713034" y="57879"/>
                  <a:pt x="2718740" y="54324"/>
                  <a:pt x="2722327" y="52824"/>
                </a:cubicBezTo>
                <a:cubicBezTo>
                  <a:pt x="2725457" y="51520"/>
                  <a:pt x="2729435" y="50868"/>
                  <a:pt x="2734261" y="50868"/>
                </a:cubicBezTo>
                <a:cubicBezTo>
                  <a:pt x="2741044" y="50868"/>
                  <a:pt x="2747370" y="52303"/>
                  <a:pt x="2753239" y="55172"/>
                </a:cubicBezTo>
                <a:lnTo>
                  <a:pt x="2753239" y="49694"/>
                </a:lnTo>
                <a:cubicBezTo>
                  <a:pt x="2753239" y="32542"/>
                  <a:pt x="2752815" y="22434"/>
                  <a:pt x="2751967" y="19369"/>
                </a:cubicBezTo>
                <a:cubicBezTo>
                  <a:pt x="2751511" y="17673"/>
                  <a:pt x="2750174" y="16630"/>
                  <a:pt x="2747957" y="16239"/>
                </a:cubicBezTo>
                <a:cubicBezTo>
                  <a:pt x="2746913" y="16043"/>
                  <a:pt x="2743913" y="15847"/>
                  <a:pt x="2738957" y="15652"/>
                </a:cubicBezTo>
                <a:lnTo>
                  <a:pt x="2737979" y="14576"/>
                </a:lnTo>
                <a:lnTo>
                  <a:pt x="2737979" y="9195"/>
                </a:lnTo>
                <a:lnTo>
                  <a:pt x="2738957" y="8119"/>
                </a:lnTo>
                <a:cubicBezTo>
                  <a:pt x="2751478" y="6815"/>
                  <a:pt x="2764097" y="4109"/>
                  <a:pt x="2776814" y="0"/>
                </a:cubicBezTo>
                <a:lnTo>
                  <a:pt x="2778966" y="1174"/>
                </a:lnTo>
                <a:cubicBezTo>
                  <a:pt x="2778966" y="1435"/>
                  <a:pt x="2778836" y="4663"/>
                  <a:pt x="2778575" y="10858"/>
                </a:cubicBezTo>
                <a:cubicBezTo>
                  <a:pt x="2777988" y="24880"/>
                  <a:pt x="2777695" y="45944"/>
                  <a:pt x="2777695" y="74052"/>
                </a:cubicBezTo>
                <a:lnTo>
                  <a:pt x="2777695" y="105649"/>
                </a:lnTo>
                <a:cubicBezTo>
                  <a:pt x="2777695" y="123974"/>
                  <a:pt x="2778119" y="134050"/>
                  <a:pt x="2778966" y="135876"/>
                </a:cubicBezTo>
                <a:cubicBezTo>
                  <a:pt x="2779488" y="136985"/>
                  <a:pt x="2780205" y="137669"/>
                  <a:pt x="2781118" y="137930"/>
                </a:cubicBezTo>
                <a:cubicBezTo>
                  <a:pt x="2782553" y="138387"/>
                  <a:pt x="2785814" y="138811"/>
                  <a:pt x="2790901" y="139202"/>
                </a:cubicBezTo>
                <a:lnTo>
                  <a:pt x="2791879" y="140180"/>
                </a:lnTo>
                <a:lnTo>
                  <a:pt x="2791879" y="145463"/>
                </a:lnTo>
                <a:moveTo>
                  <a:pt x="2753239" y="94399"/>
                </a:moveTo>
                <a:lnTo>
                  <a:pt x="2753239" y="76008"/>
                </a:lnTo>
                <a:cubicBezTo>
                  <a:pt x="2748543" y="70400"/>
                  <a:pt x="2744044" y="66813"/>
                  <a:pt x="2739739" y="65248"/>
                </a:cubicBezTo>
                <a:cubicBezTo>
                  <a:pt x="2736805" y="64204"/>
                  <a:pt x="2733674" y="63683"/>
                  <a:pt x="2730348" y="63683"/>
                </a:cubicBezTo>
                <a:cubicBezTo>
                  <a:pt x="2721349" y="63683"/>
                  <a:pt x="2715545" y="68313"/>
                  <a:pt x="2712936" y="77574"/>
                </a:cubicBezTo>
                <a:cubicBezTo>
                  <a:pt x="2711501" y="82726"/>
                  <a:pt x="2710784" y="88465"/>
                  <a:pt x="2710784" y="94790"/>
                </a:cubicBezTo>
                <a:cubicBezTo>
                  <a:pt x="2710784" y="108290"/>
                  <a:pt x="2713947" y="118300"/>
                  <a:pt x="2720273" y="124822"/>
                </a:cubicBezTo>
                <a:cubicBezTo>
                  <a:pt x="2723599" y="128278"/>
                  <a:pt x="2728066" y="130007"/>
                  <a:pt x="2733674" y="130007"/>
                </a:cubicBezTo>
                <a:cubicBezTo>
                  <a:pt x="2738305" y="130007"/>
                  <a:pt x="2742609" y="128539"/>
                  <a:pt x="2746587" y="125605"/>
                </a:cubicBezTo>
                <a:cubicBezTo>
                  <a:pt x="2750174" y="122996"/>
                  <a:pt x="2752293" y="120192"/>
                  <a:pt x="2752945" y="117192"/>
                </a:cubicBezTo>
                <a:cubicBezTo>
                  <a:pt x="2753141" y="116279"/>
                  <a:pt x="2753239" y="108681"/>
                  <a:pt x="2753239" y="94399"/>
                </a:cubicBezTo>
                <a:close/>
                <a:moveTo>
                  <a:pt x="2906168" y="152506"/>
                </a:moveTo>
                <a:cubicBezTo>
                  <a:pt x="2906168" y="166788"/>
                  <a:pt x="2900837" y="178168"/>
                  <a:pt x="2890174" y="186646"/>
                </a:cubicBezTo>
                <a:cubicBezTo>
                  <a:pt x="2879511" y="195124"/>
                  <a:pt x="2865572" y="199363"/>
                  <a:pt x="2848355" y="199363"/>
                </a:cubicBezTo>
                <a:cubicBezTo>
                  <a:pt x="2834855" y="199363"/>
                  <a:pt x="2824176" y="196836"/>
                  <a:pt x="2816318" y="191782"/>
                </a:cubicBezTo>
                <a:cubicBezTo>
                  <a:pt x="2808459" y="186728"/>
                  <a:pt x="2804530" y="179929"/>
                  <a:pt x="2804530" y="171386"/>
                </a:cubicBezTo>
                <a:cubicBezTo>
                  <a:pt x="2804530" y="165647"/>
                  <a:pt x="2805802" y="161310"/>
                  <a:pt x="2808345" y="158375"/>
                </a:cubicBezTo>
                <a:cubicBezTo>
                  <a:pt x="2808606" y="158049"/>
                  <a:pt x="2812063" y="155897"/>
                  <a:pt x="2818714" y="151919"/>
                </a:cubicBezTo>
                <a:cubicBezTo>
                  <a:pt x="2821910" y="150028"/>
                  <a:pt x="2824258" y="148691"/>
                  <a:pt x="2825758" y="147908"/>
                </a:cubicBezTo>
                <a:cubicBezTo>
                  <a:pt x="2816758" y="146343"/>
                  <a:pt x="2812258" y="142006"/>
                  <a:pt x="2812258" y="134898"/>
                </a:cubicBezTo>
                <a:cubicBezTo>
                  <a:pt x="2812258" y="131115"/>
                  <a:pt x="2813562" y="127268"/>
                  <a:pt x="2816171" y="123355"/>
                </a:cubicBezTo>
                <a:cubicBezTo>
                  <a:pt x="2816367" y="123094"/>
                  <a:pt x="2818128" y="121790"/>
                  <a:pt x="2821454" y="119442"/>
                </a:cubicBezTo>
                <a:cubicBezTo>
                  <a:pt x="2823019" y="118333"/>
                  <a:pt x="2825790" y="116344"/>
                  <a:pt x="2829768" y="113475"/>
                </a:cubicBezTo>
                <a:cubicBezTo>
                  <a:pt x="2815682" y="108388"/>
                  <a:pt x="2808639" y="98964"/>
                  <a:pt x="2808639" y="85204"/>
                </a:cubicBezTo>
                <a:cubicBezTo>
                  <a:pt x="2808639" y="74574"/>
                  <a:pt x="2812617" y="66014"/>
                  <a:pt x="2820573" y="59525"/>
                </a:cubicBezTo>
                <a:cubicBezTo>
                  <a:pt x="2828529" y="53036"/>
                  <a:pt x="2839127" y="49792"/>
                  <a:pt x="2852366" y="49792"/>
                </a:cubicBezTo>
                <a:cubicBezTo>
                  <a:pt x="2865148" y="49792"/>
                  <a:pt x="2875158" y="52629"/>
                  <a:pt x="2882397" y="58302"/>
                </a:cubicBezTo>
                <a:cubicBezTo>
                  <a:pt x="2886506" y="58498"/>
                  <a:pt x="2889147" y="58563"/>
                  <a:pt x="2890321" y="58498"/>
                </a:cubicBezTo>
                <a:cubicBezTo>
                  <a:pt x="2893516" y="58368"/>
                  <a:pt x="2898342" y="58205"/>
                  <a:pt x="2904799" y="58009"/>
                </a:cubicBezTo>
                <a:lnTo>
                  <a:pt x="2905973" y="59085"/>
                </a:lnTo>
                <a:lnTo>
                  <a:pt x="2904896" y="69161"/>
                </a:lnTo>
                <a:lnTo>
                  <a:pt x="2903820" y="70139"/>
                </a:lnTo>
                <a:lnTo>
                  <a:pt x="2889343" y="70139"/>
                </a:lnTo>
                <a:cubicBezTo>
                  <a:pt x="2890190" y="73269"/>
                  <a:pt x="2890614" y="76465"/>
                  <a:pt x="2890614" y="79726"/>
                </a:cubicBezTo>
                <a:cubicBezTo>
                  <a:pt x="2890614" y="95247"/>
                  <a:pt x="2883082" y="105844"/>
                  <a:pt x="2868017" y="111518"/>
                </a:cubicBezTo>
                <a:cubicBezTo>
                  <a:pt x="2861235" y="114061"/>
                  <a:pt x="2854550" y="115333"/>
                  <a:pt x="2847964" y="115333"/>
                </a:cubicBezTo>
                <a:cubicBezTo>
                  <a:pt x="2845746" y="115333"/>
                  <a:pt x="2842877" y="115170"/>
                  <a:pt x="2839355" y="114844"/>
                </a:cubicBezTo>
                <a:cubicBezTo>
                  <a:pt x="2835247" y="117061"/>
                  <a:pt x="2833192" y="119963"/>
                  <a:pt x="2833192" y="123550"/>
                </a:cubicBezTo>
                <a:cubicBezTo>
                  <a:pt x="2833192" y="126876"/>
                  <a:pt x="2835573" y="128768"/>
                  <a:pt x="2840333" y="129224"/>
                </a:cubicBezTo>
                <a:cubicBezTo>
                  <a:pt x="2843072" y="129485"/>
                  <a:pt x="2847637" y="129615"/>
                  <a:pt x="2854029" y="129615"/>
                </a:cubicBezTo>
                <a:cubicBezTo>
                  <a:pt x="2856050" y="129615"/>
                  <a:pt x="2859572" y="129518"/>
                  <a:pt x="2864593" y="129322"/>
                </a:cubicBezTo>
                <a:cubicBezTo>
                  <a:pt x="2869615" y="129126"/>
                  <a:pt x="2873332" y="129028"/>
                  <a:pt x="2875745" y="129028"/>
                </a:cubicBezTo>
                <a:cubicBezTo>
                  <a:pt x="2890484" y="129028"/>
                  <a:pt x="2899647" y="132289"/>
                  <a:pt x="2903233" y="138811"/>
                </a:cubicBezTo>
                <a:cubicBezTo>
                  <a:pt x="2905190" y="142332"/>
                  <a:pt x="2906168" y="146897"/>
                  <a:pt x="2906168" y="152506"/>
                </a:cubicBezTo>
                <a:moveTo>
                  <a:pt x="2865963" y="84128"/>
                </a:moveTo>
                <a:cubicBezTo>
                  <a:pt x="2865963" y="67693"/>
                  <a:pt x="2860452" y="59476"/>
                  <a:pt x="2849431" y="59476"/>
                </a:cubicBezTo>
                <a:cubicBezTo>
                  <a:pt x="2838605" y="59476"/>
                  <a:pt x="2833192" y="66585"/>
                  <a:pt x="2833192" y="80802"/>
                </a:cubicBezTo>
                <a:cubicBezTo>
                  <a:pt x="2833192" y="97627"/>
                  <a:pt x="2838833" y="106040"/>
                  <a:pt x="2850116" y="106040"/>
                </a:cubicBezTo>
                <a:cubicBezTo>
                  <a:pt x="2860681" y="106040"/>
                  <a:pt x="2865963" y="98736"/>
                  <a:pt x="2865963" y="84128"/>
                </a:cubicBezTo>
                <a:moveTo>
                  <a:pt x="2883767" y="163658"/>
                </a:moveTo>
                <a:cubicBezTo>
                  <a:pt x="2883767" y="156549"/>
                  <a:pt x="2881289" y="152082"/>
                  <a:pt x="2876332" y="150256"/>
                </a:cubicBezTo>
                <a:cubicBezTo>
                  <a:pt x="2874245" y="149473"/>
                  <a:pt x="2870072" y="149049"/>
                  <a:pt x="2863811" y="148984"/>
                </a:cubicBezTo>
                <a:lnTo>
                  <a:pt x="2845224" y="148789"/>
                </a:lnTo>
                <a:cubicBezTo>
                  <a:pt x="2843138" y="148789"/>
                  <a:pt x="2840268" y="148854"/>
                  <a:pt x="2836616" y="148984"/>
                </a:cubicBezTo>
                <a:cubicBezTo>
                  <a:pt x="2827682" y="154528"/>
                  <a:pt x="2823214" y="160886"/>
                  <a:pt x="2823214" y="168060"/>
                </a:cubicBezTo>
                <a:cubicBezTo>
                  <a:pt x="2823214" y="174646"/>
                  <a:pt x="2825856" y="179815"/>
                  <a:pt x="2831138" y="183565"/>
                </a:cubicBezTo>
                <a:cubicBezTo>
                  <a:pt x="2836420" y="187315"/>
                  <a:pt x="2843496" y="189189"/>
                  <a:pt x="2852366" y="189189"/>
                </a:cubicBezTo>
                <a:cubicBezTo>
                  <a:pt x="2861887" y="189189"/>
                  <a:pt x="2869501" y="186891"/>
                  <a:pt x="2875207" y="182293"/>
                </a:cubicBezTo>
                <a:cubicBezTo>
                  <a:pt x="2880914" y="177695"/>
                  <a:pt x="2883767" y="171484"/>
                  <a:pt x="2883767" y="163658"/>
                </a:cubicBezTo>
                <a:close/>
                <a:moveTo>
                  <a:pt x="3001418" y="90877"/>
                </a:moveTo>
                <a:cubicBezTo>
                  <a:pt x="3001418" y="91986"/>
                  <a:pt x="3001385" y="93649"/>
                  <a:pt x="3001320" y="95866"/>
                </a:cubicBezTo>
                <a:lnTo>
                  <a:pt x="3000244" y="97236"/>
                </a:lnTo>
                <a:cubicBezTo>
                  <a:pt x="2991635" y="99584"/>
                  <a:pt x="2980223" y="100758"/>
                  <a:pt x="2966006" y="100758"/>
                </a:cubicBezTo>
                <a:cubicBezTo>
                  <a:pt x="2963462" y="100758"/>
                  <a:pt x="2959615" y="100806"/>
                  <a:pt x="2954463" y="100904"/>
                </a:cubicBezTo>
                <a:cubicBezTo>
                  <a:pt x="2949311" y="101002"/>
                  <a:pt x="2945430" y="101051"/>
                  <a:pt x="2942822" y="101051"/>
                </a:cubicBezTo>
                <a:cubicBezTo>
                  <a:pt x="2943213" y="110638"/>
                  <a:pt x="2946180" y="118561"/>
                  <a:pt x="2951724" y="124822"/>
                </a:cubicBezTo>
                <a:cubicBezTo>
                  <a:pt x="2957528" y="131539"/>
                  <a:pt x="2965093" y="134898"/>
                  <a:pt x="2974418" y="134898"/>
                </a:cubicBezTo>
                <a:cubicBezTo>
                  <a:pt x="2980679" y="134898"/>
                  <a:pt x="2988114" y="132746"/>
                  <a:pt x="2996722" y="128441"/>
                </a:cubicBezTo>
                <a:lnTo>
                  <a:pt x="2999070" y="131278"/>
                </a:lnTo>
                <a:lnTo>
                  <a:pt x="2994766" y="140963"/>
                </a:lnTo>
                <a:cubicBezTo>
                  <a:pt x="2985244" y="147028"/>
                  <a:pt x="2974908" y="150060"/>
                  <a:pt x="2963756" y="150060"/>
                </a:cubicBezTo>
                <a:cubicBezTo>
                  <a:pt x="2949082" y="150060"/>
                  <a:pt x="2937686" y="145919"/>
                  <a:pt x="2929567" y="137637"/>
                </a:cubicBezTo>
                <a:cubicBezTo>
                  <a:pt x="2921447" y="129354"/>
                  <a:pt x="2917388" y="117551"/>
                  <a:pt x="2917388" y="102225"/>
                </a:cubicBezTo>
                <a:cubicBezTo>
                  <a:pt x="2917388" y="84030"/>
                  <a:pt x="2921725" y="71574"/>
                  <a:pt x="2930398" y="64857"/>
                </a:cubicBezTo>
                <a:cubicBezTo>
                  <a:pt x="2942398" y="55596"/>
                  <a:pt x="2953778" y="50966"/>
                  <a:pt x="2964538" y="50966"/>
                </a:cubicBezTo>
                <a:cubicBezTo>
                  <a:pt x="2976212" y="50966"/>
                  <a:pt x="2985244" y="54324"/>
                  <a:pt x="2991635" y="61041"/>
                </a:cubicBezTo>
                <a:cubicBezTo>
                  <a:pt x="2998157" y="67954"/>
                  <a:pt x="3001418" y="77900"/>
                  <a:pt x="3001418" y="90877"/>
                </a:cubicBezTo>
                <a:moveTo>
                  <a:pt x="2975886" y="88334"/>
                </a:moveTo>
                <a:cubicBezTo>
                  <a:pt x="2975886" y="70726"/>
                  <a:pt x="2970408" y="61922"/>
                  <a:pt x="2959452" y="61922"/>
                </a:cubicBezTo>
                <a:cubicBezTo>
                  <a:pt x="2947908" y="61922"/>
                  <a:pt x="2942137" y="70661"/>
                  <a:pt x="2942137" y="88138"/>
                </a:cubicBezTo>
                <a:lnTo>
                  <a:pt x="2942137" y="90291"/>
                </a:lnTo>
                <a:cubicBezTo>
                  <a:pt x="2945919" y="90877"/>
                  <a:pt x="2952637" y="91171"/>
                  <a:pt x="2962288" y="91171"/>
                </a:cubicBezTo>
                <a:cubicBezTo>
                  <a:pt x="2967310" y="91171"/>
                  <a:pt x="2971810" y="90877"/>
                  <a:pt x="2975788" y="90291"/>
                </a:cubicBezTo>
                <a:cubicBezTo>
                  <a:pt x="2975853" y="89378"/>
                  <a:pt x="2975886" y="88725"/>
                  <a:pt x="2975886" y="88334"/>
                </a:cubicBezTo>
                <a:moveTo>
                  <a:pt x="2964049" y="153386"/>
                </a:moveTo>
                <a:lnTo>
                  <a:pt x="2964049" y="153386"/>
                </a:lnTo>
                <a:moveTo>
                  <a:pt x="2964049" y="46172"/>
                </a:moveTo>
                <a:lnTo>
                  <a:pt x="2964049" y="46172"/>
                </a:lnTo>
                <a:close/>
                <a:moveTo>
                  <a:pt x="3073610" y="132941"/>
                </a:moveTo>
                <a:cubicBezTo>
                  <a:pt x="3073154" y="133463"/>
                  <a:pt x="3071752" y="134833"/>
                  <a:pt x="3069404" y="137050"/>
                </a:cubicBezTo>
                <a:cubicBezTo>
                  <a:pt x="3065556" y="140702"/>
                  <a:pt x="3062263" y="144028"/>
                  <a:pt x="3059524" y="147028"/>
                </a:cubicBezTo>
                <a:cubicBezTo>
                  <a:pt x="3056328" y="148071"/>
                  <a:pt x="3053100" y="148593"/>
                  <a:pt x="3049840" y="148593"/>
                </a:cubicBezTo>
                <a:cubicBezTo>
                  <a:pt x="3040775" y="148593"/>
                  <a:pt x="3034155" y="145952"/>
                  <a:pt x="3029981" y="140669"/>
                </a:cubicBezTo>
                <a:cubicBezTo>
                  <a:pt x="3028221" y="138387"/>
                  <a:pt x="3027047" y="135746"/>
                  <a:pt x="3026460" y="132746"/>
                </a:cubicBezTo>
                <a:cubicBezTo>
                  <a:pt x="3025808" y="129159"/>
                  <a:pt x="3025514" y="124463"/>
                  <a:pt x="3025579" y="118659"/>
                </a:cubicBezTo>
                <a:lnTo>
                  <a:pt x="3025873" y="95280"/>
                </a:lnTo>
                <a:lnTo>
                  <a:pt x="3025873" y="70824"/>
                </a:lnTo>
                <a:lnTo>
                  <a:pt x="3023232" y="70824"/>
                </a:lnTo>
                <a:lnTo>
                  <a:pt x="3018047" y="71019"/>
                </a:lnTo>
                <a:lnTo>
                  <a:pt x="3014036" y="71019"/>
                </a:lnTo>
                <a:lnTo>
                  <a:pt x="3012960" y="70139"/>
                </a:lnTo>
                <a:lnTo>
                  <a:pt x="3012960" y="67596"/>
                </a:lnTo>
                <a:lnTo>
                  <a:pt x="3013743" y="66128"/>
                </a:lnTo>
                <a:cubicBezTo>
                  <a:pt x="3014917" y="65346"/>
                  <a:pt x="3016743" y="64172"/>
                  <a:pt x="3019221" y="62607"/>
                </a:cubicBezTo>
                <a:cubicBezTo>
                  <a:pt x="3022156" y="60781"/>
                  <a:pt x="3024373" y="59248"/>
                  <a:pt x="3025873" y="58009"/>
                </a:cubicBezTo>
                <a:lnTo>
                  <a:pt x="3025873" y="44705"/>
                </a:lnTo>
                <a:cubicBezTo>
                  <a:pt x="3025873" y="39162"/>
                  <a:pt x="3025612" y="33292"/>
                  <a:pt x="3025090" y="27097"/>
                </a:cubicBezTo>
                <a:cubicBezTo>
                  <a:pt x="3029981" y="25532"/>
                  <a:pt x="3033943" y="24146"/>
                  <a:pt x="3036976" y="22939"/>
                </a:cubicBezTo>
                <a:cubicBezTo>
                  <a:pt x="3040008" y="21733"/>
                  <a:pt x="3044296" y="19760"/>
                  <a:pt x="3049840" y="17021"/>
                </a:cubicBezTo>
                <a:lnTo>
                  <a:pt x="3052383" y="18978"/>
                </a:lnTo>
                <a:cubicBezTo>
                  <a:pt x="3051600" y="27064"/>
                  <a:pt x="3051046" y="34303"/>
                  <a:pt x="3050720" y="40694"/>
                </a:cubicBezTo>
                <a:lnTo>
                  <a:pt x="3049840" y="57618"/>
                </a:lnTo>
                <a:lnTo>
                  <a:pt x="3053068" y="57618"/>
                </a:lnTo>
                <a:cubicBezTo>
                  <a:pt x="3060176" y="57618"/>
                  <a:pt x="3066306" y="57389"/>
                  <a:pt x="3071458" y="56933"/>
                </a:cubicBezTo>
                <a:lnTo>
                  <a:pt x="3072534" y="58009"/>
                </a:lnTo>
                <a:lnTo>
                  <a:pt x="3071165" y="69454"/>
                </a:lnTo>
                <a:lnTo>
                  <a:pt x="3070187" y="70432"/>
                </a:lnTo>
                <a:lnTo>
                  <a:pt x="3049840" y="70432"/>
                </a:lnTo>
                <a:lnTo>
                  <a:pt x="3049840" y="103594"/>
                </a:lnTo>
                <a:cubicBezTo>
                  <a:pt x="3049840" y="114225"/>
                  <a:pt x="3049970" y="120485"/>
                  <a:pt x="3050231" y="122376"/>
                </a:cubicBezTo>
                <a:cubicBezTo>
                  <a:pt x="3050557" y="125115"/>
                  <a:pt x="3051714" y="127333"/>
                  <a:pt x="3053704" y="129028"/>
                </a:cubicBezTo>
                <a:cubicBezTo>
                  <a:pt x="3055693" y="130724"/>
                  <a:pt x="3058383" y="131572"/>
                  <a:pt x="3061774" y="131572"/>
                </a:cubicBezTo>
                <a:cubicBezTo>
                  <a:pt x="3064448" y="131572"/>
                  <a:pt x="3067676" y="130854"/>
                  <a:pt x="3071458" y="129420"/>
                </a:cubicBezTo>
                <a:lnTo>
                  <a:pt x="3073610" y="1329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71042-601E-4086-B892-300F4611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156" y="5273061"/>
            <a:ext cx="2364931" cy="664290"/>
          </a:xfrm>
          <a:custGeom xmlns:a="http://schemas.openxmlformats.org/drawingml/2006/main">
            <a:pathLst>
              <a:path w="2364931" h="664290" fill="none">
                <a:moveTo>
                  <a:pt x="0" y="664290"/>
                </a:moveTo>
                <a:lnTo>
                  <a:pt x="2364931" y="664290"/>
                </a:lnTo>
                <a:lnTo>
                  <a:pt x="2364931" y="0"/>
                </a:lnTo>
                <a:lnTo>
                  <a:pt x="0" y="0"/>
                </a:lnTo>
                <a:lnTo>
                  <a:pt x="0" y="6642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1" name="Text Informationleakage">
            <a:extLst xmlns:a="http://schemas.openxmlformats.org/drawingml/2006/main">
              <a:ext uri="{FF2B5EF4-FFF2-40B4-BE49-F238E27FC236}">
                <a16:creationId xmlns:a16="http://schemas.microsoft.com/office/drawing/2014/main" id="{D96A3742-5DC5-47BF-B929-83A5436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334" y="5375841"/>
            <a:ext cx="1785218" cy="201613"/>
          </a:xfrm>
          <a:custGeom xmlns:a="http://schemas.openxmlformats.org/drawingml/2006/main">
            <a:pathLst>
              <a:path w="1785218" h="201613">
                <a:moveTo>
                  <a:pt x="783" y="7239"/>
                </a:moveTo>
                <a:lnTo>
                  <a:pt x="13010" y="7630"/>
                </a:lnTo>
                <a:cubicBezTo>
                  <a:pt x="21032" y="7891"/>
                  <a:pt x="26282" y="8021"/>
                  <a:pt x="28760" y="8021"/>
                </a:cubicBezTo>
                <a:cubicBezTo>
                  <a:pt x="30977" y="8021"/>
                  <a:pt x="40336" y="7761"/>
                  <a:pt x="56835" y="7239"/>
                </a:cubicBezTo>
                <a:lnTo>
                  <a:pt x="57618" y="7924"/>
                </a:lnTo>
                <a:lnTo>
                  <a:pt x="57618" y="12815"/>
                </a:lnTo>
                <a:lnTo>
                  <a:pt x="56835" y="13500"/>
                </a:lnTo>
                <a:cubicBezTo>
                  <a:pt x="52335" y="13630"/>
                  <a:pt x="48863" y="13826"/>
                  <a:pt x="46417" y="14086"/>
                </a:cubicBezTo>
                <a:cubicBezTo>
                  <a:pt x="43971" y="14347"/>
                  <a:pt x="42194" y="14836"/>
                  <a:pt x="41086" y="15554"/>
                </a:cubicBezTo>
                <a:cubicBezTo>
                  <a:pt x="39977" y="16271"/>
                  <a:pt x="39243" y="17950"/>
                  <a:pt x="38885" y="20592"/>
                </a:cubicBezTo>
                <a:cubicBezTo>
                  <a:pt x="38526" y="23233"/>
                  <a:pt x="38347" y="26901"/>
                  <a:pt x="38347" y="31597"/>
                </a:cubicBezTo>
                <a:lnTo>
                  <a:pt x="38151" y="54096"/>
                </a:lnTo>
                <a:lnTo>
                  <a:pt x="38151" y="99388"/>
                </a:lnTo>
                <a:lnTo>
                  <a:pt x="38249" y="118464"/>
                </a:lnTo>
                <a:cubicBezTo>
                  <a:pt x="38314" y="125833"/>
                  <a:pt x="38510" y="130594"/>
                  <a:pt x="38836" y="132746"/>
                </a:cubicBezTo>
                <a:cubicBezTo>
                  <a:pt x="39162" y="134898"/>
                  <a:pt x="39635" y="136332"/>
                  <a:pt x="40254" y="137050"/>
                </a:cubicBezTo>
                <a:cubicBezTo>
                  <a:pt x="40874" y="137767"/>
                  <a:pt x="42064" y="138370"/>
                  <a:pt x="43825" y="138860"/>
                </a:cubicBezTo>
                <a:cubicBezTo>
                  <a:pt x="45585" y="139349"/>
                  <a:pt x="49922" y="139724"/>
                  <a:pt x="56835" y="139985"/>
                </a:cubicBezTo>
                <a:lnTo>
                  <a:pt x="57618" y="140571"/>
                </a:lnTo>
                <a:lnTo>
                  <a:pt x="57618" y="145463"/>
                </a:lnTo>
                <a:lnTo>
                  <a:pt x="56835" y="146245"/>
                </a:lnTo>
                <a:cubicBezTo>
                  <a:pt x="56509" y="146245"/>
                  <a:pt x="50770" y="146050"/>
                  <a:pt x="39618" y="145658"/>
                </a:cubicBezTo>
                <a:cubicBezTo>
                  <a:pt x="34988" y="145528"/>
                  <a:pt x="31369" y="145463"/>
                  <a:pt x="28760" y="145463"/>
                </a:cubicBezTo>
                <a:cubicBezTo>
                  <a:pt x="26738" y="145463"/>
                  <a:pt x="17412" y="145723"/>
                  <a:pt x="783" y="146245"/>
                </a:cubicBezTo>
                <a:lnTo>
                  <a:pt x="0" y="145463"/>
                </a:lnTo>
                <a:lnTo>
                  <a:pt x="0" y="140571"/>
                </a:lnTo>
                <a:lnTo>
                  <a:pt x="783" y="139985"/>
                </a:lnTo>
                <a:cubicBezTo>
                  <a:pt x="6848" y="139724"/>
                  <a:pt x="10891" y="139398"/>
                  <a:pt x="12913" y="139006"/>
                </a:cubicBezTo>
                <a:cubicBezTo>
                  <a:pt x="14934" y="138615"/>
                  <a:pt x="16288" y="138110"/>
                  <a:pt x="16972" y="137490"/>
                </a:cubicBezTo>
                <a:cubicBezTo>
                  <a:pt x="17657" y="136871"/>
                  <a:pt x="18211" y="135550"/>
                  <a:pt x="18635" y="133528"/>
                </a:cubicBezTo>
                <a:cubicBezTo>
                  <a:pt x="19059" y="131507"/>
                  <a:pt x="19304" y="127007"/>
                  <a:pt x="19369" y="120029"/>
                </a:cubicBezTo>
                <a:lnTo>
                  <a:pt x="19467" y="99388"/>
                </a:lnTo>
                <a:lnTo>
                  <a:pt x="19467" y="54096"/>
                </a:lnTo>
                <a:lnTo>
                  <a:pt x="19271" y="35021"/>
                </a:lnTo>
                <a:cubicBezTo>
                  <a:pt x="19206" y="27586"/>
                  <a:pt x="19027" y="22793"/>
                  <a:pt x="18733" y="20641"/>
                </a:cubicBezTo>
                <a:cubicBezTo>
                  <a:pt x="18440" y="18489"/>
                  <a:pt x="17983" y="17054"/>
                  <a:pt x="17364" y="16336"/>
                </a:cubicBezTo>
                <a:cubicBezTo>
                  <a:pt x="16744" y="15619"/>
                  <a:pt x="15554" y="15032"/>
                  <a:pt x="13793" y="14576"/>
                </a:cubicBezTo>
                <a:cubicBezTo>
                  <a:pt x="12032" y="14119"/>
                  <a:pt x="7695" y="13760"/>
                  <a:pt x="783" y="13500"/>
                </a:cubicBezTo>
                <a:lnTo>
                  <a:pt x="0" y="12815"/>
                </a:lnTo>
                <a:lnTo>
                  <a:pt x="0" y="7924"/>
                </a:lnTo>
                <a:lnTo>
                  <a:pt x="783" y="7239"/>
                </a:lnTo>
                <a:moveTo>
                  <a:pt x="30129" y="0"/>
                </a:moveTo>
                <a:lnTo>
                  <a:pt x="30129" y="0"/>
                </a:lnTo>
                <a:moveTo>
                  <a:pt x="28760" y="151332"/>
                </a:moveTo>
                <a:lnTo>
                  <a:pt x="28760" y="151332"/>
                </a:lnTo>
                <a:close/>
                <a:moveTo>
                  <a:pt x="95981" y="52237"/>
                </a:moveTo>
                <a:lnTo>
                  <a:pt x="97840" y="53509"/>
                </a:lnTo>
                <a:cubicBezTo>
                  <a:pt x="97449" y="57879"/>
                  <a:pt x="97188" y="63617"/>
                  <a:pt x="97057" y="70726"/>
                </a:cubicBezTo>
                <a:cubicBezTo>
                  <a:pt x="102274" y="66422"/>
                  <a:pt x="107231" y="62052"/>
                  <a:pt x="111926" y="57618"/>
                </a:cubicBezTo>
                <a:cubicBezTo>
                  <a:pt x="113296" y="56379"/>
                  <a:pt x="114584" y="55466"/>
                  <a:pt x="115790" y="54879"/>
                </a:cubicBezTo>
                <a:cubicBezTo>
                  <a:pt x="116997" y="54292"/>
                  <a:pt x="119002" y="53672"/>
                  <a:pt x="121806" y="53020"/>
                </a:cubicBezTo>
                <a:cubicBezTo>
                  <a:pt x="124611" y="52368"/>
                  <a:pt x="127480" y="52042"/>
                  <a:pt x="130415" y="52042"/>
                </a:cubicBezTo>
                <a:cubicBezTo>
                  <a:pt x="135371" y="52042"/>
                  <a:pt x="140181" y="53053"/>
                  <a:pt x="144844" y="55074"/>
                </a:cubicBezTo>
                <a:cubicBezTo>
                  <a:pt x="149507" y="57096"/>
                  <a:pt x="153028" y="59493"/>
                  <a:pt x="155409" y="62264"/>
                </a:cubicBezTo>
                <a:cubicBezTo>
                  <a:pt x="157789" y="65036"/>
                  <a:pt x="159436" y="68313"/>
                  <a:pt x="160349" y="72095"/>
                </a:cubicBezTo>
                <a:cubicBezTo>
                  <a:pt x="161262" y="75878"/>
                  <a:pt x="161718" y="80541"/>
                  <a:pt x="161718" y="86084"/>
                </a:cubicBezTo>
                <a:lnTo>
                  <a:pt x="161718" y="103301"/>
                </a:lnTo>
                <a:cubicBezTo>
                  <a:pt x="161718" y="104410"/>
                  <a:pt x="161881" y="112529"/>
                  <a:pt x="162207" y="127659"/>
                </a:cubicBezTo>
                <a:cubicBezTo>
                  <a:pt x="162338" y="133854"/>
                  <a:pt x="163022" y="137539"/>
                  <a:pt x="164262" y="138713"/>
                </a:cubicBezTo>
                <a:cubicBezTo>
                  <a:pt x="165501" y="139887"/>
                  <a:pt x="169544" y="140474"/>
                  <a:pt x="176392" y="140474"/>
                </a:cubicBezTo>
                <a:lnTo>
                  <a:pt x="177174" y="141256"/>
                </a:lnTo>
                <a:lnTo>
                  <a:pt x="177174" y="145463"/>
                </a:lnTo>
                <a:lnTo>
                  <a:pt x="176392" y="146245"/>
                </a:lnTo>
                <a:cubicBezTo>
                  <a:pt x="168109" y="145723"/>
                  <a:pt x="162501" y="145463"/>
                  <a:pt x="159566" y="145463"/>
                </a:cubicBezTo>
                <a:cubicBezTo>
                  <a:pt x="157870" y="145463"/>
                  <a:pt x="153110" y="145723"/>
                  <a:pt x="145284" y="146245"/>
                </a:cubicBezTo>
                <a:lnTo>
                  <a:pt x="144110" y="145169"/>
                </a:lnTo>
                <a:cubicBezTo>
                  <a:pt x="144958" y="136691"/>
                  <a:pt x="145382" y="125637"/>
                  <a:pt x="145382" y="112007"/>
                </a:cubicBezTo>
                <a:lnTo>
                  <a:pt x="145382" y="99192"/>
                </a:lnTo>
                <a:cubicBezTo>
                  <a:pt x="145382" y="91497"/>
                  <a:pt x="145202" y="85954"/>
                  <a:pt x="144844" y="82563"/>
                </a:cubicBezTo>
                <a:cubicBezTo>
                  <a:pt x="144485" y="79171"/>
                  <a:pt x="143393" y="76090"/>
                  <a:pt x="141567" y="73318"/>
                </a:cubicBezTo>
                <a:cubicBezTo>
                  <a:pt x="139741" y="70547"/>
                  <a:pt x="137295" y="68395"/>
                  <a:pt x="134230" y="66862"/>
                </a:cubicBezTo>
                <a:cubicBezTo>
                  <a:pt x="131165" y="65329"/>
                  <a:pt x="127513" y="64563"/>
                  <a:pt x="123274" y="64563"/>
                </a:cubicBezTo>
                <a:cubicBezTo>
                  <a:pt x="119883" y="64563"/>
                  <a:pt x="116981" y="64905"/>
                  <a:pt x="114568" y="65590"/>
                </a:cubicBezTo>
                <a:cubicBezTo>
                  <a:pt x="112155" y="66275"/>
                  <a:pt x="109448" y="67677"/>
                  <a:pt x="106448" y="69797"/>
                </a:cubicBezTo>
                <a:cubicBezTo>
                  <a:pt x="103448" y="71916"/>
                  <a:pt x="101231" y="73905"/>
                  <a:pt x="99796" y="75764"/>
                </a:cubicBezTo>
                <a:cubicBezTo>
                  <a:pt x="98362" y="77622"/>
                  <a:pt x="97497" y="79351"/>
                  <a:pt x="97204" y="80948"/>
                </a:cubicBezTo>
                <a:cubicBezTo>
                  <a:pt x="96911" y="82546"/>
                  <a:pt x="96764" y="85954"/>
                  <a:pt x="96764" y="91171"/>
                </a:cubicBezTo>
                <a:lnTo>
                  <a:pt x="96764" y="108192"/>
                </a:lnTo>
                <a:cubicBezTo>
                  <a:pt x="96764" y="109627"/>
                  <a:pt x="96894" y="114241"/>
                  <a:pt x="97155" y="122034"/>
                </a:cubicBezTo>
                <a:cubicBezTo>
                  <a:pt x="97416" y="129827"/>
                  <a:pt x="97693" y="134376"/>
                  <a:pt x="97987" y="135680"/>
                </a:cubicBezTo>
                <a:cubicBezTo>
                  <a:pt x="98280" y="136985"/>
                  <a:pt x="98720" y="137930"/>
                  <a:pt x="99307" y="138517"/>
                </a:cubicBezTo>
                <a:cubicBezTo>
                  <a:pt x="99894" y="139104"/>
                  <a:pt x="100611" y="139479"/>
                  <a:pt x="101459" y="139642"/>
                </a:cubicBezTo>
                <a:cubicBezTo>
                  <a:pt x="102307" y="139805"/>
                  <a:pt x="105829" y="140082"/>
                  <a:pt x="112024" y="140474"/>
                </a:cubicBezTo>
                <a:lnTo>
                  <a:pt x="112905" y="141256"/>
                </a:lnTo>
                <a:lnTo>
                  <a:pt x="112905" y="145365"/>
                </a:lnTo>
                <a:lnTo>
                  <a:pt x="112122" y="146245"/>
                </a:lnTo>
                <a:cubicBezTo>
                  <a:pt x="103970" y="145723"/>
                  <a:pt x="96112" y="145463"/>
                  <a:pt x="88547" y="145463"/>
                </a:cubicBezTo>
                <a:cubicBezTo>
                  <a:pt x="81047" y="145463"/>
                  <a:pt x="73221" y="145723"/>
                  <a:pt x="65069" y="146245"/>
                </a:cubicBezTo>
                <a:lnTo>
                  <a:pt x="64189" y="145365"/>
                </a:lnTo>
                <a:lnTo>
                  <a:pt x="64189" y="141256"/>
                </a:lnTo>
                <a:lnTo>
                  <a:pt x="65069" y="140474"/>
                </a:lnTo>
                <a:cubicBezTo>
                  <a:pt x="71395" y="140082"/>
                  <a:pt x="74966" y="139789"/>
                  <a:pt x="75781" y="139593"/>
                </a:cubicBezTo>
                <a:cubicBezTo>
                  <a:pt x="76596" y="139398"/>
                  <a:pt x="77313" y="138990"/>
                  <a:pt x="77933" y="138370"/>
                </a:cubicBezTo>
                <a:cubicBezTo>
                  <a:pt x="78552" y="137751"/>
                  <a:pt x="78976" y="136805"/>
                  <a:pt x="79205" y="135534"/>
                </a:cubicBezTo>
                <a:cubicBezTo>
                  <a:pt x="79433" y="134262"/>
                  <a:pt x="79694" y="130056"/>
                  <a:pt x="79987" y="122914"/>
                </a:cubicBezTo>
                <a:cubicBezTo>
                  <a:pt x="80281" y="115773"/>
                  <a:pt x="80427" y="110377"/>
                  <a:pt x="80427" y="106725"/>
                </a:cubicBezTo>
                <a:lnTo>
                  <a:pt x="80427" y="87454"/>
                </a:lnTo>
                <a:cubicBezTo>
                  <a:pt x="80427" y="84845"/>
                  <a:pt x="80297" y="81291"/>
                  <a:pt x="80036" y="76791"/>
                </a:cubicBezTo>
                <a:cubicBezTo>
                  <a:pt x="79775" y="72291"/>
                  <a:pt x="79563" y="69519"/>
                  <a:pt x="79400" y="68476"/>
                </a:cubicBezTo>
                <a:cubicBezTo>
                  <a:pt x="79237" y="67433"/>
                  <a:pt x="78732" y="66666"/>
                  <a:pt x="77884" y="66177"/>
                </a:cubicBezTo>
                <a:cubicBezTo>
                  <a:pt x="77036" y="65688"/>
                  <a:pt x="75341" y="65444"/>
                  <a:pt x="72797" y="65444"/>
                </a:cubicBezTo>
                <a:lnTo>
                  <a:pt x="64580" y="65346"/>
                </a:lnTo>
                <a:lnTo>
                  <a:pt x="63700" y="64563"/>
                </a:lnTo>
                <a:lnTo>
                  <a:pt x="63700" y="60357"/>
                </a:lnTo>
                <a:lnTo>
                  <a:pt x="64482" y="59574"/>
                </a:lnTo>
                <a:cubicBezTo>
                  <a:pt x="76938" y="58074"/>
                  <a:pt x="87438" y="55629"/>
                  <a:pt x="95981" y="52237"/>
                </a:cubicBezTo>
                <a:close/>
                <a:moveTo>
                  <a:pt x="235470" y="140474"/>
                </a:moveTo>
                <a:lnTo>
                  <a:pt x="236253" y="141256"/>
                </a:lnTo>
                <a:lnTo>
                  <a:pt x="236253" y="145365"/>
                </a:lnTo>
                <a:lnTo>
                  <a:pt x="235470" y="146245"/>
                </a:lnTo>
                <a:cubicBezTo>
                  <a:pt x="233449" y="146245"/>
                  <a:pt x="229634" y="146115"/>
                  <a:pt x="224025" y="145854"/>
                </a:cubicBezTo>
                <a:cubicBezTo>
                  <a:pt x="218938" y="145593"/>
                  <a:pt x="213688" y="145463"/>
                  <a:pt x="208276" y="145463"/>
                </a:cubicBezTo>
                <a:cubicBezTo>
                  <a:pt x="201232" y="145463"/>
                  <a:pt x="193374" y="145723"/>
                  <a:pt x="184700" y="146245"/>
                </a:cubicBezTo>
                <a:lnTo>
                  <a:pt x="183918" y="145365"/>
                </a:lnTo>
                <a:lnTo>
                  <a:pt x="183918" y="141256"/>
                </a:lnTo>
                <a:lnTo>
                  <a:pt x="184700" y="140474"/>
                </a:lnTo>
                <a:cubicBezTo>
                  <a:pt x="191026" y="140082"/>
                  <a:pt x="194613" y="139789"/>
                  <a:pt x="195461" y="139593"/>
                </a:cubicBezTo>
                <a:cubicBezTo>
                  <a:pt x="196309" y="139398"/>
                  <a:pt x="197026" y="138990"/>
                  <a:pt x="197613" y="138370"/>
                </a:cubicBezTo>
                <a:cubicBezTo>
                  <a:pt x="198200" y="137751"/>
                  <a:pt x="198607" y="136805"/>
                  <a:pt x="198836" y="135534"/>
                </a:cubicBezTo>
                <a:cubicBezTo>
                  <a:pt x="199064" y="134262"/>
                  <a:pt x="199325" y="130056"/>
                  <a:pt x="199618" y="122914"/>
                </a:cubicBezTo>
                <a:cubicBezTo>
                  <a:pt x="199912" y="115773"/>
                  <a:pt x="200058" y="110377"/>
                  <a:pt x="200058" y="106725"/>
                </a:cubicBezTo>
                <a:lnTo>
                  <a:pt x="200058" y="68965"/>
                </a:lnTo>
                <a:lnTo>
                  <a:pt x="187439" y="69650"/>
                </a:lnTo>
                <a:lnTo>
                  <a:pt x="186559" y="68867"/>
                </a:lnTo>
                <a:lnTo>
                  <a:pt x="186559" y="66422"/>
                </a:lnTo>
                <a:lnTo>
                  <a:pt x="187244" y="65444"/>
                </a:lnTo>
                <a:lnTo>
                  <a:pt x="200058" y="58889"/>
                </a:lnTo>
                <a:lnTo>
                  <a:pt x="200058" y="53020"/>
                </a:lnTo>
                <a:cubicBezTo>
                  <a:pt x="200058" y="46498"/>
                  <a:pt x="200352" y="41558"/>
                  <a:pt x="200939" y="38200"/>
                </a:cubicBezTo>
                <a:cubicBezTo>
                  <a:pt x="201526" y="34841"/>
                  <a:pt x="202618" y="31744"/>
                  <a:pt x="204216" y="28907"/>
                </a:cubicBezTo>
                <a:cubicBezTo>
                  <a:pt x="205814" y="26070"/>
                  <a:pt x="208602" y="22483"/>
                  <a:pt x="212580" y="18146"/>
                </a:cubicBezTo>
                <a:cubicBezTo>
                  <a:pt x="216558" y="13809"/>
                  <a:pt x="220047" y="10255"/>
                  <a:pt x="223047" y="7483"/>
                </a:cubicBezTo>
                <a:cubicBezTo>
                  <a:pt x="226047" y="4712"/>
                  <a:pt x="228655" y="2853"/>
                  <a:pt x="230873" y="1908"/>
                </a:cubicBezTo>
                <a:cubicBezTo>
                  <a:pt x="233090" y="962"/>
                  <a:pt x="235699" y="489"/>
                  <a:pt x="238698" y="489"/>
                </a:cubicBezTo>
                <a:cubicBezTo>
                  <a:pt x="241177" y="489"/>
                  <a:pt x="243850" y="978"/>
                  <a:pt x="246720" y="1956"/>
                </a:cubicBezTo>
                <a:lnTo>
                  <a:pt x="246622" y="17999"/>
                </a:lnTo>
                <a:lnTo>
                  <a:pt x="244372" y="18880"/>
                </a:lnTo>
                <a:cubicBezTo>
                  <a:pt x="240720" y="15619"/>
                  <a:pt x="236481" y="13989"/>
                  <a:pt x="231655" y="13989"/>
                </a:cubicBezTo>
                <a:cubicBezTo>
                  <a:pt x="228264" y="13989"/>
                  <a:pt x="225329" y="14690"/>
                  <a:pt x="222851" y="16092"/>
                </a:cubicBezTo>
                <a:cubicBezTo>
                  <a:pt x="220373" y="17494"/>
                  <a:pt x="218677" y="19777"/>
                  <a:pt x="217764" y="22939"/>
                </a:cubicBezTo>
                <a:cubicBezTo>
                  <a:pt x="216851" y="26102"/>
                  <a:pt x="216395" y="31336"/>
                  <a:pt x="216395" y="38640"/>
                </a:cubicBezTo>
                <a:lnTo>
                  <a:pt x="216395" y="58889"/>
                </a:lnTo>
                <a:lnTo>
                  <a:pt x="226862" y="58889"/>
                </a:lnTo>
                <a:cubicBezTo>
                  <a:pt x="232275" y="58889"/>
                  <a:pt x="237394" y="58694"/>
                  <a:pt x="242220" y="58302"/>
                </a:cubicBezTo>
                <a:lnTo>
                  <a:pt x="243101" y="59378"/>
                </a:lnTo>
                <a:lnTo>
                  <a:pt x="241340" y="67987"/>
                </a:lnTo>
                <a:lnTo>
                  <a:pt x="240459" y="68965"/>
                </a:lnTo>
                <a:cubicBezTo>
                  <a:pt x="238503" y="68900"/>
                  <a:pt x="237231" y="68867"/>
                  <a:pt x="236644" y="68867"/>
                </a:cubicBezTo>
                <a:lnTo>
                  <a:pt x="223927" y="68769"/>
                </a:lnTo>
                <a:lnTo>
                  <a:pt x="216395" y="68769"/>
                </a:lnTo>
                <a:lnTo>
                  <a:pt x="216395" y="108192"/>
                </a:lnTo>
                <a:cubicBezTo>
                  <a:pt x="216395" y="110279"/>
                  <a:pt x="216542" y="115056"/>
                  <a:pt x="216835" y="122523"/>
                </a:cubicBezTo>
                <a:cubicBezTo>
                  <a:pt x="217129" y="129990"/>
                  <a:pt x="217406" y="134376"/>
                  <a:pt x="217667" y="135680"/>
                </a:cubicBezTo>
                <a:cubicBezTo>
                  <a:pt x="217927" y="136985"/>
                  <a:pt x="218368" y="137930"/>
                  <a:pt x="218987" y="138517"/>
                </a:cubicBezTo>
                <a:cubicBezTo>
                  <a:pt x="219607" y="139104"/>
                  <a:pt x="220618" y="139528"/>
                  <a:pt x="222020" y="139789"/>
                </a:cubicBezTo>
                <a:cubicBezTo>
                  <a:pt x="223422" y="140050"/>
                  <a:pt x="227905" y="140278"/>
                  <a:pt x="235470" y="140474"/>
                </a:cubicBezTo>
                <a:close/>
                <a:moveTo>
                  <a:pt x="251689" y="100660"/>
                </a:moveTo>
                <a:cubicBezTo>
                  <a:pt x="251689" y="92899"/>
                  <a:pt x="253286" y="85416"/>
                  <a:pt x="256482" y="78209"/>
                </a:cubicBezTo>
                <a:cubicBezTo>
                  <a:pt x="259677" y="71003"/>
                  <a:pt x="265237" y="64775"/>
                  <a:pt x="273161" y="59525"/>
                </a:cubicBezTo>
                <a:cubicBezTo>
                  <a:pt x="281084" y="54275"/>
                  <a:pt x="290492" y="51650"/>
                  <a:pt x="301383" y="51650"/>
                </a:cubicBezTo>
                <a:cubicBezTo>
                  <a:pt x="315078" y="51650"/>
                  <a:pt x="326230" y="55971"/>
                  <a:pt x="334838" y="64612"/>
                </a:cubicBezTo>
                <a:cubicBezTo>
                  <a:pt x="343446" y="73253"/>
                  <a:pt x="347751" y="84356"/>
                  <a:pt x="347751" y="97921"/>
                </a:cubicBezTo>
                <a:cubicBezTo>
                  <a:pt x="347751" y="112855"/>
                  <a:pt x="342811" y="125148"/>
                  <a:pt x="332930" y="134800"/>
                </a:cubicBezTo>
                <a:cubicBezTo>
                  <a:pt x="323050" y="144452"/>
                  <a:pt x="311132" y="149278"/>
                  <a:pt x="297176" y="149278"/>
                </a:cubicBezTo>
                <a:cubicBezTo>
                  <a:pt x="288046" y="149278"/>
                  <a:pt x="279894" y="146816"/>
                  <a:pt x="272720" y="141892"/>
                </a:cubicBezTo>
                <a:cubicBezTo>
                  <a:pt x="265547" y="136968"/>
                  <a:pt x="260248" y="130952"/>
                  <a:pt x="256824" y="123844"/>
                </a:cubicBezTo>
                <a:cubicBezTo>
                  <a:pt x="253400" y="116735"/>
                  <a:pt x="251689" y="109007"/>
                  <a:pt x="251689" y="100660"/>
                </a:cubicBezTo>
                <a:moveTo>
                  <a:pt x="270177" y="93910"/>
                </a:moveTo>
                <a:cubicBezTo>
                  <a:pt x="270177" y="103040"/>
                  <a:pt x="271351" y="111208"/>
                  <a:pt x="273699" y="118415"/>
                </a:cubicBezTo>
                <a:cubicBezTo>
                  <a:pt x="276046" y="125621"/>
                  <a:pt x="279764" y="131409"/>
                  <a:pt x="284850" y="135778"/>
                </a:cubicBezTo>
                <a:cubicBezTo>
                  <a:pt x="289937" y="140148"/>
                  <a:pt x="295741" y="142332"/>
                  <a:pt x="302263" y="142332"/>
                </a:cubicBezTo>
                <a:cubicBezTo>
                  <a:pt x="309958" y="142332"/>
                  <a:pt x="316317" y="139283"/>
                  <a:pt x="321338" y="133186"/>
                </a:cubicBezTo>
                <a:cubicBezTo>
                  <a:pt x="326360" y="127088"/>
                  <a:pt x="328871" y="117909"/>
                  <a:pt x="328871" y="105649"/>
                </a:cubicBezTo>
                <a:cubicBezTo>
                  <a:pt x="328871" y="91758"/>
                  <a:pt x="326148" y="80378"/>
                  <a:pt x="320703" y="71509"/>
                </a:cubicBezTo>
                <a:cubicBezTo>
                  <a:pt x="315257" y="62639"/>
                  <a:pt x="307415" y="58205"/>
                  <a:pt x="297176" y="58205"/>
                </a:cubicBezTo>
                <a:cubicBezTo>
                  <a:pt x="288698" y="58205"/>
                  <a:pt x="282079" y="61270"/>
                  <a:pt x="277318" y="67400"/>
                </a:cubicBezTo>
                <a:cubicBezTo>
                  <a:pt x="272557" y="73530"/>
                  <a:pt x="270177" y="82367"/>
                  <a:pt x="270177" y="93910"/>
                </a:cubicBezTo>
                <a:moveTo>
                  <a:pt x="299817" y="46075"/>
                </a:moveTo>
                <a:lnTo>
                  <a:pt x="299817" y="46075"/>
                </a:lnTo>
                <a:moveTo>
                  <a:pt x="298350" y="151332"/>
                </a:moveTo>
                <a:lnTo>
                  <a:pt x="298350" y="151332"/>
                </a:lnTo>
                <a:close/>
                <a:moveTo>
                  <a:pt x="391987" y="52237"/>
                </a:moveTo>
                <a:lnTo>
                  <a:pt x="393846" y="53509"/>
                </a:lnTo>
                <a:cubicBezTo>
                  <a:pt x="393454" y="57292"/>
                  <a:pt x="393161" y="64009"/>
                  <a:pt x="392965" y="73661"/>
                </a:cubicBezTo>
                <a:lnTo>
                  <a:pt x="400302" y="64367"/>
                </a:lnTo>
                <a:cubicBezTo>
                  <a:pt x="402715" y="61302"/>
                  <a:pt x="404851" y="58938"/>
                  <a:pt x="406709" y="57275"/>
                </a:cubicBezTo>
                <a:cubicBezTo>
                  <a:pt x="408568" y="55612"/>
                  <a:pt x="410736" y="54324"/>
                  <a:pt x="413215" y="53411"/>
                </a:cubicBezTo>
                <a:cubicBezTo>
                  <a:pt x="415693" y="52498"/>
                  <a:pt x="418236" y="52042"/>
                  <a:pt x="420845" y="52042"/>
                </a:cubicBezTo>
                <a:cubicBezTo>
                  <a:pt x="423714" y="52042"/>
                  <a:pt x="426421" y="52629"/>
                  <a:pt x="428964" y="53803"/>
                </a:cubicBezTo>
                <a:lnTo>
                  <a:pt x="429649" y="55172"/>
                </a:lnTo>
                <a:cubicBezTo>
                  <a:pt x="428605" y="63846"/>
                  <a:pt x="428019" y="71476"/>
                  <a:pt x="427888" y="78063"/>
                </a:cubicBezTo>
                <a:lnTo>
                  <a:pt x="423486" y="78063"/>
                </a:lnTo>
                <a:cubicBezTo>
                  <a:pt x="420877" y="72063"/>
                  <a:pt x="416671" y="69063"/>
                  <a:pt x="410867" y="69063"/>
                </a:cubicBezTo>
                <a:cubicBezTo>
                  <a:pt x="406824" y="69063"/>
                  <a:pt x="403302" y="70351"/>
                  <a:pt x="400302" y="72927"/>
                </a:cubicBezTo>
                <a:cubicBezTo>
                  <a:pt x="397302" y="75503"/>
                  <a:pt x="395297" y="78731"/>
                  <a:pt x="394286" y="82611"/>
                </a:cubicBezTo>
                <a:cubicBezTo>
                  <a:pt x="393275" y="86492"/>
                  <a:pt x="392770" y="91399"/>
                  <a:pt x="392770" y="97334"/>
                </a:cubicBezTo>
                <a:lnTo>
                  <a:pt x="392770" y="108192"/>
                </a:lnTo>
                <a:cubicBezTo>
                  <a:pt x="392770" y="110149"/>
                  <a:pt x="392900" y="114942"/>
                  <a:pt x="393161" y="122572"/>
                </a:cubicBezTo>
                <a:cubicBezTo>
                  <a:pt x="393422" y="130202"/>
                  <a:pt x="393699" y="134604"/>
                  <a:pt x="393992" y="135778"/>
                </a:cubicBezTo>
                <a:cubicBezTo>
                  <a:pt x="394286" y="136952"/>
                  <a:pt x="394742" y="137816"/>
                  <a:pt x="395362" y="138370"/>
                </a:cubicBezTo>
                <a:cubicBezTo>
                  <a:pt x="395982" y="138925"/>
                  <a:pt x="396797" y="139300"/>
                  <a:pt x="397808" y="139495"/>
                </a:cubicBezTo>
                <a:cubicBezTo>
                  <a:pt x="398818" y="139691"/>
                  <a:pt x="403465" y="140017"/>
                  <a:pt x="411747" y="140474"/>
                </a:cubicBezTo>
                <a:lnTo>
                  <a:pt x="412628" y="141256"/>
                </a:lnTo>
                <a:lnTo>
                  <a:pt x="412628" y="145365"/>
                </a:lnTo>
                <a:lnTo>
                  <a:pt x="411747" y="146245"/>
                </a:lnTo>
                <a:cubicBezTo>
                  <a:pt x="403074" y="145723"/>
                  <a:pt x="394009" y="145463"/>
                  <a:pt x="384553" y="145463"/>
                </a:cubicBezTo>
                <a:cubicBezTo>
                  <a:pt x="377053" y="145463"/>
                  <a:pt x="369227" y="145723"/>
                  <a:pt x="361075" y="146245"/>
                </a:cubicBezTo>
                <a:lnTo>
                  <a:pt x="360195" y="145365"/>
                </a:lnTo>
                <a:lnTo>
                  <a:pt x="360195" y="141256"/>
                </a:lnTo>
                <a:lnTo>
                  <a:pt x="361075" y="140474"/>
                </a:lnTo>
                <a:cubicBezTo>
                  <a:pt x="367401" y="140082"/>
                  <a:pt x="370971" y="139789"/>
                  <a:pt x="371787" y="139593"/>
                </a:cubicBezTo>
                <a:cubicBezTo>
                  <a:pt x="372602" y="139398"/>
                  <a:pt x="373319" y="138990"/>
                  <a:pt x="373939" y="138370"/>
                </a:cubicBezTo>
                <a:cubicBezTo>
                  <a:pt x="374558" y="137751"/>
                  <a:pt x="374982" y="136805"/>
                  <a:pt x="375210" y="135534"/>
                </a:cubicBezTo>
                <a:cubicBezTo>
                  <a:pt x="375439" y="134262"/>
                  <a:pt x="375700" y="130056"/>
                  <a:pt x="375993" y="122914"/>
                </a:cubicBezTo>
                <a:cubicBezTo>
                  <a:pt x="376287" y="115773"/>
                  <a:pt x="376433" y="110377"/>
                  <a:pt x="376433" y="106725"/>
                </a:cubicBezTo>
                <a:lnTo>
                  <a:pt x="376433" y="87454"/>
                </a:lnTo>
                <a:cubicBezTo>
                  <a:pt x="376433" y="84845"/>
                  <a:pt x="376303" y="81291"/>
                  <a:pt x="376042" y="76791"/>
                </a:cubicBezTo>
                <a:cubicBezTo>
                  <a:pt x="375781" y="72291"/>
                  <a:pt x="375569" y="69519"/>
                  <a:pt x="375406" y="68476"/>
                </a:cubicBezTo>
                <a:cubicBezTo>
                  <a:pt x="375243" y="67433"/>
                  <a:pt x="374738" y="66666"/>
                  <a:pt x="373890" y="66177"/>
                </a:cubicBezTo>
                <a:cubicBezTo>
                  <a:pt x="373042" y="65688"/>
                  <a:pt x="371346" y="65444"/>
                  <a:pt x="368803" y="65444"/>
                </a:cubicBezTo>
                <a:lnTo>
                  <a:pt x="360586" y="65346"/>
                </a:lnTo>
                <a:lnTo>
                  <a:pt x="359706" y="64563"/>
                </a:lnTo>
                <a:lnTo>
                  <a:pt x="359706" y="60357"/>
                </a:lnTo>
                <a:lnTo>
                  <a:pt x="360488" y="59574"/>
                </a:lnTo>
                <a:cubicBezTo>
                  <a:pt x="372944" y="58074"/>
                  <a:pt x="383444" y="55629"/>
                  <a:pt x="391987" y="52237"/>
                </a:cubicBezTo>
                <a:close/>
                <a:moveTo>
                  <a:pt x="470559" y="52237"/>
                </a:moveTo>
                <a:lnTo>
                  <a:pt x="472417" y="53509"/>
                </a:lnTo>
                <a:cubicBezTo>
                  <a:pt x="472026" y="57813"/>
                  <a:pt x="471765" y="62965"/>
                  <a:pt x="471635" y="68965"/>
                </a:cubicBezTo>
                <a:lnTo>
                  <a:pt x="480928" y="60455"/>
                </a:lnTo>
                <a:cubicBezTo>
                  <a:pt x="483536" y="58042"/>
                  <a:pt x="485265" y="56493"/>
                  <a:pt x="486112" y="55808"/>
                </a:cubicBezTo>
                <a:cubicBezTo>
                  <a:pt x="486960" y="55123"/>
                  <a:pt x="488949" y="54324"/>
                  <a:pt x="492080" y="53411"/>
                </a:cubicBezTo>
                <a:cubicBezTo>
                  <a:pt x="495210" y="52498"/>
                  <a:pt x="498503" y="52042"/>
                  <a:pt x="501960" y="52042"/>
                </a:cubicBezTo>
                <a:cubicBezTo>
                  <a:pt x="508481" y="52042"/>
                  <a:pt x="514188" y="53656"/>
                  <a:pt x="519079" y="56884"/>
                </a:cubicBezTo>
                <a:cubicBezTo>
                  <a:pt x="523970" y="60112"/>
                  <a:pt x="527589" y="64563"/>
                  <a:pt x="529937" y="70237"/>
                </a:cubicBezTo>
                <a:cubicBezTo>
                  <a:pt x="538741" y="61889"/>
                  <a:pt x="543877" y="57259"/>
                  <a:pt x="545344" y="56346"/>
                </a:cubicBezTo>
                <a:cubicBezTo>
                  <a:pt x="546811" y="55433"/>
                  <a:pt x="549143" y="54504"/>
                  <a:pt x="552338" y="53558"/>
                </a:cubicBezTo>
                <a:cubicBezTo>
                  <a:pt x="555534" y="52612"/>
                  <a:pt x="558730" y="52140"/>
                  <a:pt x="561925" y="52140"/>
                </a:cubicBezTo>
                <a:cubicBezTo>
                  <a:pt x="567077" y="52140"/>
                  <a:pt x="571805" y="53248"/>
                  <a:pt x="576109" y="55466"/>
                </a:cubicBezTo>
                <a:cubicBezTo>
                  <a:pt x="580414" y="57683"/>
                  <a:pt x="583837" y="60585"/>
                  <a:pt x="586381" y="64172"/>
                </a:cubicBezTo>
                <a:cubicBezTo>
                  <a:pt x="588924" y="67759"/>
                  <a:pt x="590408" y="71639"/>
                  <a:pt x="590832" y="75813"/>
                </a:cubicBezTo>
                <a:cubicBezTo>
                  <a:pt x="591256" y="79987"/>
                  <a:pt x="591468" y="85725"/>
                  <a:pt x="591468" y="93030"/>
                </a:cubicBezTo>
                <a:lnTo>
                  <a:pt x="591468" y="103301"/>
                </a:lnTo>
                <a:cubicBezTo>
                  <a:pt x="591468" y="104410"/>
                  <a:pt x="591663" y="112529"/>
                  <a:pt x="592055" y="127659"/>
                </a:cubicBezTo>
                <a:cubicBezTo>
                  <a:pt x="592185" y="133854"/>
                  <a:pt x="592870" y="137539"/>
                  <a:pt x="594109" y="138713"/>
                </a:cubicBezTo>
                <a:cubicBezTo>
                  <a:pt x="595348" y="139887"/>
                  <a:pt x="599359" y="140474"/>
                  <a:pt x="606141" y="140474"/>
                </a:cubicBezTo>
                <a:lnTo>
                  <a:pt x="606924" y="141256"/>
                </a:lnTo>
                <a:lnTo>
                  <a:pt x="606924" y="145463"/>
                </a:lnTo>
                <a:lnTo>
                  <a:pt x="606141" y="146245"/>
                </a:lnTo>
                <a:cubicBezTo>
                  <a:pt x="597859" y="145723"/>
                  <a:pt x="592250" y="145463"/>
                  <a:pt x="589316" y="145463"/>
                </a:cubicBezTo>
                <a:cubicBezTo>
                  <a:pt x="587685" y="145463"/>
                  <a:pt x="582957" y="145723"/>
                  <a:pt x="575131" y="146245"/>
                </a:cubicBezTo>
                <a:lnTo>
                  <a:pt x="573859" y="145169"/>
                </a:lnTo>
                <a:cubicBezTo>
                  <a:pt x="574707" y="136691"/>
                  <a:pt x="575131" y="125637"/>
                  <a:pt x="575131" y="112007"/>
                </a:cubicBezTo>
                <a:lnTo>
                  <a:pt x="575131" y="100268"/>
                </a:lnTo>
                <a:cubicBezTo>
                  <a:pt x="575131" y="89899"/>
                  <a:pt x="574642" y="82644"/>
                  <a:pt x="573664" y="78503"/>
                </a:cubicBezTo>
                <a:cubicBezTo>
                  <a:pt x="572686" y="74362"/>
                  <a:pt x="570403" y="70971"/>
                  <a:pt x="566816" y="68329"/>
                </a:cubicBezTo>
                <a:cubicBezTo>
                  <a:pt x="563229" y="65688"/>
                  <a:pt x="558958" y="64367"/>
                  <a:pt x="554001" y="64367"/>
                </a:cubicBezTo>
                <a:cubicBezTo>
                  <a:pt x="550480" y="64367"/>
                  <a:pt x="547186" y="65069"/>
                  <a:pt x="544121" y="66471"/>
                </a:cubicBezTo>
                <a:cubicBezTo>
                  <a:pt x="541056" y="67873"/>
                  <a:pt x="538301" y="69960"/>
                  <a:pt x="535855" y="72731"/>
                </a:cubicBezTo>
                <a:cubicBezTo>
                  <a:pt x="533410" y="75503"/>
                  <a:pt x="532057" y="78079"/>
                  <a:pt x="531796" y="80459"/>
                </a:cubicBezTo>
                <a:cubicBezTo>
                  <a:pt x="531535" y="82840"/>
                  <a:pt x="531404" y="87225"/>
                  <a:pt x="531404" y="93617"/>
                </a:cubicBezTo>
                <a:lnTo>
                  <a:pt x="531404" y="105844"/>
                </a:lnTo>
                <a:cubicBezTo>
                  <a:pt x="531404" y="108714"/>
                  <a:pt x="531535" y="114094"/>
                  <a:pt x="531796" y="121985"/>
                </a:cubicBezTo>
                <a:cubicBezTo>
                  <a:pt x="532057" y="129876"/>
                  <a:pt x="532334" y="134474"/>
                  <a:pt x="532627" y="135778"/>
                </a:cubicBezTo>
                <a:cubicBezTo>
                  <a:pt x="532921" y="137082"/>
                  <a:pt x="533377" y="138012"/>
                  <a:pt x="533997" y="138566"/>
                </a:cubicBezTo>
                <a:cubicBezTo>
                  <a:pt x="534616" y="139120"/>
                  <a:pt x="535334" y="139479"/>
                  <a:pt x="536149" y="139642"/>
                </a:cubicBezTo>
                <a:cubicBezTo>
                  <a:pt x="536964" y="139805"/>
                  <a:pt x="540469" y="140082"/>
                  <a:pt x="546665" y="140474"/>
                </a:cubicBezTo>
                <a:lnTo>
                  <a:pt x="547545" y="141256"/>
                </a:lnTo>
                <a:lnTo>
                  <a:pt x="547545" y="145365"/>
                </a:lnTo>
                <a:lnTo>
                  <a:pt x="546763" y="146245"/>
                </a:lnTo>
                <a:cubicBezTo>
                  <a:pt x="538611" y="145723"/>
                  <a:pt x="530752" y="145463"/>
                  <a:pt x="523187" y="145463"/>
                </a:cubicBezTo>
                <a:cubicBezTo>
                  <a:pt x="516209" y="145463"/>
                  <a:pt x="508383" y="145723"/>
                  <a:pt x="499710" y="146245"/>
                </a:cubicBezTo>
                <a:lnTo>
                  <a:pt x="498829" y="145365"/>
                </a:lnTo>
                <a:lnTo>
                  <a:pt x="498829" y="141256"/>
                </a:lnTo>
                <a:lnTo>
                  <a:pt x="499710" y="140474"/>
                </a:lnTo>
                <a:cubicBezTo>
                  <a:pt x="506036" y="140082"/>
                  <a:pt x="509606" y="139789"/>
                  <a:pt x="510421" y="139593"/>
                </a:cubicBezTo>
                <a:cubicBezTo>
                  <a:pt x="511237" y="139398"/>
                  <a:pt x="511954" y="138990"/>
                  <a:pt x="512573" y="138370"/>
                </a:cubicBezTo>
                <a:cubicBezTo>
                  <a:pt x="513193" y="137751"/>
                  <a:pt x="513617" y="136805"/>
                  <a:pt x="513845" y="135534"/>
                </a:cubicBezTo>
                <a:cubicBezTo>
                  <a:pt x="514073" y="134262"/>
                  <a:pt x="514334" y="130056"/>
                  <a:pt x="514628" y="122914"/>
                </a:cubicBezTo>
                <a:cubicBezTo>
                  <a:pt x="514921" y="115773"/>
                  <a:pt x="515068" y="110377"/>
                  <a:pt x="515068" y="106725"/>
                </a:cubicBezTo>
                <a:lnTo>
                  <a:pt x="515068" y="95573"/>
                </a:lnTo>
                <a:cubicBezTo>
                  <a:pt x="515068" y="88204"/>
                  <a:pt x="514563" y="82530"/>
                  <a:pt x="513552" y="78552"/>
                </a:cubicBezTo>
                <a:cubicBezTo>
                  <a:pt x="512541" y="74574"/>
                  <a:pt x="510372" y="71215"/>
                  <a:pt x="507046" y="68476"/>
                </a:cubicBezTo>
                <a:cubicBezTo>
                  <a:pt x="503720" y="65737"/>
                  <a:pt x="499547" y="64367"/>
                  <a:pt x="494525" y="64367"/>
                </a:cubicBezTo>
                <a:cubicBezTo>
                  <a:pt x="490612" y="64367"/>
                  <a:pt x="487042" y="65134"/>
                  <a:pt x="483814" y="66666"/>
                </a:cubicBezTo>
                <a:cubicBezTo>
                  <a:pt x="480585" y="68199"/>
                  <a:pt x="477944" y="70090"/>
                  <a:pt x="475890" y="72340"/>
                </a:cubicBezTo>
                <a:cubicBezTo>
                  <a:pt x="473836" y="74590"/>
                  <a:pt x="472564" y="76693"/>
                  <a:pt x="472075" y="78650"/>
                </a:cubicBezTo>
                <a:cubicBezTo>
                  <a:pt x="471586" y="80606"/>
                  <a:pt x="471341" y="84845"/>
                  <a:pt x="471341" y="91367"/>
                </a:cubicBezTo>
                <a:lnTo>
                  <a:pt x="471341" y="105844"/>
                </a:lnTo>
                <a:cubicBezTo>
                  <a:pt x="471341" y="108714"/>
                  <a:pt x="471472" y="114094"/>
                  <a:pt x="471732" y="121985"/>
                </a:cubicBezTo>
                <a:cubicBezTo>
                  <a:pt x="471993" y="129876"/>
                  <a:pt x="472270" y="134474"/>
                  <a:pt x="472564" y="135778"/>
                </a:cubicBezTo>
                <a:cubicBezTo>
                  <a:pt x="472857" y="137082"/>
                  <a:pt x="473314" y="138012"/>
                  <a:pt x="473933" y="138566"/>
                </a:cubicBezTo>
                <a:cubicBezTo>
                  <a:pt x="474553" y="139120"/>
                  <a:pt x="475270" y="139479"/>
                  <a:pt x="476086" y="139642"/>
                </a:cubicBezTo>
                <a:cubicBezTo>
                  <a:pt x="476901" y="139805"/>
                  <a:pt x="480406" y="140082"/>
                  <a:pt x="486601" y="140474"/>
                </a:cubicBezTo>
                <a:lnTo>
                  <a:pt x="487482" y="141256"/>
                </a:lnTo>
                <a:lnTo>
                  <a:pt x="487482" y="145365"/>
                </a:lnTo>
                <a:lnTo>
                  <a:pt x="486699" y="146245"/>
                </a:lnTo>
                <a:cubicBezTo>
                  <a:pt x="478547" y="145723"/>
                  <a:pt x="470689" y="145463"/>
                  <a:pt x="463124" y="145463"/>
                </a:cubicBezTo>
                <a:cubicBezTo>
                  <a:pt x="455624" y="145463"/>
                  <a:pt x="447798" y="145723"/>
                  <a:pt x="439646" y="146245"/>
                </a:cubicBezTo>
                <a:lnTo>
                  <a:pt x="438766" y="145365"/>
                </a:lnTo>
                <a:lnTo>
                  <a:pt x="438766" y="141256"/>
                </a:lnTo>
                <a:lnTo>
                  <a:pt x="439646" y="140474"/>
                </a:lnTo>
                <a:cubicBezTo>
                  <a:pt x="445972" y="140082"/>
                  <a:pt x="449543" y="139789"/>
                  <a:pt x="450358" y="139593"/>
                </a:cubicBezTo>
                <a:cubicBezTo>
                  <a:pt x="451173" y="139398"/>
                  <a:pt x="451891" y="138990"/>
                  <a:pt x="452510" y="138370"/>
                </a:cubicBezTo>
                <a:cubicBezTo>
                  <a:pt x="453130" y="137751"/>
                  <a:pt x="453554" y="136805"/>
                  <a:pt x="453782" y="135534"/>
                </a:cubicBezTo>
                <a:cubicBezTo>
                  <a:pt x="454010" y="134262"/>
                  <a:pt x="454271" y="130056"/>
                  <a:pt x="454564" y="122914"/>
                </a:cubicBezTo>
                <a:cubicBezTo>
                  <a:pt x="454858" y="115773"/>
                  <a:pt x="455005" y="110377"/>
                  <a:pt x="455005" y="106725"/>
                </a:cubicBezTo>
                <a:lnTo>
                  <a:pt x="455005" y="87454"/>
                </a:lnTo>
                <a:cubicBezTo>
                  <a:pt x="455005" y="84845"/>
                  <a:pt x="454874" y="81291"/>
                  <a:pt x="454613" y="76791"/>
                </a:cubicBezTo>
                <a:cubicBezTo>
                  <a:pt x="454353" y="72291"/>
                  <a:pt x="454141" y="69519"/>
                  <a:pt x="453978" y="68476"/>
                </a:cubicBezTo>
                <a:cubicBezTo>
                  <a:pt x="453814" y="67433"/>
                  <a:pt x="453309" y="66666"/>
                  <a:pt x="452461" y="66177"/>
                </a:cubicBezTo>
                <a:cubicBezTo>
                  <a:pt x="451613" y="65688"/>
                  <a:pt x="449918" y="65444"/>
                  <a:pt x="447374" y="65444"/>
                </a:cubicBezTo>
                <a:lnTo>
                  <a:pt x="439157" y="65346"/>
                </a:lnTo>
                <a:lnTo>
                  <a:pt x="438277" y="64563"/>
                </a:lnTo>
                <a:lnTo>
                  <a:pt x="438277" y="60357"/>
                </a:lnTo>
                <a:lnTo>
                  <a:pt x="439060" y="59574"/>
                </a:lnTo>
                <a:cubicBezTo>
                  <a:pt x="451516" y="58074"/>
                  <a:pt x="462015" y="55629"/>
                  <a:pt x="470559" y="52237"/>
                </a:cubicBezTo>
                <a:close/>
                <a:moveTo>
                  <a:pt x="631598" y="79139"/>
                </a:moveTo>
                <a:lnTo>
                  <a:pt x="627783" y="78160"/>
                </a:lnTo>
                <a:lnTo>
                  <a:pt x="627001" y="77182"/>
                </a:lnTo>
                <a:lnTo>
                  <a:pt x="627001" y="65052"/>
                </a:lnTo>
                <a:cubicBezTo>
                  <a:pt x="638609" y="56444"/>
                  <a:pt x="649891" y="52140"/>
                  <a:pt x="660848" y="52140"/>
                </a:cubicBezTo>
                <a:cubicBezTo>
                  <a:pt x="668347" y="52140"/>
                  <a:pt x="674575" y="53542"/>
                  <a:pt x="679532" y="56346"/>
                </a:cubicBezTo>
                <a:cubicBezTo>
                  <a:pt x="684488" y="59150"/>
                  <a:pt x="688075" y="62656"/>
                  <a:pt x="690292" y="66862"/>
                </a:cubicBezTo>
                <a:cubicBezTo>
                  <a:pt x="692510" y="71068"/>
                  <a:pt x="693618" y="75976"/>
                  <a:pt x="693618" y="81584"/>
                </a:cubicBezTo>
                <a:lnTo>
                  <a:pt x="693129" y="101247"/>
                </a:lnTo>
                <a:lnTo>
                  <a:pt x="693129" y="130398"/>
                </a:lnTo>
                <a:cubicBezTo>
                  <a:pt x="693129" y="134376"/>
                  <a:pt x="693406" y="136789"/>
                  <a:pt x="693961" y="137637"/>
                </a:cubicBezTo>
                <a:cubicBezTo>
                  <a:pt x="694515" y="138485"/>
                  <a:pt x="695151" y="139055"/>
                  <a:pt x="695868" y="139349"/>
                </a:cubicBezTo>
                <a:cubicBezTo>
                  <a:pt x="696585" y="139642"/>
                  <a:pt x="697922" y="139887"/>
                  <a:pt x="699879" y="140082"/>
                </a:cubicBezTo>
                <a:lnTo>
                  <a:pt x="705455" y="140571"/>
                </a:lnTo>
                <a:lnTo>
                  <a:pt x="706237" y="141452"/>
                </a:lnTo>
                <a:lnTo>
                  <a:pt x="706237" y="145365"/>
                </a:lnTo>
                <a:lnTo>
                  <a:pt x="705455" y="146147"/>
                </a:lnTo>
                <a:cubicBezTo>
                  <a:pt x="700694" y="145756"/>
                  <a:pt x="696259" y="145560"/>
                  <a:pt x="692151" y="145560"/>
                </a:cubicBezTo>
                <a:cubicBezTo>
                  <a:pt x="688238" y="145560"/>
                  <a:pt x="683542" y="145756"/>
                  <a:pt x="678064" y="146147"/>
                </a:cubicBezTo>
                <a:lnTo>
                  <a:pt x="676597" y="144778"/>
                </a:lnTo>
                <a:lnTo>
                  <a:pt x="676988" y="129028"/>
                </a:lnTo>
                <a:lnTo>
                  <a:pt x="655663" y="145658"/>
                </a:lnTo>
                <a:cubicBezTo>
                  <a:pt x="652076" y="147158"/>
                  <a:pt x="648163" y="147908"/>
                  <a:pt x="643924" y="147908"/>
                </a:cubicBezTo>
                <a:cubicBezTo>
                  <a:pt x="638707" y="147908"/>
                  <a:pt x="634223" y="146963"/>
                  <a:pt x="630473" y="145071"/>
                </a:cubicBezTo>
                <a:cubicBezTo>
                  <a:pt x="626724" y="143180"/>
                  <a:pt x="623854" y="140539"/>
                  <a:pt x="621865" y="137148"/>
                </a:cubicBezTo>
                <a:cubicBezTo>
                  <a:pt x="619876" y="133756"/>
                  <a:pt x="618881" y="129648"/>
                  <a:pt x="618881" y="124822"/>
                </a:cubicBezTo>
                <a:cubicBezTo>
                  <a:pt x="618881" y="115235"/>
                  <a:pt x="621881" y="107752"/>
                  <a:pt x="627881" y="102372"/>
                </a:cubicBezTo>
                <a:cubicBezTo>
                  <a:pt x="633881" y="96991"/>
                  <a:pt x="650250" y="92410"/>
                  <a:pt x="676988" y="88628"/>
                </a:cubicBezTo>
                <a:cubicBezTo>
                  <a:pt x="676988" y="78976"/>
                  <a:pt x="674836" y="72177"/>
                  <a:pt x="670532" y="68231"/>
                </a:cubicBezTo>
                <a:cubicBezTo>
                  <a:pt x="666228" y="64286"/>
                  <a:pt x="660456" y="62313"/>
                  <a:pt x="653217" y="62313"/>
                </a:cubicBezTo>
                <a:cubicBezTo>
                  <a:pt x="649435" y="62313"/>
                  <a:pt x="645995" y="62868"/>
                  <a:pt x="642897" y="63976"/>
                </a:cubicBezTo>
                <a:cubicBezTo>
                  <a:pt x="639799" y="65085"/>
                  <a:pt x="638022" y="65982"/>
                  <a:pt x="637566" y="66666"/>
                </a:cubicBezTo>
                <a:cubicBezTo>
                  <a:pt x="637109" y="67351"/>
                  <a:pt x="635348" y="71345"/>
                  <a:pt x="632283" y="78650"/>
                </a:cubicBezTo>
                <a:lnTo>
                  <a:pt x="631598" y="79139"/>
                </a:lnTo>
                <a:moveTo>
                  <a:pt x="676988" y="94595"/>
                </a:moveTo>
                <a:cubicBezTo>
                  <a:pt x="658728" y="97660"/>
                  <a:pt x="647348" y="100953"/>
                  <a:pt x="642848" y="104475"/>
                </a:cubicBezTo>
                <a:cubicBezTo>
                  <a:pt x="638348" y="107996"/>
                  <a:pt x="636098" y="113442"/>
                  <a:pt x="636098" y="120811"/>
                </a:cubicBezTo>
                <a:cubicBezTo>
                  <a:pt x="636098" y="130985"/>
                  <a:pt x="641152" y="136072"/>
                  <a:pt x="651261" y="136072"/>
                </a:cubicBezTo>
                <a:cubicBezTo>
                  <a:pt x="659934" y="136072"/>
                  <a:pt x="668510" y="131050"/>
                  <a:pt x="676988" y="121007"/>
                </a:cubicBezTo>
                <a:lnTo>
                  <a:pt x="676988" y="94595"/>
                </a:lnTo>
                <a:moveTo>
                  <a:pt x="660358" y="46075"/>
                </a:moveTo>
                <a:lnTo>
                  <a:pt x="660358" y="46075"/>
                </a:lnTo>
                <a:moveTo>
                  <a:pt x="658304" y="151332"/>
                </a:moveTo>
                <a:lnTo>
                  <a:pt x="658304" y="151332"/>
                </a:lnTo>
                <a:close/>
                <a:moveTo>
                  <a:pt x="716131" y="68672"/>
                </a:moveTo>
                <a:lnTo>
                  <a:pt x="716131" y="66128"/>
                </a:lnTo>
                <a:lnTo>
                  <a:pt x="716816" y="65150"/>
                </a:lnTo>
                <a:cubicBezTo>
                  <a:pt x="722946" y="62868"/>
                  <a:pt x="727902" y="60748"/>
                  <a:pt x="731685" y="58792"/>
                </a:cubicBezTo>
                <a:cubicBezTo>
                  <a:pt x="731685" y="41770"/>
                  <a:pt x="731489" y="31858"/>
                  <a:pt x="731098" y="29053"/>
                </a:cubicBezTo>
                <a:cubicBezTo>
                  <a:pt x="737815" y="26706"/>
                  <a:pt x="743326" y="24195"/>
                  <a:pt x="747630" y="21521"/>
                </a:cubicBezTo>
                <a:lnTo>
                  <a:pt x="749978" y="23477"/>
                </a:lnTo>
                <a:cubicBezTo>
                  <a:pt x="749326" y="27586"/>
                  <a:pt x="748543" y="39520"/>
                  <a:pt x="747630" y="59281"/>
                </a:cubicBezTo>
                <a:cubicBezTo>
                  <a:pt x="750891" y="59346"/>
                  <a:pt x="754412" y="59378"/>
                  <a:pt x="758195" y="59378"/>
                </a:cubicBezTo>
                <a:cubicBezTo>
                  <a:pt x="765890" y="59378"/>
                  <a:pt x="771401" y="59183"/>
                  <a:pt x="774727" y="58792"/>
                </a:cubicBezTo>
                <a:lnTo>
                  <a:pt x="775412" y="59476"/>
                </a:lnTo>
                <a:lnTo>
                  <a:pt x="773553" y="67693"/>
                </a:lnTo>
                <a:lnTo>
                  <a:pt x="772770" y="68574"/>
                </a:lnTo>
                <a:cubicBezTo>
                  <a:pt x="769445" y="68509"/>
                  <a:pt x="765760" y="68476"/>
                  <a:pt x="761716" y="68476"/>
                </a:cubicBezTo>
                <a:cubicBezTo>
                  <a:pt x="758064" y="68476"/>
                  <a:pt x="753369" y="68509"/>
                  <a:pt x="747630" y="68574"/>
                </a:cubicBezTo>
                <a:lnTo>
                  <a:pt x="747043" y="108388"/>
                </a:lnTo>
                <a:cubicBezTo>
                  <a:pt x="747043" y="117583"/>
                  <a:pt x="747255" y="123599"/>
                  <a:pt x="747679" y="126436"/>
                </a:cubicBezTo>
                <a:cubicBezTo>
                  <a:pt x="748103" y="129273"/>
                  <a:pt x="749277" y="131490"/>
                  <a:pt x="751201" y="133088"/>
                </a:cubicBezTo>
                <a:cubicBezTo>
                  <a:pt x="753124" y="134686"/>
                  <a:pt x="755978" y="135485"/>
                  <a:pt x="759760" y="135485"/>
                </a:cubicBezTo>
                <a:cubicBezTo>
                  <a:pt x="764129" y="135485"/>
                  <a:pt x="768173" y="134343"/>
                  <a:pt x="771890" y="132061"/>
                </a:cubicBezTo>
                <a:lnTo>
                  <a:pt x="774238" y="135583"/>
                </a:lnTo>
                <a:cubicBezTo>
                  <a:pt x="772673" y="136691"/>
                  <a:pt x="768923" y="139952"/>
                  <a:pt x="762988" y="145365"/>
                </a:cubicBezTo>
                <a:cubicBezTo>
                  <a:pt x="759597" y="146930"/>
                  <a:pt x="756141" y="147713"/>
                  <a:pt x="752619" y="147713"/>
                </a:cubicBezTo>
                <a:cubicBezTo>
                  <a:pt x="737946" y="147713"/>
                  <a:pt x="730609" y="140604"/>
                  <a:pt x="730609" y="126387"/>
                </a:cubicBezTo>
                <a:cubicBezTo>
                  <a:pt x="730609" y="121170"/>
                  <a:pt x="730739" y="116735"/>
                  <a:pt x="731000" y="113083"/>
                </a:cubicBezTo>
                <a:cubicBezTo>
                  <a:pt x="731065" y="111975"/>
                  <a:pt x="731098" y="110833"/>
                  <a:pt x="731098" y="109659"/>
                </a:cubicBezTo>
                <a:lnTo>
                  <a:pt x="731098" y="69063"/>
                </a:lnTo>
                <a:lnTo>
                  <a:pt x="727087" y="69063"/>
                </a:lnTo>
                <a:cubicBezTo>
                  <a:pt x="724153" y="69063"/>
                  <a:pt x="720794" y="69193"/>
                  <a:pt x="717011" y="69454"/>
                </a:cubicBezTo>
                <a:lnTo>
                  <a:pt x="716131" y="68672"/>
                </a:lnTo>
                <a:close/>
                <a:moveTo>
                  <a:pt x="805115" y="8511"/>
                </a:moveTo>
                <a:cubicBezTo>
                  <a:pt x="808180" y="8511"/>
                  <a:pt x="810789" y="9587"/>
                  <a:pt x="812941" y="11739"/>
                </a:cubicBezTo>
                <a:cubicBezTo>
                  <a:pt x="815093" y="13891"/>
                  <a:pt x="816169" y="16499"/>
                  <a:pt x="816169" y="19565"/>
                </a:cubicBezTo>
                <a:cubicBezTo>
                  <a:pt x="816169" y="22564"/>
                  <a:pt x="815093" y="25140"/>
                  <a:pt x="812941" y="27293"/>
                </a:cubicBezTo>
                <a:cubicBezTo>
                  <a:pt x="810789" y="29445"/>
                  <a:pt x="808180" y="30521"/>
                  <a:pt x="805115" y="30521"/>
                </a:cubicBezTo>
                <a:cubicBezTo>
                  <a:pt x="802115" y="30521"/>
                  <a:pt x="799523" y="29461"/>
                  <a:pt x="797338" y="27341"/>
                </a:cubicBezTo>
                <a:cubicBezTo>
                  <a:pt x="795154" y="25222"/>
                  <a:pt x="794061" y="22630"/>
                  <a:pt x="794061" y="19565"/>
                </a:cubicBezTo>
                <a:cubicBezTo>
                  <a:pt x="794061" y="16499"/>
                  <a:pt x="795154" y="13891"/>
                  <a:pt x="797338" y="11739"/>
                </a:cubicBezTo>
                <a:cubicBezTo>
                  <a:pt x="799523" y="9587"/>
                  <a:pt x="802115" y="8511"/>
                  <a:pt x="805115" y="8511"/>
                </a:cubicBezTo>
                <a:moveTo>
                  <a:pt x="813430" y="52237"/>
                </a:moveTo>
                <a:lnTo>
                  <a:pt x="815289" y="53509"/>
                </a:lnTo>
                <a:cubicBezTo>
                  <a:pt x="814571" y="62052"/>
                  <a:pt x="814213" y="72911"/>
                  <a:pt x="814213" y="86084"/>
                </a:cubicBezTo>
                <a:lnTo>
                  <a:pt x="814213" y="108192"/>
                </a:lnTo>
                <a:cubicBezTo>
                  <a:pt x="814213" y="109627"/>
                  <a:pt x="814343" y="114241"/>
                  <a:pt x="814604" y="122034"/>
                </a:cubicBezTo>
                <a:cubicBezTo>
                  <a:pt x="814865" y="129827"/>
                  <a:pt x="815142" y="134376"/>
                  <a:pt x="815435" y="135680"/>
                </a:cubicBezTo>
                <a:cubicBezTo>
                  <a:pt x="815729" y="136985"/>
                  <a:pt x="816169" y="137930"/>
                  <a:pt x="816756" y="138517"/>
                </a:cubicBezTo>
                <a:cubicBezTo>
                  <a:pt x="817343" y="139104"/>
                  <a:pt x="818060" y="139479"/>
                  <a:pt x="818908" y="139642"/>
                </a:cubicBezTo>
                <a:cubicBezTo>
                  <a:pt x="819756" y="139805"/>
                  <a:pt x="823278" y="140082"/>
                  <a:pt x="829473" y="140474"/>
                </a:cubicBezTo>
                <a:lnTo>
                  <a:pt x="830353" y="141256"/>
                </a:lnTo>
                <a:lnTo>
                  <a:pt x="830353" y="145365"/>
                </a:lnTo>
                <a:lnTo>
                  <a:pt x="829571" y="146245"/>
                </a:lnTo>
                <a:cubicBezTo>
                  <a:pt x="821419" y="145723"/>
                  <a:pt x="813561" y="145463"/>
                  <a:pt x="805996" y="145463"/>
                </a:cubicBezTo>
                <a:cubicBezTo>
                  <a:pt x="798496" y="145463"/>
                  <a:pt x="790670" y="145723"/>
                  <a:pt x="782518" y="146245"/>
                </a:cubicBezTo>
                <a:lnTo>
                  <a:pt x="781638" y="145365"/>
                </a:lnTo>
                <a:lnTo>
                  <a:pt x="781638" y="141256"/>
                </a:lnTo>
                <a:lnTo>
                  <a:pt x="782518" y="140474"/>
                </a:lnTo>
                <a:cubicBezTo>
                  <a:pt x="788844" y="140082"/>
                  <a:pt x="792415" y="139789"/>
                  <a:pt x="793230" y="139593"/>
                </a:cubicBezTo>
                <a:cubicBezTo>
                  <a:pt x="794045" y="139398"/>
                  <a:pt x="794762" y="138990"/>
                  <a:pt x="795382" y="138370"/>
                </a:cubicBezTo>
                <a:cubicBezTo>
                  <a:pt x="796001" y="137751"/>
                  <a:pt x="796425" y="136805"/>
                  <a:pt x="796654" y="135534"/>
                </a:cubicBezTo>
                <a:cubicBezTo>
                  <a:pt x="796882" y="134262"/>
                  <a:pt x="797143" y="130056"/>
                  <a:pt x="797436" y="122914"/>
                </a:cubicBezTo>
                <a:cubicBezTo>
                  <a:pt x="797730" y="115773"/>
                  <a:pt x="797876" y="110377"/>
                  <a:pt x="797876" y="106725"/>
                </a:cubicBezTo>
                <a:lnTo>
                  <a:pt x="797876" y="87454"/>
                </a:lnTo>
                <a:cubicBezTo>
                  <a:pt x="797876" y="84845"/>
                  <a:pt x="797746" y="81291"/>
                  <a:pt x="797485" y="76791"/>
                </a:cubicBezTo>
                <a:cubicBezTo>
                  <a:pt x="797224" y="72291"/>
                  <a:pt x="797012" y="69519"/>
                  <a:pt x="796849" y="68476"/>
                </a:cubicBezTo>
                <a:cubicBezTo>
                  <a:pt x="796686" y="67433"/>
                  <a:pt x="796181" y="66666"/>
                  <a:pt x="795333" y="66177"/>
                </a:cubicBezTo>
                <a:cubicBezTo>
                  <a:pt x="794485" y="65688"/>
                  <a:pt x="792789" y="65444"/>
                  <a:pt x="790246" y="65444"/>
                </a:cubicBezTo>
                <a:lnTo>
                  <a:pt x="782029" y="65346"/>
                </a:lnTo>
                <a:lnTo>
                  <a:pt x="781149" y="64563"/>
                </a:lnTo>
                <a:lnTo>
                  <a:pt x="781149" y="60357"/>
                </a:lnTo>
                <a:lnTo>
                  <a:pt x="781931" y="59574"/>
                </a:lnTo>
                <a:cubicBezTo>
                  <a:pt x="794387" y="58074"/>
                  <a:pt x="804887" y="55629"/>
                  <a:pt x="813430" y="52237"/>
                </a:cubicBezTo>
                <a:moveTo>
                  <a:pt x="805800" y="151332"/>
                </a:moveTo>
                <a:lnTo>
                  <a:pt x="805800" y="151332"/>
                </a:lnTo>
                <a:close/>
                <a:moveTo>
                  <a:pt x="841893" y="100660"/>
                </a:moveTo>
                <a:cubicBezTo>
                  <a:pt x="841893" y="92899"/>
                  <a:pt x="843491" y="85416"/>
                  <a:pt x="846686" y="78209"/>
                </a:cubicBezTo>
                <a:cubicBezTo>
                  <a:pt x="849882" y="71003"/>
                  <a:pt x="855441" y="64775"/>
                  <a:pt x="863365" y="59525"/>
                </a:cubicBezTo>
                <a:cubicBezTo>
                  <a:pt x="871289" y="54275"/>
                  <a:pt x="880696" y="51650"/>
                  <a:pt x="891587" y="51650"/>
                </a:cubicBezTo>
                <a:cubicBezTo>
                  <a:pt x="905282" y="51650"/>
                  <a:pt x="916434" y="55971"/>
                  <a:pt x="925042" y="64612"/>
                </a:cubicBezTo>
                <a:cubicBezTo>
                  <a:pt x="933651" y="73253"/>
                  <a:pt x="937955" y="84356"/>
                  <a:pt x="937955" y="97921"/>
                </a:cubicBezTo>
                <a:cubicBezTo>
                  <a:pt x="937955" y="112855"/>
                  <a:pt x="933015" y="125148"/>
                  <a:pt x="923135" y="134800"/>
                </a:cubicBezTo>
                <a:cubicBezTo>
                  <a:pt x="913255" y="144452"/>
                  <a:pt x="901337" y="149278"/>
                  <a:pt x="887381" y="149278"/>
                </a:cubicBezTo>
                <a:cubicBezTo>
                  <a:pt x="878250" y="149278"/>
                  <a:pt x="870098" y="146816"/>
                  <a:pt x="862925" y="141892"/>
                </a:cubicBezTo>
                <a:cubicBezTo>
                  <a:pt x="855751" y="136968"/>
                  <a:pt x="850452" y="130952"/>
                  <a:pt x="847029" y="123844"/>
                </a:cubicBezTo>
                <a:cubicBezTo>
                  <a:pt x="843605" y="116735"/>
                  <a:pt x="841893" y="109007"/>
                  <a:pt x="841893" y="100660"/>
                </a:cubicBezTo>
                <a:moveTo>
                  <a:pt x="860381" y="93910"/>
                </a:moveTo>
                <a:cubicBezTo>
                  <a:pt x="860381" y="103040"/>
                  <a:pt x="861555" y="111208"/>
                  <a:pt x="863903" y="118415"/>
                </a:cubicBezTo>
                <a:cubicBezTo>
                  <a:pt x="866251" y="125621"/>
                  <a:pt x="869968" y="131409"/>
                  <a:pt x="875055" y="135778"/>
                </a:cubicBezTo>
                <a:cubicBezTo>
                  <a:pt x="880142" y="140148"/>
                  <a:pt x="885946" y="142332"/>
                  <a:pt x="892467" y="142332"/>
                </a:cubicBezTo>
                <a:cubicBezTo>
                  <a:pt x="900163" y="142332"/>
                  <a:pt x="906521" y="139283"/>
                  <a:pt x="911543" y="133186"/>
                </a:cubicBezTo>
                <a:cubicBezTo>
                  <a:pt x="916564" y="127088"/>
                  <a:pt x="919075" y="117909"/>
                  <a:pt x="919075" y="105649"/>
                </a:cubicBezTo>
                <a:cubicBezTo>
                  <a:pt x="919075" y="91758"/>
                  <a:pt x="916352" y="80378"/>
                  <a:pt x="910907" y="71509"/>
                </a:cubicBezTo>
                <a:cubicBezTo>
                  <a:pt x="905461" y="62639"/>
                  <a:pt x="897619" y="58205"/>
                  <a:pt x="887381" y="58205"/>
                </a:cubicBezTo>
                <a:cubicBezTo>
                  <a:pt x="878903" y="58205"/>
                  <a:pt x="872283" y="61270"/>
                  <a:pt x="867522" y="67400"/>
                </a:cubicBezTo>
                <a:cubicBezTo>
                  <a:pt x="862762" y="73530"/>
                  <a:pt x="860381" y="82367"/>
                  <a:pt x="860381" y="93910"/>
                </a:cubicBezTo>
                <a:moveTo>
                  <a:pt x="890022" y="46075"/>
                </a:moveTo>
                <a:lnTo>
                  <a:pt x="890022" y="46075"/>
                </a:lnTo>
                <a:moveTo>
                  <a:pt x="888554" y="151332"/>
                </a:moveTo>
                <a:lnTo>
                  <a:pt x="888554" y="151332"/>
                </a:lnTo>
                <a:close/>
                <a:moveTo>
                  <a:pt x="978083" y="52237"/>
                </a:moveTo>
                <a:lnTo>
                  <a:pt x="979941" y="53509"/>
                </a:lnTo>
                <a:cubicBezTo>
                  <a:pt x="979550" y="57879"/>
                  <a:pt x="979289" y="63617"/>
                  <a:pt x="979159" y="70726"/>
                </a:cubicBezTo>
                <a:cubicBezTo>
                  <a:pt x="984376" y="66422"/>
                  <a:pt x="989332" y="62052"/>
                  <a:pt x="994028" y="57618"/>
                </a:cubicBezTo>
                <a:cubicBezTo>
                  <a:pt x="995398" y="56379"/>
                  <a:pt x="996686" y="55466"/>
                  <a:pt x="997892" y="54879"/>
                </a:cubicBezTo>
                <a:cubicBezTo>
                  <a:pt x="999098" y="54292"/>
                  <a:pt x="1001104" y="53672"/>
                  <a:pt x="1003908" y="53020"/>
                </a:cubicBezTo>
                <a:cubicBezTo>
                  <a:pt x="1006712" y="52368"/>
                  <a:pt x="1009582" y="52042"/>
                  <a:pt x="1012517" y="52042"/>
                </a:cubicBezTo>
                <a:cubicBezTo>
                  <a:pt x="1017473" y="52042"/>
                  <a:pt x="1022283" y="53053"/>
                  <a:pt x="1026945" y="55074"/>
                </a:cubicBezTo>
                <a:cubicBezTo>
                  <a:pt x="1031608" y="57096"/>
                  <a:pt x="1035130" y="59493"/>
                  <a:pt x="1037510" y="62264"/>
                </a:cubicBezTo>
                <a:cubicBezTo>
                  <a:pt x="1039891" y="65036"/>
                  <a:pt x="1041537" y="68313"/>
                  <a:pt x="1042450" y="72095"/>
                </a:cubicBezTo>
                <a:cubicBezTo>
                  <a:pt x="1043363" y="75878"/>
                  <a:pt x="1043820" y="80541"/>
                  <a:pt x="1043820" y="86084"/>
                </a:cubicBezTo>
                <a:lnTo>
                  <a:pt x="1043820" y="103301"/>
                </a:lnTo>
                <a:cubicBezTo>
                  <a:pt x="1043820" y="104410"/>
                  <a:pt x="1043983" y="112529"/>
                  <a:pt x="1044309" y="127659"/>
                </a:cubicBezTo>
                <a:cubicBezTo>
                  <a:pt x="1044439" y="133854"/>
                  <a:pt x="1045124" y="137539"/>
                  <a:pt x="1046363" y="138713"/>
                </a:cubicBezTo>
                <a:cubicBezTo>
                  <a:pt x="1047602" y="139887"/>
                  <a:pt x="1051646" y="140474"/>
                  <a:pt x="1058493" y="140474"/>
                </a:cubicBezTo>
                <a:lnTo>
                  <a:pt x="1059276" y="141256"/>
                </a:lnTo>
                <a:lnTo>
                  <a:pt x="1059276" y="145463"/>
                </a:lnTo>
                <a:lnTo>
                  <a:pt x="1058493" y="146245"/>
                </a:lnTo>
                <a:cubicBezTo>
                  <a:pt x="1050211" y="145723"/>
                  <a:pt x="1044602" y="145463"/>
                  <a:pt x="1041668" y="145463"/>
                </a:cubicBezTo>
                <a:cubicBezTo>
                  <a:pt x="1039972" y="145463"/>
                  <a:pt x="1035211" y="145723"/>
                  <a:pt x="1027386" y="146245"/>
                </a:cubicBezTo>
                <a:lnTo>
                  <a:pt x="1026212" y="145169"/>
                </a:lnTo>
                <a:cubicBezTo>
                  <a:pt x="1027060" y="136691"/>
                  <a:pt x="1027483" y="125637"/>
                  <a:pt x="1027483" y="112007"/>
                </a:cubicBezTo>
                <a:lnTo>
                  <a:pt x="1027483" y="99192"/>
                </a:lnTo>
                <a:cubicBezTo>
                  <a:pt x="1027483" y="91497"/>
                  <a:pt x="1027304" y="85954"/>
                  <a:pt x="1026945" y="82563"/>
                </a:cubicBezTo>
                <a:cubicBezTo>
                  <a:pt x="1026587" y="79171"/>
                  <a:pt x="1025494" y="76090"/>
                  <a:pt x="1023668" y="73318"/>
                </a:cubicBezTo>
                <a:cubicBezTo>
                  <a:pt x="1021842" y="70547"/>
                  <a:pt x="1019397" y="68395"/>
                  <a:pt x="1016332" y="66862"/>
                </a:cubicBezTo>
                <a:cubicBezTo>
                  <a:pt x="1013267" y="65329"/>
                  <a:pt x="1009614" y="64563"/>
                  <a:pt x="1005375" y="64563"/>
                </a:cubicBezTo>
                <a:cubicBezTo>
                  <a:pt x="1001984" y="64563"/>
                  <a:pt x="999082" y="64905"/>
                  <a:pt x="996669" y="65590"/>
                </a:cubicBezTo>
                <a:cubicBezTo>
                  <a:pt x="994256" y="66275"/>
                  <a:pt x="991550" y="67677"/>
                  <a:pt x="988550" y="69797"/>
                </a:cubicBezTo>
                <a:cubicBezTo>
                  <a:pt x="985550" y="71916"/>
                  <a:pt x="983333" y="73905"/>
                  <a:pt x="981898" y="75764"/>
                </a:cubicBezTo>
                <a:cubicBezTo>
                  <a:pt x="980463" y="77622"/>
                  <a:pt x="979599" y="79351"/>
                  <a:pt x="979306" y="80948"/>
                </a:cubicBezTo>
                <a:cubicBezTo>
                  <a:pt x="979012" y="82546"/>
                  <a:pt x="978865" y="85954"/>
                  <a:pt x="978865" y="91171"/>
                </a:cubicBezTo>
                <a:lnTo>
                  <a:pt x="978865" y="108192"/>
                </a:lnTo>
                <a:cubicBezTo>
                  <a:pt x="978865" y="109627"/>
                  <a:pt x="978996" y="114241"/>
                  <a:pt x="979257" y="122034"/>
                </a:cubicBezTo>
                <a:cubicBezTo>
                  <a:pt x="979518" y="129827"/>
                  <a:pt x="979795" y="134376"/>
                  <a:pt x="980088" y="135680"/>
                </a:cubicBezTo>
                <a:cubicBezTo>
                  <a:pt x="980382" y="136985"/>
                  <a:pt x="980822" y="137930"/>
                  <a:pt x="981409" y="138517"/>
                </a:cubicBezTo>
                <a:cubicBezTo>
                  <a:pt x="981996" y="139104"/>
                  <a:pt x="982713" y="139479"/>
                  <a:pt x="983561" y="139642"/>
                </a:cubicBezTo>
                <a:cubicBezTo>
                  <a:pt x="984409" y="139805"/>
                  <a:pt x="987930" y="140082"/>
                  <a:pt x="994126" y="140474"/>
                </a:cubicBezTo>
                <a:lnTo>
                  <a:pt x="995006" y="141256"/>
                </a:lnTo>
                <a:lnTo>
                  <a:pt x="995006" y="145365"/>
                </a:lnTo>
                <a:lnTo>
                  <a:pt x="994224" y="146245"/>
                </a:lnTo>
                <a:cubicBezTo>
                  <a:pt x="986072" y="145723"/>
                  <a:pt x="978213" y="145463"/>
                  <a:pt x="970648" y="145463"/>
                </a:cubicBezTo>
                <a:cubicBezTo>
                  <a:pt x="963149" y="145463"/>
                  <a:pt x="955323" y="145723"/>
                  <a:pt x="947171" y="146245"/>
                </a:cubicBezTo>
                <a:lnTo>
                  <a:pt x="946290" y="145365"/>
                </a:lnTo>
                <a:lnTo>
                  <a:pt x="946290" y="141256"/>
                </a:lnTo>
                <a:lnTo>
                  <a:pt x="947171" y="140474"/>
                </a:lnTo>
                <a:cubicBezTo>
                  <a:pt x="953497" y="140082"/>
                  <a:pt x="957067" y="139789"/>
                  <a:pt x="957882" y="139593"/>
                </a:cubicBezTo>
                <a:cubicBezTo>
                  <a:pt x="958698" y="139398"/>
                  <a:pt x="959415" y="138990"/>
                  <a:pt x="960035" y="138370"/>
                </a:cubicBezTo>
                <a:cubicBezTo>
                  <a:pt x="960654" y="137751"/>
                  <a:pt x="961078" y="136805"/>
                  <a:pt x="961306" y="135534"/>
                </a:cubicBezTo>
                <a:cubicBezTo>
                  <a:pt x="961534" y="134262"/>
                  <a:pt x="961795" y="130056"/>
                  <a:pt x="962089" y="122914"/>
                </a:cubicBezTo>
                <a:cubicBezTo>
                  <a:pt x="962382" y="115773"/>
                  <a:pt x="962529" y="110377"/>
                  <a:pt x="962529" y="106725"/>
                </a:cubicBezTo>
                <a:lnTo>
                  <a:pt x="962529" y="87454"/>
                </a:lnTo>
                <a:cubicBezTo>
                  <a:pt x="962529" y="84845"/>
                  <a:pt x="962399" y="81291"/>
                  <a:pt x="962138" y="76791"/>
                </a:cubicBezTo>
                <a:cubicBezTo>
                  <a:pt x="961877" y="72291"/>
                  <a:pt x="961665" y="69519"/>
                  <a:pt x="961502" y="68476"/>
                </a:cubicBezTo>
                <a:cubicBezTo>
                  <a:pt x="961339" y="67433"/>
                  <a:pt x="960833" y="66666"/>
                  <a:pt x="959986" y="66177"/>
                </a:cubicBezTo>
                <a:cubicBezTo>
                  <a:pt x="959138" y="65688"/>
                  <a:pt x="957442" y="65444"/>
                  <a:pt x="954899" y="65444"/>
                </a:cubicBezTo>
                <a:lnTo>
                  <a:pt x="946682" y="65346"/>
                </a:lnTo>
                <a:lnTo>
                  <a:pt x="945801" y="64563"/>
                </a:lnTo>
                <a:lnTo>
                  <a:pt x="945801" y="60357"/>
                </a:lnTo>
                <a:lnTo>
                  <a:pt x="946584" y="59574"/>
                </a:lnTo>
                <a:cubicBezTo>
                  <a:pt x="959040" y="58074"/>
                  <a:pt x="969540" y="55629"/>
                  <a:pt x="978083" y="52237"/>
                </a:cubicBezTo>
                <a:close/>
                <a:moveTo>
                  <a:pt x="1153306" y="587"/>
                </a:moveTo>
                <a:lnTo>
                  <a:pt x="1155164" y="1761"/>
                </a:lnTo>
                <a:cubicBezTo>
                  <a:pt x="1154447" y="9261"/>
                  <a:pt x="1154088" y="24293"/>
                  <a:pt x="1154088" y="46857"/>
                </a:cubicBezTo>
                <a:lnTo>
                  <a:pt x="1154088" y="108192"/>
                </a:lnTo>
                <a:cubicBezTo>
                  <a:pt x="1154088" y="109627"/>
                  <a:pt x="1154219" y="114241"/>
                  <a:pt x="1154480" y="122034"/>
                </a:cubicBezTo>
                <a:cubicBezTo>
                  <a:pt x="1154741" y="129827"/>
                  <a:pt x="1155018" y="134376"/>
                  <a:pt x="1155311" y="135680"/>
                </a:cubicBezTo>
                <a:cubicBezTo>
                  <a:pt x="1155605" y="136985"/>
                  <a:pt x="1156045" y="137930"/>
                  <a:pt x="1156632" y="138517"/>
                </a:cubicBezTo>
                <a:cubicBezTo>
                  <a:pt x="1157219" y="139104"/>
                  <a:pt x="1157936" y="139479"/>
                  <a:pt x="1158784" y="139642"/>
                </a:cubicBezTo>
                <a:cubicBezTo>
                  <a:pt x="1159632" y="139805"/>
                  <a:pt x="1163153" y="140082"/>
                  <a:pt x="1169349" y="140474"/>
                </a:cubicBezTo>
                <a:lnTo>
                  <a:pt x="1170229" y="141256"/>
                </a:lnTo>
                <a:lnTo>
                  <a:pt x="1170229" y="145365"/>
                </a:lnTo>
                <a:lnTo>
                  <a:pt x="1169447" y="146245"/>
                </a:lnTo>
                <a:cubicBezTo>
                  <a:pt x="1161295" y="145723"/>
                  <a:pt x="1153436" y="145463"/>
                  <a:pt x="1145871" y="145463"/>
                </a:cubicBezTo>
                <a:cubicBezTo>
                  <a:pt x="1138372" y="145463"/>
                  <a:pt x="1130546" y="145723"/>
                  <a:pt x="1122394" y="146245"/>
                </a:cubicBezTo>
                <a:lnTo>
                  <a:pt x="1121513" y="145365"/>
                </a:lnTo>
                <a:lnTo>
                  <a:pt x="1121513" y="141256"/>
                </a:lnTo>
                <a:lnTo>
                  <a:pt x="1122394" y="140474"/>
                </a:lnTo>
                <a:cubicBezTo>
                  <a:pt x="1128720" y="140082"/>
                  <a:pt x="1132290" y="139789"/>
                  <a:pt x="1133105" y="139593"/>
                </a:cubicBezTo>
                <a:cubicBezTo>
                  <a:pt x="1133921" y="139398"/>
                  <a:pt x="1134638" y="138990"/>
                  <a:pt x="1135258" y="138370"/>
                </a:cubicBezTo>
                <a:cubicBezTo>
                  <a:pt x="1135877" y="137751"/>
                  <a:pt x="1136301" y="136805"/>
                  <a:pt x="1136529" y="135534"/>
                </a:cubicBezTo>
                <a:cubicBezTo>
                  <a:pt x="1136757" y="134262"/>
                  <a:pt x="1137018" y="130056"/>
                  <a:pt x="1137312" y="122914"/>
                </a:cubicBezTo>
                <a:cubicBezTo>
                  <a:pt x="1137605" y="115773"/>
                  <a:pt x="1137752" y="110377"/>
                  <a:pt x="1137752" y="106725"/>
                </a:cubicBezTo>
                <a:lnTo>
                  <a:pt x="1137752" y="56053"/>
                </a:lnTo>
                <a:lnTo>
                  <a:pt x="1137361" y="35314"/>
                </a:lnTo>
                <a:cubicBezTo>
                  <a:pt x="1137165" y="28075"/>
                  <a:pt x="1136953" y="23054"/>
                  <a:pt x="1136725" y="20249"/>
                </a:cubicBezTo>
                <a:cubicBezTo>
                  <a:pt x="1136497" y="17445"/>
                  <a:pt x="1136187" y="15782"/>
                  <a:pt x="1135796" y="15260"/>
                </a:cubicBezTo>
                <a:cubicBezTo>
                  <a:pt x="1135404" y="14739"/>
                  <a:pt x="1134719" y="14347"/>
                  <a:pt x="1133741" y="14086"/>
                </a:cubicBezTo>
                <a:cubicBezTo>
                  <a:pt x="1132763" y="13826"/>
                  <a:pt x="1128818" y="13695"/>
                  <a:pt x="1121905" y="13695"/>
                </a:cubicBezTo>
                <a:lnTo>
                  <a:pt x="1121024" y="12815"/>
                </a:lnTo>
                <a:lnTo>
                  <a:pt x="1121024" y="8706"/>
                </a:lnTo>
                <a:lnTo>
                  <a:pt x="1121807" y="7826"/>
                </a:lnTo>
                <a:cubicBezTo>
                  <a:pt x="1134263" y="6391"/>
                  <a:pt x="1144763" y="3978"/>
                  <a:pt x="1153306" y="587"/>
                </a:cubicBezTo>
                <a:close/>
                <a:moveTo>
                  <a:pt x="1261495" y="131083"/>
                </a:moveTo>
                <a:lnTo>
                  <a:pt x="1258364" y="138126"/>
                </a:lnTo>
                <a:cubicBezTo>
                  <a:pt x="1251582" y="142495"/>
                  <a:pt x="1245533" y="145332"/>
                  <a:pt x="1240218" y="146637"/>
                </a:cubicBezTo>
                <a:cubicBezTo>
                  <a:pt x="1234903" y="147941"/>
                  <a:pt x="1230159" y="148593"/>
                  <a:pt x="1225985" y="148593"/>
                </a:cubicBezTo>
                <a:cubicBezTo>
                  <a:pt x="1218159" y="148593"/>
                  <a:pt x="1210741" y="147060"/>
                  <a:pt x="1203730" y="143995"/>
                </a:cubicBezTo>
                <a:cubicBezTo>
                  <a:pt x="1196720" y="140930"/>
                  <a:pt x="1191013" y="135746"/>
                  <a:pt x="1186611" y="128441"/>
                </a:cubicBezTo>
                <a:cubicBezTo>
                  <a:pt x="1182209" y="121137"/>
                  <a:pt x="1180008" y="112333"/>
                  <a:pt x="1180008" y="102029"/>
                </a:cubicBezTo>
                <a:cubicBezTo>
                  <a:pt x="1180008" y="95182"/>
                  <a:pt x="1180856" y="89003"/>
                  <a:pt x="1182552" y="83492"/>
                </a:cubicBezTo>
                <a:cubicBezTo>
                  <a:pt x="1184247" y="77981"/>
                  <a:pt x="1186024" y="73889"/>
                  <a:pt x="1187883" y="71215"/>
                </a:cubicBezTo>
                <a:cubicBezTo>
                  <a:pt x="1189742" y="68541"/>
                  <a:pt x="1192888" y="65574"/>
                  <a:pt x="1197323" y="62313"/>
                </a:cubicBezTo>
                <a:cubicBezTo>
                  <a:pt x="1201758" y="59052"/>
                  <a:pt x="1206453" y="56444"/>
                  <a:pt x="1211409" y="54487"/>
                </a:cubicBezTo>
                <a:cubicBezTo>
                  <a:pt x="1216366" y="52531"/>
                  <a:pt x="1221713" y="51553"/>
                  <a:pt x="1227452" y="51553"/>
                </a:cubicBezTo>
                <a:cubicBezTo>
                  <a:pt x="1235278" y="51553"/>
                  <a:pt x="1242175" y="53395"/>
                  <a:pt x="1248142" y="57080"/>
                </a:cubicBezTo>
                <a:cubicBezTo>
                  <a:pt x="1254109" y="60764"/>
                  <a:pt x="1258299" y="65476"/>
                  <a:pt x="1260712" y="71215"/>
                </a:cubicBezTo>
                <a:cubicBezTo>
                  <a:pt x="1263125" y="76954"/>
                  <a:pt x="1264332" y="83052"/>
                  <a:pt x="1264332" y="89508"/>
                </a:cubicBezTo>
                <a:cubicBezTo>
                  <a:pt x="1264332" y="91530"/>
                  <a:pt x="1264234" y="93486"/>
                  <a:pt x="1264038" y="95377"/>
                </a:cubicBezTo>
                <a:lnTo>
                  <a:pt x="1262962" y="96453"/>
                </a:lnTo>
                <a:cubicBezTo>
                  <a:pt x="1258528" y="97432"/>
                  <a:pt x="1252560" y="98084"/>
                  <a:pt x="1245061" y="98410"/>
                </a:cubicBezTo>
                <a:cubicBezTo>
                  <a:pt x="1237561" y="98736"/>
                  <a:pt x="1232604" y="98899"/>
                  <a:pt x="1230191" y="98899"/>
                </a:cubicBezTo>
                <a:lnTo>
                  <a:pt x="1198790" y="98899"/>
                </a:lnTo>
                <a:cubicBezTo>
                  <a:pt x="1198921" y="112398"/>
                  <a:pt x="1202312" y="122344"/>
                  <a:pt x="1208964" y="128735"/>
                </a:cubicBezTo>
                <a:cubicBezTo>
                  <a:pt x="1215616" y="135126"/>
                  <a:pt x="1223768" y="138322"/>
                  <a:pt x="1233420" y="138322"/>
                </a:cubicBezTo>
                <a:cubicBezTo>
                  <a:pt x="1237985" y="138322"/>
                  <a:pt x="1242370" y="137539"/>
                  <a:pt x="1246577" y="135974"/>
                </a:cubicBezTo>
                <a:cubicBezTo>
                  <a:pt x="1250783" y="134409"/>
                  <a:pt x="1255234" y="132224"/>
                  <a:pt x="1259930" y="129420"/>
                </a:cubicBezTo>
                <a:lnTo>
                  <a:pt x="1261495" y="131083"/>
                </a:lnTo>
                <a:moveTo>
                  <a:pt x="1198790" y="91073"/>
                </a:moveTo>
                <a:cubicBezTo>
                  <a:pt x="1199964" y="91269"/>
                  <a:pt x="1204480" y="91497"/>
                  <a:pt x="1212339" y="91758"/>
                </a:cubicBezTo>
                <a:cubicBezTo>
                  <a:pt x="1220197" y="92019"/>
                  <a:pt x="1226018" y="92149"/>
                  <a:pt x="1229800" y="92149"/>
                </a:cubicBezTo>
                <a:cubicBezTo>
                  <a:pt x="1238865" y="92149"/>
                  <a:pt x="1244376" y="91986"/>
                  <a:pt x="1246332" y="91660"/>
                </a:cubicBezTo>
                <a:cubicBezTo>
                  <a:pt x="1246397" y="90095"/>
                  <a:pt x="1246430" y="88888"/>
                  <a:pt x="1246430" y="88041"/>
                </a:cubicBezTo>
                <a:cubicBezTo>
                  <a:pt x="1246430" y="77932"/>
                  <a:pt x="1244376" y="70416"/>
                  <a:pt x="1240267" y="65492"/>
                </a:cubicBezTo>
                <a:cubicBezTo>
                  <a:pt x="1236159" y="60569"/>
                  <a:pt x="1230550" y="58107"/>
                  <a:pt x="1223442" y="58107"/>
                </a:cubicBezTo>
                <a:cubicBezTo>
                  <a:pt x="1215681" y="58107"/>
                  <a:pt x="1209632" y="60878"/>
                  <a:pt x="1205296" y="66422"/>
                </a:cubicBezTo>
                <a:cubicBezTo>
                  <a:pt x="1200959" y="71965"/>
                  <a:pt x="1198790" y="80182"/>
                  <a:pt x="1198790" y="91073"/>
                </a:cubicBezTo>
                <a:moveTo>
                  <a:pt x="1226083" y="46075"/>
                </a:moveTo>
                <a:lnTo>
                  <a:pt x="1226083" y="46075"/>
                </a:lnTo>
                <a:moveTo>
                  <a:pt x="1224909" y="151332"/>
                </a:moveTo>
                <a:lnTo>
                  <a:pt x="1224909" y="151332"/>
                </a:lnTo>
                <a:close/>
                <a:moveTo>
                  <a:pt x="1292322" y="79139"/>
                </a:moveTo>
                <a:lnTo>
                  <a:pt x="1288507" y="78160"/>
                </a:lnTo>
                <a:lnTo>
                  <a:pt x="1287725" y="77182"/>
                </a:lnTo>
                <a:lnTo>
                  <a:pt x="1287725" y="65052"/>
                </a:lnTo>
                <a:cubicBezTo>
                  <a:pt x="1299333" y="56444"/>
                  <a:pt x="1310615" y="52140"/>
                  <a:pt x="1321571" y="52140"/>
                </a:cubicBezTo>
                <a:cubicBezTo>
                  <a:pt x="1329071" y="52140"/>
                  <a:pt x="1335299" y="53542"/>
                  <a:pt x="1340255" y="56346"/>
                </a:cubicBezTo>
                <a:cubicBezTo>
                  <a:pt x="1345212" y="59150"/>
                  <a:pt x="1348799" y="62656"/>
                  <a:pt x="1351016" y="66862"/>
                </a:cubicBezTo>
                <a:cubicBezTo>
                  <a:pt x="1353233" y="71068"/>
                  <a:pt x="1354342" y="75976"/>
                  <a:pt x="1354342" y="81584"/>
                </a:cubicBezTo>
                <a:lnTo>
                  <a:pt x="1353853" y="101247"/>
                </a:lnTo>
                <a:lnTo>
                  <a:pt x="1353853" y="130398"/>
                </a:lnTo>
                <a:cubicBezTo>
                  <a:pt x="1353853" y="134376"/>
                  <a:pt x="1354130" y="136789"/>
                  <a:pt x="1354684" y="137637"/>
                </a:cubicBezTo>
                <a:cubicBezTo>
                  <a:pt x="1355239" y="138485"/>
                  <a:pt x="1355874" y="139055"/>
                  <a:pt x="1356592" y="139349"/>
                </a:cubicBezTo>
                <a:cubicBezTo>
                  <a:pt x="1357309" y="139642"/>
                  <a:pt x="1358646" y="139887"/>
                  <a:pt x="1360603" y="140082"/>
                </a:cubicBezTo>
                <a:lnTo>
                  <a:pt x="1366178" y="140571"/>
                </a:lnTo>
                <a:lnTo>
                  <a:pt x="1366961" y="141452"/>
                </a:lnTo>
                <a:lnTo>
                  <a:pt x="1366961" y="145365"/>
                </a:lnTo>
                <a:lnTo>
                  <a:pt x="1366178" y="146147"/>
                </a:lnTo>
                <a:cubicBezTo>
                  <a:pt x="1361418" y="145756"/>
                  <a:pt x="1356983" y="145560"/>
                  <a:pt x="1352875" y="145560"/>
                </a:cubicBezTo>
                <a:cubicBezTo>
                  <a:pt x="1348962" y="145560"/>
                  <a:pt x="1344266" y="145756"/>
                  <a:pt x="1338788" y="146147"/>
                </a:cubicBezTo>
                <a:lnTo>
                  <a:pt x="1337321" y="144778"/>
                </a:lnTo>
                <a:lnTo>
                  <a:pt x="1337712" y="129028"/>
                </a:lnTo>
                <a:lnTo>
                  <a:pt x="1316387" y="145658"/>
                </a:lnTo>
                <a:cubicBezTo>
                  <a:pt x="1312800" y="147158"/>
                  <a:pt x="1308887" y="147908"/>
                  <a:pt x="1304648" y="147908"/>
                </a:cubicBezTo>
                <a:cubicBezTo>
                  <a:pt x="1299431" y="147908"/>
                  <a:pt x="1294947" y="146963"/>
                  <a:pt x="1291197" y="145071"/>
                </a:cubicBezTo>
                <a:cubicBezTo>
                  <a:pt x="1287447" y="143180"/>
                  <a:pt x="1284578" y="140539"/>
                  <a:pt x="1282589" y="137148"/>
                </a:cubicBezTo>
                <a:cubicBezTo>
                  <a:pt x="1280600" y="133756"/>
                  <a:pt x="1279605" y="129648"/>
                  <a:pt x="1279605" y="124822"/>
                </a:cubicBezTo>
                <a:cubicBezTo>
                  <a:pt x="1279605" y="115235"/>
                  <a:pt x="1282605" y="107752"/>
                  <a:pt x="1288605" y="102372"/>
                </a:cubicBezTo>
                <a:cubicBezTo>
                  <a:pt x="1294605" y="96991"/>
                  <a:pt x="1310974" y="92410"/>
                  <a:pt x="1337712" y="88628"/>
                </a:cubicBezTo>
                <a:cubicBezTo>
                  <a:pt x="1337712" y="78976"/>
                  <a:pt x="1335560" y="72177"/>
                  <a:pt x="1331256" y="68231"/>
                </a:cubicBezTo>
                <a:cubicBezTo>
                  <a:pt x="1326951" y="64286"/>
                  <a:pt x="1321180" y="62313"/>
                  <a:pt x="1313941" y="62313"/>
                </a:cubicBezTo>
                <a:cubicBezTo>
                  <a:pt x="1310159" y="62313"/>
                  <a:pt x="1306718" y="62868"/>
                  <a:pt x="1303621" y="63976"/>
                </a:cubicBezTo>
                <a:cubicBezTo>
                  <a:pt x="1300523" y="65085"/>
                  <a:pt x="1298746" y="65982"/>
                  <a:pt x="1298289" y="66666"/>
                </a:cubicBezTo>
                <a:cubicBezTo>
                  <a:pt x="1297833" y="67351"/>
                  <a:pt x="1296072" y="71345"/>
                  <a:pt x="1293007" y="78650"/>
                </a:cubicBezTo>
                <a:lnTo>
                  <a:pt x="1292322" y="79139"/>
                </a:lnTo>
                <a:moveTo>
                  <a:pt x="1337712" y="94595"/>
                </a:moveTo>
                <a:cubicBezTo>
                  <a:pt x="1319452" y="97660"/>
                  <a:pt x="1308072" y="100953"/>
                  <a:pt x="1303572" y="104475"/>
                </a:cubicBezTo>
                <a:cubicBezTo>
                  <a:pt x="1299072" y="107996"/>
                  <a:pt x="1296822" y="113442"/>
                  <a:pt x="1296822" y="120811"/>
                </a:cubicBezTo>
                <a:cubicBezTo>
                  <a:pt x="1296822" y="130985"/>
                  <a:pt x="1301876" y="136072"/>
                  <a:pt x="1311985" y="136072"/>
                </a:cubicBezTo>
                <a:cubicBezTo>
                  <a:pt x="1320658" y="136072"/>
                  <a:pt x="1329234" y="131050"/>
                  <a:pt x="1337712" y="121007"/>
                </a:cubicBezTo>
                <a:lnTo>
                  <a:pt x="1337712" y="94595"/>
                </a:lnTo>
                <a:moveTo>
                  <a:pt x="1321082" y="46075"/>
                </a:moveTo>
                <a:lnTo>
                  <a:pt x="1321082" y="46075"/>
                </a:lnTo>
                <a:moveTo>
                  <a:pt x="1319028" y="151332"/>
                </a:moveTo>
                <a:lnTo>
                  <a:pt x="1319028" y="151332"/>
                </a:lnTo>
                <a:close/>
                <a:moveTo>
                  <a:pt x="1407962" y="587"/>
                </a:moveTo>
                <a:lnTo>
                  <a:pt x="1409821" y="1761"/>
                </a:lnTo>
                <a:cubicBezTo>
                  <a:pt x="1409104" y="9261"/>
                  <a:pt x="1408745" y="24293"/>
                  <a:pt x="1408745" y="46857"/>
                </a:cubicBezTo>
                <a:lnTo>
                  <a:pt x="1408745" y="92736"/>
                </a:lnTo>
                <a:cubicBezTo>
                  <a:pt x="1410962" y="91432"/>
                  <a:pt x="1415332" y="88155"/>
                  <a:pt x="1421853" y="82905"/>
                </a:cubicBezTo>
                <a:cubicBezTo>
                  <a:pt x="1428375" y="77655"/>
                  <a:pt x="1435271" y="71655"/>
                  <a:pt x="1442543" y="64905"/>
                </a:cubicBezTo>
                <a:cubicBezTo>
                  <a:pt x="1449814" y="58156"/>
                  <a:pt x="1453548" y="54487"/>
                  <a:pt x="1453744" y="53900"/>
                </a:cubicBezTo>
                <a:cubicBezTo>
                  <a:pt x="1459287" y="54096"/>
                  <a:pt x="1462613" y="54194"/>
                  <a:pt x="1463721" y="54194"/>
                </a:cubicBezTo>
                <a:cubicBezTo>
                  <a:pt x="1465221" y="54194"/>
                  <a:pt x="1468254" y="54096"/>
                  <a:pt x="1472819" y="53900"/>
                </a:cubicBezTo>
                <a:lnTo>
                  <a:pt x="1473699" y="54781"/>
                </a:lnTo>
                <a:lnTo>
                  <a:pt x="1473699" y="58596"/>
                </a:lnTo>
                <a:lnTo>
                  <a:pt x="1472917" y="59476"/>
                </a:lnTo>
                <a:cubicBezTo>
                  <a:pt x="1469656" y="59672"/>
                  <a:pt x="1467162" y="60096"/>
                  <a:pt x="1465433" y="60748"/>
                </a:cubicBezTo>
                <a:cubicBezTo>
                  <a:pt x="1463705" y="61400"/>
                  <a:pt x="1460184" y="63552"/>
                  <a:pt x="1454869" y="67204"/>
                </a:cubicBezTo>
                <a:cubicBezTo>
                  <a:pt x="1449553" y="70856"/>
                  <a:pt x="1443276" y="75650"/>
                  <a:pt x="1436038" y="81584"/>
                </a:cubicBezTo>
                <a:lnTo>
                  <a:pt x="1426549" y="89312"/>
                </a:lnTo>
                <a:cubicBezTo>
                  <a:pt x="1430005" y="93356"/>
                  <a:pt x="1436054" y="99698"/>
                  <a:pt x="1444695" y="108339"/>
                </a:cubicBezTo>
                <a:cubicBezTo>
                  <a:pt x="1453336" y="116980"/>
                  <a:pt x="1460330" y="123681"/>
                  <a:pt x="1465678" y="128441"/>
                </a:cubicBezTo>
                <a:cubicBezTo>
                  <a:pt x="1471026" y="133202"/>
                  <a:pt x="1474515" y="135925"/>
                  <a:pt x="1476145" y="136610"/>
                </a:cubicBezTo>
                <a:cubicBezTo>
                  <a:pt x="1477775" y="137294"/>
                  <a:pt x="1479504" y="137637"/>
                  <a:pt x="1481330" y="137637"/>
                </a:cubicBezTo>
                <a:lnTo>
                  <a:pt x="1481330" y="141843"/>
                </a:lnTo>
                <a:cubicBezTo>
                  <a:pt x="1478917" y="142300"/>
                  <a:pt x="1472689" y="144289"/>
                  <a:pt x="1462645" y="147810"/>
                </a:cubicBezTo>
                <a:cubicBezTo>
                  <a:pt x="1455863" y="141941"/>
                  <a:pt x="1451559" y="138061"/>
                  <a:pt x="1449733" y="136169"/>
                </a:cubicBezTo>
                <a:lnTo>
                  <a:pt x="1442494" y="128735"/>
                </a:lnTo>
                <a:lnTo>
                  <a:pt x="1433885" y="120029"/>
                </a:lnTo>
                <a:cubicBezTo>
                  <a:pt x="1431212" y="117355"/>
                  <a:pt x="1427625" y="113964"/>
                  <a:pt x="1423125" y="109855"/>
                </a:cubicBezTo>
                <a:lnTo>
                  <a:pt x="1408745" y="96551"/>
                </a:lnTo>
                <a:lnTo>
                  <a:pt x="1408745" y="108192"/>
                </a:lnTo>
                <a:cubicBezTo>
                  <a:pt x="1408745" y="109627"/>
                  <a:pt x="1408875" y="114241"/>
                  <a:pt x="1409136" y="122034"/>
                </a:cubicBezTo>
                <a:cubicBezTo>
                  <a:pt x="1409397" y="129827"/>
                  <a:pt x="1409674" y="134376"/>
                  <a:pt x="1409968" y="135680"/>
                </a:cubicBezTo>
                <a:cubicBezTo>
                  <a:pt x="1410261" y="136985"/>
                  <a:pt x="1410701" y="137930"/>
                  <a:pt x="1411288" y="138517"/>
                </a:cubicBezTo>
                <a:cubicBezTo>
                  <a:pt x="1411875" y="139104"/>
                  <a:pt x="1412593" y="139479"/>
                  <a:pt x="1413441" y="139642"/>
                </a:cubicBezTo>
                <a:cubicBezTo>
                  <a:pt x="1414288" y="139805"/>
                  <a:pt x="1417810" y="140082"/>
                  <a:pt x="1424005" y="140474"/>
                </a:cubicBezTo>
                <a:lnTo>
                  <a:pt x="1424886" y="141256"/>
                </a:lnTo>
                <a:lnTo>
                  <a:pt x="1424886" y="145365"/>
                </a:lnTo>
                <a:lnTo>
                  <a:pt x="1424103" y="146245"/>
                </a:lnTo>
                <a:cubicBezTo>
                  <a:pt x="1415951" y="145723"/>
                  <a:pt x="1408093" y="145463"/>
                  <a:pt x="1400528" y="145463"/>
                </a:cubicBezTo>
                <a:cubicBezTo>
                  <a:pt x="1393028" y="145463"/>
                  <a:pt x="1385202" y="145723"/>
                  <a:pt x="1377050" y="146245"/>
                </a:cubicBezTo>
                <a:lnTo>
                  <a:pt x="1376170" y="145365"/>
                </a:lnTo>
                <a:lnTo>
                  <a:pt x="1376170" y="141256"/>
                </a:lnTo>
                <a:lnTo>
                  <a:pt x="1377050" y="140474"/>
                </a:lnTo>
                <a:cubicBezTo>
                  <a:pt x="1383376" y="140082"/>
                  <a:pt x="1386947" y="139789"/>
                  <a:pt x="1387762" y="139593"/>
                </a:cubicBezTo>
                <a:cubicBezTo>
                  <a:pt x="1388577" y="139398"/>
                  <a:pt x="1389295" y="138990"/>
                  <a:pt x="1389914" y="138370"/>
                </a:cubicBezTo>
                <a:cubicBezTo>
                  <a:pt x="1390534" y="137751"/>
                  <a:pt x="1390958" y="136805"/>
                  <a:pt x="1391186" y="135534"/>
                </a:cubicBezTo>
                <a:cubicBezTo>
                  <a:pt x="1391414" y="134262"/>
                  <a:pt x="1391675" y="130056"/>
                  <a:pt x="1391968" y="122914"/>
                </a:cubicBezTo>
                <a:cubicBezTo>
                  <a:pt x="1392262" y="115773"/>
                  <a:pt x="1392409" y="110377"/>
                  <a:pt x="1392409" y="106725"/>
                </a:cubicBezTo>
                <a:lnTo>
                  <a:pt x="1392409" y="56053"/>
                </a:lnTo>
                <a:lnTo>
                  <a:pt x="1392017" y="35314"/>
                </a:lnTo>
                <a:cubicBezTo>
                  <a:pt x="1391822" y="28075"/>
                  <a:pt x="1391610" y="23054"/>
                  <a:pt x="1391381" y="20249"/>
                </a:cubicBezTo>
                <a:cubicBezTo>
                  <a:pt x="1391153" y="17445"/>
                  <a:pt x="1390843" y="15782"/>
                  <a:pt x="1390452" y="15260"/>
                </a:cubicBezTo>
                <a:cubicBezTo>
                  <a:pt x="1390061" y="14739"/>
                  <a:pt x="1389376" y="14347"/>
                  <a:pt x="1388398" y="14086"/>
                </a:cubicBezTo>
                <a:cubicBezTo>
                  <a:pt x="1387420" y="13826"/>
                  <a:pt x="1383474" y="13695"/>
                  <a:pt x="1376561" y="13695"/>
                </a:cubicBezTo>
                <a:lnTo>
                  <a:pt x="1375681" y="12815"/>
                </a:lnTo>
                <a:lnTo>
                  <a:pt x="1375681" y="8706"/>
                </a:lnTo>
                <a:lnTo>
                  <a:pt x="1376463" y="7826"/>
                </a:lnTo>
                <a:cubicBezTo>
                  <a:pt x="1388920" y="6391"/>
                  <a:pt x="1399419" y="3978"/>
                  <a:pt x="1407962" y="587"/>
                </a:cubicBezTo>
                <a:close/>
                <a:moveTo>
                  <a:pt x="1504483" y="79139"/>
                </a:moveTo>
                <a:lnTo>
                  <a:pt x="1500668" y="78160"/>
                </a:lnTo>
                <a:lnTo>
                  <a:pt x="1499886" y="77182"/>
                </a:lnTo>
                <a:lnTo>
                  <a:pt x="1499886" y="65052"/>
                </a:lnTo>
                <a:cubicBezTo>
                  <a:pt x="1511494" y="56444"/>
                  <a:pt x="1522776" y="52140"/>
                  <a:pt x="1533732" y="52140"/>
                </a:cubicBezTo>
                <a:cubicBezTo>
                  <a:pt x="1541232" y="52140"/>
                  <a:pt x="1547460" y="53542"/>
                  <a:pt x="1552416" y="56346"/>
                </a:cubicBezTo>
                <a:cubicBezTo>
                  <a:pt x="1557373" y="59150"/>
                  <a:pt x="1560960" y="62656"/>
                  <a:pt x="1563177" y="66862"/>
                </a:cubicBezTo>
                <a:cubicBezTo>
                  <a:pt x="1565394" y="71068"/>
                  <a:pt x="1566503" y="75976"/>
                  <a:pt x="1566503" y="81584"/>
                </a:cubicBezTo>
                <a:lnTo>
                  <a:pt x="1566014" y="101247"/>
                </a:lnTo>
                <a:lnTo>
                  <a:pt x="1566014" y="130398"/>
                </a:lnTo>
                <a:cubicBezTo>
                  <a:pt x="1566014" y="134376"/>
                  <a:pt x="1566291" y="136789"/>
                  <a:pt x="1566845" y="137637"/>
                </a:cubicBezTo>
                <a:cubicBezTo>
                  <a:pt x="1567400" y="138485"/>
                  <a:pt x="1568036" y="139055"/>
                  <a:pt x="1568753" y="139349"/>
                </a:cubicBezTo>
                <a:cubicBezTo>
                  <a:pt x="1569470" y="139642"/>
                  <a:pt x="1570807" y="139887"/>
                  <a:pt x="1572764" y="140082"/>
                </a:cubicBezTo>
                <a:lnTo>
                  <a:pt x="1578340" y="140571"/>
                </a:lnTo>
                <a:lnTo>
                  <a:pt x="1579122" y="141452"/>
                </a:lnTo>
                <a:lnTo>
                  <a:pt x="1579122" y="145365"/>
                </a:lnTo>
                <a:lnTo>
                  <a:pt x="1578340" y="146147"/>
                </a:lnTo>
                <a:cubicBezTo>
                  <a:pt x="1573579" y="145756"/>
                  <a:pt x="1569144" y="145560"/>
                  <a:pt x="1565036" y="145560"/>
                </a:cubicBezTo>
                <a:cubicBezTo>
                  <a:pt x="1561123" y="145560"/>
                  <a:pt x="1556427" y="145756"/>
                  <a:pt x="1550949" y="146147"/>
                </a:cubicBezTo>
                <a:lnTo>
                  <a:pt x="1549482" y="144778"/>
                </a:lnTo>
                <a:lnTo>
                  <a:pt x="1549873" y="129028"/>
                </a:lnTo>
                <a:lnTo>
                  <a:pt x="1528548" y="145658"/>
                </a:lnTo>
                <a:cubicBezTo>
                  <a:pt x="1524961" y="147158"/>
                  <a:pt x="1521048" y="147908"/>
                  <a:pt x="1516809" y="147908"/>
                </a:cubicBezTo>
                <a:cubicBezTo>
                  <a:pt x="1511592" y="147908"/>
                  <a:pt x="1507108" y="146963"/>
                  <a:pt x="1503358" y="145071"/>
                </a:cubicBezTo>
                <a:cubicBezTo>
                  <a:pt x="1499608" y="143180"/>
                  <a:pt x="1496739" y="140539"/>
                  <a:pt x="1494750" y="137148"/>
                </a:cubicBezTo>
                <a:cubicBezTo>
                  <a:pt x="1492761" y="133756"/>
                  <a:pt x="1491766" y="129648"/>
                  <a:pt x="1491766" y="124822"/>
                </a:cubicBezTo>
                <a:cubicBezTo>
                  <a:pt x="1491766" y="115235"/>
                  <a:pt x="1494766" y="107752"/>
                  <a:pt x="1500766" y="102372"/>
                </a:cubicBezTo>
                <a:cubicBezTo>
                  <a:pt x="1506766" y="96991"/>
                  <a:pt x="1523135" y="92410"/>
                  <a:pt x="1549873" y="88628"/>
                </a:cubicBezTo>
                <a:cubicBezTo>
                  <a:pt x="1549873" y="78976"/>
                  <a:pt x="1547721" y="72177"/>
                  <a:pt x="1543417" y="68231"/>
                </a:cubicBezTo>
                <a:cubicBezTo>
                  <a:pt x="1539113" y="64286"/>
                  <a:pt x="1533341" y="62313"/>
                  <a:pt x="1526102" y="62313"/>
                </a:cubicBezTo>
                <a:cubicBezTo>
                  <a:pt x="1522320" y="62313"/>
                  <a:pt x="1518880" y="62868"/>
                  <a:pt x="1515782" y="63976"/>
                </a:cubicBezTo>
                <a:cubicBezTo>
                  <a:pt x="1512684" y="65085"/>
                  <a:pt x="1510907" y="65982"/>
                  <a:pt x="1510450" y="66666"/>
                </a:cubicBezTo>
                <a:cubicBezTo>
                  <a:pt x="1509994" y="67351"/>
                  <a:pt x="1508233" y="71345"/>
                  <a:pt x="1505168" y="78650"/>
                </a:cubicBezTo>
                <a:lnTo>
                  <a:pt x="1504483" y="79139"/>
                </a:lnTo>
                <a:moveTo>
                  <a:pt x="1549873" y="94595"/>
                </a:moveTo>
                <a:cubicBezTo>
                  <a:pt x="1531613" y="97660"/>
                  <a:pt x="1520233" y="100953"/>
                  <a:pt x="1515733" y="104475"/>
                </a:cubicBezTo>
                <a:cubicBezTo>
                  <a:pt x="1511233" y="107996"/>
                  <a:pt x="1508983" y="113442"/>
                  <a:pt x="1508983" y="120811"/>
                </a:cubicBezTo>
                <a:cubicBezTo>
                  <a:pt x="1508983" y="130985"/>
                  <a:pt x="1514037" y="136072"/>
                  <a:pt x="1524146" y="136072"/>
                </a:cubicBezTo>
                <a:cubicBezTo>
                  <a:pt x="1532819" y="136072"/>
                  <a:pt x="1541395" y="131050"/>
                  <a:pt x="1549873" y="121007"/>
                </a:cubicBezTo>
                <a:lnTo>
                  <a:pt x="1549873" y="94595"/>
                </a:lnTo>
                <a:moveTo>
                  <a:pt x="1533243" y="46075"/>
                </a:moveTo>
                <a:lnTo>
                  <a:pt x="1533243" y="46075"/>
                </a:lnTo>
                <a:moveTo>
                  <a:pt x="1531189" y="151332"/>
                </a:moveTo>
                <a:lnTo>
                  <a:pt x="1531189" y="151332"/>
                </a:lnTo>
                <a:close/>
                <a:moveTo>
                  <a:pt x="1692415" y="58987"/>
                </a:moveTo>
                <a:lnTo>
                  <a:pt x="1693197" y="60748"/>
                </a:lnTo>
                <a:cubicBezTo>
                  <a:pt x="1690523" y="64857"/>
                  <a:pt x="1688860" y="67530"/>
                  <a:pt x="1688208" y="68769"/>
                </a:cubicBezTo>
                <a:lnTo>
                  <a:pt x="1670013" y="68769"/>
                </a:lnTo>
                <a:cubicBezTo>
                  <a:pt x="1671839" y="72356"/>
                  <a:pt x="1672752" y="76106"/>
                  <a:pt x="1672752" y="80019"/>
                </a:cubicBezTo>
                <a:cubicBezTo>
                  <a:pt x="1672752" y="84649"/>
                  <a:pt x="1671692" y="89149"/>
                  <a:pt x="1669573" y="93519"/>
                </a:cubicBezTo>
                <a:cubicBezTo>
                  <a:pt x="1667453" y="97888"/>
                  <a:pt x="1664502" y="101605"/>
                  <a:pt x="1660720" y="104670"/>
                </a:cubicBezTo>
                <a:cubicBezTo>
                  <a:pt x="1656938" y="107736"/>
                  <a:pt x="1652650" y="110181"/>
                  <a:pt x="1647856" y="112007"/>
                </a:cubicBezTo>
                <a:cubicBezTo>
                  <a:pt x="1643063" y="113833"/>
                  <a:pt x="1637601" y="114746"/>
                  <a:pt x="1631471" y="114746"/>
                </a:cubicBezTo>
                <a:lnTo>
                  <a:pt x="1626971" y="114746"/>
                </a:lnTo>
                <a:cubicBezTo>
                  <a:pt x="1623123" y="117811"/>
                  <a:pt x="1620645" y="120094"/>
                  <a:pt x="1619537" y="121594"/>
                </a:cubicBezTo>
                <a:cubicBezTo>
                  <a:pt x="1618428" y="123094"/>
                  <a:pt x="1617874" y="124626"/>
                  <a:pt x="1617874" y="126192"/>
                </a:cubicBezTo>
                <a:cubicBezTo>
                  <a:pt x="1617874" y="129061"/>
                  <a:pt x="1619194" y="131083"/>
                  <a:pt x="1621835" y="132257"/>
                </a:cubicBezTo>
                <a:cubicBezTo>
                  <a:pt x="1624477" y="133430"/>
                  <a:pt x="1629938" y="134017"/>
                  <a:pt x="1638221" y="134017"/>
                </a:cubicBezTo>
                <a:lnTo>
                  <a:pt x="1660133" y="133724"/>
                </a:lnTo>
                <a:cubicBezTo>
                  <a:pt x="1667046" y="133724"/>
                  <a:pt x="1672345" y="134539"/>
                  <a:pt x="1676029" y="136169"/>
                </a:cubicBezTo>
                <a:cubicBezTo>
                  <a:pt x="1679714" y="137800"/>
                  <a:pt x="1682698" y="140718"/>
                  <a:pt x="1684980" y="144925"/>
                </a:cubicBezTo>
                <a:cubicBezTo>
                  <a:pt x="1687263" y="149131"/>
                  <a:pt x="1688404" y="153582"/>
                  <a:pt x="1688404" y="158277"/>
                </a:cubicBezTo>
                <a:cubicBezTo>
                  <a:pt x="1688404" y="165451"/>
                  <a:pt x="1686072" y="172608"/>
                  <a:pt x="1681410" y="179750"/>
                </a:cubicBezTo>
                <a:cubicBezTo>
                  <a:pt x="1676747" y="186891"/>
                  <a:pt x="1670013" y="192320"/>
                  <a:pt x="1661209" y="196037"/>
                </a:cubicBezTo>
                <a:cubicBezTo>
                  <a:pt x="1652405" y="199754"/>
                  <a:pt x="1643014" y="201613"/>
                  <a:pt x="1633036" y="201613"/>
                </a:cubicBezTo>
                <a:cubicBezTo>
                  <a:pt x="1627362" y="201613"/>
                  <a:pt x="1622031" y="200993"/>
                  <a:pt x="1617042" y="199754"/>
                </a:cubicBezTo>
                <a:cubicBezTo>
                  <a:pt x="1612053" y="198515"/>
                  <a:pt x="1607684" y="196640"/>
                  <a:pt x="1603934" y="194130"/>
                </a:cubicBezTo>
                <a:cubicBezTo>
                  <a:pt x="1600184" y="191619"/>
                  <a:pt x="1597168" y="188342"/>
                  <a:pt x="1594885" y="184298"/>
                </a:cubicBezTo>
                <a:cubicBezTo>
                  <a:pt x="1592603" y="180255"/>
                  <a:pt x="1591461" y="176049"/>
                  <a:pt x="1591461" y="171679"/>
                </a:cubicBezTo>
                <a:cubicBezTo>
                  <a:pt x="1591461" y="169266"/>
                  <a:pt x="1591820" y="166739"/>
                  <a:pt x="1592537" y="164098"/>
                </a:cubicBezTo>
                <a:cubicBezTo>
                  <a:pt x="1593255" y="161457"/>
                  <a:pt x="1594624" y="158604"/>
                  <a:pt x="1596646" y="155538"/>
                </a:cubicBezTo>
                <a:lnTo>
                  <a:pt x="1614352" y="145658"/>
                </a:lnTo>
                <a:cubicBezTo>
                  <a:pt x="1608678" y="143897"/>
                  <a:pt x="1605108" y="142153"/>
                  <a:pt x="1603640" y="140425"/>
                </a:cubicBezTo>
                <a:cubicBezTo>
                  <a:pt x="1602173" y="138697"/>
                  <a:pt x="1601439" y="136626"/>
                  <a:pt x="1601439" y="134213"/>
                </a:cubicBezTo>
                <a:cubicBezTo>
                  <a:pt x="1601439" y="131735"/>
                  <a:pt x="1602255" y="128800"/>
                  <a:pt x="1603885" y="125409"/>
                </a:cubicBezTo>
                <a:lnTo>
                  <a:pt x="1619634" y="114061"/>
                </a:lnTo>
                <a:cubicBezTo>
                  <a:pt x="1610374" y="111649"/>
                  <a:pt x="1604129" y="108029"/>
                  <a:pt x="1600901" y="103203"/>
                </a:cubicBezTo>
                <a:cubicBezTo>
                  <a:pt x="1597673" y="98377"/>
                  <a:pt x="1596059" y="93095"/>
                  <a:pt x="1596059" y="87356"/>
                </a:cubicBezTo>
                <a:cubicBezTo>
                  <a:pt x="1596059" y="82073"/>
                  <a:pt x="1597200" y="77036"/>
                  <a:pt x="1599483" y="72242"/>
                </a:cubicBezTo>
                <a:cubicBezTo>
                  <a:pt x="1601765" y="67449"/>
                  <a:pt x="1605206" y="63617"/>
                  <a:pt x="1609803" y="60748"/>
                </a:cubicBezTo>
                <a:cubicBezTo>
                  <a:pt x="1614401" y="57879"/>
                  <a:pt x="1619553" y="55612"/>
                  <a:pt x="1625259" y="53949"/>
                </a:cubicBezTo>
                <a:cubicBezTo>
                  <a:pt x="1630966" y="52286"/>
                  <a:pt x="1636166" y="51455"/>
                  <a:pt x="1640862" y="51455"/>
                </a:cubicBezTo>
                <a:cubicBezTo>
                  <a:pt x="1649014" y="51455"/>
                  <a:pt x="1656774" y="54096"/>
                  <a:pt x="1664144" y="59378"/>
                </a:cubicBezTo>
                <a:cubicBezTo>
                  <a:pt x="1675948" y="59378"/>
                  <a:pt x="1685371" y="59248"/>
                  <a:pt x="1692415" y="58987"/>
                </a:cubicBezTo>
                <a:moveTo>
                  <a:pt x="1612885" y="81682"/>
                </a:moveTo>
                <a:cubicBezTo>
                  <a:pt x="1612885" y="85660"/>
                  <a:pt x="1613667" y="89932"/>
                  <a:pt x="1615232" y="94497"/>
                </a:cubicBezTo>
                <a:cubicBezTo>
                  <a:pt x="1616798" y="99062"/>
                  <a:pt x="1619325" y="102518"/>
                  <a:pt x="1622814" y="104866"/>
                </a:cubicBezTo>
                <a:cubicBezTo>
                  <a:pt x="1626303" y="107214"/>
                  <a:pt x="1630232" y="108388"/>
                  <a:pt x="1634601" y="108388"/>
                </a:cubicBezTo>
                <a:cubicBezTo>
                  <a:pt x="1640405" y="108388"/>
                  <a:pt x="1645411" y="106497"/>
                  <a:pt x="1649617" y="102714"/>
                </a:cubicBezTo>
                <a:cubicBezTo>
                  <a:pt x="1653824" y="98932"/>
                  <a:pt x="1655927" y="93030"/>
                  <a:pt x="1655927" y="85008"/>
                </a:cubicBezTo>
                <a:cubicBezTo>
                  <a:pt x="1655927" y="78226"/>
                  <a:pt x="1654003" y="72128"/>
                  <a:pt x="1650155" y="66715"/>
                </a:cubicBezTo>
                <a:cubicBezTo>
                  <a:pt x="1646307" y="61302"/>
                  <a:pt x="1640862" y="58596"/>
                  <a:pt x="1633819" y="58596"/>
                </a:cubicBezTo>
                <a:cubicBezTo>
                  <a:pt x="1627884" y="58596"/>
                  <a:pt x="1622911" y="60536"/>
                  <a:pt x="1618901" y="64416"/>
                </a:cubicBezTo>
                <a:cubicBezTo>
                  <a:pt x="1614890" y="68297"/>
                  <a:pt x="1612885" y="74052"/>
                  <a:pt x="1612885" y="81682"/>
                </a:cubicBezTo>
                <a:moveTo>
                  <a:pt x="1641547" y="147321"/>
                </a:moveTo>
                <a:cubicBezTo>
                  <a:pt x="1631047" y="147321"/>
                  <a:pt x="1624998" y="147452"/>
                  <a:pt x="1623401" y="147713"/>
                </a:cubicBezTo>
                <a:cubicBezTo>
                  <a:pt x="1621803" y="147973"/>
                  <a:pt x="1619537" y="149082"/>
                  <a:pt x="1616602" y="151039"/>
                </a:cubicBezTo>
                <a:cubicBezTo>
                  <a:pt x="1613667" y="152995"/>
                  <a:pt x="1611271" y="155653"/>
                  <a:pt x="1609412" y="159011"/>
                </a:cubicBezTo>
                <a:cubicBezTo>
                  <a:pt x="1607553" y="162370"/>
                  <a:pt x="1606624" y="166136"/>
                  <a:pt x="1606624" y="170310"/>
                </a:cubicBezTo>
                <a:cubicBezTo>
                  <a:pt x="1606624" y="177679"/>
                  <a:pt x="1609363" y="183679"/>
                  <a:pt x="1614841" y="188309"/>
                </a:cubicBezTo>
                <a:cubicBezTo>
                  <a:pt x="1620319" y="192939"/>
                  <a:pt x="1627623" y="195254"/>
                  <a:pt x="1636753" y="195254"/>
                </a:cubicBezTo>
                <a:cubicBezTo>
                  <a:pt x="1643601" y="195254"/>
                  <a:pt x="1649927" y="193820"/>
                  <a:pt x="1655731" y="190950"/>
                </a:cubicBezTo>
                <a:cubicBezTo>
                  <a:pt x="1661535" y="188081"/>
                  <a:pt x="1665823" y="184233"/>
                  <a:pt x="1668595" y="179407"/>
                </a:cubicBezTo>
                <a:cubicBezTo>
                  <a:pt x="1671366" y="174581"/>
                  <a:pt x="1672752" y="169951"/>
                  <a:pt x="1672752" y="165516"/>
                </a:cubicBezTo>
                <a:cubicBezTo>
                  <a:pt x="1672752" y="161082"/>
                  <a:pt x="1671595" y="157283"/>
                  <a:pt x="1669280" y="154120"/>
                </a:cubicBezTo>
                <a:cubicBezTo>
                  <a:pt x="1666964" y="150957"/>
                  <a:pt x="1663964" y="149033"/>
                  <a:pt x="1660280" y="148348"/>
                </a:cubicBezTo>
                <a:cubicBezTo>
                  <a:pt x="1656595" y="147664"/>
                  <a:pt x="1650351" y="147321"/>
                  <a:pt x="1641547" y="147321"/>
                </a:cubicBezTo>
                <a:close/>
                <a:moveTo>
                  <a:pt x="1782381" y="131083"/>
                </a:moveTo>
                <a:lnTo>
                  <a:pt x="1779251" y="138126"/>
                </a:lnTo>
                <a:cubicBezTo>
                  <a:pt x="1772469" y="142495"/>
                  <a:pt x="1766420" y="145332"/>
                  <a:pt x="1761105" y="146637"/>
                </a:cubicBezTo>
                <a:cubicBezTo>
                  <a:pt x="1755790" y="147941"/>
                  <a:pt x="1751045" y="148593"/>
                  <a:pt x="1746872" y="148593"/>
                </a:cubicBezTo>
                <a:cubicBezTo>
                  <a:pt x="1739046" y="148593"/>
                  <a:pt x="1731628" y="147060"/>
                  <a:pt x="1724617" y="143995"/>
                </a:cubicBezTo>
                <a:cubicBezTo>
                  <a:pt x="1717606" y="140930"/>
                  <a:pt x="1711900" y="135746"/>
                  <a:pt x="1707498" y="128441"/>
                </a:cubicBezTo>
                <a:cubicBezTo>
                  <a:pt x="1703096" y="121137"/>
                  <a:pt x="1700895" y="112333"/>
                  <a:pt x="1700895" y="102029"/>
                </a:cubicBezTo>
                <a:cubicBezTo>
                  <a:pt x="1700895" y="95182"/>
                  <a:pt x="1701743" y="89003"/>
                  <a:pt x="1703438" y="83492"/>
                </a:cubicBezTo>
                <a:cubicBezTo>
                  <a:pt x="1705134" y="77981"/>
                  <a:pt x="1706911" y="73889"/>
                  <a:pt x="1708770" y="71215"/>
                </a:cubicBezTo>
                <a:cubicBezTo>
                  <a:pt x="1710628" y="68541"/>
                  <a:pt x="1713775" y="65574"/>
                  <a:pt x="1718210" y="62313"/>
                </a:cubicBezTo>
                <a:cubicBezTo>
                  <a:pt x="1722644" y="59052"/>
                  <a:pt x="1727340" y="56444"/>
                  <a:pt x="1732296" y="54487"/>
                </a:cubicBezTo>
                <a:cubicBezTo>
                  <a:pt x="1737252" y="52531"/>
                  <a:pt x="1742600" y="51553"/>
                  <a:pt x="1748339" y="51553"/>
                </a:cubicBezTo>
                <a:cubicBezTo>
                  <a:pt x="1756165" y="51553"/>
                  <a:pt x="1763061" y="53395"/>
                  <a:pt x="1769029" y="57080"/>
                </a:cubicBezTo>
                <a:cubicBezTo>
                  <a:pt x="1774996" y="60764"/>
                  <a:pt x="1779186" y="65476"/>
                  <a:pt x="1781599" y="71215"/>
                </a:cubicBezTo>
                <a:cubicBezTo>
                  <a:pt x="1784012" y="76954"/>
                  <a:pt x="1785218" y="83052"/>
                  <a:pt x="1785218" y="89508"/>
                </a:cubicBezTo>
                <a:cubicBezTo>
                  <a:pt x="1785218" y="91530"/>
                  <a:pt x="1785120" y="93486"/>
                  <a:pt x="1784925" y="95377"/>
                </a:cubicBezTo>
                <a:lnTo>
                  <a:pt x="1783849" y="96453"/>
                </a:lnTo>
                <a:cubicBezTo>
                  <a:pt x="1779414" y="97432"/>
                  <a:pt x="1773447" y="98084"/>
                  <a:pt x="1765947" y="98410"/>
                </a:cubicBezTo>
                <a:cubicBezTo>
                  <a:pt x="1758447" y="98736"/>
                  <a:pt x="1753491" y="98899"/>
                  <a:pt x="1751078" y="98899"/>
                </a:cubicBezTo>
                <a:lnTo>
                  <a:pt x="1719677" y="98899"/>
                </a:lnTo>
                <a:cubicBezTo>
                  <a:pt x="1719807" y="112398"/>
                  <a:pt x="1723198" y="122344"/>
                  <a:pt x="1729850" y="128735"/>
                </a:cubicBezTo>
                <a:cubicBezTo>
                  <a:pt x="1736502" y="135126"/>
                  <a:pt x="1744654" y="138322"/>
                  <a:pt x="1754306" y="138322"/>
                </a:cubicBezTo>
                <a:cubicBezTo>
                  <a:pt x="1758871" y="138322"/>
                  <a:pt x="1763257" y="137539"/>
                  <a:pt x="1767463" y="135974"/>
                </a:cubicBezTo>
                <a:cubicBezTo>
                  <a:pt x="1771670" y="134409"/>
                  <a:pt x="1776121" y="132224"/>
                  <a:pt x="1780816" y="129420"/>
                </a:cubicBezTo>
                <a:lnTo>
                  <a:pt x="1782381" y="131083"/>
                </a:lnTo>
                <a:moveTo>
                  <a:pt x="1719677" y="91073"/>
                </a:moveTo>
                <a:cubicBezTo>
                  <a:pt x="1720851" y="91269"/>
                  <a:pt x="1725367" y="91497"/>
                  <a:pt x="1733225" y="91758"/>
                </a:cubicBezTo>
                <a:cubicBezTo>
                  <a:pt x="1741084" y="92019"/>
                  <a:pt x="1746904" y="92149"/>
                  <a:pt x="1750687" y="92149"/>
                </a:cubicBezTo>
                <a:cubicBezTo>
                  <a:pt x="1759752" y="92149"/>
                  <a:pt x="1765262" y="91986"/>
                  <a:pt x="1767219" y="91660"/>
                </a:cubicBezTo>
                <a:cubicBezTo>
                  <a:pt x="1767284" y="90095"/>
                  <a:pt x="1767317" y="88888"/>
                  <a:pt x="1767317" y="88041"/>
                </a:cubicBezTo>
                <a:cubicBezTo>
                  <a:pt x="1767317" y="77932"/>
                  <a:pt x="1765262" y="70416"/>
                  <a:pt x="1761154" y="65492"/>
                </a:cubicBezTo>
                <a:cubicBezTo>
                  <a:pt x="1757045" y="60569"/>
                  <a:pt x="1751437" y="58107"/>
                  <a:pt x="1744328" y="58107"/>
                </a:cubicBezTo>
                <a:cubicBezTo>
                  <a:pt x="1736568" y="58107"/>
                  <a:pt x="1730519" y="60878"/>
                  <a:pt x="1726182" y="66422"/>
                </a:cubicBezTo>
                <a:cubicBezTo>
                  <a:pt x="1721845" y="71965"/>
                  <a:pt x="1719677" y="80182"/>
                  <a:pt x="1719677" y="91073"/>
                </a:cubicBezTo>
                <a:moveTo>
                  <a:pt x="1746969" y="46075"/>
                </a:moveTo>
                <a:lnTo>
                  <a:pt x="1746969" y="46075"/>
                </a:lnTo>
                <a:moveTo>
                  <a:pt x="1745796" y="151332"/>
                </a:moveTo>
                <a:lnTo>
                  <a:pt x="1745796" y="151332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causedby𝑦">
            <a:extLst xmlns:a="http://schemas.openxmlformats.org/drawingml/2006/main">
              <a:ext uri="{FF2B5EF4-FFF2-40B4-BE49-F238E27FC236}">
                <a16:creationId xmlns:a16="http://schemas.microsoft.com/office/drawing/2014/main" id="{C7E11112-02D0-4859-AC91-33FBD539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068" y="5617223"/>
            <a:ext cx="1038431" cy="201524"/>
          </a:xfrm>
          <a:custGeom xmlns:a="http://schemas.openxmlformats.org/drawingml/2006/main">
            <a:pathLst>
              <a:path w="1038431" h="201524">
                <a:moveTo>
                  <a:pt x="77200" y="134611"/>
                </a:moveTo>
                <a:lnTo>
                  <a:pt x="73282" y="141175"/>
                </a:lnTo>
                <a:cubicBezTo>
                  <a:pt x="64856" y="145812"/>
                  <a:pt x="55451" y="148131"/>
                  <a:pt x="45066" y="148131"/>
                </a:cubicBezTo>
                <a:cubicBezTo>
                  <a:pt x="30697" y="148131"/>
                  <a:pt x="19594" y="143853"/>
                  <a:pt x="11756" y="135297"/>
                </a:cubicBezTo>
                <a:cubicBezTo>
                  <a:pt x="3919" y="126741"/>
                  <a:pt x="0" y="115703"/>
                  <a:pt x="0" y="102183"/>
                </a:cubicBezTo>
                <a:cubicBezTo>
                  <a:pt x="0" y="96043"/>
                  <a:pt x="669" y="90573"/>
                  <a:pt x="2008" y="85773"/>
                </a:cubicBezTo>
                <a:cubicBezTo>
                  <a:pt x="3347" y="80972"/>
                  <a:pt x="5045" y="77004"/>
                  <a:pt x="7103" y="73869"/>
                </a:cubicBezTo>
                <a:cubicBezTo>
                  <a:pt x="9160" y="70734"/>
                  <a:pt x="11430" y="68252"/>
                  <a:pt x="13912" y="66424"/>
                </a:cubicBezTo>
                <a:cubicBezTo>
                  <a:pt x="16394" y="64595"/>
                  <a:pt x="20590" y="62048"/>
                  <a:pt x="26501" y="58782"/>
                </a:cubicBezTo>
                <a:cubicBezTo>
                  <a:pt x="32412" y="55516"/>
                  <a:pt x="36869" y="53377"/>
                  <a:pt x="39874" y="52365"/>
                </a:cubicBezTo>
                <a:cubicBezTo>
                  <a:pt x="42878" y="51353"/>
                  <a:pt x="47026" y="50846"/>
                  <a:pt x="52316" y="50846"/>
                </a:cubicBezTo>
                <a:cubicBezTo>
                  <a:pt x="62440" y="50846"/>
                  <a:pt x="70734" y="52773"/>
                  <a:pt x="77200" y="56627"/>
                </a:cubicBezTo>
                <a:cubicBezTo>
                  <a:pt x="75959" y="64007"/>
                  <a:pt x="75012" y="72237"/>
                  <a:pt x="74359" y="81315"/>
                </a:cubicBezTo>
                <a:lnTo>
                  <a:pt x="73477" y="82099"/>
                </a:lnTo>
                <a:lnTo>
                  <a:pt x="69461" y="82099"/>
                </a:lnTo>
                <a:lnTo>
                  <a:pt x="68579" y="81217"/>
                </a:lnTo>
                <a:cubicBezTo>
                  <a:pt x="68318" y="75731"/>
                  <a:pt x="67959" y="72041"/>
                  <a:pt x="67501" y="70147"/>
                </a:cubicBezTo>
                <a:cubicBezTo>
                  <a:pt x="67044" y="68252"/>
                  <a:pt x="64448" y="66228"/>
                  <a:pt x="59713" y="64072"/>
                </a:cubicBezTo>
                <a:cubicBezTo>
                  <a:pt x="54977" y="61917"/>
                  <a:pt x="49932" y="60839"/>
                  <a:pt x="44576" y="60839"/>
                </a:cubicBezTo>
                <a:cubicBezTo>
                  <a:pt x="39221" y="60839"/>
                  <a:pt x="34453" y="61966"/>
                  <a:pt x="30273" y="64219"/>
                </a:cubicBezTo>
                <a:cubicBezTo>
                  <a:pt x="26093" y="66473"/>
                  <a:pt x="22941" y="70163"/>
                  <a:pt x="20819" y="75290"/>
                </a:cubicBezTo>
                <a:cubicBezTo>
                  <a:pt x="18696" y="80417"/>
                  <a:pt x="17635" y="86540"/>
                  <a:pt x="17635" y="93659"/>
                </a:cubicBezTo>
                <a:cubicBezTo>
                  <a:pt x="17635" y="99668"/>
                  <a:pt x="18484" y="105530"/>
                  <a:pt x="20182" y="111245"/>
                </a:cubicBezTo>
                <a:cubicBezTo>
                  <a:pt x="21880" y="116960"/>
                  <a:pt x="24117" y="121695"/>
                  <a:pt x="26893" y="125451"/>
                </a:cubicBezTo>
                <a:cubicBezTo>
                  <a:pt x="29669" y="129206"/>
                  <a:pt x="33342" y="132227"/>
                  <a:pt x="37914" y="134513"/>
                </a:cubicBezTo>
                <a:cubicBezTo>
                  <a:pt x="42486" y="136799"/>
                  <a:pt x="47581" y="137942"/>
                  <a:pt x="53198" y="137942"/>
                </a:cubicBezTo>
                <a:cubicBezTo>
                  <a:pt x="56725" y="137942"/>
                  <a:pt x="60170" y="137485"/>
                  <a:pt x="63534" y="136570"/>
                </a:cubicBezTo>
                <a:cubicBezTo>
                  <a:pt x="66897" y="135656"/>
                  <a:pt x="70767" y="134154"/>
                  <a:pt x="75143" y="132064"/>
                </a:cubicBezTo>
                <a:lnTo>
                  <a:pt x="77200" y="134611"/>
                </a:lnTo>
                <a:close/>
                <a:moveTo>
                  <a:pt x="102017" y="78670"/>
                </a:moveTo>
                <a:lnTo>
                  <a:pt x="98196" y="77690"/>
                </a:lnTo>
                <a:lnTo>
                  <a:pt x="97413" y="76711"/>
                </a:lnTo>
                <a:lnTo>
                  <a:pt x="97413" y="64562"/>
                </a:lnTo>
                <a:cubicBezTo>
                  <a:pt x="109038" y="55941"/>
                  <a:pt x="120338" y="51630"/>
                  <a:pt x="131310" y="51630"/>
                </a:cubicBezTo>
                <a:cubicBezTo>
                  <a:pt x="138821" y="51630"/>
                  <a:pt x="145059" y="53034"/>
                  <a:pt x="150022" y="55843"/>
                </a:cubicBezTo>
                <a:cubicBezTo>
                  <a:pt x="154986" y="58651"/>
                  <a:pt x="158579" y="62162"/>
                  <a:pt x="160799" y="66375"/>
                </a:cubicBezTo>
                <a:cubicBezTo>
                  <a:pt x="163020" y="70587"/>
                  <a:pt x="164130" y="75502"/>
                  <a:pt x="164130" y="81119"/>
                </a:cubicBezTo>
                <a:lnTo>
                  <a:pt x="163640" y="100811"/>
                </a:lnTo>
                <a:lnTo>
                  <a:pt x="163640" y="130006"/>
                </a:lnTo>
                <a:cubicBezTo>
                  <a:pt x="163640" y="133990"/>
                  <a:pt x="163918" y="136407"/>
                  <a:pt x="164473" y="137256"/>
                </a:cubicBezTo>
                <a:cubicBezTo>
                  <a:pt x="165028" y="138105"/>
                  <a:pt x="165665" y="138677"/>
                  <a:pt x="166383" y="138970"/>
                </a:cubicBezTo>
                <a:cubicBezTo>
                  <a:pt x="167102" y="139264"/>
                  <a:pt x="168441" y="139509"/>
                  <a:pt x="170400" y="139705"/>
                </a:cubicBezTo>
                <a:lnTo>
                  <a:pt x="175985" y="140195"/>
                </a:lnTo>
                <a:lnTo>
                  <a:pt x="176768" y="141077"/>
                </a:lnTo>
                <a:lnTo>
                  <a:pt x="176768" y="144996"/>
                </a:lnTo>
                <a:lnTo>
                  <a:pt x="175985" y="145779"/>
                </a:lnTo>
                <a:cubicBezTo>
                  <a:pt x="171217" y="145387"/>
                  <a:pt x="166775" y="145192"/>
                  <a:pt x="162661" y="145192"/>
                </a:cubicBezTo>
                <a:cubicBezTo>
                  <a:pt x="158742" y="145192"/>
                  <a:pt x="154039" y="145387"/>
                  <a:pt x="148553" y="145779"/>
                </a:cubicBezTo>
                <a:lnTo>
                  <a:pt x="147083" y="144408"/>
                </a:lnTo>
                <a:lnTo>
                  <a:pt x="147475" y="128635"/>
                </a:lnTo>
                <a:lnTo>
                  <a:pt x="126118" y="145289"/>
                </a:lnTo>
                <a:cubicBezTo>
                  <a:pt x="122526" y="146792"/>
                  <a:pt x="118607" y="147543"/>
                  <a:pt x="114361" y="147543"/>
                </a:cubicBezTo>
                <a:cubicBezTo>
                  <a:pt x="109136" y="147543"/>
                  <a:pt x="104646" y="146596"/>
                  <a:pt x="100891" y="144702"/>
                </a:cubicBezTo>
                <a:cubicBezTo>
                  <a:pt x="97135" y="142808"/>
                  <a:pt x="94261" y="140162"/>
                  <a:pt x="92269" y="136766"/>
                </a:cubicBezTo>
                <a:cubicBezTo>
                  <a:pt x="90277" y="133370"/>
                  <a:pt x="89281" y="129255"/>
                  <a:pt x="89281" y="124422"/>
                </a:cubicBezTo>
                <a:cubicBezTo>
                  <a:pt x="89281" y="114821"/>
                  <a:pt x="92285" y="107326"/>
                  <a:pt x="98294" y="101938"/>
                </a:cubicBezTo>
                <a:cubicBezTo>
                  <a:pt x="104303" y="96549"/>
                  <a:pt x="120697" y="91961"/>
                  <a:pt x="147475" y="88173"/>
                </a:cubicBezTo>
                <a:cubicBezTo>
                  <a:pt x="147475" y="78507"/>
                  <a:pt x="145320" y="71698"/>
                  <a:pt x="141009" y="67746"/>
                </a:cubicBezTo>
                <a:cubicBezTo>
                  <a:pt x="136699" y="63795"/>
                  <a:pt x="130918" y="61819"/>
                  <a:pt x="123669" y="61819"/>
                </a:cubicBezTo>
                <a:cubicBezTo>
                  <a:pt x="119880" y="61819"/>
                  <a:pt x="116435" y="62374"/>
                  <a:pt x="113333" y="63485"/>
                </a:cubicBezTo>
                <a:cubicBezTo>
                  <a:pt x="110230" y="64595"/>
                  <a:pt x="108451" y="65493"/>
                  <a:pt x="107993" y="66179"/>
                </a:cubicBezTo>
                <a:cubicBezTo>
                  <a:pt x="107536" y="66865"/>
                  <a:pt x="105773" y="70865"/>
                  <a:pt x="102703" y="78180"/>
                </a:cubicBezTo>
                <a:lnTo>
                  <a:pt x="102017" y="78670"/>
                </a:lnTo>
                <a:moveTo>
                  <a:pt x="147475" y="94149"/>
                </a:moveTo>
                <a:cubicBezTo>
                  <a:pt x="129188" y="97219"/>
                  <a:pt x="117790" y="100517"/>
                  <a:pt x="113284" y="104044"/>
                </a:cubicBezTo>
                <a:cubicBezTo>
                  <a:pt x="108777" y="107571"/>
                  <a:pt x="106524" y="113025"/>
                  <a:pt x="106524" y="120405"/>
                </a:cubicBezTo>
                <a:cubicBezTo>
                  <a:pt x="106524" y="130594"/>
                  <a:pt x="111586" y="135688"/>
                  <a:pt x="121709" y="135688"/>
                </a:cubicBezTo>
                <a:cubicBezTo>
                  <a:pt x="130396" y="135688"/>
                  <a:pt x="138985" y="130659"/>
                  <a:pt x="147475" y="120601"/>
                </a:cubicBezTo>
                <a:lnTo>
                  <a:pt x="147475" y="94149"/>
                </a:lnTo>
                <a:moveTo>
                  <a:pt x="130820" y="45556"/>
                </a:moveTo>
                <a:lnTo>
                  <a:pt x="130820" y="45556"/>
                </a:lnTo>
                <a:moveTo>
                  <a:pt x="128763" y="150972"/>
                </a:moveTo>
                <a:lnTo>
                  <a:pt x="128763" y="150972"/>
                </a:lnTo>
                <a:close/>
                <a:moveTo>
                  <a:pt x="215466" y="51728"/>
                </a:moveTo>
                <a:lnTo>
                  <a:pt x="217328" y="53002"/>
                </a:lnTo>
                <a:cubicBezTo>
                  <a:pt x="216609" y="61558"/>
                  <a:pt x="216250" y="72432"/>
                  <a:pt x="216250" y="85626"/>
                </a:cubicBezTo>
                <a:lnTo>
                  <a:pt x="216250" y="108453"/>
                </a:lnTo>
                <a:cubicBezTo>
                  <a:pt x="216250" y="116813"/>
                  <a:pt x="216887" y="122626"/>
                  <a:pt x="218160" y="125891"/>
                </a:cubicBezTo>
                <a:cubicBezTo>
                  <a:pt x="219434" y="129157"/>
                  <a:pt x="221638" y="131655"/>
                  <a:pt x="224773" y="133386"/>
                </a:cubicBezTo>
                <a:cubicBezTo>
                  <a:pt x="227908" y="135117"/>
                  <a:pt x="231631" y="135982"/>
                  <a:pt x="235942" y="135982"/>
                </a:cubicBezTo>
                <a:cubicBezTo>
                  <a:pt x="240710" y="135982"/>
                  <a:pt x="245053" y="135052"/>
                  <a:pt x="248972" y="133190"/>
                </a:cubicBezTo>
                <a:cubicBezTo>
                  <a:pt x="252891" y="131329"/>
                  <a:pt x="256173" y="128700"/>
                  <a:pt x="258818" y="125304"/>
                </a:cubicBezTo>
                <a:cubicBezTo>
                  <a:pt x="261463" y="121907"/>
                  <a:pt x="262982" y="119621"/>
                  <a:pt x="263374" y="118446"/>
                </a:cubicBezTo>
                <a:cubicBezTo>
                  <a:pt x="263765" y="117270"/>
                  <a:pt x="264027" y="113972"/>
                  <a:pt x="264157" y="108551"/>
                </a:cubicBezTo>
                <a:lnTo>
                  <a:pt x="264451" y="97578"/>
                </a:lnTo>
                <a:lnTo>
                  <a:pt x="264451" y="86997"/>
                </a:lnTo>
                <a:cubicBezTo>
                  <a:pt x="264451" y="84385"/>
                  <a:pt x="264321" y="80825"/>
                  <a:pt x="264059" y="76319"/>
                </a:cubicBezTo>
                <a:cubicBezTo>
                  <a:pt x="263798" y="71812"/>
                  <a:pt x="263586" y="69036"/>
                  <a:pt x="263423" y="67991"/>
                </a:cubicBezTo>
                <a:cubicBezTo>
                  <a:pt x="263259" y="66946"/>
                  <a:pt x="262753" y="66179"/>
                  <a:pt x="261904" y="65689"/>
                </a:cubicBezTo>
                <a:cubicBezTo>
                  <a:pt x="261055" y="65199"/>
                  <a:pt x="259357" y="64954"/>
                  <a:pt x="256810" y="64954"/>
                </a:cubicBezTo>
                <a:lnTo>
                  <a:pt x="248580" y="64856"/>
                </a:lnTo>
                <a:lnTo>
                  <a:pt x="247698" y="64072"/>
                </a:lnTo>
                <a:lnTo>
                  <a:pt x="247698" y="59860"/>
                </a:lnTo>
                <a:lnTo>
                  <a:pt x="248482" y="59076"/>
                </a:lnTo>
                <a:cubicBezTo>
                  <a:pt x="260957" y="57574"/>
                  <a:pt x="271472" y="55124"/>
                  <a:pt x="280028" y="51728"/>
                </a:cubicBezTo>
                <a:lnTo>
                  <a:pt x="281890" y="53002"/>
                </a:lnTo>
                <a:cubicBezTo>
                  <a:pt x="281171" y="61558"/>
                  <a:pt x="280812" y="72432"/>
                  <a:pt x="280812" y="85626"/>
                </a:cubicBezTo>
                <a:lnTo>
                  <a:pt x="280812" y="102868"/>
                </a:lnTo>
                <a:cubicBezTo>
                  <a:pt x="280812" y="103848"/>
                  <a:pt x="280976" y="111849"/>
                  <a:pt x="281302" y="126871"/>
                </a:cubicBezTo>
                <a:cubicBezTo>
                  <a:pt x="281433" y="132423"/>
                  <a:pt x="281776" y="135803"/>
                  <a:pt x="282331" y="137011"/>
                </a:cubicBezTo>
                <a:cubicBezTo>
                  <a:pt x="282886" y="138219"/>
                  <a:pt x="283653" y="139068"/>
                  <a:pt x="284633" y="139558"/>
                </a:cubicBezTo>
                <a:cubicBezTo>
                  <a:pt x="285613" y="140048"/>
                  <a:pt x="288519" y="140293"/>
                  <a:pt x="293352" y="140293"/>
                </a:cubicBezTo>
                <a:lnTo>
                  <a:pt x="296096" y="140293"/>
                </a:lnTo>
                <a:lnTo>
                  <a:pt x="296977" y="141077"/>
                </a:lnTo>
                <a:lnTo>
                  <a:pt x="296977" y="144996"/>
                </a:lnTo>
                <a:lnTo>
                  <a:pt x="296194" y="145877"/>
                </a:lnTo>
                <a:cubicBezTo>
                  <a:pt x="286984" y="145355"/>
                  <a:pt x="280812" y="145094"/>
                  <a:pt x="277677" y="145094"/>
                </a:cubicBezTo>
                <a:cubicBezTo>
                  <a:pt x="273693" y="145094"/>
                  <a:pt x="269088" y="145322"/>
                  <a:pt x="263863" y="145779"/>
                </a:cubicBezTo>
                <a:lnTo>
                  <a:pt x="262982" y="144996"/>
                </a:lnTo>
                <a:cubicBezTo>
                  <a:pt x="263374" y="138334"/>
                  <a:pt x="263667" y="132684"/>
                  <a:pt x="263863" y="128047"/>
                </a:cubicBezTo>
                <a:cubicBezTo>
                  <a:pt x="259749" y="131247"/>
                  <a:pt x="255046" y="135525"/>
                  <a:pt x="249756" y="140881"/>
                </a:cubicBezTo>
                <a:cubicBezTo>
                  <a:pt x="247731" y="142906"/>
                  <a:pt x="244825" y="144604"/>
                  <a:pt x="241036" y="145975"/>
                </a:cubicBezTo>
                <a:cubicBezTo>
                  <a:pt x="237248" y="147347"/>
                  <a:pt x="232938" y="148033"/>
                  <a:pt x="228104" y="148033"/>
                </a:cubicBezTo>
                <a:cubicBezTo>
                  <a:pt x="220789" y="148033"/>
                  <a:pt x="215091" y="146873"/>
                  <a:pt x="211009" y="144555"/>
                </a:cubicBezTo>
                <a:cubicBezTo>
                  <a:pt x="206927" y="142236"/>
                  <a:pt x="204036" y="139036"/>
                  <a:pt x="202338" y="134954"/>
                </a:cubicBezTo>
                <a:cubicBezTo>
                  <a:pt x="200640" y="130872"/>
                  <a:pt x="199791" y="123834"/>
                  <a:pt x="199791" y="113841"/>
                </a:cubicBezTo>
                <a:lnTo>
                  <a:pt x="199889" y="106102"/>
                </a:lnTo>
                <a:lnTo>
                  <a:pt x="199889" y="86997"/>
                </a:lnTo>
                <a:cubicBezTo>
                  <a:pt x="199889" y="84385"/>
                  <a:pt x="199758" y="80825"/>
                  <a:pt x="199497" y="76319"/>
                </a:cubicBezTo>
                <a:cubicBezTo>
                  <a:pt x="199236" y="71812"/>
                  <a:pt x="199024" y="69036"/>
                  <a:pt x="198860" y="67991"/>
                </a:cubicBezTo>
                <a:cubicBezTo>
                  <a:pt x="198697" y="66946"/>
                  <a:pt x="198191" y="66179"/>
                  <a:pt x="197342" y="65689"/>
                </a:cubicBezTo>
                <a:cubicBezTo>
                  <a:pt x="196493" y="65199"/>
                  <a:pt x="194795" y="64954"/>
                  <a:pt x="192247" y="64954"/>
                </a:cubicBezTo>
                <a:lnTo>
                  <a:pt x="184018" y="64856"/>
                </a:lnTo>
                <a:lnTo>
                  <a:pt x="183136" y="64072"/>
                </a:lnTo>
                <a:lnTo>
                  <a:pt x="183136" y="59860"/>
                </a:lnTo>
                <a:lnTo>
                  <a:pt x="183920" y="59076"/>
                </a:lnTo>
                <a:cubicBezTo>
                  <a:pt x="196395" y="57574"/>
                  <a:pt x="206910" y="55124"/>
                  <a:pt x="215466" y="51728"/>
                </a:cubicBezTo>
                <a:moveTo>
                  <a:pt x="238881" y="45556"/>
                </a:moveTo>
                <a:lnTo>
                  <a:pt x="238881" y="45556"/>
                </a:lnTo>
                <a:moveTo>
                  <a:pt x="239861" y="150972"/>
                </a:moveTo>
                <a:lnTo>
                  <a:pt x="239861" y="150972"/>
                </a:lnTo>
                <a:close/>
                <a:moveTo>
                  <a:pt x="312451" y="116290"/>
                </a:moveTo>
                <a:lnTo>
                  <a:pt x="316664" y="116290"/>
                </a:lnTo>
                <a:lnTo>
                  <a:pt x="317546" y="117172"/>
                </a:lnTo>
                <a:cubicBezTo>
                  <a:pt x="317676" y="122658"/>
                  <a:pt x="318003" y="127361"/>
                  <a:pt x="318525" y="131280"/>
                </a:cubicBezTo>
                <a:cubicBezTo>
                  <a:pt x="320550" y="134350"/>
                  <a:pt x="324044" y="136848"/>
                  <a:pt x="329008" y="138774"/>
                </a:cubicBezTo>
                <a:cubicBezTo>
                  <a:pt x="333972" y="140701"/>
                  <a:pt x="338871" y="141665"/>
                  <a:pt x="343704" y="141665"/>
                </a:cubicBezTo>
                <a:cubicBezTo>
                  <a:pt x="350627" y="141665"/>
                  <a:pt x="356162" y="139803"/>
                  <a:pt x="360310" y="136080"/>
                </a:cubicBezTo>
                <a:cubicBezTo>
                  <a:pt x="364457" y="132357"/>
                  <a:pt x="366531" y="127916"/>
                  <a:pt x="366531" y="122756"/>
                </a:cubicBezTo>
                <a:cubicBezTo>
                  <a:pt x="366531" y="119948"/>
                  <a:pt x="365780" y="117515"/>
                  <a:pt x="364277" y="115458"/>
                </a:cubicBezTo>
                <a:cubicBezTo>
                  <a:pt x="362775" y="113400"/>
                  <a:pt x="360506" y="111702"/>
                  <a:pt x="357469" y="110363"/>
                </a:cubicBezTo>
                <a:cubicBezTo>
                  <a:pt x="354431" y="109024"/>
                  <a:pt x="348994" y="107440"/>
                  <a:pt x="341157" y="105612"/>
                </a:cubicBezTo>
                <a:cubicBezTo>
                  <a:pt x="334429" y="104044"/>
                  <a:pt x="329727" y="102820"/>
                  <a:pt x="327049" y="101938"/>
                </a:cubicBezTo>
                <a:cubicBezTo>
                  <a:pt x="324371" y="101056"/>
                  <a:pt x="321791" y="99570"/>
                  <a:pt x="319309" y="97480"/>
                </a:cubicBezTo>
                <a:cubicBezTo>
                  <a:pt x="316827" y="95390"/>
                  <a:pt x="314933" y="92827"/>
                  <a:pt x="313627" y="89789"/>
                </a:cubicBezTo>
                <a:cubicBezTo>
                  <a:pt x="312321" y="86752"/>
                  <a:pt x="311668" y="83405"/>
                  <a:pt x="311668" y="79748"/>
                </a:cubicBezTo>
                <a:cubicBezTo>
                  <a:pt x="311668" y="70996"/>
                  <a:pt x="315145" y="63991"/>
                  <a:pt x="322101" y="58733"/>
                </a:cubicBezTo>
                <a:cubicBezTo>
                  <a:pt x="329057" y="53475"/>
                  <a:pt x="337728" y="50846"/>
                  <a:pt x="348112" y="50846"/>
                </a:cubicBezTo>
                <a:cubicBezTo>
                  <a:pt x="352488" y="50846"/>
                  <a:pt x="357256" y="51451"/>
                  <a:pt x="362416" y="52659"/>
                </a:cubicBezTo>
                <a:cubicBezTo>
                  <a:pt x="367576" y="53867"/>
                  <a:pt x="371495" y="55026"/>
                  <a:pt x="374172" y="56137"/>
                </a:cubicBezTo>
                <a:lnTo>
                  <a:pt x="375054" y="57508"/>
                </a:lnTo>
                <a:cubicBezTo>
                  <a:pt x="374532" y="60121"/>
                  <a:pt x="374205" y="66979"/>
                  <a:pt x="374074" y="78082"/>
                </a:cubicBezTo>
                <a:lnTo>
                  <a:pt x="373193" y="78964"/>
                </a:lnTo>
                <a:lnTo>
                  <a:pt x="369274" y="78964"/>
                </a:lnTo>
                <a:lnTo>
                  <a:pt x="368392" y="78082"/>
                </a:lnTo>
                <a:cubicBezTo>
                  <a:pt x="368131" y="74098"/>
                  <a:pt x="367772" y="71306"/>
                  <a:pt x="367314" y="69706"/>
                </a:cubicBezTo>
                <a:cubicBezTo>
                  <a:pt x="366857" y="68105"/>
                  <a:pt x="365682" y="66375"/>
                  <a:pt x="363788" y="64513"/>
                </a:cubicBezTo>
                <a:cubicBezTo>
                  <a:pt x="361893" y="62652"/>
                  <a:pt x="359216" y="61084"/>
                  <a:pt x="355754" y="59811"/>
                </a:cubicBezTo>
                <a:cubicBezTo>
                  <a:pt x="352292" y="58537"/>
                  <a:pt x="348635" y="57900"/>
                  <a:pt x="344781" y="57900"/>
                </a:cubicBezTo>
                <a:cubicBezTo>
                  <a:pt x="340797" y="57900"/>
                  <a:pt x="337450" y="58488"/>
                  <a:pt x="334739" y="59664"/>
                </a:cubicBezTo>
                <a:cubicBezTo>
                  <a:pt x="332029" y="60839"/>
                  <a:pt x="329841" y="62619"/>
                  <a:pt x="328175" y="65003"/>
                </a:cubicBezTo>
                <a:cubicBezTo>
                  <a:pt x="326510" y="67387"/>
                  <a:pt x="325677" y="70277"/>
                  <a:pt x="325677" y="73673"/>
                </a:cubicBezTo>
                <a:cubicBezTo>
                  <a:pt x="325677" y="76155"/>
                  <a:pt x="326183" y="78376"/>
                  <a:pt x="327196" y="80335"/>
                </a:cubicBezTo>
                <a:cubicBezTo>
                  <a:pt x="328208" y="82295"/>
                  <a:pt x="329759" y="83879"/>
                  <a:pt x="331849" y="85087"/>
                </a:cubicBezTo>
                <a:cubicBezTo>
                  <a:pt x="333939" y="86295"/>
                  <a:pt x="336127" y="87161"/>
                  <a:pt x="338413" y="87683"/>
                </a:cubicBezTo>
                <a:lnTo>
                  <a:pt x="349092" y="90426"/>
                </a:lnTo>
                <a:cubicBezTo>
                  <a:pt x="358236" y="92647"/>
                  <a:pt x="364784" y="94574"/>
                  <a:pt x="368735" y="96207"/>
                </a:cubicBezTo>
                <a:cubicBezTo>
                  <a:pt x="372687" y="97839"/>
                  <a:pt x="375740" y="100305"/>
                  <a:pt x="377895" y="103603"/>
                </a:cubicBezTo>
                <a:cubicBezTo>
                  <a:pt x="380051" y="106902"/>
                  <a:pt x="381128" y="110902"/>
                  <a:pt x="381128" y="115605"/>
                </a:cubicBezTo>
                <a:cubicBezTo>
                  <a:pt x="381128" y="124618"/>
                  <a:pt x="377405" y="132357"/>
                  <a:pt x="369960" y="138823"/>
                </a:cubicBezTo>
                <a:cubicBezTo>
                  <a:pt x="362514" y="145289"/>
                  <a:pt x="352946" y="148523"/>
                  <a:pt x="341254" y="148523"/>
                </a:cubicBezTo>
                <a:cubicBezTo>
                  <a:pt x="337140" y="148523"/>
                  <a:pt x="332029" y="148065"/>
                  <a:pt x="325922" y="147151"/>
                </a:cubicBezTo>
                <a:cubicBezTo>
                  <a:pt x="319815" y="146237"/>
                  <a:pt x="314607" y="145224"/>
                  <a:pt x="310296" y="144114"/>
                </a:cubicBezTo>
                <a:lnTo>
                  <a:pt x="309806" y="142840"/>
                </a:lnTo>
                <a:lnTo>
                  <a:pt x="310786" y="136276"/>
                </a:lnTo>
                <a:cubicBezTo>
                  <a:pt x="311112" y="134252"/>
                  <a:pt x="311308" y="132211"/>
                  <a:pt x="311374" y="130153"/>
                </a:cubicBezTo>
                <a:cubicBezTo>
                  <a:pt x="311439" y="128096"/>
                  <a:pt x="311504" y="123769"/>
                  <a:pt x="311570" y="117172"/>
                </a:cubicBezTo>
                <a:lnTo>
                  <a:pt x="312451" y="116290"/>
                </a:lnTo>
                <a:close/>
                <a:moveTo>
                  <a:pt x="473431" y="130692"/>
                </a:moveTo>
                <a:lnTo>
                  <a:pt x="470296" y="137746"/>
                </a:lnTo>
                <a:cubicBezTo>
                  <a:pt x="463504" y="142122"/>
                  <a:pt x="457446" y="144963"/>
                  <a:pt x="452123" y="146269"/>
                </a:cubicBezTo>
                <a:cubicBezTo>
                  <a:pt x="446800" y="147575"/>
                  <a:pt x="442048" y="148229"/>
                  <a:pt x="437868" y="148229"/>
                </a:cubicBezTo>
                <a:cubicBezTo>
                  <a:pt x="430030" y="148229"/>
                  <a:pt x="422601" y="146694"/>
                  <a:pt x="415580" y="143624"/>
                </a:cubicBezTo>
                <a:cubicBezTo>
                  <a:pt x="408559" y="140554"/>
                  <a:pt x="402844" y="135362"/>
                  <a:pt x="398435" y="128047"/>
                </a:cubicBezTo>
                <a:cubicBezTo>
                  <a:pt x="394027" y="120732"/>
                  <a:pt x="391822" y="111914"/>
                  <a:pt x="391822" y="101595"/>
                </a:cubicBezTo>
                <a:cubicBezTo>
                  <a:pt x="391822" y="94737"/>
                  <a:pt x="392671" y="88549"/>
                  <a:pt x="394369" y="83030"/>
                </a:cubicBezTo>
                <a:cubicBezTo>
                  <a:pt x="396068" y="77511"/>
                  <a:pt x="397847" y="73412"/>
                  <a:pt x="399709" y="70734"/>
                </a:cubicBezTo>
                <a:cubicBezTo>
                  <a:pt x="401570" y="68056"/>
                  <a:pt x="404722" y="65085"/>
                  <a:pt x="409163" y="61819"/>
                </a:cubicBezTo>
                <a:cubicBezTo>
                  <a:pt x="413604" y="58553"/>
                  <a:pt x="418307" y="55941"/>
                  <a:pt x="423271" y="53981"/>
                </a:cubicBezTo>
                <a:cubicBezTo>
                  <a:pt x="428234" y="52022"/>
                  <a:pt x="433590" y="51042"/>
                  <a:pt x="439338" y="51042"/>
                </a:cubicBezTo>
                <a:cubicBezTo>
                  <a:pt x="447175" y="51042"/>
                  <a:pt x="454082" y="52887"/>
                  <a:pt x="460058" y="56578"/>
                </a:cubicBezTo>
                <a:cubicBezTo>
                  <a:pt x="466034" y="60268"/>
                  <a:pt x="470231" y="64987"/>
                  <a:pt x="472647" y="70734"/>
                </a:cubicBezTo>
                <a:cubicBezTo>
                  <a:pt x="475064" y="76482"/>
                  <a:pt x="476272" y="82589"/>
                  <a:pt x="476272" y="89055"/>
                </a:cubicBezTo>
                <a:cubicBezTo>
                  <a:pt x="476272" y="91079"/>
                  <a:pt x="476174" y="93039"/>
                  <a:pt x="475978" y="94933"/>
                </a:cubicBezTo>
                <a:lnTo>
                  <a:pt x="474901" y="96011"/>
                </a:lnTo>
                <a:cubicBezTo>
                  <a:pt x="470459" y="96990"/>
                  <a:pt x="464483" y="97643"/>
                  <a:pt x="456972" y="97970"/>
                </a:cubicBezTo>
                <a:cubicBezTo>
                  <a:pt x="449461" y="98297"/>
                  <a:pt x="444497" y="98460"/>
                  <a:pt x="442081" y="98460"/>
                </a:cubicBezTo>
                <a:lnTo>
                  <a:pt x="410632" y="98460"/>
                </a:lnTo>
                <a:cubicBezTo>
                  <a:pt x="410763" y="111980"/>
                  <a:pt x="414159" y="121940"/>
                  <a:pt x="420821" y="128341"/>
                </a:cubicBezTo>
                <a:cubicBezTo>
                  <a:pt x="427483" y="134741"/>
                  <a:pt x="435647" y="137942"/>
                  <a:pt x="445314" y="137942"/>
                </a:cubicBezTo>
                <a:cubicBezTo>
                  <a:pt x="449886" y="137942"/>
                  <a:pt x="454278" y="137158"/>
                  <a:pt x="458491" y="135590"/>
                </a:cubicBezTo>
                <a:cubicBezTo>
                  <a:pt x="462703" y="134023"/>
                  <a:pt x="467161" y="131835"/>
                  <a:pt x="471864" y="129026"/>
                </a:cubicBezTo>
                <a:lnTo>
                  <a:pt x="473431" y="130692"/>
                </a:lnTo>
                <a:moveTo>
                  <a:pt x="410632" y="90622"/>
                </a:moveTo>
                <a:cubicBezTo>
                  <a:pt x="411808" y="90818"/>
                  <a:pt x="416331" y="91047"/>
                  <a:pt x="424201" y="91308"/>
                </a:cubicBezTo>
                <a:cubicBezTo>
                  <a:pt x="432072" y="91569"/>
                  <a:pt x="437901" y="91700"/>
                  <a:pt x="441689" y="91700"/>
                </a:cubicBezTo>
                <a:cubicBezTo>
                  <a:pt x="450767" y="91700"/>
                  <a:pt x="456286" y="91537"/>
                  <a:pt x="458246" y="91210"/>
                </a:cubicBezTo>
                <a:cubicBezTo>
                  <a:pt x="458311" y="89643"/>
                  <a:pt x="458344" y="88434"/>
                  <a:pt x="458344" y="87585"/>
                </a:cubicBezTo>
                <a:cubicBezTo>
                  <a:pt x="458344" y="77462"/>
                  <a:pt x="456286" y="69934"/>
                  <a:pt x="452172" y="65003"/>
                </a:cubicBezTo>
                <a:cubicBezTo>
                  <a:pt x="448057" y="60072"/>
                  <a:pt x="442440" y="57606"/>
                  <a:pt x="435321" y="57606"/>
                </a:cubicBezTo>
                <a:cubicBezTo>
                  <a:pt x="427549" y="57606"/>
                  <a:pt x="421491" y="60382"/>
                  <a:pt x="417147" y="65934"/>
                </a:cubicBezTo>
                <a:cubicBezTo>
                  <a:pt x="412804" y="71485"/>
                  <a:pt x="410632" y="79715"/>
                  <a:pt x="410632" y="90622"/>
                </a:cubicBezTo>
                <a:moveTo>
                  <a:pt x="437966" y="45556"/>
                </a:moveTo>
                <a:lnTo>
                  <a:pt x="437966" y="45556"/>
                </a:lnTo>
                <a:moveTo>
                  <a:pt x="436790" y="150972"/>
                </a:moveTo>
                <a:lnTo>
                  <a:pt x="436790" y="150972"/>
                </a:lnTo>
                <a:close/>
                <a:moveTo>
                  <a:pt x="548867" y="12246"/>
                </a:moveTo>
                <a:lnTo>
                  <a:pt x="548867" y="8132"/>
                </a:lnTo>
                <a:lnTo>
                  <a:pt x="549651" y="7250"/>
                </a:lnTo>
                <a:cubicBezTo>
                  <a:pt x="562126" y="5813"/>
                  <a:pt x="572641" y="3396"/>
                  <a:pt x="581197" y="0"/>
                </a:cubicBezTo>
                <a:lnTo>
                  <a:pt x="583059" y="1176"/>
                </a:lnTo>
                <a:cubicBezTo>
                  <a:pt x="582340" y="8687"/>
                  <a:pt x="581981" y="23741"/>
                  <a:pt x="581981" y="46340"/>
                </a:cubicBezTo>
                <a:lnTo>
                  <a:pt x="581981" y="110510"/>
                </a:lnTo>
                <a:cubicBezTo>
                  <a:pt x="581981" y="117107"/>
                  <a:pt x="582095" y="122871"/>
                  <a:pt x="582324" y="127802"/>
                </a:cubicBezTo>
                <a:cubicBezTo>
                  <a:pt x="582553" y="132733"/>
                  <a:pt x="582961" y="135656"/>
                  <a:pt x="583549" y="136570"/>
                </a:cubicBezTo>
                <a:cubicBezTo>
                  <a:pt x="584136" y="137485"/>
                  <a:pt x="585100" y="138236"/>
                  <a:pt x="586439" y="138823"/>
                </a:cubicBezTo>
                <a:cubicBezTo>
                  <a:pt x="587778" y="139411"/>
                  <a:pt x="591582" y="139966"/>
                  <a:pt x="597852" y="140489"/>
                </a:cubicBezTo>
                <a:lnTo>
                  <a:pt x="598734" y="141273"/>
                </a:lnTo>
                <a:lnTo>
                  <a:pt x="598734" y="144996"/>
                </a:lnTo>
                <a:lnTo>
                  <a:pt x="597852" y="145877"/>
                </a:lnTo>
                <a:cubicBezTo>
                  <a:pt x="590798" y="145420"/>
                  <a:pt x="585312" y="145192"/>
                  <a:pt x="581393" y="145192"/>
                </a:cubicBezTo>
                <a:cubicBezTo>
                  <a:pt x="577866" y="145192"/>
                  <a:pt x="572837" y="145420"/>
                  <a:pt x="566306" y="145877"/>
                </a:cubicBezTo>
                <a:lnTo>
                  <a:pt x="565228" y="144800"/>
                </a:lnTo>
                <a:cubicBezTo>
                  <a:pt x="565424" y="138399"/>
                  <a:pt x="565522" y="133925"/>
                  <a:pt x="565522" y="131378"/>
                </a:cubicBezTo>
                <a:cubicBezTo>
                  <a:pt x="565522" y="131051"/>
                  <a:pt x="565555" y="129810"/>
                  <a:pt x="565620" y="127655"/>
                </a:cubicBezTo>
                <a:cubicBezTo>
                  <a:pt x="562028" y="130267"/>
                  <a:pt x="558436" y="133174"/>
                  <a:pt x="554843" y="136374"/>
                </a:cubicBezTo>
                <a:cubicBezTo>
                  <a:pt x="549553" y="141077"/>
                  <a:pt x="546091" y="144016"/>
                  <a:pt x="544459" y="145192"/>
                </a:cubicBezTo>
                <a:cubicBezTo>
                  <a:pt x="541454" y="146694"/>
                  <a:pt x="537176" y="147445"/>
                  <a:pt x="531625" y="147445"/>
                </a:cubicBezTo>
                <a:cubicBezTo>
                  <a:pt x="522611" y="147445"/>
                  <a:pt x="514953" y="145224"/>
                  <a:pt x="508651" y="140783"/>
                </a:cubicBezTo>
                <a:cubicBezTo>
                  <a:pt x="502348" y="136342"/>
                  <a:pt x="497858" y="130676"/>
                  <a:pt x="495180" y="123785"/>
                </a:cubicBezTo>
                <a:cubicBezTo>
                  <a:pt x="492502" y="116895"/>
                  <a:pt x="491163" y="109824"/>
                  <a:pt x="491163" y="102575"/>
                </a:cubicBezTo>
                <a:cubicBezTo>
                  <a:pt x="491163" y="95194"/>
                  <a:pt x="492551" y="88091"/>
                  <a:pt x="495327" y="81266"/>
                </a:cubicBezTo>
                <a:cubicBezTo>
                  <a:pt x="498102" y="74441"/>
                  <a:pt x="502054" y="69461"/>
                  <a:pt x="507181" y="66326"/>
                </a:cubicBezTo>
                <a:cubicBezTo>
                  <a:pt x="512308" y="63191"/>
                  <a:pt x="517892" y="59941"/>
                  <a:pt x="523934" y="56578"/>
                </a:cubicBezTo>
                <a:cubicBezTo>
                  <a:pt x="529975" y="53214"/>
                  <a:pt x="535968" y="51532"/>
                  <a:pt x="541911" y="51532"/>
                </a:cubicBezTo>
                <a:cubicBezTo>
                  <a:pt x="550206" y="51532"/>
                  <a:pt x="558109" y="53590"/>
                  <a:pt x="565620" y="57704"/>
                </a:cubicBezTo>
                <a:lnTo>
                  <a:pt x="565228" y="35857"/>
                </a:lnTo>
                <a:cubicBezTo>
                  <a:pt x="565098" y="28281"/>
                  <a:pt x="564902" y="23007"/>
                  <a:pt x="564640" y="20035"/>
                </a:cubicBezTo>
                <a:cubicBezTo>
                  <a:pt x="564379" y="17063"/>
                  <a:pt x="564053" y="15300"/>
                  <a:pt x="563661" y="14744"/>
                </a:cubicBezTo>
                <a:cubicBezTo>
                  <a:pt x="563269" y="14189"/>
                  <a:pt x="562599" y="13781"/>
                  <a:pt x="561652" y="13520"/>
                </a:cubicBezTo>
                <a:cubicBezTo>
                  <a:pt x="560705" y="13259"/>
                  <a:pt x="556738" y="13128"/>
                  <a:pt x="549749" y="13128"/>
                </a:cubicBezTo>
                <a:lnTo>
                  <a:pt x="548867" y="12246"/>
                </a:lnTo>
                <a:moveTo>
                  <a:pt x="565620" y="74457"/>
                </a:moveTo>
                <a:cubicBezTo>
                  <a:pt x="561571" y="69885"/>
                  <a:pt x="557080" y="66391"/>
                  <a:pt x="552149" y="63974"/>
                </a:cubicBezTo>
                <a:cubicBezTo>
                  <a:pt x="547218" y="61558"/>
                  <a:pt x="542271" y="60350"/>
                  <a:pt x="537307" y="60350"/>
                </a:cubicBezTo>
                <a:cubicBezTo>
                  <a:pt x="531820" y="60350"/>
                  <a:pt x="526710" y="61835"/>
                  <a:pt x="521974" y="64807"/>
                </a:cubicBezTo>
                <a:cubicBezTo>
                  <a:pt x="517239" y="67779"/>
                  <a:pt x="513827" y="72188"/>
                  <a:pt x="511737" y="78033"/>
                </a:cubicBezTo>
                <a:cubicBezTo>
                  <a:pt x="509647" y="83879"/>
                  <a:pt x="508602" y="90230"/>
                  <a:pt x="508602" y="97088"/>
                </a:cubicBezTo>
                <a:cubicBezTo>
                  <a:pt x="508602" y="108518"/>
                  <a:pt x="511492" y="117695"/>
                  <a:pt x="517272" y="124618"/>
                </a:cubicBezTo>
                <a:cubicBezTo>
                  <a:pt x="523052" y="131541"/>
                  <a:pt x="530318" y="135003"/>
                  <a:pt x="539070" y="135003"/>
                </a:cubicBezTo>
                <a:cubicBezTo>
                  <a:pt x="543838" y="135003"/>
                  <a:pt x="548067" y="133909"/>
                  <a:pt x="551757" y="131721"/>
                </a:cubicBezTo>
                <a:cubicBezTo>
                  <a:pt x="555448" y="129533"/>
                  <a:pt x="558485" y="126577"/>
                  <a:pt x="560869" y="122854"/>
                </a:cubicBezTo>
                <a:cubicBezTo>
                  <a:pt x="563253" y="119132"/>
                  <a:pt x="564640" y="115409"/>
                  <a:pt x="565032" y="111686"/>
                </a:cubicBezTo>
                <a:cubicBezTo>
                  <a:pt x="565424" y="107963"/>
                  <a:pt x="565620" y="101138"/>
                  <a:pt x="565620" y="91210"/>
                </a:cubicBezTo>
                <a:lnTo>
                  <a:pt x="565620" y="74457"/>
                </a:lnTo>
                <a:close/>
                <a:moveTo>
                  <a:pt x="655015" y="13128"/>
                </a:moveTo>
                <a:lnTo>
                  <a:pt x="654133" y="12246"/>
                </a:lnTo>
                <a:lnTo>
                  <a:pt x="654133" y="8132"/>
                </a:lnTo>
                <a:lnTo>
                  <a:pt x="654917" y="7250"/>
                </a:lnTo>
                <a:cubicBezTo>
                  <a:pt x="667392" y="5813"/>
                  <a:pt x="677908" y="3396"/>
                  <a:pt x="686464" y="0"/>
                </a:cubicBezTo>
                <a:lnTo>
                  <a:pt x="688325" y="1176"/>
                </a:lnTo>
                <a:cubicBezTo>
                  <a:pt x="687607" y="8687"/>
                  <a:pt x="687247" y="23741"/>
                  <a:pt x="687247" y="46340"/>
                </a:cubicBezTo>
                <a:lnTo>
                  <a:pt x="687247" y="71322"/>
                </a:lnTo>
                <a:cubicBezTo>
                  <a:pt x="688488" y="69689"/>
                  <a:pt x="690807" y="67191"/>
                  <a:pt x="694203" y="63827"/>
                </a:cubicBezTo>
                <a:cubicBezTo>
                  <a:pt x="697600" y="60464"/>
                  <a:pt x="700359" y="58096"/>
                  <a:pt x="702482" y="56725"/>
                </a:cubicBezTo>
                <a:cubicBezTo>
                  <a:pt x="704604" y="55353"/>
                  <a:pt x="707511" y="54145"/>
                  <a:pt x="711201" y="53100"/>
                </a:cubicBezTo>
                <a:cubicBezTo>
                  <a:pt x="714891" y="52055"/>
                  <a:pt x="718761" y="51532"/>
                  <a:pt x="722810" y="51532"/>
                </a:cubicBezTo>
                <a:cubicBezTo>
                  <a:pt x="730191" y="51532"/>
                  <a:pt x="736673" y="53361"/>
                  <a:pt x="742257" y="57019"/>
                </a:cubicBezTo>
                <a:cubicBezTo>
                  <a:pt x="747842" y="60676"/>
                  <a:pt x="751989" y="65558"/>
                  <a:pt x="754700" y="71665"/>
                </a:cubicBezTo>
                <a:cubicBezTo>
                  <a:pt x="757410" y="77772"/>
                  <a:pt x="758765" y="84287"/>
                  <a:pt x="758765" y="91210"/>
                </a:cubicBezTo>
                <a:cubicBezTo>
                  <a:pt x="758765" y="97807"/>
                  <a:pt x="757639" y="104077"/>
                  <a:pt x="755385" y="110020"/>
                </a:cubicBezTo>
                <a:cubicBezTo>
                  <a:pt x="753132" y="115964"/>
                  <a:pt x="750471" y="120862"/>
                  <a:pt x="747401" y="124716"/>
                </a:cubicBezTo>
                <a:cubicBezTo>
                  <a:pt x="745572" y="126936"/>
                  <a:pt x="742339" y="129745"/>
                  <a:pt x="737702" y="133141"/>
                </a:cubicBezTo>
                <a:cubicBezTo>
                  <a:pt x="728623" y="139738"/>
                  <a:pt x="722239" y="143869"/>
                  <a:pt x="718549" y="145534"/>
                </a:cubicBezTo>
                <a:cubicBezTo>
                  <a:pt x="714859" y="147200"/>
                  <a:pt x="710074" y="148033"/>
                  <a:pt x="704196" y="148033"/>
                </a:cubicBezTo>
                <a:cubicBezTo>
                  <a:pt x="699624" y="148033"/>
                  <a:pt x="695477" y="147396"/>
                  <a:pt x="691754" y="146122"/>
                </a:cubicBezTo>
                <a:cubicBezTo>
                  <a:pt x="688031" y="144849"/>
                  <a:pt x="684178" y="142840"/>
                  <a:pt x="680194" y="140097"/>
                </a:cubicBezTo>
                <a:lnTo>
                  <a:pt x="672258" y="147543"/>
                </a:lnTo>
                <a:lnTo>
                  <a:pt x="669025" y="146269"/>
                </a:lnTo>
                <a:cubicBezTo>
                  <a:pt x="670266" y="134382"/>
                  <a:pt x="670886" y="120862"/>
                  <a:pt x="670886" y="105710"/>
                </a:cubicBezTo>
                <a:lnTo>
                  <a:pt x="670886" y="53786"/>
                </a:lnTo>
                <a:lnTo>
                  <a:pt x="670494" y="34975"/>
                </a:lnTo>
                <a:cubicBezTo>
                  <a:pt x="670299" y="27791"/>
                  <a:pt x="670086" y="22745"/>
                  <a:pt x="669858" y="19839"/>
                </a:cubicBezTo>
                <a:cubicBezTo>
                  <a:pt x="669629" y="16932"/>
                  <a:pt x="669319" y="15218"/>
                  <a:pt x="668927" y="14695"/>
                </a:cubicBezTo>
                <a:cubicBezTo>
                  <a:pt x="668535" y="14173"/>
                  <a:pt x="667866" y="13781"/>
                  <a:pt x="666919" y="13520"/>
                </a:cubicBezTo>
                <a:cubicBezTo>
                  <a:pt x="665972" y="13259"/>
                  <a:pt x="662004" y="13128"/>
                  <a:pt x="655015" y="13128"/>
                </a:cubicBezTo>
                <a:moveTo>
                  <a:pt x="687247" y="83079"/>
                </a:moveTo>
                <a:lnTo>
                  <a:pt x="687247" y="119817"/>
                </a:lnTo>
                <a:cubicBezTo>
                  <a:pt x="687247" y="122887"/>
                  <a:pt x="687394" y="124895"/>
                  <a:pt x="687688" y="125842"/>
                </a:cubicBezTo>
                <a:cubicBezTo>
                  <a:pt x="687982" y="126789"/>
                  <a:pt x="689288" y="128226"/>
                  <a:pt x="691607" y="130153"/>
                </a:cubicBezTo>
                <a:cubicBezTo>
                  <a:pt x="693926" y="132080"/>
                  <a:pt x="696914" y="133745"/>
                  <a:pt x="700571" y="135150"/>
                </a:cubicBezTo>
                <a:cubicBezTo>
                  <a:pt x="704229" y="136554"/>
                  <a:pt x="708017" y="137256"/>
                  <a:pt x="711936" y="137256"/>
                </a:cubicBezTo>
                <a:cubicBezTo>
                  <a:pt x="721210" y="137256"/>
                  <a:pt x="728476" y="133664"/>
                  <a:pt x="733734" y="126479"/>
                </a:cubicBezTo>
                <a:cubicBezTo>
                  <a:pt x="738992" y="119295"/>
                  <a:pt x="741621" y="110184"/>
                  <a:pt x="741621" y="99146"/>
                </a:cubicBezTo>
                <a:cubicBezTo>
                  <a:pt x="741621" y="92222"/>
                  <a:pt x="740527" y="86099"/>
                  <a:pt x="738339" y="80776"/>
                </a:cubicBezTo>
                <a:cubicBezTo>
                  <a:pt x="736151" y="75453"/>
                  <a:pt x="732869" y="71387"/>
                  <a:pt x="728493" y="68579"/>
                </a:cubicBezTo>
                <a:cubicBezTo>
                  <a:pt x="724117" y="65771"/>
                  <a:pt x="719186" y="64366"/>
                  <a:pt x="713699" y="64366"/>
                </a:cubicBezTo>
                <a:cubicBezTo>
                  <a:pt x="707233" y="64366"/>
                  <a:pt x="701535" y="66277"/>
                  <a:pt x="696603" y="70098"/>
                </a:cubicBezTo>
                <a:cubicBezTo>
                  <a:pt x="691672" y="73918"/>
                  <a:pt x="688554" y="78245"/>
                  <a:pt x="687247" y="83079"/>
                </a:cubicBezTo>
                <a:close/>
                <a:moveTo>
                  <a:pt x="771653" y="198291"/>
                </a:moveTo>
                <a:cubicBezTo>
                  <a:pt x="773874" y="192805"/>
                  <a:pt x="775539" y="187776"/>
                  <a:pt x="776650" y="183204"/>
                </a:cubicBezTo>
                <a:lnTo>
                  <a:pt x="779001" y="183204"/>
                </a:lnTo>
                <a:cubicBezTo>
                  <a:pt x="782201" y="186665"/>
                  <a:pt x="785663" y="188396"/>
                  <a:pt x="789386" y="188396"/>
                </a:cubicBezTo>
                <a:cubicBezTo>
                  <a:pt x="794023" y="188396"/>
                  <a:pt x="798056" y="186094"/>
                  <a:pt x="801485" y="181489"/>
                </a:cubicBezTo>
                <a:cubicBezTo>
                  <a:pt x="804914" y="176885"/>
                  <a:pt x="809763" y="166712"/>
                  <a:pt x="816033" y="150972"/>
                </a:cubicBezTo>
                <a:cubicBezTo>
                  <a:pt x="813552" y="143983"/>
                  <a:pt x="811037" y="137387"/>
                  <a:pt x="808490" y="131182"/>
                </a:cubicBezTo>
                <a:lnTo>
                  <a:pt x="792913" y="92582"/>
                </a:lnTo>
                <a:cubicBezTo>
                  <a:pt x="791280" y="88598"/>
                  <a:pt x="788863" y="82899"/>
                  <a:pt x="785663" y="75486"/>
                </a:cubicBezTo>
                <a:cubicBezTo>
                  <a:pt x="782462" y="68073"/>
                  <a:pt x="780552" y="63991"/>
                  <a:pt x="779932" y="63240"/>
                </a:cubicBezTo>
                <a:cubicBezTo>
                  <a:pt x="779311" y="62489"/>
                  <a:pt x="778511" y="61786"/>
                  <a:pt x="777531" y="61133"/>
                </a:cubicBezTo>
                <a:cubicBezTo>
                  <a:pt x="776552" y="60480"/>
                  <a:pt x="773906" y="59860"/>
                  <a:pt x="769596" y="59272"/>
                </a:cubicBezTo>
                <a:lnTo>
                  <a:pt x="768812" y="58488"/>
                </a:lnTo>
                <a:lnTo>
                  <a:pt x="768812" y="54569"/>
                </a:lnTo>
                <a:lnTo>
                  <a:pt x="769694" y="53786"/>
                </a:lnTo>
                <a:cubicBezTo>
                  <a:pt x="777205" y="54243"/>
                  <a:pt x="784912" y="54471"/>
                  <a:pt x="792815" y="54471"/>
                </a:cubicBezTo>
                <a:cubicBezTo>
                  <a:pt x="802089" y="54471"/>
                  <a:pt x="809241" y="54243"/>
                  <a:pt x="814270" y="53786"/>
                </a:cubicBezTo>
                <a:lnTo>
                  <a:pt x="815054" y="54569"/>
                </a:lnTo>
                <a:lnTo>
                  <a:pt x="815054" y="58488"/>
                </a:lnTo>
                <a:lnTo>
                  <a:pt x="814368" y="59272"/>
                </a:lnTo>
                <a:cubicBezTo>
                  <a:pt x="813650" y="59337"/>
                  <a:pt x="811641" y="59484"/>
                  <a:pt x="808343" y="59713"/>
                </a:cubicBezTo>
                <a:cubicBezTo>
                  <a:pt x="805045" y="59941"/>
                  <a:pt x="802987" y="60464"/>
                  <a:pt x="802171" y="61280"/>
                </a:cubicBezTo>
                <a:cubicBezTo>
                  <a:pt x="801354" y="62097"/>
                  <a:pt x="800946" y="63027"/>
                  <a:pt x="800946" y="64072"/>
                </a:cubicBezTo>
                <a:cubicBezTo>
                  <a:pt x="800946" y="65183"/>
                  <a:pt x="801958" y="68791"/>
                  <a:pt x="803983" y="74898"/>
                </a:cubicBezTo>
                <a:cubicBezTo>
                  <a:pt x="806008" y="81005"/>
                  <a:pt x="807967" y="86410"/>
                  <a:pt x="809861" y="91112"/>
                </a:cubicBezTo>
                <a:lnTo>
                  <a:pt x="816033" y="106395"/>
                </a:lnTo>
                <a:cubicBezTo>
                  <a:pt x="820083" y="116454"/>
                  <a:pt x="823218" y="123867"/>
                  <a:pt x="825439" y="128635"/>
                </a:cubicBezTo>
                <a:lnTo>
                  <a:pt x="830631" y="117172"/>
                </a:lnTo>
                <a:cubicBezTo>
                  <a:pt x="832460" y="112992"/>
                  <a:pt x="835072" y="106657"/>
                  <a:pt x="838469" y="98166"/>
                </a:cubicBezTo>
                <a:lnTo>
                  <a:pt x="846600" y="77396"/>
                </a:lnTo>
                <a:cubicBezTo>
                  <a:pt x="848690" y="72041"/>
                  <a:pt x="849882" y="68710"/>
                  <a:pt x="850176" y="67403"/>
                </a:cubicBezTo>
                <a:cubicBezTo>
                  <a:pt x="850470" y="66097"/>
                  <a:pt x="850617" y="65150"/>
                  <a:pt x="850617" y="64562"/>
                </a:cubicBezTo>
                <a:cubicBezTo>
                  <a:pt x="850617" y="63125"/>
                  <a:pt x="850094" y="62146"/>
                  <a:pt x="849049" y="61623"/>
                </a:cubicBezTo>
                <a:cubicBezTo>
                  <a:pt x="848004" y="61101"/>
                  <a:pt x="845686" y="60643"/>
                  <a:pt x="842093" y="60252"/>
                </a:cubicBezTo>
                <a:lnTo>
                  <a:pt x="837979" y="59664"/>
                </a:lnTo>
                <a:lnTo>
                  <a:pt x="837293" y="58880"/>
                </a:lnTo>
                <a:lnTo>
                  <a:pt x="837293" y="54569"/>
                </a:lnTo>
                <a:lnTo>
                  <a:pt x="838077" y="53786"/>
                </a:lnTo>
                <a:cubicBezTo>
                  <a:pt x="843563" y="54243"/>
                  <a:pt x="850062" y="54471"/>
                  <a:pt x="857573" y="54471"/>
                </a:cubicBezTo>
                <a:cubicBezTo>
                  <a:pt x="864431" y="54471"/>
                  <a:pt x="869917" y="54243"/>
                  <a:pt x="874032" y="53786"/>
                </a:cubicBezTo>
                <a:lnTo>
                  <a:pt x="874815" y="54569"/>
                </a:lnTo>
                <a:lnTo>
                  <a:pt x="874815" y="58880"/>
                </a:lnTo>
                <a:lnTo>
                  <a:pt x="874032" y="59664"/>
                </a:lnTo>
                <a:cubicBezTo>
                  <a:pt x="871615" y="59729"/>
                  <a:pt x="869688" y="60056"/>
                  <a:pt x="868251" y="60643"/>
                </a:cubicBezTo>
                <a:cubicBezTo>
                  <a:pt x="866815" y="61231"/>
                  <a:pt x="865443" y="62276"/>
                  <a:pt x="864137" y="63778"/>
                </a:cubicBezTo>
                <a:cubicBezTo>
                  <a:pt x="862830" y="65281"/>
                  <a:pt x="860479" y="69510"/>
                  <a:pt x="857083" y="76466"/>
                </a:cubicBezTo>
                <a:cubicBezTo>
                  <a:pt x="853687" y="83421"/>
                  <a:pt x="850290" y="90622"/>
                  <a:pt x="846894" y="98068"/>
                </a:cubicBezTo>
                <a:lnTo>
                  <a:pt x="837293" y="119132"/>
                </a:lnTo>
                <a:lnTo>
                  <a:pt x="814662" y="172035"/>
                </a:lnTo>
                <a:cubicBezTo>
                  <a:pt x="812702" y="176607"/>
                  <a:pt x="810270" y="181506"/>
                  <a:pt x="807363" y="186731"/>
                </a:cubicBezTo>
                <a:cubicBezTo>
                  <a:pt x="804457" y="191956"/>
                  <a:pt x="800897" y="195728"/>
                  <a:pt x="796684" y="198046"/>
                </a:cubicBezTo>
                <a:cubicBezTo>
                  <a:pt x="792472" y="200365"/>
                  <a:pt x="788014" y="201524"/>
                  <a:pt x="783311" y="201524"/>
                </a:cubicBezTo>
                <a:cubicBezTo>
                  <a:pt x="779197" y="201524"/>
                  <a:pt x="775311" y="200447"/>
                  <a:pt x="771653" y="198291"/>
                </a:cubicBezTo>
                <a:moveTo>
                  <a:pt x="824067" y="45556"/>
                </a:moveTo>
                <a:lnTo>
                  <a:pt x="824067" y="45556"/>
                </a:lnTo>
                <a:moveTo>
                  <a:pt x="847090" y="150972"/>
                </a:moveTo>
                <a:lnTo>
                  <a:pt x="847090" y="150972"/>
                </a:lnTo>
                <a:close/>
                <a:moveTo>
                  <a:pt x="977004" y="145289"/>
                </a:moveTo>
                <a:cubicBezTo>
                  <a:pt x="975110" y="133860"/>
                  <a:pt x="972530" y="120079"/>
                  <a:pt x="969264" y="103946"/>
                </a:cubicBezTo>
                <a:cubicBezTo>
                  <a:pt x="965802" y="86703"/>
                  <a:pt x="963516" y="76025"/>
                  <a:pt x="962406" y="71910"/>
                </a:cubicBezTo>
                <a:cubicBezTo>
                  <a:pt x="961035" y="66946"/>
                  <a:pt x="959598" y="63778"/>
                  <a:pt x="958095" y="62407"/>
                </a:cubicBezTo>
                <a:cubicBezTo>
                  <a:pt x="957181" y="61558"/>
                  <a:pt x="956038" y="61133"/>
                  <a:pt x="954667" y="61133"/>
                </a:cubicBezTo>
                <a:cubicBezTo>
                  <a:pt x="952577" y="61133"/>
                  <a:pt x="950617" y="61982"/>
                  <a:pt x="948788" y="63680"/>
                </a:cubicBezTo>
                <a:cubicBezTo>
                  <a:pt x="946960" y="65379"/>
                  <a:pt x="944706" y="68318"/>
                  <a:pt x="942028" y="72498"/>
                </a:cubicBezTo>
                <a:lnTo>
                  <a:pt x="935660" y="68285"/>
                </a:lnTo>
                <a:cubicBezTo>
                  <a:pt x="940167" y="61558"/>
                  <a:pt x="944380" y="56806"/>
                  <a:pt x="948298" y="54030"/>
                </a:cubicBezTo>
                <a:cubicBezTo>
                  <a:pt x="952217" y="51255"/>
                  <a:pt x="956593" y="49867"/>
                  <a:pt x="961426" y="49867"/>
                </a:cubicBezTo>
                <a:cubicBezTo>
                  <a:pt x="964104" y="49867"/>
                  <a:pt x="966390" y="50226"/>
                  <a:pt x="968284" y="50944"/>
                </a:cubicBezTo>
                <a:cubicBezTo>
                  <a:pt x="969591" y="51467"/>
                  <a:pt x="970897" y="52332"/>
                  <a:pt x="972203" y="53541"/>
                </a:cubicBezTo>
                <a:cubicBezTo>
                  <a:pt x="973509" y="54749"/>
                  <a:pt x="974669" y="56431"/>
                  <a:pt x="975681" y="58586"/>
                </a:cubicBezTo>
                <a:cubicBezTo>
                  <a:pt x="976693" y="60741"/>
                  <a:pt x="977575" y="63158"/>
                  <a:pt x="978326" y="65836"/>
                </a:cubicBezTo>
                <a:cubicBezTo>
                  <a:pt x="979077" y="68514"/>
                  <a:pt x="979910" y="72367"/>
                  <a:pt x="980825" y="77396"/>
                </a:cubicBezTo>
                <a:cubicBezTo>
                  <a:pt x="982392" y="85822"/>
                  <a:pt x="983911" y="94688"/>
                  <a:pt x="985380" y="103995"/>
                </a:cubicBezTo>
                <a:cubicBezTo>
                  <a:pt x="986850" y="113302"/>
                  <a:pt x="988107" y="121940"/>
                  <a:pt x="989152" y="129908"/>
                </a:cubicBezTo>
                <a:cubicBezTo>
                  <a:pt x="995487" y="120764"/>
                  <a:pt x="1000859" y="111816"/>
                  <a:pt x="1005268" y="103064"/>
                </a:cubicBezTo>
                <a:cubicBezTo>
                  <a:pt x="1009677" y="94312"/>
                  <a:pt x="1012844" y="86703"/>
                  <a:pt x="1014771" y="80237"/>
                </a:cubicBezTo>
                <a:cubicBezTo>
                  <a:pt x="1016698" y="73771"/>
                  <a:pt x="1017661" y="68514"/>
                  <a:pt x="1017661" y="64464"/>
                </a:cubicBezTo>
                <a:cubicBezTo>
                  <a:pt x="1017661" y="61395"/>
                  <a:pt x="1017008" y="59305"/>
                  <a:pt x="1015702" y="58194"/>
                </a:cubicBezTo>
                <a:cubicBezTo>
                  <a:pt x="1014396" y="57084"/>
                  <a:pt x="1012175" y="56431"/>
                  <a:pt x="1009040" y="56235"/>
                </a:cubicBezTo>
                <a:lnTo>
                  <a:pt x="1010020" y="51434"/>
                </a:lnTo>
                <a:lnTo>
                  <a:pt x="1035786" y="51434"/>
                </a:lnTo>
                <a:lnTo>
                  <a:pt x="1038431" y="56333"/>
                </a:lnTo>
                <a:cubicBezTo>
                  <a:pt x="1033467" y="69918"/>
                  <a:pt x="1026740" y="84450"/>
                  <a:pt x="1018249" y="99929"/>
                </a:cubicBezTo>
                <a:cubicBezTo>
                  <a:pt x="1009889" y="115082"/>
                  <a:pt x="1000321" y="130169"/>
                  <a:pt x="989544" y="145192"/>
                </a:cubicBezTo>
                <a:cubicBezTo>
                  <a:pt x="979224" y="159495"/>
                  <a:pt x="970636" y="169847"/>
                  <a:pt x="963778" y="176248"/>
                </a:cubicBezTo>
                <a:cubicBezTo>
                  <a:pt x="959010" y="180624"/>
                  <a:pt x="954405" y="183759"/>
                  <a:pt x="949964" y="185653"/>
                </a:cubicBezTo>
                <a:cubicBezTo>
                  <a:pt x="946437" y="187090"/>
                  <a:pt x="942682" y="187808"/>
                  <a:pt x="938697" y="187808"/>
                </a:cubicBezTo>
                <a:cubicBezTo>
                  <a:pt x="937326" y="187808"/>
                  <a:pt x="935742" y="187694"/>
                  <a:pt x="933946" y="187466"/>
                </a:cubicBezTo>
                <a:cubicBezTo>
                  <a:pt x="932150" y="187237"/>
                  <a:pt x="930762" y="186927"/>
                  <a:pt x="929782" y="186535"/>
                </a:cubicBezTo>
                <a:lnTo>
                  <a:pt x="933995" y="167529"/>
                </a:lnTo>
                <a:lnTo>
                  <a:pt x="941734" y="167529"/>
                </a:lnTo>
                <a:cubicBezTo>
                  <a:pt x="941734" y="171709"/>
                  <a:pt x="943171" y="173799"/>
                  <a:pt x="946045" y="173799"/>
                </a:cubicBezTo>
                <a:cubicBezTo>
                  <a:pt x="949833" y="173799"/>
                  <a:pt x="954242" y="171431"/>
                  <a:pt x="959271" y="166696"/>
                </a:cubicBezTo>
                <a:cubicBezTo>
                  <a:pt x="964300" y="161961"/>
                  <a:pt x="970211" y="154825"/>
                  <a:pt x="977004" y="145289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𝑛">
            <a:extLst xmlns:a="http://schemas.openxmlformats.org/drawingml/2006/main">
              <a:ext uri="{FF2B5EF4-FFF2-40B4-BE49-F238E27FC236}">
                <a16:creationId xmlns:a16="http://schemas.microsoft.com/office/drawing/2014/main" id="{2C728217-FF96-4F32-868F-ACD43945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488" y="5729994"/>
            <a:ext cx="89507" cy="74280"/>
          </a:xfrm>
          <a:custGeom xmlns:a="http://schemas.openxmlformats.org/drawingml/2006/main">
            <a:pathLst>
              <a:path w="89507" h="74280">
                <a:moveTo>
                  <a:pt x="34030" y="18945"/>
                </a:moveTo>
                <a:cubicBezTo>
                  <a:pt x="38653" y="12606"/>
                  <a:pt x="43217" y="7864"/>
                  <a:pt x="47721" y="4718"/>
                </a:cubicBezTo>
                <a:cubicBezTo>
                  <a:pt x="52225" y="1573"/>
                  <a:pt x="56883" y="0"/>
                  <a:pt x="61697" y="0"/>
                </a:cubicBezTo>
                <a:cubicBezTo>
                  <a:pt x="66749" y="0"/>
                  <a:pt x="70526" y="1358"/>
                  <a:pt x="73029" y="4075"/>
                </a:cubicBezTo>
                <a:cubicBezTo>
                  <a:pt x="75531" y="6792"/>
                  <a:pt x="76782" y="10605"/>
                  <a:pt x="76782" y="15514"/>
                </a:cubicBezTo>
                <a:cubicBezTo>
                  <a:pt x="76782" y="16991"/>
                  <a:pt x="76568" y="19041"/>
                  <a:pt x="76139" y="21662"/>
                </a:cubicBezTo>
                <a:cubicBezTo>
                  <a:pt x="75710" y="24283"/>
                  <a:pt x="75162" y="27143"/>
                  <a:pt x="74494" y="30241"/>
                </a:cubicBezTo>
                <a:cubicBezTo>
                  <a:pt x="73827" y="33339"/>
                  <a:pt x="73112" y="36520"/>
                  <a:pt x="72350" y="39785"/>
                </a:cubicBezTo>
                <a:cubicBezTo>
                  <a:pt x="71587" y="43050"/>
                  <a:pt x="70872" y="46064"/>
                  <a:pt x="70205" y="48829"/>
                </a:cubicBezTo>
                <a:cubicBezTo>
                  <a:pt x="69538" y="51593"/>
                  <a:pt x="68989" y="53952"/>
                  <a:pt x="68560" y="55906"/>
                </a:cubicBezTo>
                <a:cubicBezTo>
                  <a:pt x="68132" y="57861"/>
                  <a:pt x="67917" y="59076"/>
                  <a:pt x="67917" y="59553"/>
                </a:cubicBezTo>
                <a:cubicBezTo>
                  <a:pt x="67917" y="61364"/>
                  <a:pt x="68251" y="62674"/>
                  <a:pt x="68918" y="63485"/>
                </a:cubicBezTo>
                <a:cubicBezTo>
                  <a:pt x="69585" y="64295"/>
                  <a:pt x="70658" y="64700"/>
                  <a:pt x="72135" y="64700"/>
                </a:cubicBezTo>
                <a:cubicBezTo>
                  <a:pt x="73041" y="64700"/>
                  <a:pt x="73934" y="64533"/>
                  <a:pt x="74816" y="64199"/>
                </a:cubicBezTo>
                <a:cubicBezTo>
                  <a:pt x="75698" y="63866"/>
                  <a:pt x="76615" y="63342"/>
                  <a:pt x="77568" y="62627"/>
                </a:cubicBezTo>
                <a:cubicBezTo>
                  <a:pt x="78522" y="61912"/>
                  <a:pt x="79570" y="60994"/>
                  <a:pt x="80714" y="59874"/>
                </a:cubicBezTo>
                <a:cubicBezTo>
                  <a:pt x="81858" y="58754"/>
                  <a:pt x="83145" y="57408"/>
                  <a:pt x="84575" y="55835"/>
                </a:cubicBezTo>
                <a:lnTo>
                  <a:pt x="89507" y="60553"/>
                </a:lnTo>
                <a:cubicBezTo>
                  <a:pt x="87172" y="62936"/>
                  <a:pt x="85027" y="64986"/>
                  <a:pt x="83073" y="66702"/>
                </a:cubicBezTo>
                <a:cubicBezTo>
                  <a:pt x="81119" y="68417"/>
                  <a:pt x="79225" y="69835"/>
                  <a:pt x="77390" y="70955"/>
                </a:cubicBezTo>
                <a:cubicBezTo>
                  <a:pt x="75555" y="72075"/>
                  <a:pt x="73732" y="72910"/>
                  <a:pt x="71921" y="73458"/>
                </a:cubicBezTo>
                <a:cubicBezTo>
                  <a:pt x="70109" y="74006"/>
                  <a:pt x="68179" y="74280"/>
                  <a:pt x="66130" y="74280"/>
                </a:cubicBezTo>
                <a:cubicBezTo>
                  <a:pt x="64414" y="74280"/>
                  <a:pt x="62829" y="73946"/>
                  <a:pt x="61376" y="73279"/>
                </a:cubicBezTo>
                <a:cubicBezTo>
                  <a:pt x="59922" y="72612"/>
                  <a:pt x="58671" y="71694"/>
                  <a:pt x="57622" y="70526"/>
                </a:cubicBezTo>
                <a:cubicBezTo>
                  <a:pt x="56574" y="69359"/>
                  <a:pt x="55763" y="67977"/>
                  <a:pt x="55192" y="66380"/>
                </a:cubicBezTo>
                <a:cubicBezTo>
                  <a:pt x="54620" y="64783"/>
                  <a:pt x="54334" y="63032"/>
                  <a:pt x="54334" y="61125"/>
                </a:cubicBezTo>
                <a:cubicBezTo>
                  <a:pt x="54334" y="59219"/>
                  <a:pt x="54536" y="56991"/>
                  <a:pt x="54941" y="54441"/>
                </a:cubicBezTo>
                <a:cubicBezTo>
                  <a:pt x="55346" y="51891"/>
                  <a:pt x="55954" y="49091"/>
                  <a:pt x="56764" y="46041"/>
                </a:cubicBezTo>
                <a:cubicBezTo>
                  <a:pt x="57622" y="42943"/>
                  <a:pt x="58421" y="39976"/>
                  <a:pt x="59159" y="37140"/>
                </a:cubicBezTo>
                <a:cubicBezTo>
                  <a:pt x="59898" y="34304"/>
                  <a:pt x="60541" y="31683"/>
                  <a:pt x="61090" y="29276"/>
                </a:cubicBezTo>
                <a:cubicBezTo>
                  <a:pt x="61638" y="26869"/>
                  <a:pt x="62067" y="24724"/>
                  <a:pt x="62376" y="22842"/>
                </a:cubicBezTo>
                <a:cubicBezTo>
                  <a:pt x="62686" y="20959"/>
                  <a:pt x="62841" y="19398"/>
                  <a:pt x="62841" y="18159"/>
                </a:cubicBezTo>
                <a:cubicBezTo>
                  <a:pt x="62841" y="15204"/>
                  <a:pt x="62281" y="13035"/>
                  <a:pt x="61161" y="11653"/>
                </a:cubicBezTo>
                <a:cubicBezTo>
                  <a:pt x="60041" y="10271"/>
                  <a:pt x="58242" y="9580"/>
                  <a:pt x="55763" y="9580"/>
                </a:cubicBezTo>
                <a:cubicBezTo>
                  <a:pt x="54334" y="9580"/>
                  <a:pt x="52797" y="9949"/>
                  <a:pt x="51152" y="10688"/>
                </a:cubicBezTo>
                <a:cubicBezTo>
                  <a:pt x="49508" y="11427"/>
                  <a:pt x="47852" y="12451"/>
                  <a:pt x="46184" y="13762"/>
                </a:cubicBezTo>
                <a:cubicBezTo>
                  <a:pt x="44515" y="15073"/>
                  <a:pt x="42883" y="16622"/>
                  <a:pt x="41286" y="18409"/>
                </a:cubicBezTo>
                <a:cubicBezTo>
                  <a:pt x="39690" y="20196"/>
                  <a:pt x="38224" y="22103"/>
                  <a:pt x="36890" y="24128"/>
                </a:cubicBezTo>
                <a:cubicBezTo>
                  <a:pt x="35555" y="26154"/>
                  <a:pt x="34376" y="28275"/>
                  <a:pt x="33351" y="30491"/>
                </a:cubicBezTo>
                <a:cubicBezTo>
                  <a:pt x="32326" y="32707"/>
                  <a:pt x="31575" y="34912"/>
                  <a:pt x="31099" y="37104"/>
                </a:cubicBezTo>
                <a:lnTo>
                  <a:pt x="23092" y="72993"/>
                </a:lnTo>
                <a:lnTo>
                  <a:pt x="9079" y="72993"/>
                </a:lnTo>
                <a:lnTo>
                  <a:pt x="19803" y="26380"/>
                </a:lnTo>
                <a:cubicBezTo>
                  <a:pt x="20423" y="23902"/>
                  <a:pt x="20876" y="21686"/>
                  <a:pt x="21162" y="19732"/>
                </a:cubicBezTo>
                <a:cubicBezTo>
                  <a:pt x="21447" y="17778"/>
                  <a:pt x="21590" y="16181"/>
                  <a:pt x="21590" y="14942"/>
                </a:cubicBezTo>
                <a:cubicBezTo>
                  <a:pt x="21590" y="11462"/>
                  <a:pt x="20184" y="9723"/>
                  <a:pt x="17372" y="9723"/>
                </a:cubicBezTo>
                <a:cubicBezTo>
                  <a:pt x="16515" y="9723"/>
                  <a:pt x="15645" y="9902"/>
                  <a:pt x="14763" y="10259"/>
                </a:cubicBezTo>
                <a:cubicBezTo>
                  <a:pt x="13881" y="10617"/>
                  <a:pt x="12952" y="11153"/>
                  <a:pt x="11975" y="11868"/>
                </a:cubicBezTo>
                <a:cubicBezTo>
                  <a:pt x="10998" y="12583"/>
                  <a:pt x="9937" y="13488"/>
                  <a:pt x="8793" y="14584"/>
                </a:cubicBezTo>
                <a:cubicBezTo>
                  <a:pt x="7650" y="15680"/>
                  <a:pt x="6363" y="16967"/>
                  <a:pt x="4933" y="18445"/>
                </a:cubicBezTo>
                <a:lnTo>
                  <a:pt x="0" y="13798"/>
                </a:lnTo>
                <a:cubicBezTo>
                  <a:pt x="2383" y="11367"/>
                  <a:pt x="4564" y="9282"/>
                  <a:pt x="6541" y="7542"/>
                </a:cubicBezTo>
                <a:cubicBezTo>
                  <a:pt x="8519" y="5803"/>
                  <a:pt x="10402" y="4373"/>
                  <a:pt x="12189" y="3253"/>
                </a:cubicBezTo>
                <a:cubicBezTo>
                  <a:pt x="13977" y="2133"/>
                  <a:pt x="15752" y="1311"/>
                  <a:pt x="17515" y="786"/>
                </a:cubicBezTo>
                <a:cubicBezTo>
                  <a:pt x="19279" y="262"/>
                  <a:pt x="21138" y="0"/>
                  <a:pt x="23092" y="0"/>
                </a:cubicBezTo>
                <a:cubicBezTo>
                  <a:pt x="26619" y="0"/>
                  <a:pt x="29347" y="1156"/>
                  <a:pt x="31278" y="3467"/>
                </a:cubicBezTo>
                <a:cubicBezTo>
                  <a:pt x="33208" y="5779"/>
                  <a:pt x="34173" y="8817"/>
                  <a:pt x="34173" y="12583"/>
                </a:cubicBezTo>
                <a:cubicBezTo>
                  <a:pt x="34173" y="13536"/>
                  <a:pt x="34090" y="14537"/>
                  <a:pt x="33923" y="15585"/>
                </a:cubicBezTo>
                <a:cubicBezTo>
                  <a:pt x="33756" y="16634"/>
                  <a:pt x="33458" y="17635"/>
                  <a:pt x="33029" y="18588"/>
                </a:cubicBezTo>
                <a:lnTo>
                  <a:pt x="34030" y="1894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957DF-E619-4404-B752-BDF89489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7" y="5273061"/>
            <a:ext cx="2417652" cy="664290"/>
          </a:xfrm>
          <a:custGeom xmlns:a="http://schemas.openxmlformats.org/drawingml/2006/main">
            <a:pathLst>
              <a:path w="2417652" h="664290" fill="none">
                <a:moveTo>
                  <a:pt x="0" y="664290"/>
                </a:moveTo>
                <a:lnTo>
                  <a:pt x="2417652" y="664290"/>
                </a:lnTo>
                <a:lnTo>
                  <a:pt x="2417652" y="0"/>
                </a:lnTo>
                <a:lnTo>
                  <a:pt x="0" y="0"/>
                </a:lnTo>
                <a:lnTo>
                  <a:pt x="0" y="6642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5" name="Text Informationleakage">
            <a:extLst xmlns:a="http://schemas.openxmlformats.org/drawingml/2006/main">
              <a:ext uri="{FF2B5EF4-FFF2-40B4-BE49-F238E27FC236}">
                <a16:creationId xmlns:a16="http://schemas.microsoft.com/office/drawing/2014/main" id="{8BC15241-733F-4CD8-9CB0-E30C80CE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02" y="5375841"/>
            <a:ext cx="1785221" cy="201613"/>
          </a:xfrm>
          <a:custGeom xmlns:a="http://schemas.openxmlformats.org/drawingml/2006/main">
            <a:pathLst>
              <a:path w="1785221" h="201613">
                <a:moveTo>
                  <a:pt x="783" y="7239"/>
                </a:moveTo>
                <a:lnTo>
                  <a:pt x="13010" y="7630"/>
                </a:lnTo>
                <a:cubicBezTo>
                  <a:pt x="21032" y="7891"/>
                  <a:pt x="26282" y="8021"/>
                  <a:pt x="28760" y="8021"/>
                </a:cubicBezTo>
                <a:cubicBezTo>
                  <a:pt x="30977" y="8021"/>
                  <a:pt x="40336" y="7761"/>
                  <a:pt x="56835" y="7239"/>
                </a:cubicBezTo>
                <a:lnTo>
                  <a:pt x="57618" y="7924"/>
                </a:lnTo>
                <a:lnTo>
                  <a:pt x="57618" y="12815"/>
                </a:lnTo>
                <a:lnTo>
                  <a:pt x="56835" y="13500"/>
                </a:lnTo>
                <a:cubicBezTo>
                  <a:pt x="52335" y="13630"/>
                  <a:pt x="48863" y="13826"/>
                  <a:pt x="46417" y="14086"/>
                </a:cubicBezTo>
                <a:cubicBezTo>
                  <a:pt x="43971" y="14347"/>
                  <a:pt x="42194" y="14836"/>
                  <a:pt x="41086" y="15554"/>
                </a:cubicBezTo>
                <a:cubicBezTo>
                  <a:pt x="39977" y="16271"/>
                  <a:pt x="39243" y="17950"/>
                  <a:pt x="38885" y="20592"/>
                </a:cubicBezTo>
                <a:cubicBezTo>
                  <a:pt x="38526" y="23233"/>
                  <a:pt x="38347" y="26901"/>
                  <a:pt x="38347" y="31597"/>
                </a:cubicBezTo>
                <a:lnTo>
                  <a:pt x="38151" y="54096"/>
                </a:lnTo>
                <a:lnTo>
                  <a:pt x="38151" y="99388"/>
                </a:lnTo>
                <a:lnTo>
                  <a:pt x="38249" y="118464"/>
                </a:lnTo>
                <a:cubicBezTo>
                  <a:pt x="38314" y="125833"/>
                  <a:pt x="38510" y="130594"/>
                  <a:pt x="38836" y="132746"/>
                </a:cubicBezTo>
                <a:cubicBezTo>
                  <a:pt x="39162" y="134898"/>
                  <a:pt x="39635" y="136332"/>
                  <a:pt x="40254" y="137050"/>
                </a:cubicBezTo>
                <a:cubicBezTo>
                  <a:pt x="40874" y="137767"/>
                  <a:pt x="42064" y="138370"/>
                  <a:pt x="43825" y="138860"/>
                </a:cubicBezTo>
                <a:cubicBezTo>
                  <a:pt x="45585" y="139349"/>
                  <a:pt x="49922" y="139724"/>
                  <a:pt x="56835" y="139985"/>
                </a:cubicBezTo>
                <a:lnTo>
                  <a:pt x="57618" y="140571"/>
                </a:lnTo>
                <a:lnTo>
                  <a:pt x="57618" y="145463"/>
                </a:lnTo>
                <a:lnTo>
                  <a:pt x="56835" y="146245"/>
                </a:lnTo>
                <a:cubicBezTo>
                  <a:pt x="56509" y="146245"/>
                  <a:pt x="50770" y="146050"/>
                  <a:pt x="39618" y="145658"/>
                </a:cubicBezTo>
                <a:cubicBezTo>
                  <a:pt x="34988" y="145528"/>
                  <a:pt x="31369" y="145463"/>
                  <a:pt x="28760" y="145463"/>
                </a:cubicBezTo>
                <a:cubicBezTo>
                  <a:pt x="26738" y="145463"/>
                  <a:pt x="17412" y="145723"/>
                  <a:pt x="783" y="146245"/>
                </a:cubicBezTo>
                <a:lnTo>
                  <a:pt x="0" y="145463"/>
                </a:lnTo>
                <a:lnTo>
                  <a:pt x="0" y="140571"/>
                </a:lnTo>
                <a:lnTo>
                  <a:pt x="783" y="139985"/>
                </a:lnTo>
                <a:cubicBezTo>
                  <a:pt x="6848" y="139724"/>
                  <a:pt x="10891" y="139398"/>
                  <a:pt x="12913" y="139006"/>
                </a:cubicBezTo>
                <a:cubicBezTo>
                  <a:pt x="14934" y="138615"/>
                  <a:pt x="16288" y="138110"/>
                  <a:pt x="16972" y="137490"/>
                </a:cubicBezTo>
                <a:cubicBezTo>
                  <a:pt x="17657" y="136871"/>
                  <a:pt x="18211" y="135550"/>
                  <a:pt x="18635" y="133528"/>
                </a:cubicBezTo>
                <a:cubicBezTo>
                  <a:pt x="19059" y="131507"/>
                  <a:pt x="19304" y="127007"/>
                  <a:pt x="19369" y="120029"/>
                </a:cubicBezTo>
                <a:lnTo>
                  <a:pt x="19467" y="99388"/>
                </a:lnTo>
                <a:lnTo>
                  <a:pt x="19467" y="54096"/>
                </a:lnTo>
                <a:lnTo>
                  <a:pt x="19271" y="35021"/>
                </a:lnTo>
                <a:cubicBezTo>
                  <a:pt x="19206" y="27586"/>
                  <a:pt x="19027" y="22793"/>
                  <a:pt x="18733" y="20641"/>
                </a:cubicBezTo>
                <a:cubicBezTo>
                  <a:pt x="18440" y="18489"/>
                  <a:pt x="17983" y="17054"/>
                  <a:pt x="17364" y="16336"/>
                </a:cubicBezTo>
                <a:cubicBezTo>
                  <a:pt x="16744" y="15619"/>
                  <a:pt x="15554" y="15032"/>
                  <a:pt x="13793" y="14576"/>
                </a:cubicBezTo>
                <a:cubicBezTo>
                  <a:pt x="12032" y="14119"/>
                  <a:pt x="7695" y="13760"/>
                  <a:pt x="783" y="13500"/>
                </a:cubicBezTo>
                <a:lnTo>
                  <a:pt x="0" y="12815"/>
                </a:lnTo>
                <a:lnTo>
                  <a:pt x="0" y="7924"/>
                </a:lnTo>
                <a:lnTo>
                  <a:pt x="783" y="7239"/>
                </a:lnTo>
                <a:moveTo>
                  <a:pt x="30129" y="0"/>
                </a:moveTo>
                <a:lnTo>
                  <a:pt x="30129" y="0"/>
                </a:lnTo>
                <a:moveTo>
                  <a:pt x="28760" y="151332"/>
                </a:moveTo>
                <a:lnTo>
                  <a:pt x="28760" y="151332"/>
                </a:lnTo>
                <a:close/>
                <a:moveTo>
                  <a:pt x="95982" y="52237"/>
                </a:moveTo>
                <a:lnTo>
                  <a:pt x="97840" y="53509"/>
                </a:lnTo>
                <a:cubicBezTo>
                  <a:pt x="97449" y="57879"/>
                  <a:pt x="97188" y="63617"/>
                  <a:pt x="97058" y="70726"/>
                </a:cubicBezTo>
                <a:cubicBezTo>
                  <a:pt x="102275" y="66422"/>
                  <a:pt x="107231" y="62052"/>
                  <a:pt x="111927" y="57618"/>
                </a:cubicBezTo>
                <a:cubicBezTo>
                  <a:pt x="113296" y="56379"/>
                  <a:pt x="114584" y="55466"/>
                  <a:pt x="115791" y="54879"/>
                </a:cubicBezTo>
                <a:cubicBezTo>
                  <a:pt x="116997" y="54292"/>
                  <a:pt x="119002" y="53672"/>
                  <a:pt x="121807" y="53020"/>
                </a:cubicBezTo>
                <a:cubicBezTo>
                  <a:pt x="124611" y="52368"/>
                  <a:pt x="127480" y="52042"/>
                  <a:pt x="130415" y="52042"/>
                </a:cubicBezTo>
                <a:cubicBezTo>
                  <a:pt x="135372" y="52042"/>
                  <a:pt x="140181" y="53053"/>
                  <a:pt x="144844" y="55074"/>
                </a:cubicBezTo>
                <a:cubicBezTo>
                  <a:pt x="149507" y="57096"/>
                  <a:pt x="153029" y="59493"/>
                  <a:pt x="155409" y="62264"/>
                </a:cubicBezTo>
                <a:cubicBezTo>
                  <a:pt x="157789" y="65036"/>
                  <a:pt x="159436" y="68313"/>
                  <a:pt x="160349" y="72095"/>
                </a:cubicBezTo>
                <a:cubicBezTo>
                  <a:pt x="161262" y="75878"/>
                  <a:pt x="161718" y="80541"/>
                  <a:pt x="161718" y="86084"/>
                </a:cubicBezTo>
                <a:lnTo>
                  <a:pt x="161718" y="103301"/>
                </a:lnTo>
                <a:cubicBezTo>
                  <a:pt x="161718" y="104410"/>
                  <a:pt x="161882" y="112529"/>
                  <a:pt x="162208" y="127659"/>
                </a:cubicBezTo>
                <a:cubicBezTo>
                  <a:pt x="162338" y="133854"/>
                  <a:pt x="163023" y="137539"/>
                  <a:pt x="164262" y="138713"/>
                </a:cubicBezTo>
                <a:cubicBezTo>
                  <a:pt x="165501" y="139887"/>
                  <a:pt x="169544" y="140474"/>
                  <a:pt x="176392" y="140474"/>
                </a:cubicBezTo>
                <a:lnTo>
                  <a:pt x="177174" y="141256"/>
                </a:lnTo>
                <a:lnTo>
                  <a:pt x="177174" y="145463"/>
                </a:lnTo>
                <a:lnTo>
                  <a:pt x="176392" y="146245"/>
                </a:lnTo>
                <a:cubicBezTo>
                  <a:pt x="168110" y="145723"/>
                  <a:pt x="162501" y="145463"/>
                  <a:pt x="159566" y="145463"/>
                </a:cubicBezTo>
                <a:cubicBezTo>
                  <a:pt x="157871" y="145463"/>
                  <a:pt x="153110" y="145723"/>
                  <a:pt x="145284" y="146245"/>
                </a:cubicBezTo>
                <a:lnTo>
                  <a:pt x="144110" y="145169"/>
                </a:lnTo>
                <a:cubicBezTo>
                  <a:pt x="144958" y="136691"/>
                  <a:pt x="145382" y="125637"/>
                  <a:pt x="145382" y="112007"/>
                </a:cubicBezTo>
                <a:lnTo>
                  <a:pt x="145382" y="99192"/>
                </a:lnTo>
                <a:cubicBezTo>
                  <a:pt x="145382" y="91497"/>
                  <a:pt x="145203" y="85954"/>
                  <a:pt x="144844" y="82563"/>
                </a:cubicBezTo>
                <a:cubicBezTo>
                  <a:pt x="144485" y="79171"/>
                  <a:pt x="143393" y="76090"/>
                  <a:pt x="141567" y="73318"/>
                </a:cubicBezTo>
                <a:cubicBezTo>
                  <a:pt x="139741" y="70547"/>
                  <a:pt x="137295" y="68395"/>
                  <a:pt x="134230" y="66862"/>
                </a:cubicBezTo>
                <a:cubicBezTo>
                  <a:pt x="131165" y="65329"/>
                  <a:pt x="127513" y="64563"/>
                  <a:pt x="123274" y="64563"/>
                </a:cubicBezTo>
                <a:cubicBezTo>
                  <a:pt x="119883" y="64563"/>
                  <a:pt x="116981" y="64905"/>
                  <a:pt x="114568" y="65590"/>
                </a:cubicBezTo>
                <a:cubicBezTo>
                  <a:pt x="112155" y="66275"/>
                  <a:pt x="109448" y="67677"/>
                  <a:pt x="106449" y="69797"/>
                </a:cubicBezTo>
                <a:cubicBezTo>
                  <a:pt x="103449" y="71916"/>
                  <a:pt x="101231" y="73905"/>
                  <a:pt x="99797" y="75764"/>
                </a:cubicBezTo>
                <a:cubicBezTo>
                  <a:pt x="98362" y="77622"/>
                  <a:pt x="97498" y="79351"/>
                  <a:pt x="97204" y="80948"/>
                </a:cubicBezTo>
                <a:cubicBezTo>
                  <a:pt x="96911" y="82546"/>
                  <a:pt x="96764" y="85954"/>
                  <a:pt x="96764" y="91171"/>
                </a:cubicBezTo>
                <a:lnTo>
                  <a:pt x="96764" y="108192"/>
                </a:lnTo>
                <a:cubicBezTo>
                  <a:pt x="96764" y="109627"/>
                  <a:pt x="96895" y="114241"/>
                  <a:pt x="97155" y="122034"/>
                </a:cubicBezTo>
                <a:cubicBezTo>
                  <a:pt x="97416" y="129827"/>
                  <a:pt x="97693" y="134376"/>
                  <a:pt x="97987" y="135680"/>
                </a:cubicBezTo>
                <a:cubicBezTo>
                  <a:pt x="98280" y="136985"/>
                  <a:pt x="98721" y="137930"/>
                  <a:pt x="99307" y="138517"/>
                </a:cubicBezTo>
                <a:cubicBezTo>
                  <a:pt x="99894" y="139104"/>
                  <a:pt x="100612" y="139479"/>
                  <a:pt x="101460" y="139642"/>
                </a:cubicBezTo>
                <a:cubicBezTo>
                  <a:pt x="102307" y="139805"/>
                  <a:pt x="105829" y="140082"/>
                  <a:pt x="112024" y="140474"/>
                </a:cubicBezTo>
                <a:lnTo>
                  <a:pt x="112905" y="141256"/>
                </a:lnTo>
                <a:lnTo>
                  <a:pt x="112905" y="145365"/>
                </a:lnTo>
                <a:lnTo>
                  <a:pt x="112122" y="146245"/>
                </a:lnTo>
                <a:cubicBezTo>
                  <a:pt x="103970" y="145723"/>
                  <a:pt x="96112" y="145463"/>
                  <a:pt x="88547" y="145463"/>
                </a:cubicBezTo>
                <a:cubicBezTo>
                  <a:pt x="81047" y="145463"/>
                  <a:pt x="73221" y="145723"/>
                  <a:pt x="65069" y="146245"/>
                </a:cubicBezTo>
                <a:lnTo>
                  <a:pt x="64189" y="145365"/>
                </a:lnTo>
                <a:lnTo>
                  <a:pt x="64189" y="141256"/>
                </a:lnTo>
                <a:lnTo>
                  <a:pt x="65069" y="140474"/>
                </a:lnTo>
                <a:cubicBezTo>
                  <a:pt x="71395" y="140082"/>
                  <a:pt x="74966" y="139789"/>
                  <a:pt x="75781" y="139593"/>
                </a:cubicBezTo>
                <a:cubicBezTo>
                  <a:pt x="76596" y="139398"/>
                  <a:pt x="77314" y="138990"/>
                  <a:pt x="77933" y="138370"/>
                </a:cubicBezTo>
                <a:cubicBezTo>
                  <a:pt x="78553" y="137751"/>
                  <a:pt x="78977" y="136805"/>
                  <a:pt x="79205" y="135534"/>
                </a:cubicBezTo>
                <a:cubicBezTo>
                  <a:pt x="79433" y="134262"/>
                  <a:pt x="79694" y="130056"/>
                  <a:pt x="79987" y="122914"/>
                </a:cubicBezTo>
                <a:cubicBezTo>
                  <a:pt x="80281" y="115773"/>
                  <a:pt x="80428" y="110377"/>
                  <a:pt x="80428" y="106725"/>
                </a:cubicBezTo>
                <a:lnTo>
                  <a:pt x="80428" y="87454"/>
                </a:lnTo>
                <a:cubicBezTo>
                  <a:pt x="80428" y="84845"/>
                  <a:pt x="80297" y="81291"/>
                  <a:pt x="80036" y="76791"/>
                </a:cubicBezTo>
                <a:cubicBezTo>
                  <a:pt x="79776" y="72291"/>
                  <a:pt x="79564" y="69519"/>
                  <a:pt x="79401" y="68476"/>
                </a:cubicBezTo>
                <a:cubicBezTo>
                  <a:pt x="79237" y="67433"/>
                  <a:pt x="78732" y="66666"/>
                  <a:pt x="77884" y="66177"/>
                </a:cubicBezTo>
                <a:cubicBezTo>
                  <a:pt x="77036" y="65688"/>
                  <a:pt x="75341" y="65444"/>
                  <a:pt x="72797" y="65444"/>
                </a:cubicBezTo>
                <a:lnTo>
                  <a:pt x="64580" y="65346"/>
                </a:lnTo>
                <a:lnTo>
                  <a:pt x="63700" y="64563"/>
                </a:lnTo>
                <a:lnTo>
                  <a:pt x="63700" y="60357"/>
                </a:lnTo>
                <a:lnTo>
                  <a:pt x="64483" y="59574"/>
                </a:lnTo>
                <a:cubicBezTo>
                  <a:pt x="76939" y="58074"/>
                  <a:pt x="87438" y="55629"/>
                  <a:pt x="95982" y="52237"/>
                </a:cubicBezTo>
                <a:close/>
                <a:moveTo>
                  <a:pt x="235471" y="140474"/>
                </a:moveTo>
                <a:lnTo>
                  <a:pt x="236253" y="141256"/>
                </a:lnTo>
                <a:lnTo>
                  <a:pt x="236253" y="145365"/>
                </a:lnTo>
                <a:lnTo>
                  <a:pt x="235471" y="146245"/>
                </a:lnTo>
                <a:cubicBezTo>
                  <a:pt x="233449" y="146245"/>
                  <a:pt x="229634" y="146115"/>
                  <a:pt x="224025" y="145854"/>
                </a:cubicBezTo>
                <a:cubicBezTo>
                  <a:pt x="218939" y="145593"/>
                  <a:pt x="213689" y="145463"/>
                  <a:pt x="208276" y="145463"/>
                </a:cubicBezTo>
                <a:cubicBezTo>
                  <a:pt x="201233" y="145463"/>
                  <a:pt x="193374" y="145723"/>
                  <a:pt x="184701" y="146245"/>
                </a:cubicBezTo>
                <a:lnTo>
                  <a:pt x="183918" y="145365"/>
                </a:lnTo>
                <a:lnTo>
                  <a:pt x="183918" y="141256"/>
                </a:lnTo>
                <a:lnTo>
                  <a:pt x="184701" y="140474"/>
                </a:lnTo>
                <a:cubicBezTo>
                  <a:pt x="191027" y="140082"/>
                  <a:pt x="194613" y="139789"/>
                  <a:pt x="195461" y="139593"/>
                </a:cubicBezTo>
                <a:cubicBezTo>
                  <a:pt x="196309" y="139398"/>
                  <a:pt x="197026" y="138990"/>
                  <a:pt x="197613" y="138370"/>
                </a:cubicBezTo>
                <a:cubicBezTo>
                  <a:pt x="198200" y="137751"/>
                  <a:pt x="198608" y="136805"/>
                  <a:pt x="198836" y="135534"/>
                </a:cubicBezTo>
                <a:cubicBezTo>
                  <a:pt x="199064" y="134262"/>
                  <a:pt x="199325" y="130056"/>
                  <a:pt x="199619" y="122914"/>
                </a:cubicBezTo>
                <a:cubicBezTo>
                  <a:pt x="199912" y="115773"/>
                  <a:pt x="200059" y="110377"/>
                  <a:pt x="200059" y="106725"/>
                </a:cubicBezTo>
                <a:lnTo>
                  <a:pt x="200059" y="68965"/>
                </a:lnTo>
                <a:lnTo>
                  <a:pt x="187440" y="69650"/>
                </a:lnTo>
                <a:lnTo>
                  <a:pt x="186559" y="68867"/>
                </a:lnTo>
                <a:lnTo>
                  <a:pt x="186559" y="66422"/>
                </a:lnTo>
                <a:lnTo>
                  <a:pt x="187244" y="65444"/>
                </a:lnTo>
                <a:lnTo>
                  <a:pt x="200059" y="58889"/>
                </a:lnTo>
                <a:lnTo>
                  <a:pt x="200059" y="53020"/>
                </a:lnTo>
                <a:cubicBezTo>
                  <a:pt x="200059" y="46498"/>
                  <a:pt x="200352" y="41558"/>
                  <a:pt x="200939" y="38200"/>
                </a:cubicBezTo>
                <a:cubicBezTo>
                  <a:pt x="201526" y="34841"/>
                  <a:pt x="202619" y="31744"/>
                  <a:pt x="204216" y="28907"/>
                </a:cubicBezTo>
                <a:cubicBezTo>
                  <a:pt x="205814" y="26070"/>
                  <a:pt x="208602" y="22483"/>
                  <a:pt x="212580" y="18146"/>
                </a:cubicBezTo>
                <a:cubicBezTo>
                  <a:pt x="216558" y="13809"/>
                  <a:pt x="220047" y="10255"/>
                  <a:pt x="223047" y="7483"/>
                </a:cubicBezTo>
                <a:cubicBezTo>
                  <a:pt x="226047" y="4712"/>
                  <a:pt x="228656" y="2853"/>
                  <a:pt x="230873" y="1908"/>
                </a:cubicBezTo>
                <a:cubicBezTo>
                  <a:pt x="233090" y="962"/>
                  <a:pt x="235699" y="489"/>
                  <a:pt x="238699" y="489"/>
                </a:cubicBezTo>
                <a:cubicBezTo>
                  <a:pt x="241177" y="489"/>
                  <a:pt x="243851" y="978"/>
                  <a:pt x="246720" y="1956"/>
                </a:cubicBezTo>
                <a:lnTo>
                  <a:pt x="246623" y="17999"/>
                </a:lnTo>
                <a:lnTo>
                  <a:pt x="244373" y="18880"/>
                </a:lnTo>
                <a:cubicBezTo>
                  <a:pt x="240721" y="15619"/>
                  <a:pt x="236482" y="13989"/>
                  <a:pt x="231656" y="13989"/>
                </a:cubicBezTo>
                <a:cubicBezTo>
                  <a:pt x="228264" y="13989"/>
                  <a:pt x="225330" y="14690"/>
                  <a:pt x="222852" y="16092"/>
                </a:cubicBezTo>
                <a:cubicBezTo>
                  <a:pt x="220373" y="17494"/>
                  <a:pt x="218678" y="19777"/>
                  <a:pt x="217765" y="22939"/>
                </a:cubicBezTo>
                <a:cubicBezTo>
                  <a:pt x="216852" y="26102"/>
                  <a:pt x="216395" y="31336"/>
                  <a:pt x="216395" y="38640"/>
                </a:cubicBezTo>
                <a:lnTo>
                  <a:pt x="216395" y="58889"/>
                </a:lnTo>
                <a:lnTo>
                  <a:pt x="226862" y="58889"/>
                </a:lnTo>
                <a:cubicBezTo>
                  <a:pt x="232275" y="58889"/>
                  <a:pt x="237395" y="58694"/>
                  <a:pt x="242221" y="58302"/>
                </a:cubicBezTo>
                <a:lnTo>
                  <a:pt x="243101" y="59378"/>
                </a:lnTo>
                <a:lnTo>
                  <a:pt x="241340" y="67987"/>
                </a:lnTo>
                <a:lnTo>
                  <a:pt x="240460" y="68965"/>
                </a:lnTo>
                <a:cubicBezTo>
                  <a:pt x="238503" y="68900"/>
                  <a:pt x="237232" y="68867"/>
                  <a:pt x="236645" y="68867"/>
                </a:cubicBezTo>
                <a:lnTo>
                  <a:pt x="223928" y="68769"/>
                </a:lnTo>
                <a:lnTo>
                  <a:pt x="216395" y="68769"/>
                </a:lnTo>
                <a:lnTo>
                  <a:pt x="216395" y="108192"/>
                </a:lnTo>
                <a:cubicBezTo>
                  <a:pt x="216395" y="110279"/>
                  <a:pt x="216542" y="115056"/>
                  <a:pt x="216836" y="122523"/>
                </a:cubicBezTo>
                <a:cubicBezTo>
                  <a:pt x="217129" y="129990"/>
                  <a:pt x="217406" y="134376"/>
                  <a:pt x="217667" y="135680"/>
                </a:cubicBezTo>
                <a:cubicBezTo>
                  <a:pt x="217928" y="136985"/>
                  <a:pt x="218368" y="137930"/>
                  <a:pt x="218988" y="138517"/>
                </a:cubicBezTo>
                <a:cubicBezTo>
                  <a:pt x="219607" y="139104"/>
                  <a:pt x="220618" y="139528"/>
                  <a:pt x="222020" y="139789"/>
                </a:cubicBezTo>
                <a:cubicBezTo>
                  <a:pt x="223422" y="140050"/>
                  <a:pt x="227906" y="140278"/>
                  <a:pt x="235471" y="140474"/>
                </a:cubicBezTo>
                <a:close/>
                <a:moveTo>
                  <a:pt x="251689" y="100660"/>
                </a:moveTo>
                <a:cubicBezTo>
                  <a:pt x="251689" y="92899"/>
                  <a:pt x="253287" y="85416"/>
                  <a:pt x="256482" y="78209"/>
                </a:cubicBezTo>
                <a:cubicBezTo>
                  <a:pt x="259678" y="71003"/>
                  <a:pt x="265237" y="64775"/>
                  <a:pt x="273161" y="59525"/>
                </a:cubicBezTo>
                <a:cubicBezTo>
                  <a:pt x="281085" y="54275"/>
                  <a:pt x="290492" y="51650"/>
                  <a:pt x="301383" y="51650"/>
                </a:cubicBezTo>
                <a:cubicBezTo>
                  <a:pt x="315078" y="51650"/>
                  <a:pt x="326230" y="55971"/>
                  <a:pt x="334838" y="64612"/>
                </a:cubicBezTo>
                <a:cubicBezTo>
                  <a:pt x="343447" y="73253"/>
                  <a:pt x="347751" y="84356"/>
                  <a:pt x="347751" y="97921"/>
                </a:cubicBezTo>
                <a:cubicBezTo>
                  <a:pt x="347751" y="112855"/>
                  <a:pt x="342811" y="125148"/>
                  <a:pt x="332931" y="134800"/>
                </a:cubicBezTo>
                <a:cubicBezTo>
                  <a:pt x="323051" y="144452"/>
                  <a:pt x="311133" y="149278"/>
                  <a:pt x="297177" y="149278"/>
                </a:cubicBezTo>
                <a:cubicBezTo>
                  <a:pt x="288047" y="149278"/>
                  <a:pt x="279895" y="146816"/>
                  <a:pt x="272721" y="141892"/>
                </a:cubicBezTo>
                <a:cubicBezTo>
                  <a:pt x="265547" y="136968"/>
                  <a:pt x="260249" y="130952"/>
                  <a:pt x="256825" y="123844"/>
                </a:cubicBezTo>
                <a:cubicBezTo>
                  <a:pt x="253401" y="116735"/>
                  <a:pt x="251689" y="109007"/>
                  <a:pt x="251689" y="100660"/>
                </a:cubicBezTo>
                <a:moveTo>
                  <a:pt x="270178" y="93910"/>
                </a:moveTo>
                <a:cubicBezTo>
                  <a:pt x="270178" y="103040"/>
                  <a:pt x="271351" y="111208"/>
                  <a:pt x="273699" y="118415"/>
                </a:cubicBezTo>
                <a:cubicBezTo>
                  <a:pt x="276047" y="125621"/>
                  <a:pt x="279764" y="131409"/>
                  <a:pt x="284851" y="135778"/>
                </a:cubicBezTo>
                <a:cubicBezTo>
                  <a:pt x="289938" y="140148"/>
                  <a:pt x="295742" y="142332"/>
                  <a:pt x="302263" y="142332"/>
                </a:cubicBezTo>
                <a:cubicBezTo>
                  <a:pt x="309959" y="142332"/>
                  <a:pt x="316317" y="139283"/>
                  <a:pt x="321339" y="133186"/>
                </a:cubicBezTo>
                <a:cubicBezTo>
                  <a:pt x="326360" y="127088"/>
                  <a:pt x="328871" y="117909"/>
                  <a:pt x="328871" y="105649"/>
                </a:cubicBezTo>
                <a:cubicBezTo>
                  <a:pt x="328871" y="91758"/>
                  <a:pt x="326149" y="80378"/>
                  <a:pt x="320703" y="71509"/>
                </a:cubicBezTo>
                <a:cubicBezTo>
                  <a:pt x="315258" y="62639"/>
                  <a:pt x="307415" y="58205"/>
                  <a:pt x="297177" y="58205"/>
                </a:cubicBezTo>
                <a:cubicBezTo>
                  <a:pt x="288699" y="58205"/>
                  <a:pt x="282079" y="61270"/>
                  <a:pt x="277319" y="67400"/>
                </a:cubicBezTo>
                <a:cubicBezTo>
                  <a:pt x="272558" y="73530"/>
                  <a:pt x="270178" y="82367"/>
                  <a:pt x="270178" y="93910"/>
                </a:cubicBezTo>
                <a:moveTo>
                  <a:pt x="299818" y="46075"/>
                </a:moveTo>
                <a:lnTo>
                  <a:pt x="299818" y="46075"/>
                </a:lnTo>
                <a:moveTo>
                  <a:pt x="298351" y="151332"/>
                </a:moveTo>
                <a:lnTo>
                  <a:pt x="298351" y="151332"/>
                </a:lnTo>
                <a:close/>
                <a:moveTo>
                  <a:pt x="391987" y="52237"/>
                </a:moveTo>
                <a:lnTo>
                  <a:pt x="393846" y="53509"/>
                </a:lnTo>
                <a:cubicBezTo>
                  <a:pt x="393455" y="57292"/>
                  <a:pt x="393161" y="64009"/>
                  <a:pt x="392966" y="73661"/>
                </a:cubicBezTo>
                <a:lnTo>
                  <a:pt x="400302" y="64367"/>
                </a:lnTo>
                <a:cubicBezTo>
                  <a:pt x="402715" y="61302"/>
                  <a:pt x="404851" y="58938"/>
                  <a:pt x="406710" y="57275"/>
                </a:cubicBezTo>
                <a:cubicBezTo>
                  <a:pt x="408568" y="55612"/>
                  <a:pt x="410737" y="54324"/>
                  <a:pt x="413215" y="53411"/>
                </a:cubicBezTo>
                <a:cubicBezTo>
                  <a:pt x="415693" y="52498"/>
                  <a:pt x="418236" y="52042"/>
                  <a:pt x="420845" y="52042"/>
                </a:cubicBezTo>
                <a:cubicBezTo>
                  <a:pt x="423715" y="52042"/>
                  <a:pt x="426421" y="52629"/>
                  <a:pt x="428964" y="53803"/>
                </a:cubicBezTo>
                <a:lnTo>
                  <a:pt x="429649" y="55172"/>
                </a:lnTo>
                <a:cubicBezTo>
                  <a:pt x="428606" y="63846"/>
                  <a:pt x="428019" y="71476"/>
                  <a:pt x="427888" y="78063"/>
                </a:cubicBezTo>
                <a:lnTo>
                  <a:pt x="423486" y="78063"/>
                </a:lnTo>
                <a:cubicBezTo>
                  <a:pt x="420878" y="72063"/>
                  <a:pt x="416671" y="69063"/>
                  <a:pt x="410867" y="69063"/>
                </a:cubicBezTo>
                <a:cubicBezTo>
                  <a:pt x="406824" y="69063"/>
                  <a:pt x="403302" y="70351"/>
                  <a:pt x="400302" y="72927"/>
                </a:cubicBezTo>
                <a:cubicBezTo>
                  <a:pt x="397302" y="75503"/>
                  <a:pt x="395297" y="78731"/>
                  <a:pt x="394286" y="82611"/>
                </a:cubicBezTo>
                <a:cubicBezTo>
                  <a:pt x="393275" y="86492"/>
                  <a:pt x="392770" y="91399"/>
                  <a:pt x="392770" y="97334"/>
                </a:cubicBezTo>
                <a:lnTo>
                  <a:pt x="392770" y="108192"/>
                </a:lnTo>
                <a:cubicBezTo>
                  <a:pt x="392770" y="110149"/>
                  <a:pt x="392900" y="114942"/>
                  <a:pt x="393161" y="122572"/>
                </a:cubicBezTo>
                <a:cubicBezTo>
                  <a:pt x="393422" y="130202"/>
                  <a:pt x="393699" y="134604"/>
                  <a:pt x="393993" y="135778"/>
                </a:cubicBezTo>
                <a:cubicBezTo>
                  <a:pt x="394286" y="136952"/>
                  <a:pt x="394743" y="137816"/>
                  <a:pt x="395362" y="138370"/>
                </a:cubicBezTo>
                <a:cubicBezTo>
                  <a:pt x="395982" y="138925"/>
                  <a:pt x="396797" y="139300"/>
                  <a:pt x="397808" y="139495"/>
                </a:cubicBezTo>
                <a:cubicBezTo>
                  <a:pt x="398819" y="139691"/>
                  <a:pt x="403465" y="140017"/>
                  <a:pt x="411748" y="140474"/>
                </a:cubicBezTo>
                <a:lnTo>
                  <a:pt x="412628" y="141256"/>
                </a:lnTo>
                <a:lnTo>
                  <a:pt x="412628" y="145365"/>
                </a:lnTo>
                <a:lnTo>
                  <a:pt x="411748" y="146245"/>
                </a:lnTo>
                <a:cubicBezTo>
                  <a:pt x="403074" y="145723"/>
                  <a:pt x="394009" y="145463"/>
                  <a:pt x="384553" y="145463"/>
                </a:cubicBezTo>
                <a:cubicBezTo>
                  <a:pt x="377053" y="145463"/>
                  <a:pt x="369227" y="145723"/>
                  <a:pt x="361075" y="146245"/>
                </a:cubicBezTo>
                <a:lnTo>
                  <a:pt x="360195" y="145365"/>
                </a:lnTo>
                <a:lnTo>
                  <a:pt x="360195" y="141256"/>
                </a:lnTo>
                <a:lnTo>
                  <a:pt x="361075" y="140474"/>
                </a:lnTo>
                <a:cubicBezTo>
                  <a:pt x="367401" y="140082"/>
                  <a:pt x="370972" y="139789"/>
                  <a:pt x="371787" y="139593"/>
                </a:cubicBezTo>
                <a:cubicBezTo>
                  <a:pt x="372602" y="139398"/>
                  <a:pt x="373319" y="138990"/>
                  <a:pt x="373939" y="138370"/>
                </a:cubicBezTo>
                <a:cubicBezTo>
                  <a:pt x="374559" y="137751"/>
                  <a:pt x="374982" y="136805"/>
                  <a:pt x="375211" y="135534"/>
                </a:cubicBezTo>
                <a:cubicBezTo>
                  <a:pt x="375439" y="134262"/>
                  <a:pt x="375700" y="130056"/>
                  <a:pt x="375993" y="122914"/>
                </a:cubicBezTo>
                <a:cubicBezTo>
                  <a:pt x="376287" y="115773"/>
                  <a:pt x="376433" y="110377"/>
                  <a:pt x="376433" y="106725"/>
                </a:cubicBezTo>
                <a:lnTo>
                  <a:pt x="376433" y="87454"/>
                </a:lnTo>
                <a:cubicBezTo>
                  <a:pt x="376433" y="84845"/>
                  <a:pt x="376303" y="81291"/>
                  <a:pt x="376042" y="76791"/>
                </a:cubicBezTo>
                <a:cubicBezTo>
                  <a:pt x="375781" y="72291"/>
                  <a:pt x="375569" y="69519"/>
                  <a:pt x="375406" y="68476"/>
                </a:cubicBezTo>
                <a:cubicBezTo>
                  <a:pt x="375243" y="67433"/>
                  <a:pt x="374738" y="66666"/>
                  <a:pt x="373890" y="66177"/>
                </a:cubicBezTo>
                <a:cubicBezTo>
                  <a:pt x="373042" y="65688"/>
                  <a:pt x="371347" y="65444"/>
                  <a:pt x="368803" y="65444"/>
                </a:cubicBezTo>
                <a:lnTo>
                  <a:pt x="360586" y="65346"/>
                </a:lnTo>
                <a:lnTo>
                  <a:pt x="359706" y="64563"/>
                </a:lnTo>
                <a:lnTo>
                  <a:pt x="359706" y="60357"/>
                </a:lnTo>
                <a:lnTo>
                  <a:pt x="360488" y="59574"/>
                </a:lnTo>
                <a:cubicBezTo>
                  <a:pt x="372944" y="58074"/>
                  <a:pt x="383444" y="55629"/>
                  <a:pt x="391987" y="52237"/>
                </a:cubicBezTo>
                <a:close/>
                <a:moveTo>
                  <a:pt x="470559" y="52237"/>
                </a:moveTo>
                <a:lnTo>
                  <a:pt x="472417" y="53509"/>
                </a:lnTo>
                <a:cubicBezTo>
                  <a:pt x="472026" y="57813"/>
                  <a:pt x="471765" y="62965"/>
                  <a:pt x="471635" y="68965"/>
                </a:cubicBezTo>
                <a:lnTo>
                  <a:pt x="480928" y="60455"/>
                </a:lnTo>
                <a:cubicBezTo>
                  <a:pt x="483537" y="58042"/>
                  <a:pt x="485265" y="56493"/>
                  <a:pt x="486113" y="55808"/>
                </a:cubicBezTo>
                <a:cubicBezTo>
                  <a:pt x="486960" y="55123"/>
                  <a:pt x="488949" y="54324"/>
                  <a:pt x="492080" y="53411"/>
                </a:cubicBezTo>
                <a:cubicBezTo>
                  <a:pt x="495210" y="52498"/>
                  <a:pt x="498503" y="52042"/>
                  <a:pt x="501960" y="52042"/>
                </a:cubicBezTo>
                <a:cubicBezTo>
                  <a:pt x="508481" y="52042"/>
                  <a:pt x="514188" y="53656"/>
                  <a:pt x="519079" y="56884"/>
                </a:cubicBezTo>
                <a:cubicBezTo>
                  <a:pt x="523970" y="60112"/>
                  <a:pt x="527589" y="64563"/>
                  <a:pt x="529937" y="70237"/>
                </a:cubicBezTo>
                <a:cubicBezTo>
                  <a:pt x="538741" y="61889"/>
                  <a:pt x="543877" y="57259"/>
                  <a:pt x="545344" y="56346"/>
                </a:cubicBezTo>
                <a:cubicBezTo>
                  <a:pt x="546812" y="55433"/>
                  <a:pt x="549143" y="54504"/>
                  <a:pt x="552339" y="53558"/>
                </a:cubicBezTo>
                <a:cubicBezTo>
                  <a:pt x="555534" y="52612"/>
                  <a:pt x="558730" y="52140"/>
                  <a:pt x="561925" y="52140"/>
                </a:cubicBezTo>
                <a:cubicBezTo>
                  <a:pt x="567077" y="52140"/>
                  <a:pt x="571805" y="53248"/>
                  <a:pt x="576110" y="55466"/>
                </a:cubicBezTo>
                <a:cubicBezTo>
                  <a:pt x="580414" y="57683"/>
                  <a:pt x="583838" y="60585"/>
                  <a:pt x="586381" y="64172"/>
                </a:cubicBezTo>
                <a:cubicBezTo>
                  <a:pt x="588924" y="67759"/>
                  <a:pt x="590408" y="71639"/>
                  <a:pt x="590832" y="75813"/>
                </a:cubicBezTo>
                <a:cubicBezTo>
                  <a:pt x="591256" y="79987"/>
                  <a:pt x="591468" y="85725"/>
                  <a:pt x="591468" y="93030"/>
                </a:cubicBezTo>
                <a:lnTo>
                  <a:pt x="591468" y="103301"/>
                </a:lnTo>
                <a:cubicBezTo>
                  <a:pt x="591468" y="104410"/>
                  <a:pt x="591663" y="112529"/>
                  <a:pt x="592055" y="127659"/>
                </a:cubicBezTo>
                <a:cubicBezTo>
                  <a:pt x="592185" y="133854"/>
                  <a:pt x="592870" y="137539"/>
                  <a:pt x="594109" y="138713"/>
                </a:cubicBezTo>
                <a:cubicBezTo>
                  <a:pt x="595348" y="139887"/>
                  <a:pt x="599359" y="140474"/>
                  <a:pt x="606141" y="140474"/>
                </a:cubicBezTo>
                <a:lnTo>
                  <a:pt x="606924" y="141256"/>
                </a:lnTo>
                <a:lnTo>
                  <a:pt x="606924" y="145463"/>
                </a:lnTo>
                <a:lnTo>
                  <a:pt x="606141" y="146245"/>
                </a:lnTo>
                <a:cubicBezTo>
                  <a:pt x="597859" y="145723"/>
                  <a:pt x="592250" y="145463"/>
                  <a:pt x="589316" y="145463"/>
                </a:cubicBezTo>
                <a:cubicBezTo>
                  <a:pt x="587685" y="145463"/>
                  <a:pt x="582957" y="145723"/>
                  <a:pt x="575131" y="146245"/>
                </a:cubicBezTo>
                <a:lnTo>
                  <a:pt x="573860" y="145169"/>
                </a:lnTo>
                <a:cubicBezTo>
                  <a:pt x="574707" y="136691"/>
                  <a:pt x="575131" y="125637"/>
                  <a:pt x="575131" y="112007"/>
                </a:cubicBezTo>
                <a:lnTo>
                  <a:pt x="575131" y="100268"/>
                </a:lnTo>
                <a:cubicBezTo>
                  <a:pt x="575131" y="89899"/>
                  <a:pt x="574642" y="82644"/>
                  <a:pt x="573664" y="78503"/>
                </a:cubicBezTo>
                <a:cubicBezTo>
                  <a:pt x="572686" y="74362"/>
                  <a:pt x="570403" y="70971"/>
                  <a:pt x="566816" y="68329"/>
                </a:cubicBezTo>
                <a:cubicBezTo>
                  <a:pt x="563230" y="65688"/>
                  <a:pt x="558958" y="64367"/>
                  <a:pt x="554002" y="64367"/>
                </a:cubicBezTo>
                <a:cubicBezTo>
                  <a:pt x="550480" y="64367"/>
                  <a:pt x="547187" y="65069"/>
                  <a:pt x="544121" y="66471"/>
                </a:cubicBezTo>
                <a:cubicBezTo>
                  <a:pt x="541056" y="67873"/>
                  <a:pt x="538301" y="69960"/>
                  <a:pt x="535855" y="72731"/>
                </a:cubicBezTo>
                <a:cubicBezTo>
                  <a:pt x="533410" y="75503"/>
                  <a:pt x="532057" y="78079"/>
                  <a:pt x="531796" y="80459"/>
                </a:cubicBezTo>
                <a:cubicBezTo>
                  <a:pt x="531535" y="82840"/>
                  <a:pt x="531405" y="87225"/>
                  <a:pt x="531405" y="93617"/>
                </a:cubicBezTo>
                <a:lnTo>
                  <a:pt x="531405" y="105844"/>
                </a:lnTo>
                <a:cubicBezTo>
                  <a:pt x="531405" y="108714"/>
                  <a:pt x="531535" y="114094"/>
                  <a:pt x="531796" y="121985"/>
                </a:cubicBezTo>
                <a:cubicBezTo>
                  <a:pt x="532057" y="129876"/>
                  <a:pt x="532334" y="134474"/>
                  <a:pt x="532627" y="135778"/>
                </a:cubicBezTo>
                <a:cubicBezTo>
                  <a:pt x="532921" y="137082"/>
                  <a:pt x="533377" y="138012"/>
                  <a:pt x="533997" y="138566"/>
                </a:cubicBezTo>
                <a:cubicBezTo>
                  <a:pt x="534616" y="139120"/>
                  <a:pt x="535334" y="139479"/>
                  <a:pt x="536149" y="139642"/>
                </a:cubicBezTo>
                <a:cubicBezTo>
                  <a:pt x="536964" y="139805"/>
                  <a:pt x="540469" y="140082"/>
                  <a:pt x="546665" y="140474"/>
                </a:cubicBezTo>
                <a:lnTo>
                  <a:pt x="547545" y="141256"/>
                </a:lnTo>
                <a:lnTo>
                  <a:pt x="547545" y="145365"/>
                </a:lnTo>
                <a:lnTo>
                  <a:pt x="546763" y="146245"/>
                </a:lnTo>
                <a:cubicBezTo>
                  <a:pt x="538611" y="145723"/>
                  <a:pt x="530752" y="145463"/>
                  <a:pt x="523187" y="145463"/>
                </a:cubicBezTo>
                <a:cubicBezTo>
                  <a:pt x="516209" y="145463"/>
                  <a:pt x="508384" y="145723"/>
                  <a:pt x="499710" y="146245"/>
                </a:cubicBezTo>
                <a:lnTo>
                  <a:pt x="498829" y="145365"/>
                </a:lnTo>
                <a:lnTo>
                  <a:pt x="498829" y="141256"/>
                </a:lnTo>
                <a:lnTo>
                  <a:pt x="499710" y="140474"/>
                </a:lnTo>
                <a:cubicBezTo>
                  <a:pt x="506036" y="140082"/>
                  <a:pt x="509606" y="139789"/>
                  <a:pt x="510422" y="139593"/>
                </a:cubicBezTo>
                <a:cubicBezTo>
                  <a:pt x="511237" y="139398"/>
                  <a:pt x="511954" y="138990"/>
                  <a:pt x="512574" y="138370"/>
                </a:cubicBezTo>
                <a:cubicBezTo>
                  <a:pt x="513193" y="137751"/>
                  <a:pt x="513617" y="136805"/>
                  <a:pt x="513845" y="135534"/>
                </a:cubicBezTo>
                <a:cubicBezTo>
                  <a:pt x="514074" y="134262"/>
                  <a:pt x="514334" y="130056"/>
                  <a:pt x="514628" y="122914"/>
                </a:cubicBezTo>
                <a:cubicBezTo>
                  <a:pt x="514921" y="115773"/>
                  <a:pt x="515068" y="110377"/>
                  <a:pt x="515068" y="106725"/>
                </a:cubicBezTo>
                <a:lnTo>
                  <a:pt x="515068" y="95573"/>
                </a:lnTo>
                <a:cubicBezTo>
                  <a:pt x="515068" y="88204"/>
                  <a:pt x="514563" y="82530"/>
                  <a:pt x="513552" y="78552"/>
                </a:cubicBezTo>
                <a:cubicBezTo>
                  <a:pt x="512541" y="74574"/>
                  <a:pt x="510373" y="71215"/>
                  <a:pt x="507047" y="68476"/>
                </a:cubicBezTo>
                <a:cubicBezTo>
                  <a:pt x="503721" y="65737"/>
                  <a:pt x="499547" y="64367"/>
                  <a:pt x="494525" y="64367"/>
                </a:cubicBezTo>
                <a:cubicBezTo>
                  <a:pt x="490612" y="64367"/>
                  <a:pt x="487042" y="65134"/>
                  <a:pt x="483814" y="66666"/>
                </a:cubicBezTo>
                <a:cubicBezTo>
                  <a:pt x="480586" y="68199"/>
                  <a:pt x="477944" y="70090"/>
                  <a:pt x="475890" y="72340"/>
                </a:cubicBezTo>
                <a:cubicBezTo>
                  <a:pt x="473836" y="74590"/>
                  <a:pt x="472564" y="76693"/>
                  <a:pt x="472075" y="78650"/>
                </a:cubicBezTo>
                <a:cubicBezTo>
                  <a:pt x="471586" y="80606"/>
                  <a:pt x="471341" y="84845"/>
                  <a:pt x="471341" y="91367"/>
                </a:cubicBezTo>
                <a:lnTo>
                  <a:pt x="471341" y="105844"/>
                </a:lnTo>
                <a:cubicBezTo>
                  <a:pt x="471341" y="108714"/>
                  <a:pt x="471472" y="114094"/>
                  <a:pt x="471733" y="121985"/>
                </a:cubicBezTo>
                <a:cubicBezTo>
                  <a:pt x="471993" y="129876"/>
                  <a:pt x="472271" y="134474"/>
                  <a:pt x="472564" y="135778"/>
                </a:cubicBezTo>
                <a:cubicBezTo>
                  <a:pt x="472858" y="137082"/>
                  <a:pt x="473314" y="138012"/>
                  <a:pt x="473934" y="138566"/>
                </a:cubicBezTo>
                <a:cubicBezTo>
                  <a:pt x="474553" y="139120"/>
                  <a:pt x="475270" y="139479"/>
                  <a:pt x="476086" y="139642"/>
                </a:cubicBezTo>
                <a:cubicBezTo>
                  <a:pt x="476901" y="139805"/>
                  <a:pt x="480406" y="140082"/>
                  <a:pt x="486602" y="140474"/>
                </a:cubicBezTo>
                <a:lnTo>
                  <a:pt x="487482" y="141256"/>
                </a:lnTo>
                <a:lnTo>
                  <a:pt x="487482" y="145365"/>
                </a:lnTo>
                <a:lnTo>
                  <a:pt x="486699" y="146245"/>
                </a:lnTo>
                <a:cubicBezTo>
                  <a:pt x="478548" y="145723"/>
                  <a:pt x="470689" y="145463"/>
                  <a:pt x="463124" y="145463"/>
                </a:cubicBezTo>
                <a:cubicBezTo>
                  <a:pt x="455624" y="145463"/>
                  <a:pt x="447799" y="145723"/>
                  <a:pt x="439647" y="146245"/>
                </a:cubicBezTo>
                <a:lnTo>
                  <a:pt x="438766" y="145365"/>
                </a:lnTo>
                <a:lnTo>
                  <a:pt x="438766" y="141256"/>
                </a:lnTo>
                <a:lnTo>
                  <a:pt x="439647" y="140474"/>
                </a:lnTo>
                <a:cubicBezTo>
                  <a:pt x="445973" y="140082"/>
                  <a:pt x="449543" y="139789"/>
                  <a:pt x="450358" y="139593"/>
                </a:cubicBezTo>
                <a:cubicBezTo>
                  <a:pt x="451173" y="139398"/>
                  <a:pt x="451891" y="138990"/>
                  <a:pt x="452510" y="138370"/>
                </a:cubicBezTo>
                <a:cubicBezTo>
                  <a:pt x="453130" y="137751"/>
                  <a:pt x="453554" y="136805"/>
                  <a:pt x="453782" y="135534"/>
                </a:cubicBezTo>
                <a:cubicBezTo>
                  <a:pt x="454010" y="134262"/>
                  <a:pt x="454271" y="130056"/>
                  <a:pt x="454565" y="122914"/>
                </a:cubicBezTo>
                <a:cubicBezTo>
                  <a:pt x="454858" y="115773"/>
                  <a:pt x="455005" y="110377"/>
                  <a:pt x="455005" y="106725"/>
                </a:cubicBezTo>
                <a:lnTo>
                  <a:pt x="455005" y="87454"/>
                </a:lnTo>
                <a:cubicBezTo>
                  <a:pt x="455005" y="84845"/>
                  <a:pt x="454874" y="81291"/>
                  <a:pt x="454614" y="76791"/>
                </a:cubicBezTo>
                <a:cubicBezTo>
                  <a:pt x="454353" y="72291"/>
                  <a:pt x="454141" y="69519"/>
                  <a:pt x="453978" y="68476"/>
                </a:cubicBezTo>
                <a:cubicBezTo>
                  <a:pt x="453815" y="67433"/>
                  <a:pt x="453309" y="66666"/>
                  <a:pt x="452461" y="66177"/>
                </a:cubicBezTo>
                <a:cubicBezTo>
                  <a:pt x="451614" y="65688"/>
                  <a:pt x="449918" y="65444"/>
                  <a:pt x="447375" y="65444"/>
                </a:cubicBezTo>
                <a:lnTo>
                  <a:pt x="439158" y="65346"/>
                </a:lnTo>
                <a:lnTo>
                  <a:pt x="438277" y="64563"/>
                </a:lnTo>
                <a:lnTo>
                  <a:pt x="438277" y="60357"/>
                </a:lnTo>
                <a:lnTo>
                  <a:pt x="439060" y="59574"/>
                </a:lnTo>
                <a:cubicBezTo>
                  <a:pt x="451516" y="58074"/>
                  <a:pt x="462015" y="55629"/>
                  <a:pt x="470559" y="52237"/>
                </a:cubicBezTo>
                <a:close/>
                <a:moveTo>
                  <a:pt x="631599" y="79139"/>
                </a:moveTo>
                <a:lnTo>
                  <a:pt x="627784" y="78160"/>
                </a:lnTo>
                <a:lnTo>
                  <a:pt x="627001" y="77182"/>
                </a:lnTo>
                <a:lnTo>
                  <a:pt x="627001" y="65052"/>
                </a:lnTo>
                <a:cubicBezTo>
                  <a:pt x="638609" y="56444"/>
                  <a:pt x="649892" y="52140"/>
                  <a:pt x="660848" y="52140"/>
                </a:cubicBezTo>
                <a:cubicBezTo>
                  <a:pt x="668347" y="52140"/>
                  <a:pt x="674575" y="53542"/>
                  <a:pt x="679532" y="56346"/>
                </a:cubicBezTo>
                <a:cubicBezTo>
                  <a:pt x="684488" y="59150"/>
                  <a:pt x="688075" y="62656"/>
                  <a:pt x="690292" y="66862"/>
                </a:cubicBezTo>
                <a:cubicBezTo>
                  <a:pt x="692510" y="71068"/>
                  <a:pt x="693618" y="75976"/>
                  <a:pt x="693618" y="81584"/>
                </a:cubicBezTo>
                <a:lnTo>
                  <a:pt x="693129" y="101247"/>
                </a:lnTo>
                <a:lnTo>
                  <a:pt x="693129" y="130398"/>
                </a:lnTo>
                <a:cubicBezTo>
                  <a:pt x="693129" y="134376"/>
                  <a:pt x="693406" y="136789"/>
                  <a:pt x="693961" y="137637"/>
                </a:cubicBezTo>
                <a:cubicBezTo>
                  <a:pt x="694515" y="138485"/>
                  <a:pt x="695151" y="139055"/>
                  <a:pt x="695868" y="139349"/>
                </a:cubicBezTo>
                <a:cubicBezTo>
                  <a:pt x="696586" y="139642"/>
                  <a:pt x="697923" y="139887"/>
                  <a:pt x="699879" y="140082"/>
                </a:cubicBezTo>
                <a:lnTo>
                  <a:pt x="705455" y="140571"/>
                </a:lnTo>
                <a:lnTo>
                  <a:pt x="706237" y="141452"/>
                </a:lnTo>
                <a:lnTo>
                  <a:pt x="706237" y="145365"/>
                </a:lnTo>
                <a:lnTo>
                  <a:pt x="705455" y="146147"/>
                </a:lnTo>
                <a:cubicBezTo>
                  <a:pt x="700694" y="145756"/>
                  <a:pt x="696260" y="145560"/>
                  <a:pt x="692151" y="145560"/>
                </a:cubicBezTo>
                <a:cubicBezTo>
                  <a:pt x="688238" y="145560"/>
                  <a:pt x="683543" y="145756"/>
                  <a:pt x="678065" y="146147"/>
                </a:cubicBezTo>
                <a:lnTo>
                  <a:pt x="676597" y="144778"/>
                </a:lnTo>
                <a:lnTo>
                  <a:pt x="676988" y="129028"/>
                </a:lnTo>
                <a:lnTo>
                  <a:pt x="655663" y="145658"/>
                </a:lnTo>
                <a:cubicBezTo>
                  <a:pt x="652076" y="147158"/>
                  <a:pt x="648163" y="147908"/>
                  <a:pt x="643924" y="147908"/>
                </a:cubicBezTo>
                <a:cubicBezTo>
                  <a:pt x="638707" y="147908"/>
                  <a:pt x="634224" y="146963"/>
                  <a:pt x="630474" y="145071"/>
                </a:cubicBezTo>
                <a:cubicBezTo>
                  <a:pt x="626724" y="143180"/>
                  <a:pt x="623854" y="140539"/>
                  <a:pt x="621865" y="137148"/>
                </a:cubicBezTo>
                <a:cubicBezTo>
                  <a:pt x="619876" y="133756"/>
                  <a:pt x="618882" y="129648"/>
                  <a:pt x="618882" y="124822"/>
                </a:cubicBezTo>
                <a:cubicBezTo>
                  <a:pt x="618882" y="115235"/>
                  <a:pt x="621882" y="107752"/>
                  <a:pt x="627881" y="102372"/>
                </a:cubicBezTo>
                <a:cubicBezTo>
                  <a:pt x="633881" y="96991"/>
                  <a:pt x="650250" y="92410"/>
                  <a:pt x="676988" y="88628"/>
                </a:cubicBezTo>
                <a:cubicBezTo>
                  <a:pt x="676988" y="78976"/>
                  <a:pt x="674836" y="72177"/>
                  <a:pt x="670532" y="68231"/>
                </a:cubicBezTo>
                <a:cubicBezTo>
                  <a:pt x="666228" y="64286"/>
                  <a:pt x="660456" y="62313"/>
                  <a:pt x="653217" y="62313"/>
                </a:cubicBezTo>
                <a:cubicBezTo>
                  <a:pt x="649435" y="62313"/>
                  <a:pt x="645995" y="62868"/>
                  <a:pt x="642897" y="63976"/>
                </a:cubicBezTo>
                <a:cubicBezTo>
                  <a:pt x="639799" y="65085"/>
                  <a:pt x="638022" y="65982"/>
                  <a:pt x="637566" y="66666"/>
                </a:cubicBezTo>
                <a:cubicBezTo>
                  <a:pt x="637109" y="67351"/>
                  <a:pt x="635349" y="71345"/>
                  <a:pt x="632283" y="78650"/>
                </a:cubicBezTo>
                <a:lnTo>
                  <a:pt x="631599" y="79139"/>
                </a:lnTo>
                <a:moveTo>
                  <a:pt x="676988" y="94595"/>
                </a:moveTo>
                <a:cubicBezTo>
                  <a:pt x="658728" y="97660"/>
                  <a:pt x="647348" y="100953"/>
                  <a:pt x="642848" y="104475"/>
                </a:cubicBezTo>
                <a:cubicBezTo>
                  <a:pt x="638348" y="107996"/>
                  <a:pt x="636098" y="113442"/>
                  <a:pt x="636098" y="120811"/>
                </a:cubicBezTo>
                <a:cubicBezTo>
                  <a:pt x="636098" y="130985"/>
                  <a:pt x="641153" y="136072"/>
                  <a:pt x="651261" y="136072"/>
                </a:cubicBezTo>
                <a:cubicBezTo>
                  <a:pt x="659935" y="136072"/>
                  <a:pt x="668510" y="131050"/>
                  <a:pt x="676988" y="121007"/>
                </a:cubicBezTo>
                <a:lnTo>
                  <a:pt x="676988" y="94595"/>
                </a:lnTo>
                <a:moveTo>
                  <a:pt x="660359" y="46075"/>
                </a:moveTo>
                <a:lnTo>
                  <a:pt x="660359" y="46075"/>
                </a:lnTo>
                <a:moveTo>
                  <a:pt x="658304" y="151332"/>
                </a:moveTo>
                <a:lnTo>
                  <a:pt x="658304" y="151332"/>
                </a:lnTo>
                <a:close/>
                <a:moveTo>
                  <a:pt x="716132" y="68672"/>
                </a:moveTo>
                <a:lnTo>
                  <a:pt x="716132" y="66128"/>
                </a:lnTo>
                <a:lnTo>
                  <a:pt x="716816" y="65150"/>
                </a:lnTo>
                <a:cubicBezTo>
                  <a:pt x="722947" y="62868"/>
                  <a:pt x="727903" y="60748"/>
                  <a:pt x="731685" y="58792"/>
                </a:cubicBezTo>
                <a:cubicBezTo>
                  <a:pt x="731685" y="41770"/>
                  <a:pt x="731490" y="31858"/>
                  <a:pt x="731099" y="29053"/>
                </a:cubicBezTo>
                <a:cubicBezTo>
                  <a:pt x="737816" y="26706"/>
                  <a:pt x="743326" y="24195"/>
                  <a:pt x="747631" y="21521"/>
                </a:cubicBezTo>
                <a:lnTo>
                  <a:pt x="749978" y="23477"/>
                </a:lnTo>
                <a:cubicBezTo>
                  <a:pt x="749326" y="27586"/>
                  <a:pt x="748544" y="39520"/>
                  <a:pt x="747631" y="59281"/>
                </a:cubicBezTo>
                <a:cubicBezTo>
                  <a:pt x="750891" y="59346"/>
                  <a:pt x="754413" y="59378"/>
                  <a:pt x="758195" y="59378"/>
                </a:cubicBezTo>
                <a:cubicBezTo>
                  <a:pt x="765891" y="59378"/>
                  <a:pt x="771402" y="59183"/>
                  <a:pt x="774728" y="58792"/>
                </a:cubicBezTo>
                <a:lnTo>
                  <a:pt x="775412" y="59476"/>
                </a:lnTo>
                <a:lnTo>
                  <a:pt x="773554" y="67693"/>
                </a:lnTo>
                <a:lnTo>
                  <a:pt x="772771" y="68574"/>
                </a:lnTo>
                <a:cubicBezTo>
                  <a:pt x="769445" y="68509"/>
                  <a:pt x="765760" y="68476"/>
                  <a:pt x="761717" y="68476"/>
                </a:cubicBezTo>
                <a:cubicBezTo>
                  <a:pt x="758065" y="68476"/>
                  <a:pt x="753370" y="68509"/>
                  <a:pt x="747631" y="68574"/>
                </a:cubicBezTo>
                <a:lnTo>
                  <a:pt x="747044" y="108388"/>
                </a:lnTo>
                <a:cubicBezTo>
                  <a:pt x="747044" y="117583"/>
                  <a:pt x="747256" y="123599"/>
                  <a:pt x="747680" y="126436"/>
                </a:cubicBezTo>
                <a:cubicBezTo>
                  <a:pt x="748103" y="129273"/>
                  <a:pt x="749277" y="131490"/>
                  <a:pt x="751201" y="133088"/>
                </a:cubicBezTo>
                <a:cubicBezTo>
                  <a:pt x="753125" y="134686"/>
                  <a:pt x="755978" y="135485"/>
                  <a:pt x="759761" y="135485"/>
                </a:cubicBezTo>
                <a:cubicBezTo>
                  <a:pt x="764130" y="135485"/>
                  <a:pt x="768173" y="134343"/>
                  <a:pt x="771891" y="132061"/>
                </a:cubicBezTo>
                <a:lnTo>
                  <a:pt x="774238" y="135583"/>
                </a:lnTo>
                <a:cubicBezTo>
                  <a:pt x="772673" y="136691"/>
                  <a:pt x="768923" y="139952"/>
                  <a:pt x="762989" y="145365"/>
                </a:cubicBezTo>
                <a:cubicBezTo>
                  <a:pt x="759598" y="146930"/>
                  <a:pt x="756141" y="147713"/>
                  <a:pt x="752620" y="147713"/>
                </a:cubicBezTo>
                <a:cubicBezTo>
                  <a:pt x="737946" y="147713"/>
                  <a:pt x="730609" y="140604"/>
                  <a:pt x="730609" y="126387"/>
                </a:cubicBezTo>
                <a:cubicBezTo>
                  <a:pt x="730609" y="121170"/>
                  <a:pt x="730740" y="116735"/>
                  <a:pt x="731001" y="113083"/>
                </a:cubicBezTo>
                <a:cubicBezTo>
                  <a:pt x="731066" y="111975"/>
                  <a:pt x="731099" y="110833"/>
                  <a:pt x="731099" y="109659"/>
                </a:cubicBezTo>
                <a:lnTo>
                  <a:pt x="731099" y="69063"/>
                </a:lnTo>
                <a:lnTo>
                  <a:pt x="727088" y="69063"/>
                </a:lnTo>
                <a:cubicBezTo>
                  <a:pt x="724153" y="69063"/>
                  <a:pt x="720795" y="69193"/>
                  <a:pt x="717012" y="69454"/>
                </a:cubicBezTo>
                <a:lnTo>
                  <a:pt x="716132" y="68672"/>
                </a:lnTo>
                <a:close/>
                <a:moveTo>
                  <a:pt x="805116" y="8511"/>
                </a:moveTo>
                <a:cubicBezTo>
                  <a:pt x="808181" y="8511"/>
                  <a:pt x="810790" y="9587"/>
                  <a:pt x="812942" y="11739"/>
                </a:cubicBezTo>
                <a:cubicBezTo>
                  <a:pt x="815094" y="13891"/>
                  <a:pt x="816170" y="16499"/>
                  <a:pt x="816170" y="19565"/>
                </a:cubicBezTo>
                <a:cubicBezTo>
                  <a:pt x="816170" y="22564"/>
                  <a:pt x="815094" y="25140"/>
                  <a:pt x="812942" y="27293"/>
                </a:cubicBezTo>
                <a:cubicBezTo>
                  <a:pt x="810790" y="29445"/>
                  <a:pt x="808181" y="30521"/>
                  <a:pt x="805116" y="30521"/>
                </a:cubicBezTo>
                <a:cubicBezTo>
                  <a:pt x="802116" y="30521"/>
                  <a:pt x="799524" y="29461"/>
                  <a:pt x="797339" y="27341"/>
                </a:cubicBezTo>
                <a:cubicBezTo>
                  <a:pt x="795155" y="25222"/>
                  <a:pt x="794062" y="22630"/>
                  <a:pt x="794062" y="19565"/>
                </a:cubicBezTo>
                <a:cubicBezTo>
                  <a:pt x="794062" y="16499"/>
                  <a:pt x="795155" y="13891"/>
                  <a:pt x="797339" y="11739"/>
                </a:cubicBezTo>
                <a:cubicBezTo>
                  <a:pt x="799524" y="9587"/>
                  <a:pt x="802116" y="8511"/>
                  <a:pt x="805116" y="8511"/>
                </a:cubicBezTo>
                <a:moveTo>
                  <a:pt x="813431" y="52237"/>
                </a:moveTo>
                <a:lnTo>
                  <a:pt x="815290" y="53509"/>
                </a:lnTo>
                <a:cubicBezTo>
                  <a:pt x="814572" y="62052"/>
                  <a:pt x="814214" y="72911"/>
                  <a:pt x="814214" y="86084"/>
                </a:cubicBezTo>
                <a:lnTo>
                  <a:pt x="814214" y="108192"/>
                </a:lnTo>
                <a:cubicBezTo>
                  <a:pt x="814214" y="109627"/>
                  <a:pt x="814344" y="114241"/>
                  <a:pt x="814605" y="122034"/>
                </a:cubicBezTo>
                <a:cubicBezTo>
                  <a:pt x="814866" y="129827"/>
                  <a:pt x="815143" y="134376"/>
                  <a:pt x="815436" y="135680"/>
                </a:cubicBezTo>
                <a:cubicBezTo>
                  <a:pt x="815730" y="136985"/>
                  <a:pt x="816170" y="137930"/>
                  <a:pt x="816757" y="138517"/>
                </a:cubicBezTo>
                <a:cubicBezTo>
                  <a:pt x="817344" y="139104"/>
                  <a:pt x="818061" y="139479"/>
                  <a:pt x="818909" y="139642"/>
                </a:cubicBezTo>
                <a:cubicBezTo>
                  <a:pt x="819757" y="139805"/>
                  <a:pt x="823279" y="140082"/>
                  <a:pt x="829474" y="140474"/>
                </a:cubicBezTo>
                <a:lnTo>
                  <a:pt x="830354" y="141256"/>
                </a:lnTo>
                <a:lnTo>
                  <a:pt x="830354" y="145365"/>
                </a:lnTo>
                <a:lnTo>
                  <a:pt x="829572" y="146245"/>
                </a:lnTo>
                <a:cubicBezTo>
                  <a:pt x="821420" y="145723"/>
                  <a:pt x="813562" y="145463"/>
                  <a:pt x="805997" y="145463"/>
                </a:cubicBezTo>
                <a:cubicBezTo>
                  <a:pt x="798497" y="145463"/>
                  <a:pt x="790671" y="145723"/>
                  <a:pt x="782519" y="146245"/>
                </a:cubicBezTo>
                <a:lnTo>
                  <a:pt x="781639" y="145365"/>
                </a:lnTo>
                <a:lnTo>
                  <a:pt x="781639" y="141256"/>
                </a:lnTo>
                <a:lnTo>
                  <a:pt x="782519" y="140474"/>
                </a:lnTo>
                <a:cubicBezTo>
                  <a:pt x="788845" y="140082"/>
                  <a:pt x="792416" y="139789"/>
                  <a:pt x="793231" y="139593"/>
                </a:cubicBezTo>
                <a:cubicBezTo>
                  <a:pt x="794046" y="139398"/>
                  <a:pt x="794763" y="138990"/>
                  <a:pt x="795383" y="138370"/>
                </a:cubicBezTo>
                <a:cubicBezTo>
                  <a:pt x="796002" y="137751"/>
                  <a:pt x="796426" y="136805"/>
                  <a:pt x="796655" y="135534"/>
                </a:cubicBezTo>
                <a:cubicBezTo>
                  <a:pt x="796883" y="134262"/>
                  <a:pt x="797144" y="130056"/>
                  <a:pt x="797437" y="122914"/>
                </a:cubicBezTo>
                <a:cubicBezTo>
                  <a:pt x="797731" y="115773"/>
                  <a:pt x="797877" y="110377"/>
                  <a:pt x="797877" y="106725"/>
                </a:cubicBezTo>
                <a:lnTo>
                  <a:pt x="797877" y="87454"/>
                </a:lnTo>
                <a:cubicBezTo>
                  <a:pt x="797877" y="84845"/>
                  <a:pt x="797747" y="81291"/>
                  <a:pt x="797486" y="76791"/>
                </a:cubicBezTo>
                <a:cubicBezTo>
                  <a:pt x="797225" y="72291"/>
                  <a:pt x="797013" y="69519"/>
                  <a:pt x="796850" y="68476"/>
                </a:cubicBezTo>
                <a:cubicBezTo>
                  <a:pt x="796687" y="67433"/>
                  <a:pt x="796182" y="66666"/>
                  <a:pt x="795334" y="66177"/>
                </a:cubicBezTo>
                <a:cubicBezTo>
                  <a:pt x="794486" y="65688"/>
                  <a:pt x="792790" y="65444"/>
                  <a:pt x="790247" y="65444"/>
                </a:cubicBezTo>
                <a:lnTo>
                  <a:pt x="782030" y="65346"/>
                </a:lnTo>
                <a:lnTo>
                  <a:pt x="781150" y="64563"/>
                </a:lnTo>
                <a:lnTo>
                  <a:pt x="781150" y="60357"/>
                </a:lnTo>
                <a:lnTo>
                  <a:pt x="781932" y="59574"/>
                </a:lnTo>
                <a:cubicBezTo>
                  <a:pt x="794388" y="58074"/>
                  <a:pt x="804888" y="55629"/>
                  <a:pt x="813431" y="52237"/>
                </a:cubicBezTo>
                <a:moveTo>
                  <a:pt x="805801" y="151332"/>
                </a:moveTo>
                <a:lnTo>
                  <a:pt x="805801" y="151332"/>
                </a:lnTo>
                <a:close/>
                <a:moveTo>
                  <a:pt x="841894" y="100660"/>
                </a:moveTo>
                <a:cubicBezTo>
                  <a:pt x="841894" y="92899"/>
                  <a:pt x="843492" y="85416"/>
                  <a:pt x="846688" y="78209"/>
                </a:cubicBezTo>
                <a:cubicBezTo>
                  <a:pt x="849883" y="71003"/>
                  <a:pt x="855443" y="64775"/>
                  <a:pt x="863366" y="59525"/>
                </a:cubicBezTo>
                <a:cubicBezTo>
                  <a:pt x="871290" y="54275"/>
                  <a:pt x="880697" y="51650"/>
                  <a:pt x="891588" y="51650"/>
                </a:cubicBezTo>
                <a:cubicBezTo>
                  <a:pt x="905284" y="51650"/>
                  <a:pt x="916435" y="55971"/>
                  <a:pt x="925044" y="64612"/>
                </a:cubicBezTo>
                <a:cubicBezTo>
                  <a:pt x="933652" y="73253"/>
                  <a:pt x="937956" y="84356"/>
                  <a:pt x="937956" y="97921"/>
                </a:cubicBezTo>
                <a:cubicBezTo>
                  <a:pt x="937956" y="112855"/>
                  <a:pt x="933016" y="125148"/>
                  <a:pt x="923136" y="134800"/>
                </a:cubicBezTo>
                <a:cubicBezTo>
                  <a:pt x="913256" y="144452"/>
                  <a:pt x="901338" y="149278"/>
                  <a:pt x="887382" y="149278"/>
                </a:cubicBezTo>
                <a:cubicBezTo>
                  <a:pt x="878252" y="149278"/>
                  <a:pt x="870100" y="146816"/>
                  <a:pt x="862926" y="141892"/>
                </a:cubicBezTo>
                <a:cubicBezTo>
                  <a:pt x="855753" y="136968"/>
                  <a:pt x="850454" y="130952"/>
                  <a:pt x="847030" y="123844"/>
                </a:cubicBezTo>
                <a:cubicBezTo>
                  <a:pt x="843606" y="116735"/>
                  <a:pt x="841894" y="109007"/>
                  <a:pt x="841894" y="100660"/>
                </a:cubicBezTo>
                <a:moveTo>
                  <a:pt x="860383" y="93910"/>
                </a:moveTo>
                <a:cubicBezTo>
                  <a:pt x="860383" y="103040"/>
                  <a:pt x="861557" y="111208"/>
                  <a:pt x="863904" y="118415"/>
                </a:cubicBezTo>
                <a:cubicBezTo>
                  <a:pt x="866252" y="125621"/>
                  <a:pt x="869969" y="131409"/>
                  <a:pt x="875056" y="135778"/>
                </a:cubicBezTo>
                <a:cubicBezTo>
                  <a:pt x="880143" y="140148"/>
                  <a:pt x="885947" y="142332"/>
                  <a:pt x="892469" y="142332"/>
                </a:cubicBezTo>
                <a:cubicBezTo>
                  <a:pt x="900164" y="142332"/>
                  <a:pt x="906523" y="139283"/>
                  <a:pt x="911544" y="133186"/>
                </a:cubicBezTo>
                <a:cubicBezTo>
                  <a:pt x="916566" y="127088"/>
                  <a:pt x="919077" y="117909"/>
                  <a:pt x="919077" y="105649"/>
                </a:cubicBezTo>
                <a:cubicBezTo>
                  <a:pt x="919077" y="91758"/>
                  <a:pt x="916354" y="80378"/>
                  <a:pt x="910908" y="71509"/>
                </a:cubicBezTo>
                <a:cubicBezTo>
                  <a:pt x="905463" y="62639"/>
                  <a:pt x="897621" y="58205"/>
                  <a:pt x="887382" y="58205"/>
                </a:cubicBezTo>
                <a:cubicBezTo>
                  <a:pt x="878904" y="58205"/>
                  <a:pt x="872285" y="61270"/>
                  <a:pt x="867524" y="67400"/>
                </a:cubicBezTo>
                <a:cubicBezTo>
                  <a:pt x="862763" y="73530"/>
                  <a:pt x="860383" y="82367"/>
                  <a:pt x="860383" y="93910"/>
                </a:cubicBezTo>
                <a:moveTo>
                  <a:pt x="890023" y="46075"/>
                </a:moveTo>
                <a:lnTo>
                  <a:pt x="890023" y="46075"/>
                </a:lnTo>
                <a:moveTo>
                  <a:pt x="888556" y="151332"/>
                </a:moveTo>
                <a:lnTo>
                  <a:pt x="888556" y="151332"/>
                </a:lnTo>
                <a:close/>
                <a:moveTo>
                  <a:pt x="978084" y="52237"/>
                </a:moveTo>
                <a:lnTo>
                  <a:pt x="979943" y="53509"/>
                </a:lnTo>
                <a:cubicBezTo>
                  <a:pt x="979552" y="57879"/>
                  <a:pt x="979291" y="63617"/>
                  <a:pt x="979160" y="70726"/>
                </a:cubicBezTo>
                <a:cubicBezTo>
                  <a:pt x="984378" y="66422"/>
                  <a:pt x="989334" y="62052"/>
                  <a:pt x="994029" y="57618"/>
                </a:cubicBezTo>
                <a:cubicBezTo>
                  <a:pt x="995399" y="56379"/>
                  <a:pt x="996687" y="55466"/>
                  <a:pt x="997893" y="54879"/>
                </a:cubicBezTo>
                <a:cubicBezTo>
                  <a:pt x="999100" y="54292"/>
                  <a:pt x="1001105" y="53672"/>
                  <a:pt x="1003910" y="53020"/>
                </a:cubicBezTo>
                <a:cubicBezTo>
                  <a:pt x="1006714" y="52368"/>
                  <a:pt x="1009583" y="52042"/>
                  <a:pt x="1012518" y="52042"/>
                </a:cubicBezTo>
                <a:cubicBezTo>
                  <a:pt x="1017474" y="52042"/>
                  <a:pt x="1022284" y="53053"/>
                  <a:pt x="1026947" y="55074"/>
                </a:cubicBezTo>
                <a:cubicBezTo>
                  <a:pt x="1031610" y="57096"/>
                  <a:pt x="1035131" y="59493"/>
                  <a:pt x="1037512" y="62264"/>
                </a:cubicBezTo>
                <a:cubicBezTo>
                  <a:pt x="1039892" y="65036"/>
                  <a:pt x="1041539" y="68313"/>
                  <a:pt x="1042452" y="72095"/>
                </a:cubicBezTo>
                <a:cubicBezTo>
                  <a:pt x="1043365" y="75878"/>
                  <a:pt x="1043821" y="80541"/>
                  <a:pt x="1043821" y="86084"/>
                </a:cubicBezTo>
                <a:lnTo>
                  <a:pt x="1043821" y="103301"/>
                </a:lnTo>
                <a:cubicBezTo>
                  <a:pt x="1043821" y="104410"/>
                  <a:pt x="1043984" y="112529"/>
                  <a:pt x="1044310" y="127659"/>
                </a:cubicBezTo>
                <a:cubicBezTo>
                  <a:pt x="1044441" y="133854"/>
                  <a:pt x="1045126" y="137539"/>
                  <a:pt x="1046365" y="138713"/>
                </a:cubicBezTo>
                <a:cubicBezTo>
                  <a:pt x="1047604" y="139887"/>
                  <a:pt x="1051647" y="140474"/>
                  <a:pt x="1058495" y="140474"/>
                </a:cubicBezTo>
                <a:lnTo>
                  <a:pt x="1059277" y="141256"/>
                </a:lnTo>
                <a:lnTo>
                  <a:pt x="1059277" y="145463"/>
                </a:lnTo>
                <a:lnTo>
                  <a:pt x="1058495" y="146245"/>
                </a:lnTo>
                <a:cubicBezTo>
                  <a:pt x="1050212" y="145723"/>
                  <a:pt x="1044604" y="145463"/>
                  <a:pt x="1041669" y="145463"/>
                </a:cubicBezTo>
                <a:cubicBezTo>
                  <a:pt x="1039974" y="145463"/>
                  <a:pt x="1035213" y="145723"/>
                  <a:pt x="1027387" y="146245"/>
                </a:cubicBezTo>
                <a:lnTo>
                  <a:pt x="1026213" y="145169"/>
                </a:lnTo>
                <a:cubicBezTo>
                  <a:pt x="1027061" y="136691"/>
                  <a:pt x="1027485" y="125637"/>
                  <a:pt x="1027485" y="112007"/>
                </a:cubicBezTo>
                <a:lnTo>
                  <a:pt x="1027485" y="99192"/>
                </a:lnTo>
                <a:cubicBezTo>
                  <a:pt x="1027485" y="91497"/>
                  <a:pt x="1027305" y="85954"/>
                  <a:pt x="1026947" y="82563"/>
                </a:cubicBezTo>
                <a:cubicBezTo>
                  <a:pt x="1026588" y="79171"/>
                  <a:pt x="1025496" y="76090"/>
                  <a:pt x="1023670" y="73318"/>
                </a:cubicBezTo>
                <a:cubicBezTo>
                  <a:pt x="1021844" y="70547"/>
                  <a:pt x="1019398" y="68395"/>
                  <a:pt x="1016333" y="66862"/>
                </a:cubicBezTo>
                <a:cubicBezTo>
                  <a:pt x="1013268" y="65329"/>
                  <a:pt x="1009616" y="64563"/>
                  <a:pt x="1005377" y="64563"/>
                </a:cubicBezTo>
                <a:cubicBezTo>
                  <a:pt x="1001986" y="64563"/>
                  <a:pt x="999084" y="64905"/>
                  <a:pt x="996671" y="65590"/>
                </a:cubicBezTo>
                <a:cubicBezTo>
                  <a:pt x="994258" y="66275"/>
                  <a:pt x="991551" y="67677"/>
                  <a:pt x="988551" y="69797"/>
                </a:cubicBezTo>
                <a:cubicBezTo>
                  <a:pt x="985551" y="71916"/>
                  <a:pt x="983334" y="73905"/>
                  <a:pt x="981899" y="75764"/>
                </a:cubicBezTo>
                <a:cubicBezTo>
                  <a:pt x="980465" y="77622"/>
                  <a:pt x="979601" y="79351"/>
                  <a:pt x="979307" y="80948"/>
                </a:cubicBezTo>
                <a:cubicBezTo>
                  <a:pt x="979014" y="82546"/>
                  <a:pt x="978867" y="85954"/>
                  <a:pt x="978867" y="91171"/>
                </a:cubicBezTo>
                <a:lnTo>
                  <a:pt x="978867" y="108192"/>
                </a:lnTo>
                <a:cubicBezTo>
                  <a:pt x="978867" y="109627"/>
                  <a:pt x="978997" y="114241"/>
                  <a:pt x="979258" y="122034"/>
                </a:cubicBezTo>
                <a:cubicBezTo>
                  <a:pt x="979519" y="129827"/>
                  <a:pt x="979796" y="134376"/>
                  <a:pt x="980090" y="135680"/>
                </a:cubicBezTo>
                <a:cubicBezTo>
                  <a:pt x="980383" y="136985"/>
                  <a:pt x="980823" y="137930"/>
                  <a:pt x="981410" y="138517"/>
                </a:cubicBezTo>
                <a:cubicBezTo>
                  <a:pt x="981997" y="139104"/>
                  <a:pt x="982715" y="139479"/>
                  <a:pt x="983562" y="139642"/>
                </a:cubicBezTo>
                <a:cubicBezTo>
                  <a:pt x="984410" y="139805"/>
                  <a:pt x="987932" y="140082"/>
                  <a:pt x="994127" y="140474"/>
                </a:cubicBezTo>
                <a:lnTo>
                  <a:pt x="995008" y="141256"/>
                </a:lnTo>
                <a:lnTo>
                  <a:pt x="995008" y="145365"/>
                </a:lnTo>
                <a:lnTo>
                  <a:pt x="994225" y="146245"/>
                </a:lnTo>
                <a:cubicBezTo>
                  <a:pt x="986073" y="145723"/>
                  <a:pt x="978215" y="145463"/>
                  <a:pt x="970650" y="145463"/>
                </a:cubicBezTo>
                <a:cubicBezTo>
                  <a:pt x="963150" y="145463"/>
                  <a:pt x="955324" y="145723"/>
                  <a:pt x="947172" y="146245"/>
                </a:cubicBezTo>
                <a:lnTo>
                  <a:pt x="946292" y="145365"/>
                </a:lnTo>
                <a:lnTo>
                  <a:pt x="946292" y="141256"/>
                </a:lnTo>
                <a:lnTo>
                  <a:pt x="947172" y="140474"/>
                </a:lnTo>
                <a:cubicBezTo>
                  <a:pt x="953498" y="140082"/>
                  <a:pt x="957069" y="139789"/>
                  <a:pt x="957884" y="139593"/>
                </a:cubicBezTo>
                <a:cubicBezTo>
                  <a:pt x="958699" y="139398"/>
                  <a:pt x="959416" y="138990"/>
                  <a:pt x="960036" y="138370"/>
                </a:cubicBezTo>
                <a:cubicBezTo>
                  <a:pt x="960655" y="137751"/>
                  <a:pt x="961079" y="136805"/>
                  <a:pt x="961308" y="135534"/>
                </a:cubicBezTo>
                <a:cubicBezTo>
                  <a:pt x="961536" y="134262"/>
                  <a:pt x="961797" y="130056"/>
                  <a:pt x="962090" y="122914"/>
                </a:cubicBezTo>
                <a:cubicBezTo>
                  <a:pt x="962384" y="115773"/>
                  <a:pt x="962530" y="110377"/>
                  <a:pt x="962530" y="106725"/>
                </a:cubicBezTo>
                <a:lnTo>
                  <a:pt x="962530" y="87454"/>
                </a:lnTo>
                <a:cubicBezTo>
                  <a:pt x="962530" y="84845"/>
                  <a:pt x="962400" y="81291"/>
                  <a:pt x="962139" y="76791"/>
                </a:cubicBezTo>
                <a:cubicBezTo>
                  <a:pt x="961878" y="72291"/>
                  <a:pt x="961666" y="69519"/>
                  <a:pt x="961503" y="68476"/>
                </a:cubicBezTo>
                <a:cubicBezTo>
                  <a:pt x="961340" y="67433"/>
                  <a:pt x="960835" y="66666"/>
                  <a:pt x="959987" y="66177"/>
                </a:cubicBezTo>
                <a:cubicBezTo>
                  <a:pt x="959139" y="65688"/>
                  <a:pt x="957444" y="65444"/>
                  <a:pt x="954900" y="65444"/>
                </a:cubicBezTo>
                <a:lnTo>
                  <a:pt x="946683" y="65346"/>
                </a:lnTo>
                <a:lnTo>
                  <a:pt x="945803" y="64563"/>
                </a:lnTo>
                <a:lnTo>
                  <a:pt x="945803" y="60357"/>
                </a:lnTo>
                <a:lnTo>
                  <a:pt x="946585" y="59574"/>
                </a:lnTo>
                <a:cubicBezTo>
                  <a:pt x="959041" y="58074"/>
                  <a:pt x="969541" y="55629"/>
                  <a:pt x="978084" y="52237"/>
                </a:cubicBezTo>
                <a:close/>
                <a:moveTo>
                  <a:pt x="1153308" y="587"/>
                </a:moveTo>
                <a:lnTo>
                  <a:pt x="1155166" y="1761"/>
                </a:lnTo>
                <a:cubicBezTo>
                  <a:pt x="1154449" y="9261"/>
                  <a:pt x="1154090" y="24293"/>
                  <a:pt x="1154090" y="46857"/>
                </a:cubicBezTo>
                <a:lnTo>
                  <a:pt x="1154090" y="108192"/>
                </a:lnTo>
                <a:cubicBezTo>
                  <a:pt x="1154090" y="109627"/>
                  <a:pt x="1154221" y="114241"/>
                  <a:pt x="1154481" y="122034"/>
                </a:cubicBezTo>
                <a:cubicBezTo>
                  <a:pt x="1154742" y="129827"/>
                  <a:pt x="1155019" y="134376"/>
                  <a:pt x="1155313" y="135680"/>
                </a:cubicBezTo>
                <a:cubicBezTo>
                  <a:pt x="1155606" y="136985"/>
                  <a:pt x="1156047" y="137930"/>
                  <a:pt x="1156633" y="138517"/>
                </a:cubicBezTo>
                <a:cubicBezTo>
                  <a:pt x="1157220" y="139104"/>
                  <a:pt x="1157938" y="139479"/>
                  <a:pt x="1158786" y="139642"/>
                </a:cubicBezTo>
                <a:cubicBezTo>
                  <a:pt x="1159633" y="139805"/>
                  <a:pt x="1163155" y="140082"/>
                  <a:pt x="1169350" y="140474"/>
                </a:cubicBezTo>
                <a:lnTo>
                  <a:pt x="1170231" y="141256"/>
                </a:lnTo>
                <a:lnTo>
                  <a:pt x="1170231" y="145365"/>
                </a:lnTo>
                <a:lnTo>
                  <a:pt x="1169448" y="146245"/>
                </a:lnTo>
                <a:cubicBezTo>
                  <a:pt x="1161296" y="145723"/>
                  <a:pt x="1153438" y="145463"/>
                  <a:pt x="1145873" y="145463"/>
                </a:cubicBezTo>
                <a:cubicBezTo>
                  <a:pt x="1138373" y="145463"/>
                  <a:pt x="1130547" y="145723"/>
                  <a:pt x="1122395" y="146245"/>
                </a:cubicBezTo>
                <a:lnTo>
                  <a:pt x="1121515" y="145365"/>
                </a:lnTo>
                <a:lnTo>
                  <a:pt x="1121515" y="141256"/>
                </a:lnTo>
                <a:lnTo>
                  <a:pt x="1122395" y="140474"/>
                </a:lnTo>
                <a:cubicBezTo>
                  <a:pt x="1128721" y="140082"/>
                  <a:pt x="1132292" y="139789"/>
                  <a:pt x="1133107" y="139593"/>
                </a:cubicBezTo>
                <a:cubicBezTo>
                  <a:pt x="1133922" y="139398"/>
                  <a:pt x="1134640" y="138990"/>
                  <a:pt x="1135259" y="138370"/>
                </a:cubicBezTo>
                <a:cubicBezTo>
                  <a:pt x="1135879" y="137751"/>
                  <a:pt x="1136303" y="136805"/>
                  <a:pt x="1136531" y="135534"/>
                </a:cubicBezTo>
                <a:cubicBezTo>
                  <a:pt x="1136759" y="134262"/>
                  <a:pt x="1137020" y="130056"/>
                  <a:pt x="1137313" y="122914"/>
                </a:cubicBezTo>
                <a:cubicBezTo>
                  <a:pt x="1137607" y="115773"/>
                  <a:pt x="1137754" y="110377"/>
                  <a:pt x="1137754" y="106725"/>
                </a:cubicBezTo>
                <a:lnTo>
                  <a:pt x="1137754" y="56053"/>
                </a:lnTo>
                <a:lnTo>
                  <a:pt x="1137362" y="35314"/>
                </a:lnTo>
                <a:cubicBezTo>
                  <a:pt x="1137167" y="28075"/>
                  <a:pt x="1136955" y="23054"/>
                  <a:pt x="1136727" y="20249"/>
                </a:cubicBezTo>
                <a:cubicBezTo>
                  <a:pt x="1136498" y="17445"/>
                  <a:pt x="1136188" y="15782"/>
                  <a:pt x="1135797" y="15260"/>
                </a:cubicBezTo>
                <a:cubicBezTo>
                  <a:pt x="1135406" y="14739"/>
                  <a:pt x="1134721" y="14347"/>
                  <a:pt x="1133743" y="14086"/>
                </a:cubicBezTo>
                <a:cubicBezTo>
                  <a:pt x="1132765" y="13826"/>
                  <a:pt x="1128819" y="13695"/>
                  <a:pt x="1121906" y="13695"/>
                </a:cubicBezTo>
                <a:lnTo>
                  <a:pt x="1121026" y="12815"/>
                </a:lnTo>
                <a:lnTo>
                  <a:pt x="1121026" y="8706"/>
                </a:lnTo>
                <a:lnTo>
                  <a:pt x="1121809" y="7826"/>
                </a:lnTo>
                <a:cubicBezTo>
                  <a:pt x="1134265" y="6391"/>
                  <a:pt x="1144764" y="3978"/>
                  <a:pt x="1153308" y="587"/>
                </a:cubicBezTo>
                <a:close/>
                <a:moveTo>
                  <a:pt x="1261497" y="131083"/>
                </a:moveTo>
                <a:lnTo>
                  <a:pt x="1258366" y="138126"/>
                </a:lnTo>
                <a:cubicBezTo>
                  <a:pt x="1251584" y="142495"/>
                  <a:pt x="1245535" y="145332"/>
                  <a:pt x="1240220" y="146637"/>
                </a:cubicBezTo>
                <a:cubicBezTo>
                  <a:pt x="1234905" y="147941"/>
                  <a:pt x="1230161" y="148593"/>
                  <a:pt x="1225987" y="148593"/>
                </a:cubicBezTo>
                <a:cubicBezTo>
                  <a:pt x="1218161" y="148593"/>
                  <a:pt x="1210743" y="147060"/>
                  <a:pt x="1203732" y="143995"/>
                </a:cubicBezTo>
                <a:cubicBezTo>
                  <a:pt x="1196721" y="140930"/>
                  <a:pt x="1191015" y="135746"/>
                  <a:pt x="1186613" y="128441"/>
                </a:cubicBezTo>
                <a:cubicBezTo>
                  <a:pt x="1182211" y="121137"/>
                  <a:pt x="1180010" y="112333"/>
                  <a:pt x="1180010" y="102029"/>
                </a:cubicBezTo>
                <a:cubicBezTo>
                  <a:pt x="1180010" y="95182"/>
                  <a:pt x="1180858" y="89003"/>
                  <a:pt x="1182553" y="83492"/>
                </a:cubicBezTo>
                <a:cubicBezTo>
                  <a:pt x="1184249" y="77981"/>
                  <a:pt x="1186026" y="73889"/>
                  <a:pt x="1187885" y="71215"/>
                </a:cubicBezTo>
                <a:cubicBezTo>
                  <a:pt x="1189743" y="68541"/>
                  <a:pt x="1192890" y="65574"/>
                  <a:pt x="1197325" y="62313"/>
                </a:cubicBezTo>
                <a:cubicBezTo>
                  <a:pt x="1201759" y="59052"/>
                  <a:pt x="1206455" y="56444"/>
                  <a:pt x="1211411" y="54487"/>
                </a:cubicBezTo>
                <a:cubicBezTo>
                  <a:pt x="1216368" y="52531"/>
                  <a:pt x="1221715" y="51553"/>
                  <a:pt x="1227454" y="51553"/>
                </a:cubicBezTo>
                <a:cubicBezTo>
                  <a:pt x="1235280" y="51553"/>
                  <a:pt x="1242177" y="53395"/>
                  <a:pt x="1248144" y="57080"/>
                </a:cubicBezTo>
                <a:cubicBezTo>
                  <a:pt x="1254111" y="60764"/>
                  <a:pt x="1258301" y="65476"/>
                  <a:pt x="1260714" y="71215"/>
                </a:cubicBezTo>
                <a:cubicBezTo>
                  <a:pt x="1263127" y="76954"/>
                  <a:pt x="1264333" y="83052"/>
                  <a:pt x="1264333" y="89508"/>
                </a:cubicBezTo>
                <a:cubicBezTo>
                  <a:pt x="1264333" y="91530"/>
                  <a:pt x="1264236" y="93486"/>
                  <a:pt x="1264040" y="95377"/>
                </a:cubicBezTo>
                <a:lnTo>
                  <a:pt x="1262964" y="96453"/>
                </a:lnTo>
                <a:cubicBezTo>
                  <a:pt x="1258529" y="97432"/>
                  <a:pt x="1252562" y="98084"/>
                  <a:pt x="1245062" y="98410"/>
                </a:cubicBezTo>
                <a:cubicBezTo>
                  <a:pt x="1237563" y="98736"/>
                  <a:pt x="1232606" y="98899"/>
                  <a:pt x="1230193" y="98899"/>
                </a:cubicBezTo>
                <a:lnTo>
                  <a:pt x="1198792" y="98899"/>
                </a:lnTo>
                <a:cubicBezTo>
                  <a:pt x="1198922" y="112398"/>
                  <a:pt x="1202314" y="122344"/>
                  <a:pt x="1208966" y="128735"/>
                </a:cubicBezTo>
                <a:cubicBezTo>
                  <a:pt x="1215618" y="135126"/>
                  <a:pt x="1223769" y="138322"/>
                  <a:pt x="1233421" y="138322"/>
                </a:cubicBezTo>
                <a:cubicBezTo>
                  <a:pt x="1237986" y="138322"/>
                  <a:pt x="1242372" y="137539"/>
                  <a:pt x="1246579" y="135974"/>
                </a:cubicBezTo>
                <a:cubicBezTo>
                  <a:pt x="1250785" y="134409"/>
                  <a:pt x="1255236" y="132224"/>
                  <a:pt x="1259931" y="129420"/>
                </a:cubicBezTo>
                <a:lnTo>
                  <a:pt x="1261497" y="131083"/>
                </a:lnTo>
                <a:moveTo>
                  <a:pt x="1198792" y="91073"/>
                </a:moveTo>
                <a:cubicBezTo>
                  <a:pt x="1199966" y="91269"/>
                  <a:pt x="1204482" y="91497"/>
                  <a:pt x="1212341" y="91758"/>
                </a:cubicBezTo>
                <a:cubicBezTo>
                  <a:pt x="1220199" y="92019"/>
                  <a:pt x="1226019" y="92149"/>
                  <a:pt x="1229802" y="92149"/>
                </a:cubicBezTo>
                <a:cubicBezTo>
                  <a:pt x="1238867" y="92149"/>
                  <a:pt x="1244378" y="91986"/>
                  <a:pt x="1246334" y="91660"/>
                </a:cubicBezTo>
                <a:cubicBezTo>
                  <a:pt x="1246399" y="90095"/>
                  <a:pt x="1246432" y="88888"/>
                  <a:pt x="1246432" y="88041"/>
                </a:cubicBezTo>
                <a:cubicBezTo>
                  <a:pt x="1246432" y="77932"/>
                  <a:pt x="1244378" y="70416"/>
                  <a:pt x="1240269" y="65492"/>
                </a:cubicBezTo>
                <a:cubicBezTo>
                  <a:pt x="1236160" y="60569"/>
                  <a:pt x="1230552" y="58107"/>
                  <a:pt x="1223443" y="58107"/>
                </a:cubicBezTo>
                <a:cubicBezTo>
                  <a:pt x="1215683" y="58107"/>
                  <a:pt x="1209634" y="60878"/>
                  <a:pt x="1205297" y="66422"/>
                </a:cubicBezTo>
                <a:cubicBezTo>
                  <a:pt x="1200960" y="71965"/>
                  <a:pt x="1198792" y="80182"/>
                  <a:pt x="1198792" y="91073"/>
                </a:cubicBezTo>
                <a:moveTo>
                  <a:pt x="1226085" y="46075"/>
                </a:moveTo>
                <a:lnTo>
                  <a:pt x="1226085" y="46075"/>
                </a:lnTo>
                <a:moveTo>
                  <a:pt x="1224911" y="151332"/>
                </a:moveTo>
                <a:lnTo>
                  <a:pt x="1224911" y="151332"/>
                </a:lnTo>
                <a:close/>
                <a:moveTo>
                  <a:pt x="1292324" y="79139"/>
                </a:moveTo>
                <a:lnTo>
                  <a:pt x="1288509" y="78160"/>
                </a:lnTo>
                <a:lnTo>
                  <a:pt x="1287726" y="77182"/>
                </a:lnTo>
                <a:lnTo>
                  <a:pt x="1287726" y="65052"/>
                </a:lnTo>
                <a:cubicBezTo>
                  <a:pt x="1299335" y="56444"/>
                  <a:pt x="1310617" y="52140"/>
                  <a:pt x="1321573" y="52140"/>
                </a:cubicBezTo>
                <a:cubicBezTo>
                  <a:pt x="1329073" y="52140"/>
                  <a:pt x="1335301" y="53542"/>
                  <a:pt x="1340257" y="56346"/>
                </a:cubicBezTo>
                <a:cubicBezTo>
                  <a:pt x="1345214" y="59150"/>
                  <a:pt x="1348800" y="62656"/>
                  <a:pt x="1351018" y="66862"/>
                </a:cubicBezTo>
                <a:cubicBezTo>
                  <a:pt x="1353235" y="71068"/>
                  <a:pt x="1354344" y="75976"/>
                  <a:pt x="1354344" y="81584"/>
                </a:cubicBezTo>
                <a:lnTo>
                  <a:pt x="1353855" y="101247"/>
                </a:lnTo>
                <a:lnTo>
                  <a:pt x="1353855" y="130398"/>
                </a:lnTo>
                <a:cubicBezTo>
                  <a:pt x="1353855" y="134376"/>
                  <a:pt x="1354132" y="136789"/>
                  <a:pt x="1354686" y="137637"/>
                </a:cubicBezTo>
                <a:cubicBezTo>
                  <a:pt x="1355240" y="138485"/>
                  <a:pt x="1355876" y="139055"/>
                  <a:pt x="1356594" y="139349"/>
                </a:cubicBezTo>
                <a:cubicBezTo>
                  <a:pt x="1357311" y="139642"/>
                  <a:pt x="1358648" y="139887"/>
                  <a:pt x="1360604" y="140082"/>
                </a:cubicBezTo>
                <a:lnTo>
                  <a:pt x="1366180" y="140571"/>
                </a:lnTo>
                <a:lnTo>
                  <a:pt x="1366963" y="141452"/>
                </a:lnTo>
                <a:lnTo>
                  <a:pt x="1366963" y="145365"/>
                </a:lnTo>
                <a:lnTo>
                  <a:pt x="1366180" y="146147"/>
                </a:lnTo>
                <a:cubicBezTo>
                  <a:pt x="1361419" y="145756"/>
                  <a:pt x="1356985" y="145560"/>
                  <a:pt x="1352876" y="145560"/>
                </a:cubicBezTo>
                <a:cubicBezTo>
                  <a:pt x="1348963" y="145560"/>
                  <a:pt x="1344268" y="145756"/>
                  <a:pt x="1338790" y="146147"/>
                </a:cubicBezTo>
                <a:lnTo>
                  <a:pt x="1337322" y="144778"/>
                </a:lnTo>
                <a:lnTo>
                  <a:pt x="1337714" y="129028"/>
                </a:lnTo>
                <a:lnTo>
                  <a:pt x="1316388" y="145658"/>
                </a:lnTo>
                <a:cubicBezTo>
                  <a:pt x="1312802" y="147158"/>
                  <a:pt x="1308889" y="147908"/>
                  <a:pt x="1304650" y="147908"/>
                </a:cubicBezTo>
                <a:cubicBezTo>
                  <a:pt x="1299432" y="147908"/>
                  <a:pt x="1294949" y="146963"/>
                  <a:pt x="1291199" y="145071"/>
                </a:cubicBezTo>
                <a:cubicBezTo>
                  <a:pt x="1287449" y="143180"/>
                  <a:pt x="1284580" y="140539"/>
                  <a:pt x="1282591" y="137148"/>
                </a:cubicBezTo>
                <a:cubicBezTo>
                  <a:pt x="1280601" y="133756"/>
                  <a:pt x="1279607" y="129648"/>
                  <a:pt x="1279607" y="124822"/>
                </a:cubicBezTo>
                <a:cubicBezTo>
                  <a:pt x="1279607" y="115235"/>
                  <a:pt x="1282607" y="107752"/>
                  <a:pt x="1288607" y="102372"/>
                </a:cubicBezTo>
                <a:cubicBezTo>
                  <a:pt x="1294606" y="96991"/>
                  <a:pt x="1310975" y="92410"/>
                  <a:pt x="1337714" y="88628"/>
                </a:cubicBezTo>
                <a:cubicBezTo>
                  <a:pt x="1337714" y="78976"/>
                  <a:pt x="1335562" y="72177"/>
                  <a:pt x="1331257" y="68231"/>
                </a:cubicBezTo>
                <a:cubicBezTo>
                  <a:pt x="1326953" y="64286"/>
                  <a:pt x="1321182" y="62313"/>
                  <a:pt x="1313943" y="62313"/>
                </a:cubicBezTo>
                <a:cubicBezTo>
                  <a:pt x="1310160" y="62313"/>
                  <a:pt x="1306720" y="62868"/>
                  <a:pt x="1303622" y="63976"/>
                </a:cubicBezTo>
                <a:cubicBezTo>
                  <a:pt x="1300525" y="65085"/>
                  <a:pt x="1298748" y="65982"/>
                  <a:pt x="1298291" y="66666"/>
                </a:cubicBezTo>
                <a:cubicBezTo>
                  <a:pt x="1297835" y="67351"/>
                  <a:pt x="1296074" y="71345"/>
                  <a:pt x="1293009" y="78650"/>
                </a:cubicBezTo>
                <a:lnTo>
                  <a:pt x="1292324" y="79139"/>
                </a:lnTo>
                <a:moveTo>
                  <a:pt x="1337714" y="94595"/>
                </a:moveTo>
                <a:cubicBezTo>
                  <a:pt x="1319453" y="97660"/>
                  <a:pt x="1308073" y="100953"/>
                  <a:pt x="1303574" y="104475"/>
                </a:cubicBezTo>
                <a:cubicBezTo>
                  <a:pt x="1299074" y="107996"/>
                  <a:pt x="1296824" y="113442"/>
                  <a:pt x="1296824" y="120811"/>
                </a:cubicBezTo>
                <a:cubicBezTo>
                  <a:pt x="1296824" y="130985"/>
                  <a:pt x="1301878" y="136072"/>
                  <a:pt x="1311986" y="136072"/>
                </a:cubicBezTo>
                <a:cubicBezTo>
                  <a:pt x="1320660" y="136072"/>
                  <a:pt x="1329236" y="131050"/>
                  <a:pt x="1337714" y="121007"/>
                </a:cubicBezTo>
                <a:lnTo>
                  <a:pt x="1337714" y="94595"/>
                </a:lnTo>
                <a:moveTo>
                  <a:pt x="1321084" y="46075"/>
                </a:moveTo>
                <a:lnTo>
                  <a:pt x="1321084" y="46075"/>
                </a:lnTo>
                <a:moveTo>
                  <a:pt x="1319030" y="151332"/>
                </a:moveTo>
                <a:lnTo>
                  <a:pt x="1319030" y="151332"/>
                </a:lnTo>
                <a:close/>
                <a:moveTo>
                  <a:pt x="1407965" y="587"/>
                </a:moveTo>
                <a:lnTo>
                  <a:pt x="1409823" y="1761"/>
                </a:lnTo>
                <a:cubicBezTo>
                  <a:pt x="1409106" y="9261"/>
                  <a:pt x="1408747" y="24293"/>
                  <a:pt x="1408747" y="46857"/>
                </a:cubicBezTo>
                <a:lnTo>
                  <a:pt x="1408747" y="92736"/>
                </a:lnTo>
                <a:cubicBezTo>
                  <a:pt x="1410965" y="91432"/>
                  <a:pt x="1415334" y="88155"/>
                  <a:pt x="1421856" y="82905"/>
                </a:cubicBezTo>
                <a:cubicBezTo>
                  <a:pt x="1428377" y="77655"/>
                  <a:pt x="1435274" y="71655"/>
                  <a:pt x="1442545" y="64905"/>
                </a:cubicBezTo>
                <a:cubicBezTo>
                  <a:pt x="1449817" y="58156"/>
                  <a:pt x="1453550" y="54487"/>
                  <a:pt x="1453746" y="53900"/>
                </a:cubicBezTo>
                <a:cubicBezTo>
                  <a:pt x="1459289" y="54096"/>
                  <a:pt x="1462615" y="54194"/>
                  <a:pt x="1463724" y="54194"/>
                </a:cubicBezTo>
                <a:cubicBezTo>
                  <a:pt x="1465224" y="54194"/>
                  <a:pt x="1468256" y="54096"/>
                  <a:pt x="1472821" y="53900"/>
                </a:cubicBezTo>
                <a:lnTo>
                  <a:pt x="1473702" y="54781"/>
                </a:lnTo>
                <a:lnTo>
                  <a:pt x="1473702" y="58596"/>
                </a:lnTo>
                <a:lnTo>
                  <a:pt x="1472919" y="59476"/>
                </a:lnTo>
                <a:cubicBezTo>
                  <a:pt x="1469658" y="59672"/>
                  <a:pt x="1467164" y="60096"/>
                  <a:pt x="1465436" y="60748"/>
                </a:cubicBezTo>
                <a:cubicBezTo>
                  <a:pt x="1463707" y="61400"/>
                  <a:pt x="1460186" y="63552"/>
                  <a:pt x="1454871" y="67204"/>
                </a:cubicBezTo>
                <a:cubicBezTo>
                  <a:pt x="1449556" y="70856"/>
                  <a:pt x="1443279" y="75650"/>
                  <a:pt x="1436040" y="81584"/>
                </a:cubicBezTo>
                <a:lnTo>
                  <a:pt x="1426551" y="89312"/>
                </a:lnTo>
                <a:cubicBezTo>
                  <a:pt x="1430007" y="93356"/>
                  <a:pt x="1436056" y="99698"/>
                  <a:pt x="1444697" y="108339"/>
                </a:cubicBezTo>
                <a:cubicBezTo>
                  <a:pt x="1453338" y="116980"/>
                  <a:pt x="1460333" y="123681"/>
                  <a:pt x="1465680" y="128441"/>
                </a:cubicBezTo>
                <a:cubicBezTo>
                  <a:pt x="1471028" y="133202"/>
                  <a:pt x="1474517" y="135925"/>
                  <a:pt x="1476147" y="136610"/>
                </a:cubicBezTo>
                <a:cubicBezTo>
                  <a:pt x="1477778" y="137294"/>
                  <a:pt x="1479506" y="137637"/>
                  <a:pt x="1481332" y="137637"/>
                </a:cubicBezTo>
                <a:lnTo>
                  <a:pt x="1481332" y="141843"/>
                </a:lnTo>
                <a:cubicBezTo>
                  <a:pt x="1478919" y="142300"/>
                  <a:pt x="1472691" y="144289"/>
                  <a:pt x="1462648" y="147810"/>
                </a:cubicBezTo>
                <a:cubicBezTo>
                  <a:pt x="1455865" y="141941"/>
                  <a:pt x="1451561" y="138061"/>
                  <a:pt x="1449735" y="136169"/>
                </a:cubicBezTo>
                <a:lnTo>
                  <a:pt x="1442496" y="128735"/>
                </a:lnTo>
                <a:lnTo>
                  <a:pt x="1433888" y="120029"/>
                </a:lnTo>
                <a:cubicBezTo>
                  <a:pt x="1431214" y="117355"/>
                  <a:pt x="1427627" y="113964"/>
                  <a:pt x="1423127" y="109855"/>
                </a:cubicBezTo>
                <a:lnTo>
                  <a:pt x="1408747" y="96551"/>
                </a:lnTo>
                <a:lnTo>
                  <a:pt x="1408747" y="108192"/>
                </a:lnTo>
                <a:cubicBezTo>
                  <a:pt x="1408747" y="109627"/>
                  <a:pt x="1408878" y="114241"/>
                  <a:pt x="1409139" y="122034"/>
                </a:cubicBezTo>
                <a:cubicBezTo>
                  <a:pt x="1409399" y="129827"/>
                  <a:pt x="1409677" y="134376"/>
                  <a:pt x="1409970" y="135680"/>
                </a:cubicBezTo>
                <a:cubicBezTo>
                  <a:pt x="1410264" y="136985"/>
                  <a:pt x="1410704" y="137930"/>
                  <a:pt x="1411291" y="138517"/>
                </a:cubicBezTo>
                <a:cubicBezTo>
                  <a:pt x="1411878" y="139104"/>
                  <a:pt x="1412595" y="139479"/>
                  <a:pt x="1413443" y="139642"/>
                </a:cubicBezTo>
                <a:cubicBezTo>
                  <a:pt x="1414291" y="139805"/>
                  <a:pt x="1417812" y="140082"/>
                  <a:pt x="1424008" y="140474"/>
                </a:cubicBezTo>
                <a:lnTo>
                  <a:pt x="1424888" y="141256"/>
                </a:lnTo>
                <a:lnTo>
                  <a:pt x="1424888" y="145365"/>
                </a:lnTo>
                <a:lnTo>
                  <a:pt x="1424105" y="146245"/>
                </a:lnTo>
                <a:cubicBezTo>
                  <a:pt x="1415954" y="145723"/>
                  <a:pt x="1408095" y="145463"/>
                  <a:pt x="1400530" y="145463"/>
                </a:cubicBezTo>
                <a:cubicBezTo>
                  <a:pt x="1393030" y="145463"/>
                  <a:pt x="1385205" y="145723"/>
                  <a:pt x="1377053" y="146245"/>
                </a:cubicBezTo>
                <a:lnTo>
                  <a:pt x="1376172" y="145365"/>
                </a:lnTo>
                <a:lnTo>
                  <a:pt x="1376172" y="141256"/>
                </a:lnTo>
                <a:lnTo>
                  <a:pt x="1377053" y="140474"/>
                </a:lnTo>
                <a:cubicBezTo>
                  <a:pt x="1383379" y="140082"/>
                  <a:pt x="1386949" y="139789"/>
                  <a:pt x="1387764" y="139593"/>
                </a:cubicBezTo>
                <a:cubicBezTo>
                  <a:pt x="1388579" y="139398"/>
                  <a:pt x="1389297" y="138990"/>
                  <a:pt x="1389916" y="138370"/>
                </a:cubicBezTo>
                <a:cubicBezTo>
                  <a:pt x="1390536" y="137751"/>
                  <a:pt x="1390960" y="136805"/>
                  <a:pt x="1391188" y="135534"/>
                </a:cubicBezTo>
                <a:cubicBezTo>
                  <a:pt x="1391416" y="134262"/>
                  <a:pt x="1391677" y="130056"/>
                  <a:pt x="1391971" y="122914"/>
                </a:cubicBezTo>
                <a:cubicBezTo>
                  <a:pt x="1392264" y="115773"/>
                  <a:pt x="1392411" y="110377"/>
                  <a:pt x="1392411" y="106725"/>
                </a:cubicBezTo>
                <a:lnTo>
                  <a:pt x="1392411" y="56053"/>
                </a:lnTo>
                <a:lnTo>
                  <a:pt x="1392020" y="35314"/>
                </a:lnTo>
                <a:cubicBezTo>
                  <a:pt x="1391824" y="28075"/>
                  <a:pt x="1391612" y="23054"/>
                  <a:pt x="1391384" y="20249"/>
                </a:cubicBezTo>
                <a:cubicBezTo>
                  <a:pt x="1391155" y="17445"/>
                  <a:pt x="1390846" y="15782"/>
                  <a:pt x="1390454" y="15260"/>
                </a:cubicBezTo>
                <a:cubicBezTo>
                  <a:pt x="1390063" y="14739"/>
                  <a:pt x="1389378" y="14347"/>
                  <a:pt x="1388400" y="14086"/>
                </a:cubicBezTo>
                <a:cubicBezTo>
                  <a:pt x="1387422" y="13826"/>
                  <a:pt x="1383476" y="13695"/>
                  <a:pt x="1376564" y="13695"/>
                </a:cubicBezTo>
                <a:lnTo>
                  <a:pt x="1375683" y="12815"/>
                </a:lnTo>
                <a:lnTo>
                  <a:pt x="1375683" y="8706"/>
                </a:lnTo>
                <a:lnTo>
                  <a:pt x="1376466" y="7826"/>
                </a:lnTo>
                <a:cubicBezTo>
                  <a:pt x="1388922" y="6391"/>
                  <a:pt x="1399421" y="3978"/>
                  <a:pt x="1407965" y="587"/>
                </a:cubicBezTo>
                <a:close/>
                <a:moveTo>
                  <a:pt x="1504485" y="79139"/>
                </a:moveTo>
                <a:lnTo>
                  <a:pt x="1500670" y="78160"/>
                </a:lnTo>
                <a:lnTo>
                  <a:pt x="1499888" y="77182"/>
                </a:lnTo>
                <a:lnTo>
                  <a:pt x="1499888" y="65052"/>
                </a:lnTo>
                <a:cubicBezTo>
                  <a:pt x="1511496" y="56444"/>
                  <a:pt x="1522778" y="52140"/>
                  <a:pt x="1533734" y="52140"/>
                </a:cubicBezTo>
                <a:cubicBezTo>
                  <a:pt x="1541234" y="52140"/>
                  <a:pt x="1547462" y="53542"/>
                  <a:pt x="1552418" y="56346"/>
                </a:cubicBezTo>
                <a:cubicBezTo>
                  <a:pt x="1557375" y="59150"/>
                  <a:pt x="1560962" y="62656"/>
                  <a:pt x="1563179" y="66862"/>
                </a:cubicBezTo>
                <a:cubicBezTo>
                  <a:pt x="1565396" y="71068"/>
                  <a:pt x="1566505" y="75976"/>
                  <a:pt x="1566505" y="81584"/>
                </a:cubicBezTo>
                <a:lnTo>
                  <a:pt x="1566016" y="101247"/>
                </a:lnTo>
                <a:lnTo>
                  <a:pt x="1566016" y="130398"/>
                </a:lnTo>
                <a:cubicBezTo>
                  <a:pt x="1566016" y="134376"/>
                  <a:pt x="1566293" y="136789"/>
                  <a:pt x="1566847" y="137637"/>
                </a:cubicBezTo>
                <a:cubicBezTo>
                  <a:pt x="1567402" y="138485"/>
                  <a:pt x="1568037" y="139055"/>
                  <a:pt x="1568755" y="139349"/>
                </a:cubicBezTo>
                <a:cubicBezTo>
                  <a:pt x="1569472" y="139642"/>
                  <a:pt x="1570809" y="139887"/>
                  <a:pt x="1572766" y="140082"/>
                </a:cubicBezTo>
                <a:lnTo>
                  <a:pt x="1578341" y="140571"/>
                </a:lnTo>
                <a:lnTo>
                  <a:pt x="1579124" y="141452"/>
                </a:lnTo>
                <a:lnTo>
                  <a:pt x="1579124" y="145365"/>
                </a:lnTo>
                <a:lnTo>
                  <a:pt x="1578341" y="146147"/>
                </a:lnTo>
                <a:cubicBezTo>
                  <a:pt x="1573581" y="145756"/>
                  <a:pt x="1569146" y="145560"/>
                  <a:pt x="1565038" y="145560"/>
                </a:cubicBezTo>
                <a:cubicBezTo>
                  <a:pt x="1561125" y="145560"/>
                  <a:pt x="1556429" y="145756"/>
                  <a:pt x="1550951" y="146147"/>
                </a:cubicBezTo>
                <a:lnTo>
                  <a:pt x="1549484" y="144778"/>
                </a:lnTo>
                <a:lnTo>
                  <a:pt x="1549875" y="129028"/>
                </a:lnTo>
                <a:lnTo>
                  <a:pt x="1528550" y="145658"/>
                </a:lnTo>
                <a:cubicBezTo>
                  <a:pt x="1524963" y="147158"/>
                  <a:pt x="1521050" y="147908"/>
                  <a:pt x="1516811" y="147908"/>
                </a:cubicBezTo>
                <a:cubicBezTo>
                  <a:pt x="1511594" y="147908"/>
                  <a:pt x="1507110" y="146963"/>
                  <a:pt x="1503360" y="145071"/>
                </a:cubicBezTo>
                <a:cubicBezTo>
                  <a:pt x="1499610" y="143180"/>
                  <a:pt x="1496741" y="140539"/>
                  <a:pt x="1494752" y="137148"/>
                </a:cubicBezTo>
                <a:cubicBezTo>
                  <a:pt x="1492763" y="133756"/>
                  <a:pt x="1491768" y="129648"/>
                  <a:pt x="1491768" y="124822"/>
                </a:cubicBezTo>
                <a:cubicBezTo>
                  <a:pt x="1491768" y="115235"/>
                  <a:pt x="1494768" y="107752"/>
                  <a:pt x="1500768" y="102372"/>
                </a:cubicBezTo>
                <a:cubicBezTo>
                  <a:pt x="1506768" y="96991"/>
                  <a:pt x="1523137" y="92410"/>
                  <a:pt x="1549875" y="88628"/>
                </a:cubicBezTo>
                <a:cubicBezTo>
                  <a:pt x="1549875" y="78976"/>
                  <a:pt x="1547723" y="72177"/>
                  <a:pt x="1543419" y="68231"/>
                </a:cubicBezTo>
                <a:cubicBezTo>
                  <a:pt x="1539115" y="64286"/>
                  <a:pt x="1533343" y="62313"/>
                  <a:pt x="1526104" y="62313"/>
                </a:cubicBezTo>
                <a:cubicBezTo>
                  <a:pt x="1522322" y="62313"/>
                  <a:pt x="1518881" y="62868"/>
                  <a:pt x="1515784" y="63976"/>
                </a:cubicBezTo>
                <a:cubicBezTo>
                  <a:pt x="1512686" y="65085"/>
                  <a:pt x="1510909" y="65982"/>
                  <a:pt x="1510452" y="66666"/>
                </a:cubicBezTo>
                <a:cubicBezTo>
                  <a:pt x="1509996" y="67351"/>
                  <a:pt x="1508235" y="71345"/>
                  <a:pt x="1505170" y="78650"/>
                </a:cubicBezTo>
                <a:lnTo>
                  <a:pt x="1504485" y="79139"/>
                </a:lnTo>
                <a:moveTo>
                  <a:pt x="1549875" y="94595"/>
                </a:moveTo>
                <a:cubicBezTo>
                  <a:pt x="1531615" y="97660"/>
                  <a:pt x="1520235" y="100953"/>
                  <a:pt x="1515735" y="104475"/>
                </a:cubicBezTo>
                <a:cubicBezTo>
                  <a:pt x="1511235" y="107996"/>
                  <a:pt x="1508985" y="113442"/>
                  <a:pt x="1508985" y="120811"/>
                </a:cubicBezTo>
                <a:cubicBezTo>
                  <a:pt x="1508985" y="130985"/>
                  <a:pt x="1514039" y="136072"/>
                  <a:pt x="1524148" y="136072"/>
                </a:cubicBezTo>
                <a:cubicBezTo>
                  <a:pt x="1532821" y="136072"/>
                  <a:pt x="1541397" y="131050"/>
                  <a:pt x="1549875" y="121007"/>
                </a:cubicBezTo>
                <a:lnTo>
                  <a:pt x="1549875" y="94595"/>
                </a:lnTo>
                <a:moveTo>
                  <a:pt x="1533245" y="46075"/>
                </a:moveTo>
                <a:lnTo>
                  <a:pt x="1533245" y="46075"/>
                </a:lnTo>
                <a:moveTo>
                  <a:pt x="1531191" y="151332"/>
                </a:moveTo>
                <a:lnTo>
                  <a:pt x="1531191" y="151332"/>
                </a:lnTo>
                <a:close/>
                <a:moveTo>
                  <a:pt x="1692417" y="58987"/>
                </a:moveTo>
                <a:lnTo>
                  <a:pt x="1693200" y="60748"/>
                </a:lnTo>
                <a:cubicBezTo>
                  <a:pt x="1690526" y="64857"/>
                  <a:pt x="1688863" y="67530"/>
                  <a:pt x="1688211" y="68769"/>
                </a:cubicBezTo>
                <a:lnTo>
                  <a:pt x="1670016" y="68769"/>
                </a:lnTo>
                <a:cubicBezTo>
                  <a:pt x="1671842" y="72356"/>
                  <a:pt x="1672755" y="76106"/>
                  <a:pt x="1672755" y="80019"/>
                </a:cubicBezTo>
                <a:cubicBezTo>
                  <a:pt x="1672755" y="84649"/>
                  <a:pt x="1671695" y="89149"/>
                  <a:pt x="1669576" y="93519"/>
                </a:cubicBezTo>
                <a:cubicBezTo>
                  <a:pt x="1667456" y="97888"/>
                  <a:pt x="1664505" y="101605"/>
                  <a:pt x="1660723" y="104670"/>
                </a:cubicBezTo>
                <a:cubicBezTo>
                  <a:pt x="1656940" y="107736"/>
                  <a:pt x="1652652" y="110181"/>
                  <a:pt x="1647859" y="112007"/>
                </a:cubicBezTo>
                <a:cubicBezTo>
                  <a:pt x="1643066" y="113833"/>
                  <a:pt x="1637604" y="114746"/>
                  <a:pt x="1631474" y="114746"/>
                </a:cubicBezTo>
                <a:lnTo>
                  <a:pt x="1626974" y="114746"/>
                </a:lnTo>
                <a:cubicBezTo>
                  <a:pt x="1623126" y="117811"/>
                  <a:pt x="1620648" y="120094"/>
                  <a:pt x="1619539" y="121594"/>
                </a:cubicBezTo>
                <a:cubicBezTo>
                  <a:pt x="1618431" y="123094"/>
                  <a:pt x="1617876" y="124626"/>
                  <a:pt x="1617876" y="126192"/>
                </a:cubicBezTo>
                <a:cubicBezTo>
                  <a:pt x="1617876" y="129061"/>
                  <a:pt x="1619197" y="131083"/>
                  <a:pt x="1621838" y="132257"/>
                </a:cubicBezTo>
                <a:cubicBezTo>
                  <a:pt x="1624479" y="133430"/>
                  <a:pt x="1629941" y="134017"/>
                  <a:pt x="1638224" y="134017"/>
                </a:cubicBezTo>
                <a:lnTo>
                  <a:pt x="1660136" y="133724"/>
                </a:lnTo>
                <a:cubicBezTo>
                  <a:pt x="1667049" y="133724"/>
                  <a:pt x="1672347" y="134539"/>
                  <a:pt x="1676032" y="136169"/>
                </a:cubicBezTo>
                <a:cubicBezTo>
                  <a:pt x="1679717" y="137800"/>
                  <a:pt x="1682700" y="140718"/>
                  <a:pt x="1684983" y="144925"/>
                </a:cubicBezTo>
                <a:cubicBezTo>
                  <a:pt x="1687265" y="149131"/>
                  <a:pt x="1688407" y="153582"/>
                  <a:pt x="1688407" y="158277"/>
                </a:cubicBezTo>
                <a:cubicBezTo>
                  <a:pt x="1688407" y="165451"/>
                  <a:pt x="1686075" y="172608"/>
                  <a:pt x="1681412" y="179750"/>
                </a:cubicBezTo>
                <a:cubicBezTo>
                  <a:pt x="1676749" y="186891"/>
                  <a:pt x="1670016" y="192320"/>
                  <a:pt x="1661212" y="196037"/>
                </a:cubicBezTo>
                <a:cubicBezTo>
                  <a:pt x="1652408" y="199754"/>
                  <a:pt x="1643017" y="201613"/>
                  <a:pt x="1633039" y="201613"/>
                </a:cubicBezTo>
                <a:cubicBezTo>
                  <a:pt x="1627365" y="201613"/>
                  <a:pt x="1622034" y="200993"/>
                  <a:pt x="1617045" y="199754"/>
                </a:cubicBezTo>
                <a:cubicBezTo>
                  <a:pt x="1612056" y="198515"/>
                  <a:pt x="1607687" y="196640"/>
                  <a:pt x="1603937" y="194130"/>
                </a:cubicBezTo>
                <a:cubicBezTo>
                  <a:pt x="1600187" y="191619"/>
                  <a:pt x="1597171" y="188342"/>
                  <a:pt x="1594888" y="184298"/>
                </a:cubicBezTo>
                <a:cubicBezTo>
                  <a:pt x="1592606" y="180255"/>
                  <a:pt x="1591464" y="176049"/>
                  <a:pt x="1591464" y="171679"/>
                </a:cubicBezTo>
                <a:cubicBezTo>
                  <a:pt x="1591464" y="169266"/>
                  <a:pt x="1591823" y="166739"/>
                  <a:pt x="1592540" y="164098"/>
                </a:cubicBezTo>
                <a:cubicBezTo>
                  <a:pt x="1593258" y="161457"/>
                  <a:pt x="1594627" y="158604"/>
                  <a:pt x="1596649" y="155538"/>
                </a:cubicBezTo>
                <a:lnTo>
                  <a:pt x="1614355" y="145658"/>
                </a:lnTo>
                <a:cubicBezTo>
                  <a:pt x="1608681" y="143897"/>
                  <a:pt x="1605111" y="142153"/>
                  <a:pt x="1603643" y="140425"/>
                </a:cubicBezTo>
                <a:cubicBezTo>
                  <a:pt x="1602176" y="138697"/>
                  <a:pt x="1601442" y="136626"/>
                  <a:pt x="1601442" y="134213"/>
                </a:cubicBezTo>
                <a:cubicBezTo>
                  <a:pt x="1601442" y="131735"/>
                  <a:pt x="1602257" y="128800"/>
                  <a:pt x="1603888" y="125409"/>
                </a:cubicBezTo>
                <a:lnTo>
                  <a:pt x="1619637" y="114061"/>
                </a:lnTo>
                <a:cubicBezTo>
                  <a:pt x="1610377" y="111649"/>
                  <a:pt x="1604132" y="108029"/>
                  <a:pt x="1600904" y="103203"/>
                </a:cubicBezTo>
                <a:cubicBezTo>
                  <a:pt x="1597676" y="98377"/>
                  <a:pt x="1596062" y="93095"/>
                  <a:pt x="1596062" y="87356"/>
                </a:cubicBezTo>
                <a:cubicBezTo>
                  <a:pt x="1596062" y="82073"/>
                  <a:pt x="1597203" y="77036"/>
                  <a:pt x="1599486" y="72242"/>
                </a:cubicBezTo>
                <a:cubicBezTo>
                  <a:pt x="1601768" y="67449"/>
                  <a:pt x="1605208" y="63617"/>
                  <a:pt x="1609806" y="60748"/>
                </a:cubicBezTo>
                <a:cubicBezTo>
                  <a:pt x="1614404" y="57879"/>
                  <a:pt x="1619556" y="55612"/>
                  <a:pt x="1625262" y="53949"/>
                </a:cubicBezTo>
                <a:cubicBezTo>
                  <a:pt x="1630968" y="52286"/>
                  <a:pt x="1636169" y="51455"/>
                  <a:pt x="1640865" y="51455"/>
                </a:cubicBezTo>
                <a:cubicBezTo>
                  <a:pt x="1649017" y="51455"/>
                  <a:pt x="1656777" y="54096"/>
                  <a:pt x="1664147" y="59378"/>
                </a:cubicBezTo>
                <a:cubicBezTo>
                  <a:pt x="1675951" y="59378"/>
                  <a:pt x="1685374" y="59248"/>
                  <a:pt x="1692417" y="58987"/>
                </a:cubicBezTo>
                <a:moveTo>
                  <a:pt x="1612887" y="81682"/>
                </a:moveTo>
                <a:cubicBezTo>
                  <a:pt x="1612887" y="85660"/>
                  <a:pt x="1613670" y="89932"/>
                  <a:pt x="1615235" y="94497"/>
                </a:cubicBezTo>
                <a:cubicBezTo>
                  <a:pt x="1616800" y="99062"/>
                  <a:pt x="1619327" y="102518"/>
                  <a:pt x="1622816" y="104866"/>
                </a:cubicBezTo>
                <a:cubicBezTo>
                  <a:pt x="1626305" y="107214"/>
                  <a:pt x="1630235" y="108388"/>
                  <a:pt x="1634604" y="108388"/>
                </a:cubicBezTo>
                <a:cubicBezTo>
                  <a:pt x="1640408" y="108388"/>
                  <a:pt x="1645414" y="106497"/>
                  <a:pt x="1649620" y="102714"/>
                </a:cubicBezTo>
                <a:cubicBezTo>
                  <a:pt x="1653826" y="98932"/>
                  <a:pt x="1655930" y="93030"/>
                  <a:pt x="1655930" y="85008"/>
                </a:cubicBezTo>
                <a:cubicBezTo>
                  <a:pt x="1655930" y="78226"/>
                  <a:pt x="1654006" y="72128"/>
                  <a:pt x="1650158" y="66715"/>
                </a:cubicBezTo>
                <a:cubicBezTo>
                  <a:pt x="1646310" y="61302"/>
                  <a:pt x="1640865" y="58596"/>
                  <a:pt x="1633822" y="58596"/>
                </a:cubicBezTo>
                <a:cubicBezTo>
                  <a:pt x="1627887" y="58596"/>
                  <a:pt x="1622914" y="60536"/>
                  <a:pt x="1618904" y="64416"/>
                </a:cubicBezTo>
                <a:cubicBezTo>
                  <a:pt x="1614893" y="68297"/>
                  <a:pt x="1612887" y="74052"/>
                  <a:pt x="1612887" y="81682"/>
                </a:cubicBezTo>
                <a:moveTo>
                  <a:pt x="1641550" y="147321"/>
                </a:moveTo>
                <a:cubicBezTo>
                  <a:pt x="1631050" y="147321"/>
                  <a:pt x="1625001" y="147452"/>
                  <a:pt x="1623403" y="147713"/>
                </a:cubicBezTo>
                <a:cubicBezTo>
                  <a:pt x="1621806" y="147973"/>
                  <a:pt x="1619539" y="149082"/>
                  <a:pt x="1616605" y="151039"/>
                </a:cubicBezTo>
                <a:cubicBezTo>
                  <a:pt x="1613670" y="152995"/>
                  <a:pt x="1611273" y="155653"/>
                  <a:pt x="1609415" y="159011"/>
                </a:cubicBezTo>
                <a:cubicBezTo>
                  <a:pt x="1607556" y="162370"/>
                  <a:pt x="1606627" y="166136"/>
                  <a:pt x="1606627" y="170310"/>
                </a:cubicBezTo>
                <a:cubicBezTo>
                  <a:pt x="1606627" y="177679"/>
                  <a:pt x="1609366" y="183679"/>
                  <a:pt x="1614844" y="188309"/>
                </a:cubicBezTo>
                <a:cubicBezTo>
                  <a:pt x="1620322" y="192939"/>
                  <a:pt x="1627626" y="195254"/>
                  <a:pt x="1636756" y="195254"/>
                </a:cubicBezTo>
                <a:cubicBezTo>
                  <a:pt x="1643604" y="195254"/>
                  <a:pt x="1649930" y="193820"/>
                  <a:pt x="1655734" y="190950"/>
                </a:cubicBezTo>
                <a:cubicBezTo>
                  <a:pt x="1661538" y="188081"/>
                  <a:pt x="1665826" y="184233"/>
                  <a:pt x="1668598" y="179407"/>
                </a:cubicBezTo>
                <a:cubicBezTo>
                  <a:pt x="1671369" y="174581"/>
                  <a:pt x="1672755" y="169951"/>
                  <a:pt x="1672755" y="165516"/>
                </a:cubicBezTo>
                <a:cubicBezTo>
                  <a:pt x="1672755" y="161082"/>
                  <a:pt x="1671597" y="157283"/>
                  <a:pt x="1669282" y="154120"/>
                </a:cubicBezTo>
                <a:cubicBezTo>
                  <a:pt x="1666967" y="150957"/>
                  <a:pt x="1663967" y="149033"/>
                  <a:pt x="1660283" y="148348"/>
                </a:cubicBezTo>
                <a:cubicBezTo>
                  <a:pt x="1656598" y="147664"/>
                  <a:pt x="1650354" y="147321"/>
                  <a:pt x="1641550" y="147321"/>
                </a:cubicBezTo>
                <a:close/>
                <a:moveTo>
                  <a:pt x="1782384" y="131083"/>
                </a:moveTo>
                <a:lnTo>
                  <a:pt x="1779253" y="138126"/>
                </a:lnTo>
                <a:cubicBezTo>
                  <a:pt x="1772471" y="142495"/>
                  <a:pt x="1766422" y="145332"/>
                  <a:pt x="1761107" y="146637"/>
                </a:cubicBezTo>
                <a:cubicBezTo>
                  <a:pt x="1755792" y="147941"/>
                  <a:pt x="1751048" y="148593"/>
                  <a:pt x="1746874" y="148593"/>
                </a:cubicBezTo>
                <a:cubicBezTo>
                  <a:pt x="1739048" y="148593"/>
                  <a:pt x="1731630" y="147060"/>
                  <a:pt x="1724619" y="143995"/>
                </a:cubicBezTo>
                <a:cubicBezTo>
                  <a:pt x="1717609" y="140930"/>
                  <a:pt x="1711902" y="135746"/>
                  <a:pt x="1707500" y="128441"/>
                </a:cubicBezTo>
                <a:cubicBezTo>
                  <a:pt x="1703098" y="121137"/>
                  <a:pt x="1700897" y="112333"/>
                  <a:pt x="1700897" y="102029"/>
                </a:cubicBezTo>
                <a:cubicBezTo>
                  <a:pt x="1700897" y="95182"/>
                  <a:pt x="1701745" y="89003"/>
                  <a:pt x="1703441" y="83492"/>
                </a:cubicBezTo>
                <a:cubicBezTo>
                  <a:pt x="1705136" y="77981"/>
                  <a:pt x="1706913" y="73889"/>
                  <a:pt x="1708772" y="71215"/>
                </a:cubicBezTo>
                <a:cubicBezTo>
                  <a:pt x="1710631" y="68541"/>
                  <a:pt x="1713777" y="65574"/>
                  <a:pt x="1718212" y="62313"/>
                </a:cubicBezTo>
                <a:cubicBezTo>
                  <a:pt x="1722646" y="59052"/>
                  <a:pt x="1727342" y="56444"/>
                  <a:pt x="1732298" y="54487"/>
                </a:cubicBezTo>
                <a:cubicBezTo>
                  <a:pt x="1737255" y="52531"/>
                  <a:pt x="1742602" y="51553"/>
                  <a:pt x="1748341" y="51553"/>
                </a:cubicBezTo>
                <a:cubicBezTo>
                  <a:pt x="1756167" y="51553"/>
                  <a:pt x="1763064" y="53395"/>
                  <a:pt x="1769031" y="57080"/>
                </a:cubicBezTo>
                <a:cubicBezTo>
                  <a:pt x="1774998" y="60764"/>
                  <a:pt x="1779188" y="65476"/>
                  <a:pt x="1781601" y="71215"/>
                </a:cubicBezTo>
                <a:cubicBezTo>
                  <a:pt x="1784014" y="76954"/>
                  <a:pt x="1785221" y="83052"/>
                  <a:pt x="1785221" y="89508"/>
                </a:cubicBezTo>
                <a:cubicBezTo>
                  <a:pt x="1785221" y="91530"/>
                  <a:pt x="1785123" y="93486"/>
                  <a:pt x="1784927" y="95377"/>
                </a:cubicBezTo>
                <a:lnTo>
                  <a:pt x="1783851" y="96453"/>
                </a:lnTo>
                <a:cubicBezTo>
                  <a:pt x="1779416" y="97432"/>
                  <a:pt x="1773449" y="98084"/>
                  <a:pt x="1765949" y="98410"/>
                </a:cubicBezTo>
                <a:cubicBezTo>
                  <a:pt x="1758450" y="98736"/>
                  <a:pt x="1753493" y="98899"/>
                  <a:pt x="1751080" y="98899"/>
                </a:cubicBezTo>
                <a:lnTo>
                  <a:pt x="1719679" y="98899"/>
                </a:lnTo>
                <a:cubicBezTo>
                  <a:pt x="1719810" y="112398"/>
                  <a:pt x="1723201" y="122344"/>
                  <a:pt x="1729853" y="128735"/>
                </a:cubicBezTo>
                <a:cubicBezTo>
                  <a:pt x="1736505" y="135126"/>
                  <a:pt x="1744657" y="138322"/>
                  <a:pt x="1754308" y="138322"/>
                </a:cubicBezTo>
                <a:cubicBezTo>
                  <a:pt x="1758874" y="138322"/>
                  <a:pt x="1763259" y="137539"/>
                  <a:pt x="1767466" y="135974"/>
                </a:cubicBezTo>
                <a:cubicBezTo>
                  <a:pt x="1771672" y="134409"/>
                  <a:pt x="1776123" y="132224"/>
                  <a:pt x="1780818" y="129420"/>
                </a:cubicBezTo>
                <a:lnTo>
                  <a:pt x="1782384" y="131083"/>
                </a:lnTo>
                <a:moveTo>
                  <a:pt x="1719679" y="91073"/>
                </a:moveTo>
                <a:cubicBezTo>
                  <a:pt x="1720853" y="91269"/>
                  <a:pt x="1725369" y="91497"/>
                  <a:pt x="1733228" y="91758"/>
                </a:cubicBezTo>
                <a:cubicBezTo>
                  <a:pt x="1741086" y="92019"/>
                  <a:pt x="1746907" y="92149"/>
                  <a:pt x="1750689" y="92149"/>
                </a:cubicBezTo>
                <a:cubicBezTo>
                  <a:pt x="1759754" y="92149"/>
                  <a:pt x="1765265" y="91986"/>
                  <a:pt x="1767221" y="91660"/>
                </a:cubicBezTo>
                <a:cubicBezTo>
                  <a:pt x="1767286" y="90095"/>
                  <a:pt x="1767319" y="88888"/>
                  <a:pt x="1767319" y="88041"/>
                </a:cubicBezTo>
                <a:cubicBezTo>
                  <a:pt x="1767319" y="77932"/>
                  <a:pt x="1765265" y="70416"/>
                  <a:pt x="1761156" y="65492"/>
                </a:cubicBezTo>
                <a:cubicBezTo>
                  <a:pt x="1757048" y="60569"/>
                  <a:pt x="1751439" y="58107"/>
                  <a:pt x="1744331" y="58107"/>
                </a:cubicBezTo>
                <a:cubicBezTo>
                  <a:pt x="1736570" y="58107"/>
                  <a:pt x="1730521" y="60878"/>
                  <a:pt x="1726184" y="66422"/>
                </a:cubicBezTo>
                <a:cubicBezTo>
                  <a:pt x="1721848" y="71965"/>
                  <a:pt x="1719679" y="80182"/>
                  <a:pt x="1719679" y="91073"/>
                </a:cubicBezTo>
                <a:moveTo>
                  <a:pt x="1746972" y="46075"/>
                </a:moveTo>
                <a:lnTo>
                  <a:pt x="1746972" y="46075"/>
                </a:lnTo>
                <a:moveTo>
                  <a:pt x="1745798" y="151332"/>
                </a:moveTo>
                <a:lnTo>
                  <a:pt x="1745798" y="151332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causedby𝓐">
            <a:extLst xmlns:a="http://schemas.openxmlformats.org/drawingml/2006/main">
              <a:ext uri="{FF2B5EF4-FFF2-40B4-BE49-F238E27FC236}">
                <a16:creationId xmlns:a16="http://schemas.microsoft.com/office/drawing/2014/main" id="{DB5BFA43-E239-48B7-9F06-D051DD26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65" y="5617223"/>
            <a:ext cx="1105491" cy="201524"/>
          </a:xfrm>
          <a:custGeom xmlns:a="http://schemas.openxmlformats.org/drawingml/2006/main">
            <a:pathLst>
              <a:path w="1105491" h="201524">
                <a:moveTo>
                  <a:pt x="77200" y="134611"/>
                </a:moveTo>
                <a:lnTo>
                  <a:pt x="73282" y="141175"/>
                </a:lnTo>
                <a:cubicBezTo>
                  <a:pt x="64856" y="145812"/>
                  <a:pt x="55451" y="148131"/>
                  <a:pt x="45066" y="148131"/>
                </a:cubicBezTo>
                <a:cubicBezTo>
                  <a:pt x="30697" y="148131"/>
                  <a:pt x="19594" y="143853"/>
                  <a:pt x="11756" y="135297"/>
                </a:cubicBezTo>
                <a:cubicBezTo>
                  <a:pt x="3919" y="126741"/>
                  <a:pt x="0" y="115703"/>
                  <a:pt x="0" y="102183"/>
                </a:cubicBezTo>
                <a:cubicBezTo>
                  <a:pt x="0" y="96043"/>
                  <a:pt x="669" y="90573"/>
                  <a:pt x="2008" y="85773"/>
                </a:cubicBezTo>
                <a:cubicBezTo>
                  <a:pt x="3347" y="80972"/>
                  <a:pt x="5045" y="77004"/>
                  <a:pt x="7103" y="73869"/>
                </a:cubicBezTo>
                <a:cubicBezTo>
                  <a:pt x="9160" y="70734"/>
                  <a:pt x="11430" y="68252"/>
                  <a:pt x="13912" y="66424"/>
                </a:cubicBezTo>
                <a:cubicBezTo>
                  <a:pt x="16394" y="64595"/>
                  <a:pt x="20590" y="62048"/>
                  <a:pt x="26501" y="58782"/>
                </a:cubicBezTo>
                <a:cubicBezTo>
                  <a:pt x="32412" y="55516"/>
                  <a:pt x="36869" y="53377"/>
                  <a:pt x="39874" y="52365"/>
                </a:cubicBezTo>
                <a:cubicBezTo>
                  <a:pt x="42878" y="51353"/>
                  <a:pt x="47026" y="50846"/>
                  <a:pt x="52316" y="50846"/>
                </a:cubicBezTo>
                <a:cubicBezTo>
                  <a:pt x="62440" y="50846"/>
                  <a:pt x="70734" y="52773"/>
                  <a:pt x="77200" y="56627"/>
                </a:cubicBezTo>
                <a:cubicBezTo>
                  <a:pt x="75959" y="64007"/>
                  <a:pt x="75012" y="72237"/>
                  <a:pt x="74359" y="81315"/>
                </a:cubicBezTo>
                <a:lnTo>
                  <a:pt x="73477" y="82099"/>
                </a:lnTo>
                <a:lnTo>
                  <a:pt x="69461" y="82099"/>
                </a:lnTo>
                <a:lnTo>
                  <a:pt x="68579" y="81217"/>
                </a:lnTo>
                <a:cubicBezTo>
                  <a:pt x="68318" y="75731"/>
                  <a:pt x="67959" y="72041"/>
                  <a:pt x="67501" y="70147"/>
                </a:cubicBezTo>
                <a:cubicBezTo>
                  <a:pt x="67044" y="68252"/>
                  <a:pt x="64448" y="66228"/>
                  <a:pt x="59713" y="64072"/>
                </a:cubicBezTo>
                <a:cubicBezTo>
                  <a:pt x="54977" y="61917"/>
                  <a:pt x="49932" y="60839"/>
                  <a:pt x="44576" y="60839"/>
                </a:cubicBezTo>
                <a:cubicBezTo>
                  <a:pt x="39221" y="60839"/>
                  <a:pt x="34453" y="61966"/>
                  <a:pt x="30273" y="64219"/>
                </a:cubicBezTo>
                <a:cubicBezTo>
                  <a:pt x="26093" y="66473"/>
                  <a:pt x="22941" y="70163"/>
                  <a:pt x="20819" y="75290"/>
                </a:cubicBezTo>
                <a:cubicBezTo>
                  <a:pt x="18696" y="80417"/>
                  <a:pt x="17635" y="86540"/>
                  <a:pt x="17635" y="93659"/>
                </a:cubicBezTo>
                <a:cubicBezTo>
                  <a:pt x="17635" y="99668"/>
                  <a:pt x="18484" y="105530"/>
                  <a:pt x="20182" y="111245"/>
                </a:cubicBezTo>
                <a:cubicBezTo>
                  <a:pt x="21880" y="116960"/>
                  <a:pt x="24117" y="121695"/>
                  <a:pt x="26893" y="125451"/>
                </a:cubicBezTo>
                <a:cubicBezTo>
                  <a:pt x="29669" y="129206"/>
                  <a:pt x="33342" y="132227"/>
                  <a:pt x="37914" y="134513"/>
                </a:cubicBezTo>
                <a:cubicBezTo>
                  <a:pt x="42486" y="136799"/>
                  <a:pt x="47581" y="137942"/>
                  <a:pt x="53198" y="137942"/>
                </a:cubicBezTo>
                <a:cubicBezTo>
                  <a:pt x="56725" y="137942"/>
                  <a:pt x="60170" y="137485"/>
                  <a:pt x="63534" y="136570"/>
                </a:cubicBezTo>
                <a:cubicBezTo>
                  <a:pt x="66897" y="135656"/>
                  <a:pt x="70767" y="134154"/>
                  <a:pt x="75143" y="132064"/>
                </a:cubicBezTo>
                <a:lnTo>
                  <a:pt x="77200" y="134611"/>
                </a:lnTo>
                <a:close/>
                <a:moveTo>
                  <a:pt x="102017" y="78670"/>
                </a:moveTo>
                <a:lnTo>
                  <a:pt x="98196" y="77690"/>
                </a:lnTo>
                <a:lnTo>
                  <a:pt x="97413" y="76711"/>
                </a:lnTo>
                <a:lnTo>
                  <a:pt x="97413" y="64562"/>
                </a:lnTo>
                <a:cubicBezTo>
                  <a:pt x="109038" y="55941"/>
                  <a:pt x="120338" y="51630"/>
                  <a:pt x="131310" y="51630"/>
                </a:cubicBezTo>
                <a:cubicBezTo>
                  <a:pt x="138821" y="51630"/>
                  <a:pt x="145059" y="53034"/>
                  <a:pt x="150023" y="55843"/>
                </a:cubicBezTo>
                <a:cubicBezTo>
                  <a:pt x="154986" y="58651"/>
                  <a:pt x="158579" y="62162"/>
                  <a:pt x="160799" y="66375"/>
                </a:cubicBezTo>
                <a:cubicBezTo>
                  <a:pt x="163020" y="70587"/>
                  <a:pt x="164130" y="75502"/>
                  <a:pt x="164130" y="81119"/>
                </a:cubicBezTo>
                <a:lnTo>
                  <a:pt x="163640" y="100811"/>
                </a:lnTo>
                <a:lnTo>
                  <a:pt x="163640" y="130006"/>
                </a:lnTo>
                <a:cubicBezTo>
                  <a:pt x="163640" y="133990"/>
                  <a:pt x="163918" y="136407"/>
                  <a:pt x="164473" y="137256"/>
                </a:cubicBezTo>
                <a:cubicBezTo>
                  <a:pt x="165028" y="138105"/>
                  <a:pt x="165665" y="138677"/>
                  <a:pt x="166384" y="138970"/>
                </a:cubicBezTo>
                <a:cubicBezTo>
                  <a:pt x="167102" y="139264"/>
                  <a:pt x="168441" y="139509"/>
                  <a:pt x="170400" y="139705"/>
                </a:cubicBezTo>
                <a:lnTo>
                  <a:pt x="175985" y="140195"/>
                </a:lnTo>
                <a:lnTo>
                  <a:pt x="176768" y="141077"/>
                </a:lnTo>
                <a:lnTo>
                  <a:pt x="176768" y="144996"/>
                </a:lnTo>
                <a:lnTo>
                  <a:pt x="175985" y="145779"/>
                </a:lnTo>
                <a:cubicBezTo>
                  <a:pt x="171217" y="145387"/>
                  <a:pt x="166775" y="145192"/>
                  <a:pt x="162661" y="145192"/>
                </a:cubicBezTo>
                <a:cubicBezTo>
                  <a:pt x="158742" y="145192"/>
                  <a:pt x="154039" y="145387"/>
                  <a:pt x="148553" y="145779"/>
                </a:cubicBezTo>
                <a:lnTo>
                  <a:pt x="147083" y="144408"/>
                </a:lnTo>
                <a:lnTo>
                  <a:pt x="147475" y="128635"/>
                </a:lnTo>
                <a:lnTo>
                  <a:pt x="126118" y="145289"/>
                </a:lnTo>
                <a:cubicBezTo>
                  <a:pt x="122526" y="146792"/>
                  <a:pt x="118607" y="147543"/>
                  <a:pt x="114361" y="147543"/>
                </a:cubicBezTo>
                <a:cubicBezTo>
                  <a:pt x="109136" y="147543"/>
                  <a:pt x="104646" y="146596"/>
                  <a:pt x="100891" y="144702"/>
                </a:cubicBezTo>
                <a:cubicBezTo>
                  <a:pt x="97135" y="142808"/>
                  <a:pt x="94261" y="140162"/>
                  <a:pt x="92269" y="136766"/>
                </a:cubicBezTo>
                <a:cubicBezTo>
                  <a:pt x="90277" y="133370"/>
                  <a:pt x="89281" y="129255"/>
                  <a:pt x="89281" y="124422"/>
                </a:cubicBezTo>
                <a:cubicBezTo>
                  <a:pt x="89281" y="114821"/>
                  <a:pt x="92286" y="107326"/>
                  <a:pt x="98294" y="101938"/>
                </a:cubicBezTo>
                <a:cubicBezTo>
                  <a:pt x="104303" y="96549"/>
                  <a:pt x="120697" y="91961"/>
                  <a:pt x="147475" y="88173"/>
                </a:cubicBezTo>
                <a:cubicBezTo>
                  <a:pt x="147475" y="78507"/>
                  <a:pt x="145320" y="71698"/>
                  <a:pt x="141009" y="67746"/>
                </a:cubicBezTo>
                <a:cubicBezTo>
                  <a:pt x="136699" y="63795"/>
                  <a:pt x="130918" y="61819"/>
                  <a:pt x="123669" y="61819"/>
                </a:cubicBezTo>
                <a:cubicBezTo>
                  <a:pt x="119880" y="61819"/>
                  <a:pt x="116435" y="62374"/>
                  <a:pt x="113333" y="63485"/>
                </a:cubicBezTo>
                <a:cubicBezTo>
                  <a:pt x="110230" y="64595"/>
                  <a:pt x="108451" y="65493"/>
                  <a:pt x="107993" y="66179"/>
                </a:cubicBezTo>
                <a:cubicBezTo>
                  <a:pt x="107536" y="66865"/>
                  <a:pt x="105773" y="70865"/>
                  <a:pt x="102703" y="78180"/>
                </a:cubicBezTo>
                <a:lnTo>
                  <a:pt x="102017" y="78670"/>
                </a:lnTo>
                <a:moveTo>
                  <a:pt x="147475" y="94149"/>
                </a:moveTo>
                <a:cubicBezTo>
                  <a:pt x="129188" y="97219"/>
                  <a:pt x="117790" y="100517"/>
                  <a:pt x="113284" y="104044"/>
                </a:cubicBezTo>
                <a:cubicBezTo>
                  <a:pt x="108777" y="107571"/>
                  <a:pt x="106524" y="113025"/>
                  <a:pt x="106524" y="120405"/>
                </a:cubicBezTo>
                <a:cubicBezTo>
                  <a:pt x="106524" y="130594"/>
                  <a:pt x="111586" y="135688"/>
                  <a:pt x="121709" y="135688"/>
                </a:cubicBezTo>
                <a:cubicBezTo>
                  <a:pt x="130396" y="135688"/>
                  <a:pt x="138985" y="130659"/>
                  <a:pt x="147475" y="120601"/>
                </a:cubicBezTo>
                <a:lnTo>
                  <a:pt x="147475" y="94149"/>
                </a:lnTo>
                <a:moveTo>
                  <a:pt x="130820" y="45556"/>
                </a:moveTo>
                <a:lnTo>
                  <a:pt x="130820" y="45556"/>
                </a:lnTo>
                <a:moveTo>
                  <a:pt x="128763" y="150972"/>
                </a:moveTo>
                <a:lnTo>
                  <a:pt x="128763" y="150972"/>
                </a:lnTo>
                <a:close/>
                <a:moveTo>
                  <a:pt x="215466" y="51728"/>
                </a:moveTo>
                <a:lnTo>
                  <a:pt x="217328" y="53002"/>
                </a:lnTo>
                <a:cubicBezTo>
                  <a:pt x="216609" y="61558"/>
                  <a:pt x="216250" y="72432"/>
                  <a:pt x="216250" y="85626"/>
                </a:cubicBezTo>
                <a:lnTo>
                  <a:pt x="216250" y="108453"/>
                </a:lnTo>
                <a:cubicBezTo>
                  <a:pt x="216250" y="116813"/>
                  <a:pt x="216887" y="122626"/>
                  <a:pt x="218161" y="125891"/>
                </a:cubicBezTo>
                <a:cubicBezTo>
                  <a:pt x="219434" y="129157"/>
                  <a:pt x="221639" y="131655"/>
                  <a:pt x="224774" y="133386"/>
                </a:cubicBezTo>
                <a:cubicBezTo>
                  <a:pt x="227909" y="135117"/>
                  <a:pt x="231631" y="135982"/>
                  <a:pt x="235942" y="135982"/>
                </a:cubicBezTo>
                <a:cubicBezTo>
                  <a:pt x="240710" y="135982"/>
                  <a:pt x="245053" y="135052"/>
                  <a:pt x="248972" y="133190"/>
                </a:cubicBezTo>
                <a:cubicBezTo>
                  <a:pt x="252891" y="131329"/>
                  <a:pt x="256173" y="128700"/>
                  <a:pt x="258818" y="125304"/>
                </a:cubicBezTo>
                <a:cubicBezTo>
                  <a:pt x="261463" y="121907"/>
                  <a:pt x="262982" y="119621"/>
                  <a:pt x="263374" y="118446"/>
                </a:cubicBezTo>
                <a:cubicBezTo>
                  <a:pt x="263766" y="117270"/>
                  <a:pt x="264027" y="113972"/>
                  <a:pt x="264157" y="108551"/>
                </a:cubicBezTo>
                <a:lnTo>
                  <a:pt x="264451" y="97578"/>
                </a:lnTo>
                <a:lnTo>
                  <a:pt x="264451" y="86997"/>
                </a:lnTo>
                <a:cubicBezTo>
                  <a:pt x="264451" y="84385"/>
                  <a:pt x="264321" y="80825"/>
                  <a:pt x="264060" y="76319"/>
                </a:cubicBezTo>
                <a:cubicBezTo>
                  <a:pt x="263798" y="71812"/>
                  <a:pt x="263586" y="69036"/>
                  <a:pt x="263423" y="67991"/>
                </a:cubicBezTo>
                <a:cubicBezTo>
                  <a:pt x="263259" y="66946"/>
                  <a:pt x="262753" y="66179"/>
                  <a:pt x="261904" y="65689"/>
                </a:cubicBezTo>
                <a:cubicBezTo>
                  <a:pt x="261055" y="65199"/>
                  <a:pt x="259357" y="64954"/>
                  <a:pt x="256810" y="64954"/>
                </a:cubicBezTo>
                <a:lnTo>
                  <a:pt x="248580" y="64856"/>
                </a:lnTo>
                <a:lnTo>
                  <a:pt x="247699" y="64072"/>
                </a:lnTo>
                <a:lnTo>
                  <a:pt x="247699" y="59860"/>
                </a:lnTo>
                <a:lnTo>
                  <a:pt x="248482" y="59076"/>
                </a:lnTo>
                <a:cubicBezTo>
                  <a:pt x="260957" y="57574"/>
                  <a:pt x="271473" y="55124"/>
                  <a:pt x="280029" y="51728"/>
                </a:cubicBezTo>
                <a:lnTo>
                  <a:pt x="281890" y="53002"/>
                </a:lnTo>
                <a:cubicBezTo>
                  <a:pt x="281172" y="61558"/>
                  <a:pt x="280812" y="72432"/>
                  <a:pt x="280812" y="85626"/>
                </a:cubicBezTo>
                <a:lnTo>
                  <a:pt x="280812" y="102868"/>
                </a:lnTo>
                <a:cubicBezTo>
                  <a:pt x="280812" y="103848"/>
                  <a:pt x="280976" y="111849"/>
                  <a:pt x="281302" y="126871"/>
                </a:cubicBezTo>
                <a:cubicBezTo>
                  <a:pt x="281433" y="132423"/>
                  <a:pt x="281776" y="135803"/>
                  <a:pt x="282331" y="137011"/>
                </a:cubicBezTo>
                <a:cubicBezTo>
                  <a:pt x="282886" y="138219"/>
                  <a:pt x="283654" y="139068"/>
                  <a:pt x="284633" y="139558"/>
                </a:cubicBezTo>
                <a:cubicBezTo>
                  <a:pt x="285613" y="140048"/>
                  <a:pt x="288519" y="140293"/>
                  <a:pt x="293353" y="140293"/>
                </a:cubicBezTo>
                <a:lnTo>
                  <a:pt x="296096" y="140293"/>
                </a:lnTo>
                <a:lnTo>
                  <a:pt x="296977" y="141077"/>
                </a:lnTo>
                <a:lnTo>
                  <a:pt x="296977" y="144996"/>
                </a:lnTo>
                <a:lnTo>
                  <a:pt x="296194" y="145877"/>
                </a:lnTo>
                <a:cubicBezTo>
                  <a:pt x="286984" y="145355"/>
                  <a:pt x="280812" y="145094"/>
                  <a:pt x="277677" y="145094"/>
                </a:cubicBezTo>
                <a:cubicBezTo>
                  <a:pt x="273693" y="145094"/>
                  <a:pt x="269089" y="145322"/>
                  <a:pt x="263864" y="145779"/>
                </a:cubicBezTo>
                <a:lnTo>
                  <a:pt x="262982" y="144996"/>
                </a:lnTo>
                <a:cubicBezTo>
                  <a:pt x="263374" y="138334"/>
                  <a:pt x="263668" y="132684"/>
                  <a:pt x="263864" y="128047"/>
                </a:cubicBezTo>
                <a:cubicBezTo>
                  <a:pt x="259749" y="131247"/>
                  <a:pt x="255046" y="135525"/>
                  <a:pt x="249756" y="140881"/>
                </a:cubicBezTo>
                <a:cubicBezTo>
                  <a:pt x="247731" y="142906"/>
                  <a:pt x="244825" y="144604"/>
                  <a:pt x="241037" y="145975"/>
                </a:cubicBezTo>
                <a:cubicBezTo>
                  <a:pt x="237248" y="147347"/>
                  <a:pt x="232938" y="148033"/>
                  <a:pt x="228105" y="148033"/>
                </a:cubicBezTo>
                <a:cubicBezTo>
                  <a:pt x="220789" y="148033"/>
                  <a:pt x="215091" y="146873"/>
                  <a:pt x="211009" y="144555"/>
                </a:cubicBezTo>
                <a:cubicBezTo>
                  <a:pt x="206927" y="142236"/>
                  <a:pt x="204037" y="139036"/>
                  <a:pt x="202338" y="134954"/>
                </a:cubicBezTo>
                <a:cubicBezTo>
                  <a:pt x="200640" y="130872"/>
                  <a:pt x="199791" y="123834"/>
                  <a:pt x="199791" y="113841"/>
                </a:cubicBezTo>
                <a:lnTo>
                  <a:pt x="199889" y="106102"/>
                </a:lnTo>
                <a:lnTo>
                  <a:pt x="199889" y="86997"/>
                </a:lnTo>
                <a:cubicBezTo>
                  <a:pt x="199889" y="84385"/>
                  <a:pt x="199759" y="80825"/>
                  <a:pt x="199497" y="76319"/>
                </a:cubicBezTo>
                <a:cubicBezTo>
                  <a:pt x="199236" y="71812"/>
                  <a:pt x="199024" y="69036"/>
                  <a:pt x="198860" y="67991"/>
                </a:cubicBezTo>
                <a:cubicBezTo>
                  <a:pt x="198697" y="66946"/>
                  <a:pt x="198191" y="66179"/>
                  <a:pt x="197342" y="65689"/>
                </a:cubicBezTo>
                <a:cubicBezTo>
                  <a:pt x="196493" y="65199"/>
                  <a:pt x="194795" y="64954"/>
                  <a:pt x="192248" y="64954"/>
                </a:cubicBezTo>
                <a:lnTo>
                  <a:pt x="184018" y="64856"/>
                </a:lnTo>
                <a:lnTo>
                  <a:pt x="183136" y="64072"/>
                </a:lnTo>
                <a:lnTo>
                  <a:pt x="183136" y="59860"/>
                </a:lnTo>
                <a:lnTo>
                  <a:pt x="183920" y="59076"/>
                </a:lnTo>
                <a:cubicBezTo>
                  <a:pt x="196395" y="57574"/>
                  <a:pt x="206910" y="55124"/>
                  <a:pt x="215466" y="51728"/>
                </a:cubicBezTo>
                <a:moveTo>
                  <a:pt x="238881" y="45556"/>
                </a:moveTo>
                <a:lnTo>
                  <a:pt x="238881" y="45556"/>
                </a:lnTo>
                <a:moveTo>
                  <a:pt x="239861" y="150972"/>
                </a:moveTo>
                <a:lnTo>
                  <a:pt x="239861" y="150972"/>
                </a:lnTo>
                <a:close/>
                <a:moveTo>
                  <a:pt x="312451" y="116290"/>
                </a:moveTo>
                <a:lnTo>
                  <a:pt x="316664" y="116290"/>
                </a:lnTo>
                <a:lnTo>
                  <a:pt x="317546" y="117172"/>
                </a:lnTo>
                <a:cubicBezTo>
                  <a:pt x="317676" y="122658"/>
                  <a:pt x="318003" y="127361"/>
                  <a:pt x="318525" y="131280"/>
                </a:cubicBezTo>
                <a:cubicBezTo>
                  <a:pt x="320550" y="134350"/>
                  <a:pt x="324044" y="136848"/>
                  <a:pt x="329008" y="138774"/>
                </a:cubicBezTo>
                <a:cubicBezTo>
                  <a:pt x="333972" y="140701"/>
                  <a:pt x="338870" y="141665"/>
                  <a:pt x="343704" y="141665"/>
                </a:cubicBezTo>
                <a:cubicBezTo>
                  <a:pt x="350627" y="141665"/>
                  <a:pt x="356162" y="139803"/>
                  <a:pt x="360310" y="136080"/>
                </a:cubicBezTo>
                <a:cubicBezTo>
                  <a:pt x="364457" y="132357"/>
                  <a:pt x="366531" y="127916"/>
                  <a:pt x="366531" y="122756"/>
                </a:cubicBezTo>
                <a:cubicBezTo>
                  <a:pt x="366531" y="119948"/>
                  <a:pt x="365780" y="117515"/>
                  <a:pt x="364277" y="115458"/>
                </a:cubicBezTo>
                <a:cubicBezTo>
                  <a:pt x="362775" y="113400"/>
                  <a:pt x="360506" y="111702"/>
                  <a:pt x="357468" y="110363"/>
                </a:cubicBezTo>
                <a:cubicBezTo>
                  <a:pt x="354431" y="109024"/>
                  <a:pt x="348994" y="107440"/>
                  <a:pt x="341156" y="105612"/>
                </a:cubicBezTo>
                <a:cubicBezTo>
                  <a:pt x="334429" y="104044"/>
                  <a:pt x="329727" y="102820"/>
                  <a:pt x="327049" y="101938"/>
                </a:cubicBezTo>
                <a:cubicBezTo>
                  <a:pt x="324371" y="101056"/>
                  <a:pt x="321791" y="99570"/>
                  <a:pt x="319309" y="97480"/>
                </a:cubicBezTo>
                <a:cubicBezTo>
                  <a:pt x="316827" y="95390"/>
                  <a:pt x="314933" y="92827"/>
                  <a:pt x="313627" y="89789"/>
                </a:cubicBezTo>
                <a:cubicBezTo>
                  <a:pt x="312321" y="86752"/>
                  <a:pt x="311667" y="83405"/>
                  <a:pt x="311667" y="79748"/>
                </a:cubicBezTo>
                <a:cubicBezTo>
                  <a:pt x="311667" y="70996"/>
                  <a:pt x="315145" y="63991"/>
                  <a:pt x="322101" y="58733"/>
                </a:cubicBezTo>
                <a:cubicBezTo>
                  <a:pt x="329057" y="53475"/>
                  <a:pt x="337727" y="50846"/>
                  <a:pt x="348112" y="50846"/>
                </a:cubicBezTo>
                <a:cubicBezTo>
                  <a:pt x="352488" y="50846"/>
                  <a:pt x="357256" y="51451"/>
                  <a:pt x="362416" y="52659"/>
                </a:cubicBezTo>
                <a:cubicBezTo>
                  <a:pt x="367576" y="53867"/>
                  <a:pt x="371494" y="55026"/>
                  <a:pt x="374172" y="56137"/>
                </a:cubicBezTo>
                <a:lnTo>
                  <a:pt x="375054" y="57508"/>
                </a:lnTo>
                <a:cubicBezTo>
                  <a:pt x="374532" y="60121"/>
                  <a:pt x="374205" y="66979"/>
                  <a:pt x="374074" y="78082"/>
                </a:cubicBezTo>
                <a:lnTo>
                  <a:pt x="373193" y="78964"/>
                </a:lnTo>
                <a:lnTo>
                  <a:pt x="369274" y="78964"/>
                </a:lnTo>
                <a:lnTo>
                  <a:pt x="368392" y="78082"/>
                </a:lnTo>
                <a:cubicBezTo>
                  <a:pt x="368131" y="74098"/>
                  <a:pt x="367772" y="71306"/>
                  <a:pt x="367314" y="69706"/>
                </a:cubicBezTo>
                <a:cubicBezTo>
                  <a:pt x="366857" y="68105"/>
                  <a:pt x="365682" y="66375"/>
                  <a:pt x="363787" y="64513"/>
                </a:cubicBezTo>
                <a:cubicBezTo>
                  <a:pt x="361893" y="62652"/>
                  <a:pt x="359216" y="61084"/>
                  <a:pt x="355754" y="59811"/>
                </a:cubicBezTo>
                <a:cubicBezTo>
                  <a:pt x="352292" y="58537"/>
                  <a:pt x="348635" y="57900"/>
                  <a:pt x="344781" y="57900"/>
                </a:cubicBezTo>
                <a:cubicBezTo>
                  <a:pt x="340797" y="57900"/>
                  <a:pt x="337450" y="58488"/>
                  <a:pt x="334739" y="59664"/>
                </a:cubicBezTo>
                <a:cubicBezTo>
                  <a:pt x="332029" y="60839"/>
                  <a:pt x="329841" y="62619"/>
                  <a:pt x="328175" y="65003"/>
                </a:cubicBezTo>
                <a:cubicBezTo>
                  <a:pt x="326510" y="67387"/>
                  <a:pt x="325677" y="70277"/>
                  <a:pt x="325677" y="73673"/>
                </a:cubicBezTo>
                <a:cubicBezTo>
                  <a:pt x="325677" y="76155"/>
                  <a:pt x="326183" y="78376"/>
                  <a:pt x="327196" y="80335"/>
                </a:cubicBezTo>
                <a:cubicBezTo>
                  <a:pt x="328208" y="82295"/>
                  <a:pt x="329759" y="83879"/>
                  <a:pt x="331849" y="85087"/>
                </a:cubicBezTo>
                <a:cubicBezTo>
                  <a:pt x="333939" y="86295"/>
                  <a:pt x="336127" y="87161"/>
                  <a:pt x="338413" y="87683"/>
                </a:cubicBezTo>
                <a:lnTo>
                  <a:pt x="349092" y="90426"/>
                </a:lnTo>
                <a:cubicBezTo>
                  <a:pt x="358236" y="92647"/>
                  <a:pt x="364784" y="94574"/>
                  <a:pt x="368735" y="96207"/>
                </a:cubicBezTo>
                <a:cubicBezTo>
                  <a:pt x="372686" y="97839"/>
                  <a:pt x="375740" y="100305"/>
                  <a:pt x="377895" y="103603"/>
                </a:cubicBezTo>
                <a:cubicBezTo>
                  <a:pt x="380051" y="106902"/>
                  <a:pt x="381128" y="110902"/>
                  <a:pt x="381128" y="115605"/>
                </a:cubicBezTo>
                <a:cubicBezTo>
                  <a:pt x="381128" y="124618"/>
                  <a:pt x="377405" y="132357"/>
                  <a:pt x="369960" y="138823"/>
                </a:cubicBezTo>
                <a:cubicBezTo>
                  <a:pt x="362514" y="145289"/>
                  <a:pt x="352945" y="148523"/>
                  <a:pt x="341254" y="148523"/>
                </a:cubicBezTo>
                <a:cubicBezTo>
                  <a:pt x="337140" y="148523"/>
                  <a:pt x="332029" y="148065"/>
                  <a:pt x="325922" y="147151"/>
                </a:cubicBezTo>
                <a:cubicBezTo>
                  <a:pt x="319815" y="146237"/>
                  <a:pt x="314607" y="145224"/>
                  <a:pt x="310296" y="144114"/>
                </a:cubicBezTo>
                <a:lnTo>
                  <a:pt x="309806" y="142840"/>
                </a:lnTo>
                <a:lnTo>
                  <a:pt x="310786" y="136276"/>
                </a:lnTo>
                <a:cubicBezTo>
                  <a:pt x="311112" y="134252"/>
                  <a:pt x="311308" y="132211"/>
                  <a:pt x="311374" y="130153"/>
                </a:cubicBezTo>
                <a:cubicBezTo>
                  <a:pt x="311439" y="128096"/>
                  <a:pt x="311504" y="123769"/>
                  <a:pt x="311569" y="117172"/>
                </a:cubicBezTo>
                <a:lnTo>
                  <a:pt x="312451" y="116290"/>
                </a:lnTo>
                <a:close/>
                <a:moveTo>
                  <a:pt x="473432" y="130692"/>
                </a:moveTo>
                <a:lnTo>
                  <a:pt x="470297" y="137746"/>
                </a:lnTo>
                <a:cubicBezTo>
                  <a:pt x="463504" y="142122"/>
                  <a:pt x="457446" y="144963"/>
                  <a:pt x="452123" y="146269"/>
                </a:cubicBezTo>
                <a:cubicBezTo>
                  <a:pt x="446800" y="147575"/>
                  <a:pt x="442049" y="148229"/>
                  <a:pt x="437869" y="148229"/>
                </a:cubicBezTo>
                <a:cubicBezTo>
                  <a:pt x="430031" y="148229"/>
                  <a:pt x="422602" y="146694"/>
                  <a:pt x="415580" y="143624"/>
                </a:cubicBezTo>
                <a:cubicBezTo>
                  <a:pt x="408559" y="140554"/>
                  <a:pt x="402844" y="135362"/>
                  <a:pt x="398436" y="128047"/>
                </a:cubicBezTo>
                <a:cubicBezTo>
                  <a:pt x="394027" y="120732"/>
                  <a:pt x="391823" y="111914"/>
                  <a:pt x="391823" y="101595"/>
                </a:cubicBezTo>
                <a:cubicBezTo>
                  <a:pt x="391823" y="94737"/>
                  <a:pt x="392672" y="88549"/>
                  <a:pt x="394370" y="83030"/>
                </a:cubicBezTo>
                <a:cubicBezTo>
                  <a:pt x="396068" y="77511"/>
                  <a:pt x="397848" y="73412"/>
                  <a:pt x="399709" y="70734"/>
                </a:cubicBezTo>
                <a:cubicBezTo>
                  <a:pt x="401571" y="68056"/>
                  <a:pt x="404722" y="65085"/>
                  <a:pt x="409163" y="61819"/>
                </a:cubicBezTo>
                <a:cubicBezTo>
                  <a:pt x="413605" y="58553"/>
                  <a:pt x="418307" y="55941"/>
                  <a:pt x="423271" y="53981"/>
                </a:cubicBezTo>
                <a:cubicBezTo>
                  <a:pt x="428235" y="52022"/>
                  <a:pt x="433591" y="51042"/>
                  <a:pt x="439338" y="51042"/>
                </a:cubicBezTo>
                <a:cubicBezTo>
                  <a:pt x="447176" y="51042"/>
                  <a:pt x="454083" y="52887"/>
                  <a:pt x="460059" y="56578"/>
                </a:cubicBezTo>
                <a:cubicBezTo>
                  <a:pt x="466035" y="60268"/>
                  <a:pt x="470231" y="64987"/>
                  <a:pt x="472648" y="70734"/>
                </a:cubicBezTo>
                <a:cubicBezTo>
                  <a:pt x="475065" y="76482"/>
                  <a:pt x="476273" y="82589"/>
                  <a:pt x="476273" y="89055"/>
                </a:cubicBezTo>
                <a:cubicBezTo>
                  <a:pt x="476273" y="91079"/>
                  <a:pt x="476175" y="93039"/>
                  <a:pt x="475979" y="94933"/>
                </a:cubicBezTo>
                <a:lnTo>
                  <a:pt x="474901" y="96011"/>
                </a:lnTo>
                <a:cubicBezTo>
                  <a:pt x="470460" y="96990"/>
                  <a:pt x="464484" y="97643"/>
                  <a:pt x="456973" y="97970"/>
                </a:cubicBezTo>
                <a:cubicBezTo>
                  <a:pt x="449462" y="98297"/>
                  <a:pt x="444498" y="98460"/>
                  <a:pt x="442081" y="98460"/>
                </a:cubicBezTo>
                <a:lnTo>
                  <a:pt x="410633" y="98460"/>
                </a:lnTo>
                <a:cubicBezTo>
                  <a:pt x="410764" y="111980"/>
                  <a:pt x="414160" y="121940"/>
                  <a:pt x="420822" y="128341"/>
                </a:cubicBezTo>
                <a:cubicBezTo>
                  <a:pt x="427484" y="134741"/>
                  <a:pt x="435648" y="137942"/>
                  <a:pt x="445314" y="137942"/>
                </a:cubicBezTo>
                <a:cubicBezTo>
                  <a:pt x="449886" y="137942"/>
                  <a:pt x="454279" y="137158"/>
                  <a:pt x="458491" y="135590"/>
                </a:cubicBezTo>
                <a:cubicBezTo>
                  <a:pt x="462704" y="134023"/>
                  <a:pt x="467162" y="131835"/>
                  <a:pt x="471864" y="129026"/>
                </a:cubicBezTo>
                <a:lnTo>
                  <a:pt x="473432" y="130692"/>
                </a:lnTo>
                <a:moveTo>
                  <a:pt x="410633" y="90622"/>
                </a:moveTo>
                <a:cubicBezTo>
                  <a:pt x="411809" y="90818"/>
                  <a:pt x="416332" y="91047"/>
                  <a:pt x="424202" y="91308"/>
                </a:cubicBezTo>
                <a:cubicBezTo>
                  <a:pt x="432072" y="91569"/>
                  <a:pt x="437901" y="91700"/>
                  <a:pt x="441689" y="91700"/>
                </a:cubicBezTo>
                <a:cubicBezTo>
                  <a:pt x="450768" y="91700"/>
                  <a:pt x="456287" y="91537"/>
                  <a:pt x="458246" y="91210"/>
                </a:cubicBezTo>
                <a:cubicBezTo>
                  <a:pt x="458312" y="89643"/>
                  <a:pt x="458344" y="88434"/>
                  <a:pt x="458344" y="87585"/>
                </a:cubicBezTo>
                <a:cubicBezTo>
                  <a:pt x="458344" y="77462"/>
                  <a:pt x="456287" y="69934"/>
                  <a:pt x="452172" y="65003"/>
                </a:cubicBezTo>
                <a:cubicBezTo>
                  <a:pt x="448058" y="60072"/>
                  <a:pt x="442441" y="57606"/>
                  <a:pt x="435321" y="57606"/>
                </a:cubicBezTo>
                <a:cubicBezTo>
                  <a:pt x="427549" y="57606"/>
                  <a:pt x="421491" y="60382"/>
                  <a:pt x="417148" y="65934"/>
                </a:cubicBezTo>
                <a:cubicBezTo>
                  <a:pt x="412805" y="71485"/>
                  <a:pt x="410633" y="79715"/>
                  <a:pt x="410633" y="90622"/>
                </a:cubicBezTo>
                <a:moveTo>
                  <a:pt x="437967" y="45556"/>
                </a:moveTo>
                <a:lnTo>
                  <a:pt x="437967" y="45556"/>
                </a:lnTo>
                <a:moveTo>
                  <a:pt x="436791" y="150972"/>
                </a:moveTo>
                <a:lnTo>
                  <a:pt x="436791" y="150972"/>
                </a:lnTo>
                <a:close/>
                <a:moveTo>
                  <a:pt x="548868" y="12246"/>
                </a:moveTo>
                <a:lnTo>
                  <a:pt x="548868" y="8132"/>
                </a:lnTo>
                <a:lnTo>
                  <a:pt x="549652" y="7250"/>
                </a:lnTo>
                <a:cubicBezTo>
                  <a:pt x="562127" y="5813"/>
                  <a:pt x="572642" y="3396"/>
                  <a:pt x="581198" y="0"/>
                </a:cubicBezTo>
                <a:lnTo>
                  <a:pt x="583060" y="1176"/>
                </a:lnTo>
                <a:cubicBezTo>
                  <a:pt x="582341" y="8687"/>
                  <a:pt x="581982" y="23741"/>
                  <a:pt x="581982" y="46340"/>
                </a:cubicBezTo>
                <a:lnTo>
                  <a:pt x="581982" y="110510"/>
                </a:lnTo>
                <a:cubicBezTo>
                  <a:pt x="581982" y="117107"/>
                  <a:pt x="582096" y="122871"/>
                  <a:pt x="582325" y="127802"/>
                </a:cubicBezTo>
                <a:cubicBezTo>
                  <a:pt x="582553" y="132733"/>
                  <a:pt x="582962" y="135656"/>
                  <a:pt x="583549" y="136570"/>
                </a:cubicBezTo>
                <a:cubicBezTo>
                  <a:pt x="584137" y="137485"/>
                  <a:pt x="585101" y="138236"/>
                  <a:pt x="586439" y="138823"/>
                </a:cubicBezTo>
                <a:cubicBezTo>
                  <a:pt x="587778" y="139411"/>
                  <a:pt x="591583" y="139966"/>
                  <a:pt x="597853" y="140489"/>
                </a:cubicBezTo>
                <a:lnTo>
                  <a:pt x="598735" y="141273"/>
                </a:lnTo>
                <a:lnTo>
                  <a:pt x="598735" y="144996"/>
                </a:lnTo>
                <a:lnTo>
                  <a:pt x="597853" y="145877"/>
                </a:lnTo>
                <a:cubicBezTo>
                  <a:pt x="590799" y="145420"/>
                  <a:pt x="585313" y="145192"/>
                  <a:pt x="581394" y="145192"/>
                </a:cubicBezTo>
                <a:cubicBezTo>
                  <a:pt x="577867" y="145192"/>
                  <a:pt x="572838" y="145420"/>
                  <a:pt x="566307" y="145877"/>
                </a:cubicBezTo>
                <a:lnTo>
                  <a:pt x="565229" y="144800"/>
                </a:lnTo>
                <a:cubicBezTo>
                  <a:pt x="565425" y="138399"/>
                  <a:pt x="565523" y="133925"/>
                  <a:pt x="565523" y="131378"/>
                </a:cubicBezTo>
                <a:cubicBezTo>
                  <a:pt x="565523" y="131051"/>
                  <a:pt x="565556" y="129810"/>
                  <a:pt x="565621" y="127655"/>
                </a:cubicBezTo>
                <a:cubicBezTo>
                  <a:pt x="562029" y="130267"/>
                  <a:pt x="558436" y="133174"/>
                  <a:pt x="554844" y="136374"/>
                </a:cubicBezTo>
                <a:cubicBezTo>
                  <a:pt x="549554" y="141077"/>
                  <a:pt x="546092" y="144016"/>
                  <a:pt x="544459" y="145192"/>
                </a:cubicBezTo>
                <a:cubicBezTo>
                  <a:pt x="541455" y="146694"/>
                  <a:pt x="537177" y="147445"/>
                  <a:pt x="531625" y="147445"/>
                </a:cubicBezTo>
                <a:cubicBezTo>
                  <a:pt x="522612" y="147445"/>
                  <a:pt x="514954" y="145224"/>
                  <a:pt x="508651" y="140783"/>
                </a:cubicBezTo>
                <a:cubicBezTo>
                  <a:pt x="502349" y="136342"/>
                  <a:pt x="497858" y="130676"/>
                  <a:pt x="495180" y="123785"/>
                </a:cubicBezTo>
                <a:cubicBezTo>
                  <a:pt x="492503" y="116895"/>
                  <a:pt x="491164" y="109824"/>
                  <a:pt x="491164" y="102575"/>
                </a:cubicBezTo>
                <a:cubicBezTo>
                  <a:pt x="491164" y="95194"/>
                  <a:pt x="492552" y="88091"/>
                  <a:pt x="495327" y="81266"/>
                </a:cubicBezTo>
                <a:cubicBezTo>
                  <a:pt x="498103" y="74441"/>
                  <a:pt x="502055" y="69461"/>
                  <a:pt x="507182" y="66326"/>
                </a:cubicBezTo>
                <a:cubicBezTo>
                  <a:pt x="512309" y="63191"/>
                  <a:pt x="517893" y="59941"/>
                  <a:pt x="523935" y="56578"/>
                </a:cubicBezTo>
                <a:cubicBezTo>
                  <a:pt x="529976" y="53214"/>
                  <a:pt x="535969" y="51532"/>
                  <a:pt x="541912" y="51532"/>
                </a:cubicBezTo>
                <a:cubicBezTo>
                  <a:pt x="550207" y="51532"/>
                  <a:pt x="558110" y="53590"/>
                  <a:pt x="565621" y="57704"/>
                </a:cubicBezTo>
                <a:lnTo>
                  <a:pt x="565229" y="35857"/>
                </a:lnTo>
                <a:cubicBezTo>
                  <a:pt x="565098" y="28281"/>
                  <a:pt x="564902" y="23007"/>
                  <a:pt x="564641" y="20035"/>
                </a:cubicBezTo>
                <a:cubicBezTo>
                  <a:pt x="564380" y="17063"/>
                  <a:pt x="564053" y="15300"/>
                  <a:pt x="563661" y="14744"/>
                </a:cubicBezTo>
                <a:cubicBezTo>
                  <a:pt x="563270" y="14189"/>
                  <a:pt x="562600" y="13781"/>
                  <a:pt x="561653" y="13520"/>
                </a:cubicBezTo>
                <a:cubicBezTo>
                  <a:pt x="560706" y="13259"/>
                  <a:pt x="556738" y="13128"/>
                  <a:pt x="549750" y="13128"/>
                </a:cubicBezTo>
                <a:lnTo>
                  <a:pt x="548868" y="12246"/>
                </a:lnTo>
                <a:moveTo>
                  <a:pt x="565621" y="74457"/>
                </a:moveTo>
                <a:cubicBezTo>
                  <a:pt x="561571" y="69885"/>
                  <a:pt x="557081" y="66391"/>
                  <a:pt x="552150" y="63974"/>
                </a:cubicBezTo>
                <a:cubicBezTo>
                  <a:pt x="547219" y="61558"/>
                  <a:pt x="542271" y="60350"/>
                  <a:pt x="537308" y="60350"/>
                </a:cubicBezTo>
                <a:cubicBezTo>
                  <a:pt x="531821" y="60350"/>
                  <a:pt x="526710" y="61835"/>
                  <a:pt x="521975" y="64807"/>
                </a:cubicBezTo>
                <a:cubicBezTo>
                  <a:pt x="517240" y="67779"/>
                  <a:pt x="513827" y="72188"/>
                  <a:pt x="511737" y="78033"/>
                </a:cubicBezTo>
                <a:cubicBezTo>
                  <a:pt x="509647" y="83879"/>
                  <a:pt x="508602" y="90230"/>
                  <a:pt x="508602" y="97088"/>
                </a:cubicBezTo>
                <a:cubicBezTo>
                  <a:pt x="508602" y="108518"/>
                  <a:pt x="511492" y="117695"/>
                  <a:pt x="517273" y="124618"/>
                </a:cubicBezTo>
                <a:cubicBezTo>
                  <a:pt x="523053" y="131541"/>
                  <a:pt x="530319" y="135003"/>
                  <a:pt x="539071" y="135003"/>
                </a:cubicBezTo>
                <a:cubicBezTo>
                  <a:pt x="543839" y="135003"/>
                  <a:pt x="548068" y="133909"/>
                  <a:pt x="551758" y="131721"/>
                </a:cubicBezTo>
                <a:cubicBezTo>
                  <a:pt x="555448" y="129533"/>
                  <a:pt x="558485" y="126577"/>
                  <a:pt x="560869" y="122854"/>
                </a:cubicBezTo>
                <a:cubicBezTo>
                  <a:pt x="563253" y="119132"/>
                  <a:pt x="564641" y="115409"/>
                  <a:pt x="565033" y="111686"/>
                </a:cubicBezTo>
                <a:cubicBezTo>
                  <a:pt x="565425" y="107963"/>
                  <a:pt x="565621" y="101138"/>
                  <a:pt x="565621" y="91210"/>
                </a:cubicBezTo>
                <a:lnTo>
                  <a:pt x="565621" y="74457"/>
                </a:lnTo>
                <a:close/>
                <a:moveTo>
                  <a:pt x="655016" y="13128"/>
                </a:moveTo>
                <a:lnTo>
                  <a:pt x="654134" y="12246"/>
                </a:lnTo>
                <a:lnTo>
                  <a:pt x="654134" y="8132"/>
                </a:lnTo>
                <a:lnTo>
                  <a:pt x="654918" y="7250"/>
                </a:lnTo>
                <a:cubicBezTo>
                  <a:pt x="667393" y="5813"/>
                  <a:pt x="677908" y="3396"/>
                  <a:pt x="686464" y="0"/>
                </a:cubicBezTo>
                <a:lnTo>
                  <a:pt x="688326" y="1176"/>
                </a:lnTo>
                <a:cubicBezTo>
                  <a:pt x="687607" y="8687"/>
                  <a:pt x="687248" y="23741"/>
                  <a:pt x="687248" y="46340"/>
                </a:cubicBezTo>
                <a:lnTo>
                  <a:pt x="687248" y="71322"/>
                </a:lnTo>
                <a:cubicBezTo>
                  <a:pt x="688489" y="69689"/>
                  <a:pt x="690808" y="67191"/>
                  <a:pt x="694204" y="63827"/>
                </a:cubicBezTo>
                <a:cubicBezTo>
                  <a:pt x="697600" y="60464"/>
                  <a:pt x="700360" y="58096"/>
                  <a:pt x="702482" y="56725"/>
                </a:cubicBezTo>
                <a:cubicBezTo>
                  <a:pt x="704605" y="55353"/>
                  <a:pt x="707511" y="54145"/>
                  <a:pt x="711202" y="53100"/>
                </a:cubicBezTo>
                <a:cubicBezTo>
                  <a:pt x="714892" y="52055"/>
                  <a:pt x="718762" y="51532"/>
                  <a:pt x="722811" y="51532"/>
                </a:cubicBezTo>
                <a:cubicBezTo>
                  <a:pt x="730191" y="51532"/>
                  <a:pt x="736674" y="53361"/>
                  <a:pt x="742258" y="57019"/>
                </a:cubicBezTo>
                <a:cubicBezTo>
                  <a:pt x="747842" y="60676"/>
                  <a:pt x="751990" y="65558"/>
                  <a:pt x="754700" y="71665"/>
                </a:cubicBezTo>
                <a:cubicBezTo>
                  <a:pt x="757411" y="77772"/>
                  <a:pt x="758766" y="84287"/>
                  <a:pt x="758766" y="91210"/>
                </a:cubicBezTo>
                <a:cubicBezTo>
                  <a:pt x="758766" y="97807"/>
                  <a:pt x="757639" y="104077"/>
                  <a:pt x="755386" y="110020"/>
                </a:cubicBezTo>
                <a:cubicBezTo>
                  <a:pt x="753133" y="115964"/>
                  <a:pt x="750471" y="120862"/>
                  <a:pt x="747401" y="124716"/>
                </a:cubicBezTo>
                <a:cubicBezTo>
                  <a:pt x="745573" y="126936"/>
                  <a:pt x="742340" y="129745"/>
                  <a:pt x="737702" y="133141"/>
                </a:cubicBezTo>
                <a:cubicBezTo>
                  <a:pt x="728624" y="139738"/>
                  <a:pt x="722240" y="143869"/>
                  <a:pt x="718549" y="145534"/>
                </a:cubicBezTo>
                <a:cubicBezTo>
                  <a:pt x="714859" y="147200"/>
                  <a:pt x="710075" y="148033"/>
                  <a:pt x="704197" y="148033"/>
                </a:cubicBezTo>
                <a:cubicBezTo>
                  <a:pt x="699625" y="148033"/>
                  <a:pt x="695477" y="147396"/>
                  <a:pt x="691755" y="146122"/>
                </a:cubicBezTo>
                <a:cubicBezTo>
                  <a:pt x="688032" y="144849"/>
                  <a:pt x="684178" y="142840"/>
                  <a:pt x="680194" y="140097"/>
                </a:cubicBezTo>
                <a:lnTo>
                  <a:pt x="672259" y="147543"/>
                </a:lnTo>
                <a:lnTo>
                  <a:pt x="669026" y="146269"/>
                </a:lnTo>
                <a:cubicBezTo>
                  <a:pt x="670266" y="134382"/>
                  <a:pt x="670887" y="120862"/>
                  <a:pt x="670887" y="105710"/>
                </a:cubicBezTo>
                <a:lnTo>
                  <a:pt x="670887" y="53786"/>
                </a:lnTo>
                <a:lnTo>
                  <a:pt x="670495" y="34975"/>
                </a:lnTo>
                <a:cubicBezTo>
                  <a:pt x="670299" y="27791"/>
                  <a:pt x="670087" y="22745"/>
                  <a:pt x="669858" y="19839"/>
                </a:cubicBezTo>
                <a:cubicBezTo>
                  <a:pt x="669630" y="16932"/>
                  <a:pt x="669319" y="15218"/>
                  <a:pt x="668928" y="14695"/>
                </a:cubicBezTo>
                <a:cubicBezTo>
                  <a:pt x="668536" y="14173"/>
                  <a:pt x="667866" y="13781"/>
                  <a:pt x="666919" y="13520"/>
                </a:cubicBezTo>
                <a:cubicBezTo>
                  <a:pt x="665972" y="13259"/>
                  <a:pt x="662004" y="13128"/>
                  <a:pt x="655016" y="13128"/>
                </a:cubicBezTo>
                <a:moveTo>
                  <a:pt x="687248" y="83079"/>
                </a:moveTo>
                <a:lnTo>
                  <a:pt x="687248" y="119817"/>
                </a:lnTo>
                <a:cubicBezTo>
                  <a:pt x="687248" y="122887"/>
                  <a:pt x="687395" y="124895"/>
                  <a:pt x="687689" y="125842"/>
                </a:cubicBezTo>
                <a:cubicBezTo>
                  <a:pt x="687983" y="126789"/>
                  <a:pt x="689289" y="128226"/>
                  <a:pt x="691608" y="130153"/>
                </a:cubicBezTo>
                <a:cubicBezTo>
                  <a:pt x="693926" y="132080"/>
                  <a:pt x="696914" y="133745"/>
                  <a:pt x="700572" y="135150"/>
                </a:cubicBezTo>
                <a:cubicBezTo>
                  <a:pt x="704229" y="136554"/>
                  <a:pt x="708018" y="137256"/>
                  <a:pt x="711936" y="137256"/>
                </a:cubicBezTo>
                <a:cubicBezTo>
                  <a:pt x="721211" y="137256"/>
                  <a:pt x="728477" y="133664"/>
                  <a:pt x="733735" y="126479"/>
                </a:cubicBezTo>
                <a:cubicBezTo>
                  <a:pt x="738992" y="119295"/>
                  <a:pt x="741621" y="110184"/>
                  <a:pt x="741621" y="99146"/>
                </a:cubicBezTo>
                <a:cubicBezTo>
                  <a:pt x="741621" y="92222"/>
                  <a:pt x="740527" y="86099"/>
                  <a:pt x="738339" y="80776"/>
                </a:cubicBezTo>
                <a:cubicBezTo>
                  <a:pt x="736151" y="75453"/>
                  <a:pt x="732869" y="71387"/>
                  <a:pt x="728493" y="68579"/>
                </a:cubicBezTo>
                <a:cubicBezTo>
                  <a:pt x="724117" y="65771"/>
                  <a:pt x="719186" y="64366"/>
                  <a:pt x="713700" y="64366"/>
                </a:cubicBezTo>
                <a:cubicBezTo>
                  <a:pt x="707234" y="64366"/>
                  <a:pt x="701535" y="66277"/>
                  <a:pt x="696604" y="70098"/>
                </a:cubicBezTo>
                <a:cubicBezTo>
                  <a:pt x="691673" y="73918"/>
                  <a:pt x="688554" y="78245"/>
                  <a:pt x="687248" y="83079"/>
                </a:cubicBezTo>
                <a:close/>
                <a:moveTo>
                  <a:pt x="771653" y="198291"/>
                </a:moveTo>
                <a:cubicBezTo>
                  <a:pt x="773874" y="192805"/>
                  <a:pt x="775539" y="187776"/>
                  <a:pt x="776650" y="183204"/>
                </a:cubicBezTo>
                <a:lnTo>
                  <a:pt x="779001" y="183204"/>
                </a:lnTo>
                <a:cubicBezTo>
                  <a:pt x="782201" y="186665"/>
                  <a:pt x="785663" y="188396"/>
                  <a:pt x="789386" y="188396"/>
                </a:cubicBezTo>
                <a:cubicBezTo>
                  <a:pt x="794023" y="188396"/>
                  <a:pt x="798056" y="186094"/>
                  <a:pt x="801485" y="181489"/>
                </a:cubicBezTo>
                <a:cubicBezTo>
                  <a:pt x="804914" y="176885"/>
                  <a:pt x="809763" y="166712"/>
                  <a:pt x="816034" y="150972"/>
                </a:cubicBezTo>
                <a:cubicBezTo>
                  <a:pt x="813552" y="143983"/>
                  <a:pt x="811037" y="137387"/>
                  <a:pt x="808490" y="131182"/>
                </a:cubicBezTo>
                <a:lnTo>
                  <a:pt x="792913" y="92582"/>
                </a:lnTo>
                <a:cubicBezTo>
                  <a:pt x="791280" y="88598"/>
                  <a:pt x="788863" y="82899"/>
                  <a:pt x="785663" y="75486"/>
                </a:cubicBezTo>
                <a:cubicBezTo>
                  <a:pt x="782462" y="68073"/>
                  <a:pt x="780552" y="63991"/>
                  <a:pt x="779932" y="63240"/>
                </a:cubicBezTo>
                <a:cubicBezTo>
                  <a:pt x="779311" y="62489"/>
                  <a:pt x="778511" y="61786"/>
                  <a:pt x="777531" y="61133"/>
                </a:cubicBezTo>
                <a:cubicBezTo>
                  <a:pt x="776552" y="60480"/>
                  <a:pt x="773906" y="59860"/>
                  <a:pt x="769596" y="59272"/>
                </a:cubicBezTo>
                <a:lnTo>
                  <a:pt x="768812" y="58488"/>
                </a:lnTo>
                <a:lnTo>
                  <a:pt x="768812" y="54569"/>
                </a:lnTo>
                <a:lnTo>
                  <a:pt x="769694" y="53786"/>
                </a:lnTo>
                <a:cubicBezTo>
                  <a:pt x="777205" y="54243"/>
                  <a:pt x="784912" y="54471"/>
                  <a:pt x="792815" y="54471"/>
                </a:cubicBezTo>
                <a:cubicBezTo>
                  <a:pt x="802089" y="54471"/>
                  <a:pt x="809241" y="54243"/>
                  <a:pt x="814270" y="53786"/>
                </a:cubicBezTo>
                <a:lnTo>
                  <a:pt x="815054" y="54569"/>
                </a:lnTo>
                <a:lnTo>
                  <a:pt x="815054" y="58488"/>
                </a:lnTo>
                <a:lnTo>
                  <a:pt x="814368" y="59272"/>
                </a:lnTo>
                <a:cubicBezTo>
                  <a:pt x="813650" y="59337"/>
                  <a:pt x="811641" y="59484"/>
                  <a:pt x="808343" y="59713"/>
                </a:cubicBezTo>
                <a:cubicBezTo>
                  <a:pt x="805045" y="59941"/>
                  <a:pt x="802987" y="60464"/>
                  <a:pt x="802171" y="61280"/>
                </a:cubicBezTo>
                <a:cubicBezTo>
                  <a:pt x="801354" y="62097"/>
                  <a:pt x="800946" y="63027"/>
                  <a:pt x="800946" y="64072"/>
                </a:cubicBezTo>
                <a:cubicBezTo>
                  <a:pt x="800946" y="65183"/>
                  <a:pt x="801959" y="68791"/>
                  <a:pt x="803983" y="74898"/>
                </a:cubicBezTo>
                <a:cubicBezTo>
                  <a:pt x="806008" y="81005"/>
                  <a:pt x="807967" y="86410"/>
                  <a:pt x="809861" y="91112"/>
                </a:cubicBezTo>
                <a:lnTo>
                  <a:pt x="816034" y="106395"/>
                </a:lnTo>
                <a:cubicBezTo>
                  <a:pt x="820083" y="116454"/>
                  <a:pt x="823218" y="123867"/>
                  <a:pt x="825439" y="128635"/>
                </a:cubicBezTo>
                <a:lnTo>
                  <a:pt x="830631" y="117172"/>
                </a:lnTo>
                <a:cubicBezTo>
                  <a:pt x="832460" y="112992"/>
                  <a:pt x="835072" y="106657"/>
                  <a:pt x="838469" y="98166"/>
                </a:cubicBezTo>
                <a:lnTo>
                  <a:pt x="846600" y="77396"/>
                </a:lnTo>
                <a:cubicBezTo>
                  <a:pt x="848690" y="72041"/>
                  <a:pt x="849882" y="68710"/>
                  <a:pt x="850176" y="67403"/>
                </a:cubicBezTo>
                <a:cubicBezTo>
                  <a:pt x="850470" y="66097"/>
                  <a:pt x="850617" y="65150"/>
                  <a:pt x="850617" y="64562"/>
                </a:cubicBezTo>
                <a:cubicBezTo>
                  <a:pt x="850617" y="63125"/>
                  <a:pt x="850094" y="62146"/>
                  <a:pt x="849049" y="61623"/>
                </a:cubicBezTo>
                <a:cubicBezTo>
                  <a:pt x="848004" y="61101"/>
                  <a:pt x="845686" y="60643"/>
                  <a:pt x="842094" y="60252"/>
                </a:cubicBezTo>
                <a:lnTo>
                  <a:pt x="837979" y="59664"/>
                </a:lnTo>
                <a:lnTo>
                  <a:pt x="837293" y="58880"/>
                </a:lnTo>
                <a:lnTo>
                  <a:pt x="837293" y="54569"/>
                </a:lnTo>
                <a:lnTo>
                  <a:pt x="838077" y="53786"/>
                </a:lnTo>
                <a:cubicBezTo>
                  <a:pt x="843563" y="54243"/>
                  <a:pt x="850062" y="54471"/>
                  <a:pt x="857573" y="54471"/>
                </a:cubicBezTo>
                <a:cubicBezTo>
                  <a:pt x="864431" y="54471"/>
                  <a:pt x="869917" y="54243"/>
                  <a:pt x="874032" y="53786"/>
                </a:cubicBezTo>
                <a:lnTo>
                  <a:pt x="874816" y="54569"/>
                </a:lnTo>
                <a:lnTo>
                  <a:pt x="874816" y="58880"/>
                </a:lnTo>
                <a:lnTo>
                  <a:pt x="874032" y="59664"/>
                </a:lnTo>
                <a:cubicBezTo>
                  <a:pt x="871615" y="59729"/>
                  <a:pt x="869688" y="60056"/>
                  <a:pt x="868252" y="60643"/>
                </a:cubicBezTo>
                <a:cubicBezTo>
                  <a:pt x="866815" y="61231"/>
                  <a:pt x="865443" y="62276"/>
                  <a:pt x="864137" y="63778"/>
                </a:cubicBezTo>
                <a:cubicBezTo>
                  <a:pt x="862831" y="65281"/>
                  <a:pt x="860479" y="69510"/>
                  <a:pt x="857083" y="76466"/>
                </a:cubicBezTo>
                <a:cubicBezTo>
                  <a:pt x="853687" y="83421"/>
                  <a:pt x="850290" y="90622"/>
                  <a:pt x="846894" y="98068"/>
                </a:cubicBezTo>
                <a:lnTo>
                  <a:pt x="837293" y="119132"/>
                </a:lnTo>
                <a:lnTo>
                  <a:pt x="814662" y="172035"/>
                </a:lnTo>
                <a:cubicBezTo>
                  <a:pt x="812703" y="176607"/>
                  <a:pt x="810270" y="181506"/>
                  <a:pt x="807363" y="186731"/>
                </a:cubicBezTo>
                <a:cubicBezTo>
                  <a:pt x="804457" y="191956"/>
                  <a:pt x="800897" y="195728"/>
                  <a:pt x="796684" y="198046"/>
                </a:cubicBezTo>
                <a:cubicBezTo>
                  <a:pt x="792472" y="200365"/>
                  <a:pt x="788014" y="201524"/>
                  <a:pt x="783312" y="201524"/>
                </a:cubicBezTo>
                <a:cubicBezTo>
                  <a:pt x="779197" y="201524"/>
                  <a:pt x="775311" y="200447"/>
                  <a:pt x="771653" y="198291"/>
                </a:cubicBezTo>
                <a:moveTo>
                  <a:pt x="824067" y="45556"/>
                </a:moveTo>
                <a:lnTo>
                  <a:pt x="824067" y="45556"/>
                </a:lnTo>
                <a:moveTo>
                  <a:pt x="847090" y="150972"/>
                </a:moveTo>
                <a:lnTo>
                  <a:pt x="847090" y="150972"/>
                </a:lnTo>
                <a:close/>
                <a:moveTo>
                  <a:pt x="1095499" y="11365"/>
                </a:moveTo>
                <a:lnTo>
                  <a:pt x="1099123" y="18712"/>
                </a:lnTo>
                <a:cubicBezTo>
                  <a:pt x="1096642" y="24721"/>
                  <a:pt x="1094617" y="31056"/>
                  <a:pt x="1093049" y="37718"/>
                </a:cubicBezTo>
                <a:lnTo>
                  <a:pt x="1078746" y="100321"/>
                </a:lnTo>
                <a:cubicBezTo>
                  <a:pt x="1077505" y="105612"/>
                  <a:pt x="1076525" y="110510"/>
                  <a:pt x="1075807" y="115017"/>
                </a:cubicBezTo>
                <a:cubicBezTo>
                  <a:pt x="1075088" y="119523"/>
                  <a:pt x="1074729" y="122724"/>
                  <a:pt x="1074729" y="124618"/>
                </a:cubicBezTo>
                <a:cubicBezTo>
                  <a:pt x="1074729" y="126773"/>
                  <a:pt x="1075137" y="128422"/>
                  <a:pt x="1075954" y="129565"/>
                </a:cubicBezTo>
                <a:cubicBezTo>
                  <a:pt x="1076770" y="130708"/>
                  <a:pt x="1077929" y="131280"/>
                  <a:pt x="1079431" y="131280"/>
                </a:cubicBezTo>
                <a:cubicBezTo>
                  <a:pt x="1084003" y="131280"/>
                  <a:pt x="1090208" y="127198"/>
                  <a:pt x="1098046" y="119034"/>
                </a:cubicBezTo>
                <a:lnTo>
                  <a:pt x="1105491" y="127459"/>
                </a:lnTo>
                <a:cubicBezTo>
                  <a:pt x="1100789" y="132423"/>
                  <a:pt x="1096609" y="136146"/>
                  <a:pt x="1092951" y="138628"/>
                </a:cubicBezTo>
                <a:cubicBezTo>
                  <a:pt x="1089294" y="141109"/>
                  <a:pt x="1085293" y="143069"/>
                  <a:pt x="1080950" y="144506"/>
                </a:cubicBezTo>
                <a:cubicBezTo>
                  <a:pt x="1076607" y="145943"/>
                  <a:pt x="1071790" y="146661"/>
                  <a:pt x="1066499" y="146661"/>
                </a:cubicBezTo>
                <a:cubicBezTo>
                  <a:pt x="1060295" y="146661"/>
                  <a:pt x="1055298" y="144751"/>
                  <a:pt x="1051510" y="140930"/>
                </a:cubicBezTo>
                <a:cubicBezTo>
                  <a:pt x="1047722" y="137109"/>
                  <a:pt x="1045828" y="131998"/>
                  <a:pt x="1045828" y="125598"/>
                </a:cubicBezTo>
                <a:cubicBezTo>
                  <a:pt x="1045828" y="119001"/>
                  <a:pt x="1047363" y="109726"/>
                  <a:pt x="1050432" y="97774"/>
                </a:cubicBezTo>
                <a:lnTo>
                  <a:pt x="1013988" y="97774"/>
                </a:lnTo>
                <a:cubicBezTo>
                  <a:pt x="1010265" y="107767"/>
                  <a:pt x="1006607" y="115621"/>
                  <a:pt x="1003015" y="121336"/>
                </a:cubicBezTo>
                <a:cubicBezTo>
                  <a:pt x="999423" y="127051"/>
                  <a:pt x="995390" y="131835"/>
                  <a:pt x="990916" y="135688"/>
                </a:cubicBezTo>
                <a:cubicBezTo>
                  <a:pt x="986442" y="139542"/>
                  <a:pt x="981592" y="142334"/>
                  <a:pt x="976367" y="144065"/>
                </a:cubicBezTo>
                <a:cubicBezTo>
                  <a:pt x="971142" y="145796"/>
                  <a:pt x="965166" y="146661"/>
                  <a:pt x="958439" y="146661"/>
                </a:cubicBezTo>
                <a:cubicBezTo>
                  <a:pt x="948511" y="146661"/>
                  <a:pt x="940739" y="144342"/>
                  <a:pt x="935122" y="139705"/>
                </a:cubicBezTo>
                <a:cubicBezTo>
                  <a:pt x="929505" y="135068"/>
                  <a:pt x="926696" y="128733"/>
                  <a:pt x="926696" y="120699"/>
                </a:cubicBezTo>
                <a:cubicBezTo>
                  <a:pt x="926696" y="115605"/>
                  <a:pt x="928264" y="110837"/>
                  <a:pt x="931399" y="106395"/>
                </a:cubicBezTo>
                <a:cubicBezTo>
                  <a:pt x="934534" y="101954"/>
                  <a:pt x="938877" y="98395"/>
                  <a:pt x="944429" y="95717"/>
                </a:cubicBezTo>
                <a:cubicBezTo>
                  <a:pt x="949980" y="93039"/>
                  <a:pt x="955826" y="91700"/>
                  <a:pt x="961965" y="91700"/>
                </a:cubicBezTo>
                <a:cubicBezTo>
                  <a:pt x="968889" y="91700"/>
                  <a:pt x="975453" y="94639"/>
                  <a:pt x="981657" y="100517"/>
                </a:cubicBezTo>
                <a:lnTo>
                  <a:pt x="966766" y="110412"/>
                </a:lnTo>
                <a:cubicBezTo>
                  <a:pt x="964872" y="108192"/>
                  <a:pt x="963043" y="106461"/>
                  <a:pt x="961280" y="105220"/>
                </a:cubicBezTo>
                <a:cubicBezTo>
                  <a:pt x="959516" y="103979"/>
                  <a:pt x="957622" y="103358"/>
                  <a:pt x="955597" y="103358"/>
                </a:cubicBezTo>
                <a:cubicBezTo>
                  <a:pt x="953181" y="103358"/>
                  <a:pt x="951189" y="104371"/>
                  <a:pt x="949621" y="106395"/>
                </a:cubicBezTo>
                <a:cubicBezTo>
                  <a:pt x="948054" y="108420"/>
                  <a:pt x="947270" y="111196"/>
                  <a:pt x="947270" y="114723"/>
                </a:cubicBezTo>
                <a:cubicBezTo>
                  <a:pt x="947270" y="117531"/>
                  <a:pt x="947907" y="120307"/>
                  <a:pt x="949180" y="123050"/>
                </a:cubicBezTo>
                <a:cubicBezTo>
                  <a:pt x="950454" y="125793"/>
                  <a:pt x="952413" y="128079"/>
                  <a:pt x="955059" y="129908"/>
                </a:cubicBezTo>
                <a:cubicBezTo>
                  <a:pt x="957704" y="131737"/>
                  <a:pt x="960855" y="132651"/>
                  <a:pt x="964513" y="132651"/>
                </a:cubicBezTo>
                <a:cubicBezTo>
                  <a:pt x="967386" y="132651"/>
                  <a:pt x="969917" y="132145"/>
                  <a:pt x="972105" y="131133"/>
                </a:cubicBezTo>
                <a:cubicBezTo>
                  <a:pt x="974293" y="130120"/>
                  <a:pt x="976416" y="128569"/>
                  <a:pt x="978473" y="126479"/>
                </a:cubicBezTo>
                <a:cubicBezTo>
                  <a:pt x="980531" y="124389"/>
                  <a:pt x="982670" y="121499"/>
                  <a:pt x="984890" y="117809"/>
                </a:cubicBezTo>
                <a:cubicBezTo>
                  <a:pt x="987111" y="114119"/>
                  <a:pt x="989430" y="109432"/>
                  <a:pt x="991846" y="103750"/>
                </a:cubicBezTo>
                <a:lnTo>
                  <a:pt x="1002917" y="77690"/>
                </a:lnTo>
                <a:cubicBezTo>
                  <a:pt x="1010689" y="59402"/>
                  <a:pt x="1018657" y="45621"/>
                  <a:pt x="1026822" y="36347"/>
                </a:cubicBezTo>
                <a:cubicBezTo>
                  <a:pt x="1034986" y="27072"/>
                  <a:pt x="1044097" y="20590"/>
                  <a:pt x="1054155" y="16900"/>
                </a:cubicBezTo>
                <a:cubicBezTo>
                  <a:pt x="1064213" y="13210"/>
                  <a:pt x="1075905" y="11365"/>
                  <a:pt x="1089228" y="11365"/>
                </a:cubicBezTo>
                <a:lnTo>
                  <a:pt x="1095499" y="11365"/>
                </a:lnTo>
                <a:moveTo>
                  <a:pt x="1068655" y="26060"/>
                </a:moveTo>
                <a:cubicBezTo>
                  <a:pt x="1064083" y="26713"/>
                  <a:pt x="1060229" y="27709"/>
                  <a:pt x="1057094" y="29048"/>
                </a:cubicBezTo>
                <a:cubicBezTo>
                  <a:pt x="1053959" y="30387"/>
                  <a:pt x="1050890" y="32281"/>
                  <a:pt x="1047885" y="34730"/>
                </a:cubicBezTo>
                <a:cubicBezTo>
                  <a:pt x="1044881" y="37180"/>
                  <a:pt x="1041893" y="40413"/>
                  <a:pt x="1038921" y="44429"/>
                </a:cubicBezTo>
                <a:cubicBezTo>
                  <a:pt x="1035949" y="48446"/>
                  <a:pt x="1032847" y="53622"/>
                  <a:pt x="1029614" y="59958"/>
                </a:cubicBezTo>
                <a:cubicBezTo>
                  <a:pt x="1026381" y="66293"/>
                  <a:pt x="1023099" y="73869"/>
                  <a:pt x="1019768" y="82687"/>
                </a:cubicBezTo>
                <a:lnTo>
                  <a:pt x="1054057" y="82687"/>
                </a:lnTo>
                <a:lnTo>
                  <a:pt x="1060817" y="52316"/>
                </a:lnTo>
                <a:cubicBezTo>
                  <a:pt x="1061928" y="47287"/>
                  <a:pt x="1063266" y="42421"/>
                  <a:pt x="1064834" y="37718"/>
                </a:cubicBezTo>
                <a:cubicBezTo>
                  <a:pt x="1066401" y="33016"/>
                  <a:pt x="1067871" y="29456"/>
                  <a:pt x="1069243" y="27040"/>
                </a:cubicBezTo>
                <a:lnTo>
                  <a:pt x="1068655" y="2606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𝒏">
            <a:extLst xmlns:a="http://schemas.openxmlformats.org/drawingml/2006/main">
              <a:ext uri="{FF2B5EF4-FFF2-40B4-BE49-F238E27FC236}">
                <a16:creationId xmlns:a16="http://schemas.microsoft.com/office/drawing/2014/main" id="{EA85AA49-0300-4004-B253-9D7C280B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043" y="5730923"/>
            <a:ext cx="91295" cy="73207"/>
          </a:xfrm>
          <a:custGeom xmlns:a="http://schemas.openxmlformats.org/drawingml/2006/main">
            <a:pathLst>
              <a:path w="91295" h="73207">
                <a:moveTo>
                  <a:pt x="5147" y="18302"/>
                </a:moveTo>
                <a:lnTo>
                  <a:pt x="0" y="13154"/>
                </a:lnTo>
                <a:cubicBezTo>
                  <a:pt x="4766" y="8293"/>
                  <a:pt x="8996" y="4885"/>
                  <a:pt x="12690" y="2931"/>
                </a:cubicBezTo>
                <a:cubicBezTo>
                  <a:pt x="16383" y="977"/>
                  <a:pt x="20280" y="0"/>
                  <a:pt x="24379" y="0"/>
                </a:cubicBezTo>
                <a:cubicBezTo>
                  <a:pt x="28335" y="0"/>
                  <a:pt x="31492" y="1108"/>
                  <a:pt x="33851" y="3324"/>
                </a:cubicBezTo>
                <a:cubicBezTo>
                  <a:pt x="36210" y="5541"/>
                  <a:pt x="37390" y="8460"/>
                  <a:pt x="37390" y="12082"/>
                </a:cubicBezTo>
                <a:cubicBezTo>
                  <a:pt x="37390" y="13274"/>
                  <a:pt x="37247" y="14417"/>
                  <a:pt x="36961" y="15514"/>
                </a:cubicBezTo>
                <a:lnTo>
                  <a:pt x="37676" y="16086"/>
                </a:lnTo>
                <a:cubicBezTo>
                  <a:pt x="42156" y="10509"/>
                  <a:pt x="46410" y="6434"/>
                  <a:pt x="50437" y="3861"/>
                </a:cubicBezTo>
                <a:cubicBezTo>
                  <a:pt x="54465" y="1287"/>
                  <a:pt x="59171" y="0"/>
                  <a:pt x="64557" y="0"/>
                </a:cubicBezTo>
                <a:cubicBezTo>
                  <a:pt x="69466" y="0"/>
                  <a:pt x="73315" y="1382"/>
                  <a:pt x="76103" y="4147"/>
                </a:cubicBezTo>
                <a:cubicBezTo>
                  <a:pt x="78891" y="6911"/>
                  <a:pt x="80285" y="10676"/>
                  <a:pt x="80285" y="15442"/>
                </a:cubicBezTo>
                <a:cubicBezTo>
                  <a:pt x="80285" y="16967"/>
                  <a:pt x="80130" y="18874"/>
                  <a:pt x="79820" y="21162"/>
                </a:cubicBezTo>
                <a:cubicBezTo>
                  <a:pt x="79511" y="23449"/>
                  <a:pt x="79141" y="25475"/>
                  <a:pt x="78712" y="27238"/>
                </a:cubicBezTo>
                <a:lnTo>
                  <a:pt x="73064" y="49544"/>
                </a:lnTo>
                <a:cubicBezTo>
                  <a:pt x="72254" y="52737"/>
                  <a:pt x="71849" y="55525"/>
                  <a:pt x="71849" y="57908"/>
                </a:cubicBezTo>
                <a:cubicBezTo>
                  <a:pt x="71849" y="59767"/>
                  <a:pt x="72159" y="61054"/>
                  <a:pt x="72778" y="61769"/>
                </a:cubicBezTo>
                <a:cubicBezTo>
                  <a:pt x="73398" y="62484"/>
                  <a:pt x="74280" y="62841"/>
                  <a:pt x="75424" y="62841"/>
                </a:cubicBezTo>
                <a:cubicBezTo>
                  <a:pt x="76806" y="62841"/>
                  <a:pt x="78355" y="62186"/>
                  <a:pt x="80071" y="60875"/>
                </a:cubicBezTo>
                <a:cubicBezTo>
                  <a:pt x="81786" y="59564"/>
                  <a:pt x="83812" y="57575"/>
                  <a:pt x="86147" y="54906"/>
                </a:cubicBezTo>
                <a:lnTo>
                  <a:pt x="91295" y="60053"/>
                </a:lnTo>
                <a:cubicBezTo>
                  <a:pt x="86624" y="64819"/>
                  <a:pt x="82442" y="68203"/>
                  <a:pt x="78748" y="70205"/>
                </a:cubicBezTo>
                <a:cubicBezTo>
                  <a:pt x="75054" y="72207"/>
                  <a:pt x="70991" y="73207"/>
                  <a:pt x="66559" y="73207"/>
                </a:cubicBezTo>
                <a:cubicBezTo>
                  <a:pt x="61507" y="73207"/>
                  <a:pt x="57813" y="71956"/>
                  <a:pt x="55477" y="69454"/>
                </a:cubicBezTo>
                <a:cubicBezTo>
                  <a:pt x="53142" y="66952"/>
                  <a:pt x="51974" y="63270"/>
                  <a:pt x="51974" y="58409"/>
                </a:cubicBezTo>
                <a:cubicBezTo>
                  <a:pt x="51974" y="54929"/>
                  <a:pt x="52665" y="50473"/>
                  <a:pt x="54048" y="45040"/>
                </a:cubicBezTo>
                <a:lnTo>
                  <a:pt x="57193" y="33172"/>
                </a:lnTo>
                <a:cubicBezTo>
                  <a:pt x="58004" y="30122"/>
                  <a:pt x="58695" y="27107"/>
                  <a:pt x="59267" y="24128"/>
                </a:cubicBezTo>
                <a:cubicBezTo>
                  <a:pt x="59838" y="21150"/>
                  <a:pt x="60124" y="18707"/>
                  <a:pt x="60124" y="16801"/>
                </a:cubicBezTo>
                <a:cubicBezTo>
                  <a:pt x="60124" y="14656"/>
                  <a:pt x="59672" y="13059"/>
                  <a:pt x="58766" y="12011"/>
                </a:cubicBezTo>
                <a:cubicBezTo>
                  <a:pt x="57861" y="10962"/>
                  <a:pt x="56574" y="10438"/>
                  <a:pt x="54906" y="10438"/>
                </a:cubicBezTo>
                <a:cubicBezTo>
                  <a:pt x="52570" y="10438"/>
                  <a:pt x="49901" y="11820"/>
                  <a:pt x="46898" y="14584"/>
                </a:cubicBezTo>
                <a:cubicBezTo>
                  <a:pt x="43896" y="17349"/>
                  <a:pt x="41489" y="20268"/>
                  <a:pt x="39678" y="23342"/>
                </a:cubicBezTo>
                <a:cubicBezTo>
                  <a:pt x="37867" y="26416"/>
                  <a:pt x="36437" y="30432"/>
                  <a:pt x="35388" y="35388"/>
                </a:cubicBezTo>
                <a:lnTo>
                  <a:pt x="27381" y="72064"/>
                </a:lnTo>
                <a:lnTo>
                  <a:pt x="6863" y="72064"/>
                </a:lnTo>
                <a:lnTo>
                  <a:pt x="18373" y="22377"/>
                </a:lnTo>
                <a:cubicBezTo>
                  <a:pt x="19088" y="19279"/>
                  <a:pt x="19446" y="16920"/>
                  <a:pt x="19446" y="15299"/>
                </a:cubicBezTo>
                <a:cubicBezTo>
                  <a:pt x="19446" y="13726"/>
                  <a:pt x="19184" y="12511"/>
                  <a:pt x="18659" y="11653"/>
                </a:cubicBezTo>
                <a:cubicBezTo>
                  <a:pt x="18135" y="10795"/>
                  <a:pt x="17229" y="10366"/>
                  <a:pt x="15943" y="10366"/>
                </a:cubicBezTo>
                <a:cubicBezTo>
                  <a:pt x="14465" y="10366"/>
                  <a:pt x="12868" y="11034"/>
                  <a:pt x="11153" y="12368"/>
                </a:cubicBezTo>
                <a:cubicBezTo>
                  <a:pt x="9437" y="13703"/>
                  <a:pt x="7435" y="15680"/>
                  <a:pt x="5147" y="1830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DC658-FFC6-43F2-8E5C-C0101326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1" y="322648"/>
            <a:ext cx="3161526" cy="256075"/>
          </a:xfrm>
          <a:custGeom xmlns:a="http://schemas.openxmlformats.org/drawingml/2006/main">
            <a:pathLst>
              <a:path w="3161526" h="256075" fill="none">
                <a:moveTo>
                  <a:pt x="3161526" y="256075"/>
                </a:moveTo>
                <a:cubicBezTo>
                  <a:pt x="3161526" y="185404"/>
                  <a:pt x="3120730" y="128038"/>
                  <a:pt x="3070393" y="128038"/>
                </a:cubicBezTo>
                <a:lnTo>
                  <a:pt x="1715077" y="128038"/>
                </a:lnTo>
                <a:cubicBezTo>
                  <a:pt x="1664741" y="128038"/>
                  <a:pt x="1623944" y="70672"/>
                  <a:pt x="1623944" y="0"/>
                </a:cubicBezTo>
                <a:cubicBezTo>
                  <a:pt x="1623944" y="70672"/>
                  <a:pt x="1583148" y="128038"/>
                  <a:pt x="1532812" y="128038"/>
                </a:cubicBezTo>
                <a:lnTo>
                  <a:pt x="91007" y="128038"/>
                </a:lnTo>
                <a:cubicBezTo>
                  <a:pt x="40796" y="128038"/>
                  <a:pt x="0" y="185404"/>
                  <a:pt x="0" y="2560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C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99BC9-7302-405E-AED0-7027CF6B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447" y="740277"/>
            <a:ext cx="2138104" cy="1388707"/>
          </a:xfrm>
          <a:custGeom xmlns:a="http://schemas.openxmlformats.org/drawingml/2006/main">
            <a:pathLst>
              <a:path w="2138104" h="1388707">
                <a:moveTo>
                  <a:pt x="0" y="1388707"/>
                </a:moveTo>
                <a:lnTo>
                  <a:pt x="0" y="0"/>
                </a:lnTo>
                <a:lnTo>
                  <a:pt x="2138104" y="0"/>
                </a:lnTo>
                <a:lnTo>
                  <a:pt x="2138104" y="1388707"/>
                </a:lnTo>
                <a:lnTo>
                  <a:pt x="0" y="13887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15BEB-7A29-4980-A933-A81B4A56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447" y="740277"/>
            <a:ext cx="2138104" cy="1388707"/>
          </a:xfrm>
          <a:custGeom xmlns:a="http://schemas.openxmlformats.org/drawingml/2006/main">
            <a:pathLst>
              <a:path w="2138104" h="1388707" fill="none">
                <a:moveTo>
                  <a:pt x="0" y="1388707"/>
                </a:moveTo>
                <a:lnTo>
                  <a:pt x="2138104" y="1388707"/>
                </a:lnTo>
                <a:lnTo>
                  <a:pt x="2138104" y="0"/>
                </a:lnTo>
                <a:lnTo>
                  <a:pt x="0" y="0"/>
                </a:lnTo>
                <a:lnTo>
                  <a:pt x="0" y="13887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31" name="Text Serverside">
            <a:extLst xmlns:a="http://schemas.openxmlformats.org/drawingml/2006/main">
              <a:ext uri="{FF2B5EF4-FFF2-40B4-BE49-F238E27FC236}">
                <a16:creationId xmlns:a16="http://schemas.microsoft.com/office/drawing/2014/main" id="{EBE0AFEB-2586-4F21-9592-C6EE7EC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46" y="982149"/>
            <a:ext cx="999953" cy="153386"/>
          </a:xfrm>
          <a:custGeom xmlns:a="http://schemas.openxmlformats.org/drawingml/2006/main">
            <a:pathLst>
              <a:path w="999953" h="153386">
                <a:moveTo>
                  <a:pt x="100171" y="100562"/>
                </a:moveTo>
                <a:cubicBezTo>
                  <a:pt x="100171" y="111322"/>
                  <a:pt x="97106" y="120811"/>
                  <a:pt x="90975" y="129028"/>
                </a:cubicBezTo>
                <a:cubicBezTo>
                  <a:pt x="85628" y="136267"/>
                  <a:pt x="78617" y="141648"/>
                  <a:pt x="69943" y="145169"/>
                </a:cubicBezTo>
                <a:cubicBezTo>
                  <a:pt x="61987" y="148430"/>
                  <a:pt x="52498" y="150060"/>
                  <a:pt x="41477" y="150060"/>
                </a:cubicBezTo>
                <a:cubicBezTo>
                  <a:pt x="27782" y="150060"/>
                  <a:pt x="14347" y="146930"/>
                  <a:pt x="1174" y="140669"/>
                </a:cubicBezTo>
                <a:lnTo>
                  <a:pt x="0" y="138517"/>
                </a:lnTo>
                <a:cubicBezTo>
                  <a:pt x="1826" y="131017"/>
                  <a:pt x="2739" y="120355"/>
                  <a:pt x="2739" y="106529"/>
                </a:cubicBezTo>
                <a:lnTo>
                  <a:pt x="3717" y="105551"/>
                </a:lnTo>
                <a:lnTo>
                  <a:pt x="9978" y="105551"/>
                </a:lnTo>
                <a:lnTo>
                  <a:pt x="10858" y="106529"/>
                </a:lnTo>
                <a:lnTo>
                  <a:pt x="10858" y="108779"/>
                </a:lnTo>
                <a:cubicBezTo>
                  <a:pt x="10858" y="112431"/>
                  <a:pt x="11250" y="117257"/>
                  <a:pt x="12032" y="123257"/>
                </a:cubicBezTo>
                <a:cubicBezTo>
                  <a:pt x="14380" y="127431"/>
                  <a:pt x="18586" y="131017"/>
                  <a:pt x="24651" y="134017"/>
                </a:cubicBezTo>
                <a:cubicBezTo>
                  <a:pt x="30977" y="137148"/>
                  <a:pt x="37564" y="138713"/>
                  <a:pt x="44412" y="138713"/>
                </a:cubicBezTo>
                <a:cubicBezTo>
                  <a:pt x="57324" y="138713"/>
                  <a:pt x="66259" y="134213"/>
                  <a:pt x="71215" y="125213"/>
                </a:cubicBezTo>
                <a:cubicBezTo>
                  <a:pt x="73758" y="120583"/>
                  <a:pt x="75030" y="115790"/>
                  <a:pt x="75030" y="110833"/>
                </a:cubicBezTo>
                <a:cubicBezTo>
                  <a:pt x="75030" y="102486"/>
                  <a:pt x="71541" y="96519"/>
                  <a:pt x="64563" y="92932"/>
                </a:cubicBezTo>
                <a:cubicBezTo>
                  <a:pt x="61107" y="91171"/>
                  <a:pt x="55531" y="89704"/>
                  <a:pt x="47835" y="88530"/>
                </a:cubicBezTo>
                <a:cubicBezTo>
                  <a:pt x="30423" y="85856"/>
                  <a:pt x="18978" y="82497"/>
                  <a:pt x="13500" y="78454"/>
                </a:cubicBezTo>
                <a:cubicBezTo>
                  <a:pt x="5217" y="72324"/>
                  <a:pt x="1076" y="62835"/>
                  <a:pt x="1076" y="49988"/>
                </a:cubicBezTo>
                <a:cubicBezTo>
                  <a:pt x="1076" y="36618"/>
                  <a:pt x="5576" y="25956"/>
                  <a:pt x="14576" y="17999"/>
                </a:cubicBezTo>
                <a:cubicBezTo>
                  <a:pt x="24097" y="9652"/>
                  <a:pt x="37336" y="5478"/>
                  <a:pt x="54292" y="5478"/>
                </a:cubicBezTo>
                <a:cubicBezTo>
                  <a:pt x="69552" y="5478"/>
                  <a:pt x="81878" y="7924"/>
                  <a:pt x="91269" y="12815"/>
                </a:cubicBezTo>
                <a:lnTo>
                  <a:pt x="91954" y="15163"/>
                </a:lnTo>
                <a:cubicBezTo>
                  <a:pt x="90388" y="22923"/>
                  <a:pt x="89443" y="32249"/>
                  <a:pt x="89117" y="43140"/>
                </a:cubicBezTo>
                <a:lnTo>
                  <a:pt x="88041" y="44118"/>
                </a:lnTo>
                <a:lnTo>
                  <a:pt x="81878" y="44118"/>
                </a:lnTo>
                <a:lnTo>
                  <a:pt x="80900" y="43140"/>
                </a:lnTo>
                <a:cubicBezTo>
                  <a:pt x="80704" y="35314"/>
                  <a:pt x="80378" y="30227"/>
                  <a:pt x="79921" y="27880"/>
                </a:cubicBezTo>
                <a:cubicBezTo>
                  <a:pt x="77900" y="24814"/>
                  <a:pt x="74378" y="22206"/>
                  <a:pt x="69356" y="20054"/>
                </a:cubicBezTo>
                <a:cubicBezTo>
                  <a:pt x="64009" y="17836"/>
                  <a:pt x="58433" y="16728"/>
                  <a:pt x="52629" y="16728"/>
                </a:cubicBezTo>
                <a:cubicBezTo>
                  <a:pt x="43890" y="16728"/>
                  <a:pt x="36977" y="19043"/>
                  <a:pt x="31890" y="23673"/>
                </a:cubicBezTo>
                <a:cubicBezTo>
                  <a:pt x="27130" y="28043"/>
                  <a:pt x="24749" y="33684"/>
                  <a:pt x="24749" y="40597"/>
                </a:cubicBezTo>
                <a:cubicBezTo>
                  <a:pt x="24749" y="48096"/>
                  <a:pt x="27456" y="53607"/>
                  <a:pt x="32868" y="57129"/>
                </a:cubicBezTo>
                <a:cubicBezTo>
                  <a:pt x="36390" y="59411"/>
                  <a:pt x="44705" y="61596"/>
                  <a:pt x="57813" y="63683"/>
                </a:cubicBezTo>
                <a:cubicBezTo>
                  <a:pt x="59183" y="63878"/>
                  <a:pt x="62998" y="64531"/>
                  <a:pt x="69259" y="65639"/>
                </a:cubicBezTo>
                <a:cubicBezTo>
                  <a:pt x="73106" y="66291"/>
                  <a:pt x="76661" y="67237"/>
                  <a:pt x="79921" y="68476"/>
                </a:cubicBezTo>
                <a:cubicBezTo>
                  <a:pt x="86508" y="70954"/>
                  <a:pt x="91464" y="74737"/>
                  <a:pt x="94790" y="79823"/>
                </a:cubicBezTo>
                <a:cubicBezTo>
                  <a:pt x="98377" y="85367"/>
                  <a:pt x="100171" y="92280"/>
                  <a:pt x="100171" y="100562"/>
                </a:cubicBezTo>
                <a:close/>
                <a:moveTo>
                  <a:pt x="203797" y="90877"/>
                </a:moveTo>
                <a:cubicBezTo>
                  <a:pt x="203797" y="91986"/>
                  <a:pt x="203764" y="93649"/>
                  <a:pt x="203699" y="95866"/>
                </a:cubicBezTo>
                <a:lnTo>
                  <a:pt x="202623" y="97236"/>
                </a:lnTo>
                <a:cubicBezTo>
                  <a:pt x="194015" y="99584"/>
                  <a:pt x="182602" y="100758"/>
                  <a:pt x="168385" y="100758"/>
                </a:cubicBezTo>
                <a:cubicBezTo>
                  <a:pt x="165842" y="100758"/>
                  <a:pt x="161994" y="100806"/>
                  <a:pt x="156842" y="100904"/>
                </a:cubicBezTo>
                <a:cubicBezTo>
                  <a:pt x="151690" y="101002"/>
                  <a:pt x="147810" y="101051"/>
                  <a:pt x="145201" y="101051"/>
                </a:cubicBezTo>
                <a:cubicBezTo>
                  <a:pt x="145592" y="110638"/>
                  <a:pt x="148560" y="118561"/>
                  <a:pt x="154103" y="124822"/>
                </a:cubicBezTo>
                <a:cubicBezTo>
                  <a:pt x="159907" y="131539"/>
                  <a:pt x="167472" y="134898"/>
                  <a:pt x="176798" y="134898"/>
                </a:cubicBezTo>
                <a:cubicBezTo>
                  <a:pt x="183059" y="134898"/>
                  <a:pt x="190493" y="132746"/>
                  <a:pt x="199102" y="128441"/>
                </a:cubicBezTo>
                <a:lnTo>
                  <a:pt x="201449" y="131278"/>
                </a:lnTo>
                <a:lnTo>
                  <a:pt x="197145" y="140963"/>
                </a:lnTo>
                <a:cubicBezTo>
                  <a:pt x="187624" y="147028"/>
                  <a:pt x="177287" y="150060"/>
                  <a:pt x="166135" y="150060"/>
                </a:cubicBezTo>
                <a:cubicBezTo>
                  <a:pt x="151462" y="150060"/>
                  <a:pt x="140065" y="145919"/>
                  <a:pt x="131946" y="137637"/>
                </a:cubicBezTo>
                <a:cubicBezTo>
                  <a:pt x="123827" y="129354"/>
                  <a:pt x="119767" y="117551"/>
                  <a:pt x="119767" y="102225"/>
                </a:cubicBezTo>
                <a:cubicBezTo>
                  <a:pt x="119767" y="84030"/>
                  <a:pt x="124104" y="71574"/>
                  <a:pt x="132778" y="64857"/>
                </a:cubicBezTo>
                <a:cubicBezTo>
                  <a:pt x="144777" y="55596"/>
                  <a:pt x="156157" y="50966"/>
                  <a:pt x="166918" y="50966"/>
                </a:cubicBezTo>
                <a:cubicBezTo>
                  <a:pt x="178591" y="50966"/>
                  <a:pt x="187624" y="54324"/>
                  <a:pt x="194015" y="61041"/>
                </a:cubicBezTo>
                <a:cubicBezTo>
                  <a:pt x="200536" y="67954"/>
                  <a:pt x="203797" y="77900"/>
                  <a:pt x="203797" y="90877"/>
                </a:cubicBezTo>
                <a:moveTo>
                  <a:pt x="178265" y="88334"/>
                </a:moveTo>
                <a:cubicBezTo>
                  <a:pt x="178265" y="70726"/>
                  <a:pt x="172787" y="61922"/>
                  <a:pt x="161831" y="61922"/>
                </a:cubicBezTo>
                <a:cubicBezTo>
                  <a:pt x="150288" y="61922"/>
                  <a:pt x="144516" y="70661"/>
                  <a:pt x="144516" y="88138"/>
                </a:cubicBezTo>
                <a:lnTo>
                  <a:pt x="144516" y="90291"/>
                </a:lnTo>
                <a:cubicBezTo>
                  <a:pt x="148299" y="90877"/>
                  <a:pt x="155016" y="91171"/>
                  <a:pt x="164668" y="91171"/>
                </a:cubicBezTo>
                <a:cubicBezTo>
                  <a:pt x="169689" y="91171"/>
                  <a:pt x="174189" y="90877"/>
                  <a:pt x="178167" y="90291"/>
                </a:cubicBezTo>
                <a:cubicBezTo>
                  <a:pt x="178233" y="89378"/>
                  <a:pt x="178265" y="88725"/>
                  <a:pt x="178265" y="88334"/>
                </a:cubicBezTo>
                <a:moveTo>
                  <a:pt x="166429" y="153386"/>
                </a:moveTo>
                <a:lnTo>
                  <a:pt x="166429" y="153386"/>
                </a:lnTo>
                <a:moveTo>
                  <a:pt x="166429" y="46172"/>
                </a:moveTo>
                <a:lnTo>
                  <a:pt x="166429" y="46172"/>
                </a:lnTo>
                <a:close/>
                <a:moveTo>
                  <a:pt x="288610" y="51259"/>
                </a:moveTo>
                <a:lnTo>
                  <a:pt x="287925" y="68672"/>
                </a:lnTo>
                <a:cubicBezTo>
                  <a:pt x="287860" y="71541"/>
                  <a:pt x="287729" y="74802"/>
                  <a:pt x="287534" y="78454"/>
                </a:cubicBezTo>
                <a:lnTo>
                  <a:pt x="283425" y="79726"/>
                </a:lnTo>
                <a:cubicBezTo>
                  <a:pt x="280360" y="75291"/>
                  <a:pt x="276121" y="73074"/>
                  <a:pt x="270708" y="73074"/>
                </a:cubicBezTo>
                <a:cubicBezTo>
                  <a:pt x="265817" y="73074"/>
                  <a:pt x="261774" y="75030"/>
                  <a:pt x="258578" y="78943"/>
                </a:cubicBezTo>
                <a:cubicBezTo>
                  <a:pt x="256622" y="81356"/>
                  <a:pt x="255643" y="84910"/>
                  <a:pt x="255643" y="89606"/>
                </a:cubicBezTo>
                <a:lnTo>
                  <a:pt x="255643" y="112496"/>
                </a:lnTo>
                <a:cubicBezTo>
                  <a:pt x="255643" y="117257"/>
                  <a:pt x="255872" y="123876"/>
                  <a:pt x="256328" y="132354"/>
                </a:cubicBezTo>
                <a:cubicBezTo>
                  <a:pt x="256459" y="134767"/>
                  <a:pt x="257143" y="136333"/>
                  <a:pt x="258382" y="137050"/>
                </a:cubicBezTo>
                <a:cubicBezTo>
                  <a:pt x="259621" y="137767"/>
                  <a:pt x="264154" y="138256"/>
                  <a:pt x="271980" y="138517"/>
                </a:cubicBezTo>
                <a:lnTo>
                  <a:pt x="272958" y="139398"/>
                </a:lnTo>
                <a:lnTo>
                  <a:pt x="272958" y="145365"/>
                </a:lnTo>
                <a:lnTo>
                  <a:pt x="271980" y="146343"/>
                </a:lnTo>
                <a:cubicBezTo>
                  <a:pt x="262393" y="145952"/>
                  <a:pt x="252872" y="145756"/>
                  <a:pt x="243415" y="145756"/>
                </a:cubicBezTo>
                <a:cubicBezTo>
                  <a:pt x="231742" y="145756"/>
                  <a:pt x="222840" y="145984"/>
                  <a:pt x="216710" y="146441"/>
                </a:cubicBezTo>
                <a:lnTo>
                  <a:pt x="215732" y="145463"/>
                </a:lnTo>
                <a:lnTo>
                  <a:pt x="215732" y="139495"/>
                </a:lnTo>
                <a:lnTo>
                  <a:pt x="216710" y="138517"/>
                </a:lnTo>
                <a:cubicBezTo>
                  <a:pt x="222970" y="138322"/>
                  <a:pt x="226851" y="137832"/>
                  <a:pt x="228351" y="137050"/>
                </a:cubicBezTo>
                <a:cubicBezTo>
                  <a:pt x="229655" y="136463"/>
                  <a:pt x="230372" y="134898"/>
                  <a:pt x="230503" y="132354"/>
                </a:cubicBezTo>
                <a:cubicBezTo>
                  <a:pt x="230959" y="123876"/>
                  <a:pt x="231188" y="114779"/>
                  <a:pt x="231188" y="105062"/>
                </a:cubicBezTo>
                <a:lnTo>
                  <a:pt x="231188" y="91073"/>
                </a:lnTo>
                <a:cubicBezTo>
                  <a:pt x="231188" y="78030"/>
                  <a:pt x="230699" y="70530"/>
                  <a:pt x="229720" y="68574"/>
                </a:cubicBezTo>
                <a:cubicBezTo>
                  <a:pt x="229068" y="67270"/>
                  <a:pt x="227666" y="66454"/>
                  <a:pt x="225514" y="66128"/>
                </a:cubicBezTo>
                <a:cubicBezTo>
                  <a:pt x="224731" y="65998"/>
                  <a:pt x="221894" y="65835"/>
                  <a:pt x="217003" y="65639"/>
                </a:cubicBezTo>
                <a:lnTo>
                  <a:pt x="216025" y="64661"/>
                </a:lnTo>
                <a:lnTo>
                  <a:pt x="216025" y="59183"/>
                </a:lnTo>
                <a:lnTo>
                  <a:pt x="217003" y="58107"/>
                </a:lnTo>
                <a:cubicBezTo>
                  <a:pt x="228742" y="56998"/>
                  <a:pt x="241100" y="54292"/>
                  <a:pt x="254078" y="49988"/>
                </a:cubicBezTo>
                <a:lnTo>
                  <a:pt x="256230" y="51259"/>
                </a:lnTo>
                <a:lnTo>
                  <a:pt x="256035" y="70432"/>
                </a:lnTo>
                <a:cubicBezTo>
                  <a:pt x="260078" y="65737"/>
                  <a:pt x="264969" y="60259"/>
                  <a:pt x="270708" y="53998"/>
                </a:cubicBezTo>
                <a:cubicBezTo>
                  <a:pt x="273382" y="51390"/>
                  <a:pt x="277034" y="50085"/>
                  <a:pt x="281664" y="50085"/>
                </a:cubicBezTo>
                <a:cubicBezTo>
                  <a:pt x="284403" y="50085"/>
                  <a:pt x="286718" y="50477"/>
                  <a:pt x="288610" y="51259"/>
                </a:cubicBezTo>
                <a:close/>
                <a:moveTo>
                  <a:pt x="398740" y="60357"/>
                </a:moveTo>
                <a:lnTo>
                  <a:pt x="397762" y="61433"/>
                </a:lnTo>
                <a:cubicBezTo>
                  <a:pt x="393784" y="61694"/>
                  <a:pt x="391175" y="62183"/>
                  <a:pt x="389936" y="62900"/>
                </a:cubicBezTo>
                <a:cubicBezTo>
                  <a:pt x="389023" y="63422"/>
                  <a:pt x="387914" y="64857"/>
                  <a:pt x="386610" y="67204"/>
                </a:cubicBezTo>
                <a:cubicBezTo>
                  <a:pt x="385306" y="69552"/>
                  <a:pt x="382860" y="74835"/>
                  <a:pt x="379273" y="83052"/>
                </a:cubicBezTo>
                <a:lnTo>
                  <a:pt x="360589" y="126387"/>
                </a:lnTo>
                <a:cubicBezTo>
                  <a:pt x="359937" y="127952"/>
                  <a:pt x="357133" y="134963"/>
                  <a:pt x="352177" y="147419"/>
                </a:cubicBezTo>
                <a:lnTo>
                  <a:pt x="335058" y="147419"/>
                </a:lnTo>
                <a:cubicBezTo>
                  <a:pt x="331405" y="137115"/>
                  <a:pt x="327427" y="126583"/>
                  <a:pt x="323123" y="115822"/>
                </a:cubicBezTo>
                <a:cubicBezTo>
                  <a:pt x="316276" y="98671"/>
                  <a:pt x="310439" y="83932"/>
                  <a:pt x="305613" y="71606"/>
                </a:cubicBezTo>
                <a:cubicBezTo>
                  <a:pt x="303461" y="66128"/>
                  <a:pt x="301146" y="62933"/>
                  <a:pt x="298667" y="62020"/>
                </a:cubicBezTo>
                <a:cubicBezTo>
                  <a:pt x="297233" y="61498"/>
                  <a:pt x="295309" y="61205"/>
                  <a:pt x="292896" y="61139"/>
                </a:cubicBezTo>
                <a:lnTo>
                  <a:pt x="291820" y="60063"/>
                </a:lnTo>
                <a:lnTo>
                  <a:pt x="291820" y="54390"/>
                </a:lnTo>
                <a:lnTo>
                  <a:pt x="292896" y="53411"/>
                </a:lnTo>
                <a:cubicBezTo>
                  <a:pt x="298896" y="53607"/>
                  <a:pt x="307602" y="53705"/>
                  <a:pt x="319015" y="53705"/>
                </a:cubicBezTo>
                <a:cubicBezTo>
                  <a:pt x="329058" y="53705"/>
                  <a:pt x="336916" y="53607"/>
                  <a:pt x="342590" y="53411"/>
                </a:cubicBezTo>
                <a:lnTo>
                  <a:pt x="343666" y="54390"/>
                </a:lnTo>
                <a:lnTo>
                  <a:pt x="343666" y="60161"/>
                </a:lnTo>
                <a:lnTo>
                  <a:pt x="342590" y="61237"/>
                </a:lnTo>
                <a:cubicBezTo>
                  <a:pt x="337764" y="61368"/>
                  <a:pt x="334634" y="61661"/>
                  <a:pt x="333199" y="62118"/>
                </a:cubicBezTo>
                <a:cubicBezTo>
                  <a:pt x="331764" y="62574"/>
                  <a:pt x="331047" y="63454"/>
                  <a:pt x="331047" y="64759"/>
                </a:cubicBezTo>
                <a:cubicBezTo>
                  <a:pt x="331047" y="66585"/>
                  <a:pt x="335058" y="78063"/>
                  <a:pt x="343079" y="99192"/>
                </a:cubicBezTo>
                <a:cubicBezTo>
                  <a:pt x="347318" y="110475"/>
                  <a:pt x="350090" y="117551"/>
                  <a:pt x="351394" y="120420"/>
                </a:cubicBezTo>
                <a:cubicBezTo>
                  <a:pt x="355568" y="110638"/>
                  <a:pt x="359546" y="101051"/>
                  <a:pt x="363328" y="91660"/>
                </a:cubicBezTo>
                <a:cubicBezTo>
                  <a:pt x="369524" y="76334"/>
                  <a:pt x="372621" y="67367"/>
                  <a:pt x="372621" y="64759"/>
                </a:cubicBezTo>
                <a:cubicBezTo>
                  <a:pt x="372621" y="63389"/>
                  <a:pt x="371953" y="62493"/>
                  <a:pt x="370616" y="62069"/>
                </a:cubicBezTo>
                <a:cubicBezTo>
                  <a:pt x="369279" y="61645"/>
                  <a:pt x="366067" y="61335"/>
                  <a:pt x="360981" y="61139"/>
                </a:cubicBezTo>
                <a:lnTo>
                  <a:pt x="359905" y="60161"/>
                </a:lnTo>
                <a:lnTo>
                  <a:pt x="359905" y="54390"/>
                </a:lnTo>
                <a:lnTo>
                  <a:pt x="360981" y="53411"/>
                </a:lnTo>
                <a:cubicBezTo>
                  <a:pt x="366002" y="53607"/>
                  <a:pt x="371937" y="53705"/>
                  <a:pt x="378784" y="53705"/>
                </a:cubicBezTo>
                <a:cubicBezTo>
                  <a:pt x="386154" y="53705"/>
                  <a:pt x="392480" y="53607"/>
                  <a:pt x="397762" y="53411"/>
                </a:cubicBezTo>
                <a:lnTo>
                  <a:pt x="398740" y="54390"/>
                </a:lnTo>
                <a:lnTo>
                  <a:pt x="398740" y="60357"/>
                </a:lnTo>
                <a:close/>
                <a:moveTo>
                  <a:pt x="493891" y="90877"/>
                </a:moveTo>
                <a:cubicBezTo>
                  <a:pt x="493891" y="91986"/>
                  <a:pt x="493859" y="93649"/>
                  <a:pt x="493794" y="95866"/>
                </a:cubicBezTo>
                <a:lnTo>
                  <a:pt x="492718" y="97236"/>
                </a:lnTo>
                <a:cubicBezTo>
                  <a:pt x="484109" y="99584"/>
                  <a:pt x="472696" y="100758"/>
                  <a:pt x="458480" y="100758"/>
                </a:cubicBezTo>
                <a:cubicBezTo>
                  <a:pt x="455936" y="100758"/>
                  <a:pt x="452088" y="100806"/>
                  <a:pt x="446936" y="100904"/>
                </a:cubicBezTo>
                <a:cubicBezTo>
                  <a:pt x="441784" y="101002"/>
                  <a:pt x="437904" y="101051"/>
                  <a:pt x="435295" y="101051"/>
                </a:cubicBezTo>
                <a:cubicBezTo>
                  <a:pt x="435687" y="110638"/>
                  <a:pt x="438654" y="118561"/>
                  <a:pt x="444197" y="124822"/>
                </a:cubicBezTo>
                <a:cubicBezTo>
                  <a:pt x="450002" y="131539"/>
                  <a:pt x="457566" y="134898"/>
                  <a:pt x="466892" y="134898"/>
                </a:cubicBezTo>
                <a:cubicBezTo>
                  <a:pt x="473153" y="134898"/>
                  <a:pt x="480587" y="132746"/>
                  <a:pt x="489196" y="128441"/>
                </a:cubicBezTo>
                <a:lnTo>
                  <a:pt x="491544" y="131278"/>
                </a:lnTo>
                <a:lnTo>
                  <a:pt x="487239" y="140963"/>
                </a:lnTo>
                <a:cubicBezTo>
                  <a:pt x="477718" y="147028"/>
                  <a:pt x="467381" y="150060"/>
                  <a:pt x="456230" y="150060"/>
                </a:cubicBezTo>
                <a:cubicBezTo>
                  <a:pt x="441556" y="150060"/>
                  <a:pt x="430160" y="145919"/>
                  <a:pt x="422040" y="137637"/>
                </a:cubicBezTo>
                <a:cubicBezTo>
                  <a:pt x="413921" y="129354"/>
                  <a:pt x="409862" y="117551"/>
                  <a:pt x="409862" y="102225"/>
                </a:cubicBezTo>
                <a:cubicBezTo>
                  <a:pt x="409862" y="84030"/>
                  <a:pt x="414198" y="71574"/>
                  <a:pt x="422872" y="64857"/>
                </a:cubicBezTo>
                <a:cubicBezTo>
                  <a:pt x="434872" y="55596"/>
                  <a:pt x="446252" y="50966"/>
                  <a:pt x="457012" y="50966"/>
                </a:cubicBezTo>
                <a:cubicBezTo>
                  <a:pt x="468686" y="50966"/>
                  <a:pt x="477718" y="54324"/>
                  <a:pt x="484109" y="61041"/>
                </a:cubicBezTo>
                <a:cubicBezTo>
                  <a:pt x="490631" y="67954"/>
                  <a:pt x="493891" y="77900"/>
                  <a:pt x="493891" y="90877"/>
                </a:cubicBezTo>
                <a:moveTo>
                  <a:pt x="468360" y="88334"/>
                </a:moveTo>
                <a:cubicBezTo>
                  <a:pt x="468360" y="70726"/>
                  <a:pt x="462882" y="61922"/>
                  <a:pt x="451925" y="61922"/>
                </a:cubicBezTo>
                <a:cubicBezTo>
                  <a:pt x="440382" y="61922"/>
                  <a:pt x="434611" y="70661"/>
                  <a:pt x="434611" y="88138"/>
                </a:cubicBezTo>
                <a:lnTo>
                  <a:pt x="434611" y="90291"/>
                </a:lnTo>
                <a:cubicBezTo>
                  <a:pt x="438393" y="90877"/>
                  <a:pt x="445110" y="91171"/>
                  <a:pt x="454762" y="91171"/>
                </a:cubicBezTo>
                <a:cubicBezTo>
                  <a:pt x="459784" y="91171"/>
                  <a:pt x="464284" y="90877"/>
                  <a:pt x="468262" y="90291"/>
                </a:cubicBezTo>
                <a:cubicBezTo>
                  <a:pt x="468327" y="89378"/>
                  <a:pt x="468360" y="88725"/>
                  <a:pt x="468360" y="88334"/>
                </a:cubicBezTo>
                <a:moveTo>
                  <a:pt x="456523" y="153386"/>
                </a:moveTo>
                <a:lnTo>
                  <a:pt x="456523" y="153386"/>
                </a:lnTo>
                <a:moveTo>
                  <a:pt x="456523" y="46172"/>
                </a:moveTo>
                <a:lnTo>
                  <a:pt x="456523" y="46172"/>
                </a:lnTo>
                <a:close/>
                <a:moveTo>
                  <a:pt x="579305" y="51259"/>
                </a:moveTo>
                <a:lnTo>
                  <a:pt x="578620" y="68672"/>
                </a:lnTo>
                <a:cubicBezTo>
                  <a:pt x="578555" y="71541"/>
                  <a:pt x="578424" y="74802"/>
                  <a:pt x="578229" y="78454"/>
                </a:cubicBezTo>
                <a:lnTo>
                  <a:pt x="574120" y="79726"/>
                </a:lnTo>
                <a:cubicBezTo>
                  <a:pt x="571055" y="75291"/>
                  <a:pt x="566816" y="73074"/>
                  <a:pt x="561403" y="73074"/>
                </a:cubicBezTo>
                <a:cubicBezTo>
                  <a:pt x="556512" y="73074"/>
                  <a:pt x="552469" y="75030"/>
                  <a:pt x="549273" y="78943"/>
                </a:cubicBezTo>
                <a:cubicBezTo>
                  <a:pt x="547317" y="81356"/>
                  <a:pt x="546338" y="84910"/>
                  <a:pt x="546338" y="89606"/>
                </a:cubicBezTo>
                <a:lnTo>
                  <a:pt x="546338" y="112496"/>
                </a:lnTo>
                <a:cubicBezTo>
                  <a:pt x="546338" y="117257"/>
                  <a:pt x="546567" y="123876"/>
                  <a:pt x="547023" y="132354"/>
                </a:cubicBezTo>
                <a:cubicBezTo>
                  <a:pt x="547154" y="134767"/>
                  <a:pt x="547838" y="136333"/>
                  <a:pt x="549078" y="137050"/>
                </a:cubicBezTo>
                <a:cubicBezTo>
                  <a:pt x="550317" y="137767"/>
                  <a:pt x="554849" y="138256"/>
                  <a:pt x="562675" y="138517"/>
                </a:cubicBezTo>
                <a:lnTo>
                  <a:pt x="563653" y="139398"/>
                </a:lnTo>
                <a:lnTo>
                  <a:pt x="563653" y="145365"/>
                </a:lnTo>
                <a:lnTo>
                  <a:pt x="562675" y="146343"/>
                </a:lnTo>
                <a:cubicBezTo>
                  <a:pt x="553088" y="145952"/>
                  <a:pt x="543567" y="145756"/>
                  <a:pt x="534111" y="145756"/>
                </a:cubicBezTo>
                <a:cubicBezTo>
                  <a:pt x="522437" y="145756"/>
                  <a:pt x="513535" y="145984"/>
                  <a:pt x="507405" y="146441"/>
                </a:cubicBezTo>
                <a:lnTo>
                  <a:pt x="506427" y="145463"/>
                </a:lnTo>
                <a:lnTo>
                  <a:pt x="506427" y="139495"/>
                </a:lnTo>
                <a:lnTo>
                  <a:pt x="507405" y="138517"/>
                </a:lnTo>
                <a:cubicBezTo>
                  <a:pt x="513666" y="138322"/>
                  <a:pt x="517546" y="137832"/>
                  <a:pt x="519046" y="137050"/>
                </a:cubicBezTo>
                <a:cubicBezTo>
                  <a:pt x="520350" y="136463"/>
                  <a:pt x="521068" y="134898"/>
                  <a:pt x="521198" y="132354"/>
                </a:cubicBezTo>
                <a:cubicBezTo>
                  <a:pt x="521654" y="123876"/>
                  <a:pt x="521883" y="114779"/>
                  <a:pt x="521883" y="105062"/>
                </a:cubicBezTo>
                <a:lnTo>
                  <a:pt x="521883" y="91073"/>
                </a:lnTo>
                <a:cubicBezTo>
                  <a:pt x="521883" y="78030"/>
                  <a:pt x="521394" y="70530"/>
                  <a:pt x="520415" y="68574"/>
                </a:cubicBezTo>
                <a:cubicBezTo>
                  <a:pt x="519763" y="67270"/>
                  <a:pt x="518361" y="66454"/>
                  <a:pt x="516209" y="66128"/>
                </a:cubicBezTo>
                <a:cubicBezTo>
                  <a:pt x="515426" y="65998"/>
                  <a:pt x="512590" y="65835"/>
                  <a:pt x="507698" y="65639"/>
                </a:cubicBezTo>
                <a:lnTo>
                  <a:pt x="506720" y="64661"/>
                </a:lnTo>
                <a:lnTo>
                  <a:pt x="506720" y="59183"/>
                </a:lnTo>
                <a:lnTo>
                  <a:pt x="507698" y="58107"/>
                </a:lnTo>
                <a:cubicBezTo>
                  <a:pt x="519437" y="56998"/>
                  <a:pt x="531795" y="54292"/>
                  <a:pt x="544773" y="49988"/>
                </a:cubicBezTo>
                <a:lnTo>
                  <a:pt x="546925" y="51259"/>
                </a:lnTo>
                <a:lnTo>
                  <a:pt x="546730" y="70432"/>
                </a:lnTo>
                <a:cubicBezTo>
                  <a:pt x="550773" y="65737"/>
                  <a:pt x="555664" y="60259"/>
                  <a:pt x="561403" y="53998"/>
                </a:cubicBezTo>
                <a:cubicBezTo>
                  <a:pt x="564077" y="51390"/>
                  <a:pt x="567729" y="50085"/>
                  <a:pt x="572359" y="50085"/>
                </a:cubicBezTo>
                <a:cubicBezTo>
                  <a:pt x="575098" y="50085"/>
                  <a:pt x="577414" y="50477"/>
                  <a:pt x="579305" y="51259"/>
                </a:cubicBezTo>
                <a:close/>
                <a:moveTo>
                  <a:pt x="711627" y="115040"/>
                </a:moveTo>
                <a:cubicBezTo>
                  <a:pt x="711627" y="125539"/>
                  <a:pt x="707665" y="134001"/>
                  <a:pt x="699742" y="140425"/>
                </a:cubicBezTo>
                <a:cubicBezTo>
                  <a:pt x="691818" y="146848"/>
                  <a:pt x="681465" y="150060"/>
                  <a:pt x="668683" y="150060"/>
                </a:cubicBezTo>
                <a:cubicBezTo>
                  <a:pt x="659618" y="150060"/>
                  <a:pt x="649901" y="148104"/>
                  <a:pt x="639532" y="144191"/>
                </a:cubicBezTo>
                <a:lnTo>
                  <a:pt x="638456" y="142724"/>
                </a:lnTo>
                <a:cubicBezTo>
                  <a:pt x="639042" y="136724"/>
                  <a:pt x="639401" y="132061"/>
                  <a:pt x="639532" y="128735"/>
                </a:cubicBezTo>
                <a:lnTo>
                  <a:pt x="640021" y="116409"/>
                </a:lnTo>
                <a:lnTo>
                  <a:pt x="640999" y="115333"/>
                </a:lnTo>
                <a:lnTo>
                  <a:pt x="646770" y="115333"/>
                </a:lnTo>
                <a:lnTo>
                  <a:pt x="647944" y="116409"/>
                </a:lnTo>
                <a:cubicBezTo>
                  <a:pt x="648205" y="123713"/>
                  <a:pt x="648499" y="128018"/>
                  <a:pt x="648825" y="129322"/>
                </a:cubicBezTo>
                <a:cubicBezTo>
                  <a:pt x="654368" y="136430"/>
                  <a:pt x="661640" y="139985"/>
                  <a:pt x="670639" y="139985"/>
                </a:cubicBezTo>
                <a:cubicBezTo>
                  <a:pt x="676378" y="139985"/>
                  <a:pt x="680976" y="138582"/>
                  <a:pt x="684432" y="135778"/>
                </a:cubicBezTo>
                <a:cubicBezTo>
                  <a:pt x="687889" y="132974"/>
                  <a:pt x="689617" y="129224"/>
                  <a:pt x="689617" y="124529"/>
                </a:cubicBezTo>
                <a:cubicBezTo>
                  <a:pt x="689617" y="118594"/>
                  <a:pt x="687008" y="114648"/>
                  <a:pt x="681791" y="112692"/>
                </a:cubicBezTo>
                <a:cubicBezTo>
                  <a:pt x="679574" y="111844"/>
                  <a:pt x="675172" y="110736"/>
                  <a:pt x="668585" y="109366"/>
                </a:cubicBezTo>
                <a:cubicBezTo>
                  <a:pt x="657824" y="107083"/>
                  <a:pt x="650618" y="104475"/>
                  <a:pt x="646966" y="101540"/>
                </a:cubicBezTo>
                <a:cubicBezTo>
                  <a:pt x="641423" y="97106"/>
                  <a:pt x="638651" y="90551"/>
                  <a:pt x="638651" y="81878"/>
                </a:cubicBezTo>
                <a:cubicBezTo>
                  <a:pt x="638651" y="72422"/>
                  <a:pt x="642075" y="64824"/>
                  <a:pt x="648923" y="59085"/>
                </a:cubicBezTo>
                <a:cubicBezTo>
                  <a:pt x="656096" y="53085"/>
                  <a:pt x="665813" y="50085"/>
                  <a:pt x="678074" y="50085"/>
                </a:cubicBezTo>
                <a:cubicBezTo>
                  <a:pt x="688508" y="50085"/>
                  <a:pt x="697182" y="51846"/>
                  <a:pt x="704095" y="55368"/>
                </a:cubicBezTo>
                <a:lnTo>
                  <a:pt x="704975" y="56933"/>
                </a:lnTo>
                <a:cubicBezTo>
                  <a:pt x="704258" y="59868"/>
                  <a:pt x="703703" y="67400"/>
                  <a:pt x="703312" y="79530"/>
                </a:cubicBezTo>
                <a:lnTo>
                  <a:pt x="702236" y="80508"/>
                </a:lnTo>
                <a:lnTo>
                  <a:pt x="696660" y="80508"/>
                </a:lnTo>
                <a:lnTo>
                  <a:pt x="695584" y="79530"/>
                </a:lnTo>
                <a:cubicBezTo>
                  <a:pt x="695323" y="74835"/>
                  <a:pt x="694867" y="71019"/>
                  <a:pt x="694215" y="68085"/>
                </a:cubicBezTo>
                <a:cubicBezTo>
                  <a:pt x="690106" y="62868"/>
                  <a:pt x="684139" y="60259"/>
                  <a:pt x="676313" y="60259"/>
                </a:cubicBezTo>
                <a:cubicBezTo>
                  <a:pt x="671226" y="60259"/>
                  <a:pt x="667052" y="61498"/>
                  <a:pt x="663792" y="63976"/>
                </a:cubicBezTo>
                <a:cubicBezTo>
                  <a:pt x="660531" y="66454"/>
                  <a:pt x="658901" y="69715"/>
                  <a:pt x="658901" y="73758"/>
                </a:cubicBezTo>
                <a:cubicBezTo>
                  <a:pt x="658901" y="79171"/>
                  <a:pt x="661672" y="82791"/>
                  <a:pt x="667215" y="84617"/>
                </a:cubicBezTo>
                <a:cubicBezTo>
                  <a:pt x="669694" y="85399"/>
                  <a:pt x="674520" y="86508"/>
                  <a:pt x="681693" y="87943"/>
                </a:cubicBezTo>
                <a:cubicBezTo>
                  <a:pt x="692649" y="90095"/>
                  <a:pt x="699888" y="92573"/>
                  <a:pt x="703410" y="95377"/>
                </a:cubicBezTo>
                <a:cubicBezTo>
                  <a:pt x="708888" y="99747"/>
                  <a:pt x="711627" y="106301"/>
                  <a:pt x="711627" y="115040"/>
                </a:cubicBezTo>
                <a:close/>
                <a:moveTo>
                  <a:pt x="766145" y="17804"/>
                </a:moveTo>
                <a:cubicBezTo>
                  <a:pt x="766145" y="21978"/>
                  <a:pt x="764678" y="25548"/>
                  <a:pt x="761743" y="28515"/>
                </a:cubicBezTo>
                <a:cubicBezTo>
                  <a:pt x="758808" y="31483"/>
                  <a:pt x="755287" y="32966"/>
                  <a:pt x="751178" y="32966"/>
                </a:cubicBezTo>
                <a:cubicBezTo>
                  <a:pt x="747004" y="32966"/>
                  <a:pt x="743450" y="31483"/>
                  <a:pt x="740515" y="28515"/>
                </a:cubicBezTo>
                <a:cubicBezTo>
                  <a:pt x="737581" y="25548"/>
                  <a:pt x="736113" y="21978"/>
                  <a:pt x="736113" y="17804"/>
                </a:cubicBezTo>
                <a:cubicBezTo>
                  <a:pt x="736113" y="13500"/>
                  <a:pt x="737597" y="9880"/>
                  <a:pt x="740564" y="6945"/>
                </a:cubicBezTo>
                <a:cubicBezTo>
                  <a:pt x="743532" y="4011"/>
                  <a:pt x="747070" y="2543"/>
                  <a:pt x="751178" y="2543"/>
                </a:cubicBezTo>
                <a:cubicBezTo>
                  <a:pt x="755221" y="2543"/>
                  <a:pt x="758727" y="4011"/>
                  <a:pt x="761694" y="6945"/>
                </a:cubicBezTo>
                <a:cubicBezTo>
                  <a:pt x="764661" y="9880"/>
                  <a:pt x="766145" y="13500"/>
                  <a:pt x="766145" y="17804"/>
                </a:cubicBezTo>
                <a:moveTo>
                  <a:pt x="779645" y="145463"/>
                </a:moveTo>
                <a:lnTo>
                  <a:pt x="778666" y="146441"/>
                </a:lnTo>
                <a:cubicBezTo>
                  <a:pt x="772471" y="145984"/>
                  <a:pt x="763536" y="145756"/>
                  <a:pt x="751863" y="145756"/>
                </a:cubicBezTo>
                <a:cubicBezTo>
                  <a:pt x="740189" y="145756"/>
                  <a:pt x="731287" y="145984"/>
                  <a:pt x="725157" y="146441"/>
                </a:cubicBezTo>
                <a:lnTo>
                  <a:pt x="724179" y="145463"/>
                </a:lnTo>
                <a:lnTo>
                  <a:pt x="724179" y="139495"/>
                </a:lnTo>
                <a:lnTo>
                  <a:pt x="725157" y="138517"/>
                </a:lnTo>
                <a:cubicBezTo>
                  <a:pt x="731418" y="138322"/>
                  <a:pt x="735298" y="137832"/>
                  <a:pt x="736798" y="137050"/>
                </a:cubicBezTo>
                <a:cubicBezTo>
                  <a:pt x="738102" y="136463"/>
                  <a:pt x="738820" y="134898"/>
                  <a:pt x="738950" y="132354"/>
                </a:cubicBezTo>
                <a:cubicBezTo>
                  <a:pt x="739407" y="123876"/>
                  <a:pt x="739635" y="114779"/>
                  <a:pt x="739635" y="105062"/>
                </a:cubicBezTo>
                <a:lnTo>
                  <a:pt x="739635" y="91073"/>
                </a:lnTo>
                <a:cubicBezTo>
                  <a:pt x="739635" y="78421"/>
                  <a:pt x="739146" y="70922"/>
                  <a:pt x="738168" y="68574"/>
                </a:cubicBezTo>
                <a:cubicBezTo>
                  <a:pt x="737646" y="67270"/>
                  <a:pt x="736244" y="66454"/>
                  <a:pt x="733961" y="66128"/>
                </a:cubicBezTo>
                <a:cubicBezTo>
                  <a:pt x="733179" y="65998"/>
                  <a:pt x="730342" y="65835"/>
                  <a:pt x="725451" y="65639"/>
                </a:cubicBezTo>
                <a:lnTo>
                  <a:pt x="724472" y="64661"/>
                </a:lnTo>
                <a:lnTo>
                  <a:pt x="724472" y="59183"/>
                </a:lnTo>
                <a:lnTo>
                  <a:pt x="725451" y="58107"/>
                </a:lnTo>
                <a:cubicBezTo>
                  <a:pt x="737972" y="56998"/>
                  <a:pt x="750591" y="54292"/>
                  <a:pt x="763308" y="49988"/>
                </a:cubicBezTo>
                <a:lnTo>
                  <a:pt x="765362" y="51259"/>
                </a:lnTo>
                <a:cubicBezTo>
                  <a:pt x="764515" y="63128"/>
                  <a:pt x="764091" y="73139"/>
                  <a:pt x="764091" y="81291"/>
                </a:cubicBezTo>
                <a:lnTo>
                  <a:pt x="764091" y="112496"/>
                </a:lnTo>
                <a:cubicBezTo>
                  <a:pt x="764091" y="117257"/>
                  <a:pt x="764319" y="123876"/>
                  <a:pt x="764775" y="132354"/>
                </a:cubicBezTo>
                <a:cubicBezTo>
                  <a:pt x="764906" y="134898"/>
                  <a:pt x="765623" y="136463"/>
                  <a:pt x="766928" y="137050"/>
                </a:cubicBezTo>
                <a:cubicBezTo>
                  <a:pt x="768428" y="137832"/>
                  <a:pt x="772308" y="138322"/>
                  <a:pt x="778568" y="138517"/>
                </a:cubicBezTo>
                <a:lnTo>
                  <a:pt x="779645" y="139495"/>
                </a:lnTo>
                <a:lnTo>
                  <a:pt x="779645" y="145463"/>
                </a:lnTo>
                <a:moveTo>
                  <a:pt x="751863" y="153386"/>
                </a:moveTo>
                <a:lnTo>
                  <a:pt x="751863" y="153386"/>
                </a:lnTo>
                <a:close/>
                <a:moveTo>
                  <a:pt x="902606" y="145463"/>
                </a:moveTo>
                <a:lnTo>
                  <a:pt x="901628" y="146441"/>
                </a:lnTo>
                <a:cubicBezTo>
                  <a:pt x="895237" y="145984"/>
                  <a:pt x="889465" y="145756"/>
                  <a:pt x="884313" y="145756"/>
                </a:cubicBezTo>
                <a:cubicBezTo>
                  <a:pt x="879422" y="145756"/>
                  <a:pt x="872803" y="145984"/>
                  <a:pt x="864455" y="146441"/>
                </a:cubicBezTo>
                <a:lnTo>
                  <a:pt x="863575" y="145756"/>
                </a:lnTo>
                <a:cubicBezTo>
                  <a:pt x="863836" y="142561"/>
                  <a:pt x="863966" y="137213"/>
                  <a:pt x="863966" y="129713"/>
                </a:cubicBezTo>
                <a:cubicBezTo>
                  <a:pt x="861619" y="131670"/>
                  <a:pt x="858260" y="134670"/>
                  <a:pt x="853891" y="138713"/>
                </a:cubicBezTo>
                <a:cubicBezTo>
                  <a:pt x="848478" y="143734"/>
                  <a:pt x="844956" y="146734"/>
                  <a:pt x="843326" y="147713"/>
                </a:cubicBezTo>
                <a:cubicBezTo>
                  <a:pt x="841239" y="148691"/>
                  <a:pt x="837848" y="149180"/>
                  <a:pt x="833152" y="149180"/>
                </a:cubicBezTo>
                <a:cubicBezTo>
                  <a:pt x="822000" y="149180"/>
                  <a:pt x="813001" y="144974"/>
                  <a:pt x="806153" y="136561"/>
                </a:cubicBezTo>
                <a:cubicBezTo>
                  <a:pt x="799305" y="128148"/>
                  <a:pt x="795882" y="117257"/>
                  <a:pt x="795882" y="103888"/>
                </a:cubicBezTo>
                <a:cubicBezTo>
                  <a:pt x="795882" y="90910"/>
                  <a:pt x="798523" y="80802"/>
                  <a:pt x="803805" y="73563"/>
                </a:cubicBezTo>
                <a:cubicBezTo>
                  <a:pt x="805175" y="71672"/>
                  <a:pt x="809218" y="68313"/>
                  <a:pt x="815935" y="63487"/>
                </a:cubicBezTo>
                <a:cubicBezTo>
                  <a:pt x="823761" y="57879"/>
                  <a:pt x="829467" y="54324"/>
                  <a:pt x="833054" y="52824"/>
                </a:cubicBezTo>
                <a:cubicBezTo>
                  <a:pt x="836185" y="51520"/>
                  <a:pt x="840163" y="50868"/>
                  <a:pt x="844989" y="50868"/>
                </a:cubicBezTo>
                <a:cubicBezTo>
                  <a:pt x="851771" y="50868"/>
                  <a:pt x="858097" y="52303"/>
                  <a:pt x="863966" y="55172"/>
                </a:cubicBezTo>
                <a:lnTo>
                  <a:pt x="863966" y="49694"/>
                </a:lnTo>
                <a:cubicBezTo>
                  <a:pt x="863966" y="32542"/>
                  <a:pt x="863542" y="22434"/>
                  <a:pt x="862695" y="19369"/>
                </a:cubicBezTo>
                <a:cubicBezTo>
                  <a:pt x="862238" y="17673"/>
                  <a:pt x="860901" y="16630"/>
                  <a:pt x="858684" y="16239"/>
                </a:cubicBezTo>
                <a:cubicBezTo>
                  <a:pt x="857640" y="16043"/>
                  <a:pt x="854641" y="15847"/>
                  <a:pt x="849684" y="15652"/>
                </a:cubicBezTo>
                <a:lnTo>
                  <a:pt x="848706" y="14576"/>
                </a:lnTo>
                <a:lnTo>
                  <a:pt x="848706" y="9195"/>
                </a:lnTo>
                <a:lnTo>
                  <a:pt x="849684" y="8119"/>
                </a:lnTo>
                <a:cubicBezTo>
                  <a:pt x="862206" y="6815"/>
                  <a:pt x="874825" y="4109"/>
                  <a:pt x="887542" y="0"/>
                </a:cubicBezTo>
                <a:lnTo>
                  <a:pt x="889694" y="1174"/>
                </a:lnTo>
                <a:cubicBezTo>
                  <a:pt x="889694" y="1435"/>
                  <a:pt x="889563" y="4663"/>
                  <a:pt x="889302" y="10858"/>
                </a:cubicBezTo>
                <a:cubicBezTo>
                  <a:pt x="888716" y="24880"/>
                  <a:pt x="888422" y="45944"/>
                  <a:pt x="888422" y="74052"/>
                </a:cubicBezTo>
                <a:lnTo>
                  <a:pt x="888422" y="105649"/>
                </a:lnTo>
                <a:cubicBezTo>
                  <a:pt x="888422" y="123974"/>
                  <a:pt x="888846" y="134050"/>
                  <a:pt x="889694" y="135876"/>
                </a:cubicBezTo>
                <a:cubicBezTo>
                  <a:pt x="890215" y="136985"/>
                  <a:pt x="890933" y="137669"/>
                  <a:pt x="891846" y="137930"/>
                </a:cubicBezTo>
                <a:cubicBezTo>
                  <a:pt x="893281" y="138387"/>
                  <a:pt x="896541" y="138811"/>
                  <a:pt x="901628" y="139202"/>
                </a:cubicBezTo>
                <a:lnTo>
                  <a:pt x="902606" y="140180"/>
                </a:lnTo>
                <a:lnTo>
                  <a:pt x="902606" y="145463"/>
                </a:lnTo>
                <a:moveTo>
                  <a:pt x="863966" y="94399"/>
                </a:moveTo>
                <a:lnTo>
                  <a:pt x="863966" y="76008"/>
                </a:lnTo>
                <a:cubicBezTo>
                  <a:pt x="859271" y="70400"/>
                  <a:pt x="854771" y="66813"/>
                  <a:pt x="850467" y="65248"/>
                </a:cubicBezTo>
                <a:cubicBezTo>
                  <a:pt x="847532" y="64204"/>
                  <a:pt x="844402" y="63683"/>
                  <a:pt x="841076" y="63683"/>
                </a:cubicBezTo>
                <a:cubicBezTo>
                  <a:pt x="832076" y="63683"/>
                  <a:pt x="826272" y="68313"/>
                  <a:pt x="823663" y="77574"/>
                </a:cubicBezTo>
                <a:cubicBezTo>
                  <a:pt x="822229" y="82726"/>
                  <a:pt x="821511" y="88465"/>
                  <a:pt x="821511" y="94790"/>
                </a:cubicBezTo>
                <a:cubicBezTo>
                  <a:pt x="821511" y="108290"/>
                  <a:pt x="824674" y="118300"/>
                  <a:pt x="831000" y="124822"/>
                </a:cubicBezTo>
                <a:cubicBezTo>
                  <a:pt x="834326" y="128278"/>
                  <a:pt x="838793" y="130007"/>
                  <a:pt x="844402" y="130007"/>
                </a:cubicBezTo>
                <a:cubicBezTo>
                  <a:pt x="849032" y="130007"/>
                  <a:pt x="853336" y="128539"/>
                  <a:pt x="857314" y="125605"/>
                </a:cubicBezTo>
                <a:cubicBezTo>
                  <a:pt x="860901" y="122996"/>
                  <a:pt x="863021" y="120192"/>
                  <a:pt x="863673" y="117192"/>
                </a:cubicBezTo>
                <a:cubicBezTo>
                  <a:pt x="863869" y="116279"/>
                  <a:pt x="863966" y="108681"/>
                  <a:pt x="863966" y="94399"/>
                </a:cubicBezTo>
                <a:close/>
                <a:moveTo>
                  <a:pt x="999953" y="90877"/>
                </a:moveTo>
                <a:cubicBezTo>
                  <a:pt x="999953" y="91986"/>
                  <a:pt x="999921" y="93649"/>
                  <a:pt x="999855" y="95866"/>
                </a:cubicBezTo>
                <a:lnTo>
                  <a:pt x="998779" y="97236"/>
                </a:lnTo>
                <a:cubicBezTo>
                  <a:pt x="990171" y="99584"/>
                  <a:pt x="978758" y="100758"/>
                  <a:pt x="964541" y="100758"/>
                </a:cubicBezTo>
                <a:cubicBezTo>
                  <a:pt x="961998" y="100758"/>
                  <a:pt x="958150" y="100806"/>
                  <a:pt x="952998" y="100904"/>
                </a:cubicBezTo>
                <a:cubicBezTo>
                  <a:pt x="947846" y="101002"/>
                  <a:pt x="943966" y="101051"/>
                  <a:pt x="941357" y="101051"/>
                </a:cubicBezTo>
                <a:cubicBezTo>
                  <a:pt x="941749" y="110638"/>
                  <a:pt x="944716" y="118561"/>
                  <a:pt x="950259" y="124822"/>
                </a:cubicBezTo>
                <a:cubicBezTo>
                  <a:pt x="956063" y="131539"/>
                  <a:pt x="963628" y="134898"/>
                  <a:pt x="972954" y="134898"/>
                </a:cubicBezTo>
                <a:cubicBezTo>
                  <a:pt x="979215" y="134898"/>
                  <a:pt x="986649" y="132746"/>
                  <a:pt x="995258" y="128441"/>
                </a:cubicBezTo>
                <a:lnTo>
                  <a:pt x="997606" y="131278"/>
                </a:lnTo>
                <a:lnTo>
                  <a:pt x="993301" y="140963"/>
                </a:lnTo>
                <a:cubicBezTo>
                  <a:pt x="983780" y="147028"/>
                  <a:pt x="973443" y="150060"/>
                  <a:pt x="962291" y="150060"/>
                </a:cubicBezTo>
                <a:cubicBezTo>
                  <a:pt x="947618" y="150060"/>
                  <a:pt x="936222" y="145919"/>
                  <a:pt x="928102" y="137637"/>
                </a:cubicBezTo>
                <a:cubicBezTo>
                  <a:pt x="919983" y="129354"/>
                  <a:pt x="915923" y="117551"/>
                  <a:pt x="915923" y="102225"/>
                </a:cubicBezTo>
                <a:cubicBezTo>
                  <a:pt x="915923" y="84030"/>
                  <a:pt x="920260" y="71574"/>
                  <a:pt x="928934" y="64857"/>
                </a:cubicBezTo>
                <a:cubicBezTo>
                  <a:pt x="940933" y="55596"/>
                  <a:pt x="952314" y="50966"/>
                  <a:pt x="963074" y="50966"/>
                </a:cubicBezTo>
                <a:cubicBezTo>
                  <a:pt x="974748" y="50966"/>
                  <a:pt x="983780" y="54324"/>
                  <a:pt x="990171" y="61041"/>
                </a:cubicBezTo>
                <a:cubicBezTo>
                  <a:pt x="996693" y="67954"/>
                  <a:pt x="999953" y="77900"/>
                  <a:pt x="999953" y="90877"/>
                </a:cubicBezTo>
                <a:moveTo>
                  <a:pt x="974422" y="88334"/>
                </a:moveTo>
                <a:cubicBezTo>
                  <a:pt x="974422" y="70726"/>
                  <a:pt x="968943" y="61922"/>
                  <a:pt x="957987" y="61922"/>
                </a:cubicBezTo>
                <a:cubicBezTo>
                  <a:pt x="946444" y="61922"/>
                  <a:pt x="940673" y="70661"/>
                  <a:pt x="940673" y="88138"/>
                </a:cubicBezTo>
                <a:lnTo>
                  <a:pt x="940673" y="90291"/>
                </a:lnTo>
                <a:cubicBezTo>
                  <a:pt x="944455" y="90877"/>
                  <a:pt x="951172" y="91171"/>
                  <a:pt x="960824" y="91171"/>
                </a:cubicBezTo>
                <a:cubicBezTo>
                  <a:pt x="965846" y="91171"/>
                  <a:pt x="970346" y="90877"/>
                  <a:pt x="974324" y="90291"/>
                </a:cubicBezTo>
                <a:cubicBezTo>
                  <a:pt x="974389" y="89378"/>
                  <a:pt x="974422" y="88725"/>
                  <a:pt x="974422" y="88334"/>
                </a:cubicBezTo>
                <a:moveTo>
                  <a:pt x="962585" y="153386"/>
                </a:moveTo>
                <a:lnTo>
                  <a:pt x="962585" y="153386"/>
                </a:lnTo>
                <a:moveTo>
                  <a:pt x="962585" y="46172"/>
                </a:moveTo>
                <a:lnTo>
                  <a:pt x="962585" y="461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Userside">
            <a:extLst xmlns:a="http://schemas.openxmlformats.org/drawingml/2006/main">
              <a:ext uri="{FF2B5EF4-FFF2-40B4-BE49-F238E27FC236}">
                <a16:creationId xmlns:a16="http://schemas.microsoft.com/office/drawing/2014/main" id="{F194DDA0-4638-4CC0-8B11-266452C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87" y="4765160"/>
            <a:ext cx="840327" cy="153386"/>
          </a:xfrm>
          <a:custGeom xmlns:a="http://schemas.openxmlformats.org/drawingml/2006/main">
            <a:pathLst>
              <a:path w="840327" h="153386">
                <a:moveTo>
                  <a:pt x="145365" y="15260"/>
                </a:moveTo>
                <a:lnTo>
                  <a:pt x="144387" y="16239"/>
                </a:lnTo>
                <a:cubicBezTo>
                  <a:pt x="136691" y="16239"/>
                  <a:pt x="132354" y="18293"/>
                  <a:pt x="131376" y="22401"/>
                </a:cubicBezTo>
                <a:cubicBezTo>
                  <a:pt x="130854" y="24684"/>
                  <a:pt x="130463" y="29640"/>
                  <a:pt x="130202" y="37271"/>
                </a:cubicBezTo>
                <a:cubicBezTo>
                  <a:pt x="130007" y="42944"/>
                  <a:pt x="129909" y="51129"/>
                  <a:pt x="129909" y="61824"/>
                </a:cubicBezTo>
                <a:lnTo>
                  <a:pt x="129909" y="91954"/>
                </a:lnTo>
                <a:cubicBezTo>
                  <a:pt x="129909" y="111322"/>
                  <a:pt x="126094" y="125148"/>
                  <a:pt x="118464" y="133430"/>
                </a:cubicBezTo>
                <a:cubicBezTo>
                  <a:pt x="108355" y="144387"/>
                  <a:pt x="93943" y="149865"/>
                  <a:pt x="75226" y="149865"/>
                </a:cubicBezTo>
                <a:cubicBezTo>
                  <a:pt x="58139" y="149865"/>
                  <a:pt x="44803" y="147028"/>
                  <a:pt x="35216" y="141354"/>
                </a:cubicBezTo>
                <a:cubicBezTo>
                  <a:pt x="27130" y="136528"/>
                  <a:pt x="21847" y="129681"/>
                  <a:pt x="19369" y="120811"/>
                </a:cubicBezTo>
                <a:cubicBezTo>
                  <a:pt x="17804" y="115138"/>
                  <a:pt x="17021" y="100334"/>
                  <a:pt x="17021" y="76400"/>
                </a:cubicBezTo>
                <a:lnTo>
                  <a:pt x="17021" y="51161"/>
                </a:lnTo>
                <a:cubicBezTo>
                  <a:pt x="17021" y="35640"/>
                  <a:pt x="16597" y="25532"/>
                  <a:pt x="15749" y="20836"/>
                </a:cubicBezTo>
                <a:cubicBezTo>
                  <a:pt x="15423" y="18945"/>
                  <a:pt x="14315" y="17739"/>
                  <a:pt x="12424" y="17217"/>
                </a:cubicBezTo>
                <a:cubicBezTo>
                  <a:pt x="11445" y="16956"/>
                  <a:pt x="7630" y="16630"/>
                  <a:pt x="978" y="16239"/>
                </a:cubicBezTo>
                <a:lnTo>
                  <a:pt x="0" y="15260"/>
                </a:lnTo>
                <a:lnTo>
                  <a:pt x="0" y="8706"/>
                </a:lnTo>
                <a:lnTo>
                  <a:pt x="978" y="7728"/>
                </a:lnTo>
                <a:cubicBezTo>
                  <a:pt x="7239" y="8119"/>
                  <a:pt x="17282" y="8315"/>
                  <a:pt x="31108" y="8315"/>
                </a:cubicBezTo>
                <a:cubicBezTo>
                  <a:pt x="45194" y="8315"/>
                  <a:pt x="55205" y="8119"/>
                  <a:pt x="61139" y="7728"/>
                </a:cubicBezTo>
                <a:lnTo>
                  <a:pt x="62118" y="8706"/>
                </a:lnTo>
                <a:lnTo>
                  <a:pt x="62118" y="15260"/>
                </a:lnTo>
                <a:lnTo>
                  <a:pt x="61139" y="16239"/>
                </a:lnTo>
                <a:cubicBezTo>
                  <a:pt x="54487" y="16630"/>
                  <a:pt x="50672" y="16956"/>
                  <a:pt x="49694" y="17217"/>
                </a:cubicBezTo>
                <a:cubicBezTo>
                  <a:pt x="47803" y="17739"/>
                  <a:pt x="46694" y="18945"/>
                  <a:pt x="46368" y="20836"/>
                </a:cubicBezTo>
                <a:cubicBezTo>
                  <a:pt x="45520" y="25532"/>
                  <a:pt x="45096" y="35640"/>
                  <a:pt x="45096" y="51161"/>
                </a:cubicBezTo>
                <a:lnTo>
                  <a:pt x="45096" y="71313"/>
                </a:lnTo>
                <a:cubicBezTo>
                  <a:pt x="45096" y="95964"/>
                  <a:pt x="46205" y="111062"/>
                  <a:pt x="48422" y="116605"/>
                </a:cubicBezTo>
                <a:cubicBezTo>
                  <a:pt x="52857" y="127561"/>
                  <a:pt x="63781" y="133039"/>
                  <a:pt x="81193" y="133039"/>
                </a:cubicBezTo>
                <a:cubicBezTo>
                  <a:pt x="92606" y="133039"/>
                  <a:pt x="101508" y="130235"/>
                  <a:pt x="107899" y="124626"/>
                </a:cubicBezTo>
                <a:cubicBezTo>
                  <a:pt x="110899" y="121953"/>
                  <a:pt x="112985" y="119246"/>
                  <a:pt x="114159" y="116507"/>
                </a:cubicBezTo>
                <a:cubicBezTo>
                  <a:pt x="115333" y="113768"/>
                  <a:pt x="116246" y="109529"/>
                  <a:pt x="116898" y="103790"/>
                </a:cubicBezTo>
                <a:cubicBezTo>
                  <a:pt x="117485" y="98442"/>
                  <a:pt x="117779" y="93030"/>
                  <a:pt x="117779" y="87551"/>
                </a:cubicBezTo>
                <a:lnTo>
                  <a:pt x="117779" y="67204"/>
                </a:lnTo>
                <a:cubicBezTo>
                  <a:pt x="117779" y="50118"/>
                  <a:pt x="117714" y="38444"/>
                  <a:pt x="117583" y="32184"/>
                </a:cubicBezTo>
                <a:cubicBezTo>
                  <a:pt x="117453" y="26314"/>
                  <a:pt x="117061" y="22499"/>
                  <a:pt x="116409" y="20738"/>
                </a:cubicBezTo>
                <a:cubicBezTo>
                  <a:pt x="115888" y="19434"/>
                  <a:pt x="114746" y="18423"/>
                  <a:pt x="112985" y="17706"/>
                </a:cubicBezTo>
                <a:cubicBezTo>
                  <a:pt x="111485" y="17119"/>
                  <a:pt x="107475" y="16630"/>
                  <a:pt x="100953" y="16239"/>
                </a:cubicBezTo>
                <a:lnTo>
                  <a:pt x="99975" y="15260"/>
                </a:lnTo>
                <a:lnTo>
                  <a:pt x="99975" y="8706"/>
                </a:lnTo>
                <a:lnTo>
                  <a:pt x="100953" y="7728"/>
                </a:lnTo>
                <a:cubicBezTo>
                  <a:pt x="106627" y="8119"/>
                  <a:pt x="112464" y="8315"/>
                  <a:pt x="118464" y="8315"/>
                </a:cubicBezTo>
                <a:cubicBezTo>
                  <a:pt x="122963" y="8315"/>
                  <a:pt x="131604" y="8119"/>
                  <a:pt x="144387" y="7728"/>
                </a:cubicBezTo>
                <a:lnTo>
                  <a:pt x="145365" y="8706"/>
                </a:lnTo>
                <a:lnTo>
                  <a:pt x="145365" y="15260"/>
                </a:lnTo>
                <a:moveTo>
                  <a:pt x="75226" y="2152"/>
                </a:moveTo>
                <a:lnTo>
                  <a:pt x="75226" y="2152"/>
                </a:lnTo>
                <a:moveTo>
                  <a:pt x="75226" y="153386"/>
                </a:moveTo>
                <a:lnTo>
                  <a:pt x="75226" y="153386"/>
                </a:lnTo>
                <a:close/>
                <a:moveTo>
                  <a:pt x="231855" y="115040"/>
                </a:moveTo>
                <a:cubicBezTo>
                  <a:pt x="231855" y="125539"/>
                  <a:pt x="227893" y="134001"/>
                  <a:pt x="219970" y="140425"/>
                </a:cubicBezTo>
                <a:cubicBezTo>
                  <a:pt x="212046" y="146848"/>
                  <a:pt x="201693" y="150060"/>
                  <a:pt x="188911" y="150060"/>
                </a:cubicBezTo>
                <a:cubicBezTo>
                  <a:pt x="179846" y="150060"/>
                  <a:pt x="170129" y="148104"/>
                  <a:pt x="159760" y="144191"/>
                </a:cubicBezTo>
                <a:lnTo>
                  <a:pt x="158684" y="142724"/>
                </a:lnTo>
                <a:cubicBezTo>
                  <a:pt x="159271" y="136724"/>
                  <a:pt x="159629" y="132061"/>
                  <a:pt x="159760" y="128735"/>
                </a:cubicBezTo>
                <a:lnTo>
                  <a:pt x="160249" y="116409"/>
                </a:lnTo>
                <a:lnTo>
                  <a:pt x="161227" y="115333"/>
                </a:lnTo>
                <a:lnTo>
                  <a:pt x="166999" y="115333"/>
                </a:lnTo>
                <a:lnTo>
                  <a:pt x="168172" y="116409"/>
                </a:lnTo>
                <a:cubicBezTo>
                  <a:pt x="168433" y="123713"/>
                  <a:pt x="168727" y="128018"/>
                  <a:pt x="169053" y="129322"/>
                </a:cubicBezTo>
                <a:cubicBezTo>
                  <a:pt x="174596" y="136430"/>
                  <a:pt x="181868" y="139985"/>
                  <a:pt x="190867" y="139985"/>
                </a:cubicBezTo>
                <a:cubicBezTo>
                  <a:pt x="196606" y="139985"/>
                  <a:pt x="201204" y="138582"/>
                  <a:pt x="204660" y="135778"/>
                </a:cubicBezTo>
                <a:cubicBezTo>
                  <a:pt x="208117" y="132974"/>
                  <a:pt x="209845" y="129224"/>
                  <a:pt x="209845" y="124529"/>
                </a:cubicBezTo>
                <a:cubicBezTo>
                  <a:pt x="209845" y="118594"/>
                  <a:pt x="207236" y="114648"/>
                  <a:pt x="202019" y="112692"/>
                </a:cubicBezTo>
                <a:cubicBezTo>
                  <a:pt x="199802" y="111844"/>
                  <a:pt x="195400" y="110736"/>
                  <a:pt x="188813" y="109366"/>
                </a:cubicBezTo>
                <a:cubicBezTo>
                  <a:pt x="178053" y="107083"/>
                  <a:pt x="170846" y="104475"/>
                  <a:pt x="167194" y="101540"/>
                </a:cubicBezTo>
                <a:cubicBezTo>
                  <a:pt x="161651" y="97106"/>
                  <a:pt x="158879" y="90551"/>
                  <a:pt x="158879" y="81878"/>
                </a:cubicBezTo>
                <a:cubicBezTo>
                  <a:pt x="158879" y="72422"/>
                  <a:pt x="162303" y="64824"/>
                  <a:pt x="169151" y="59085"/>
                </a:cubicBezTo>
                <a:cubicBezTo>
                  <a:pt x="176324" y="53085"/>
                  <a:pt x="186041" y="50085"/>
                  <a:pt x="198302" y="50085"/>
                </a:cubicBezTo>
                <a:cubicBezTo>
                  <a:pt x="208736" y="50085"/>
                  <a:pt x="217410" y="51846"/>
                  <a:pt x="224323" y="55368"/>
                </a:cubicBezTo>
                <a:lnTo>
                  <a:pt x="225203" y="56933"/>
                </a:lnTo>
                <a:cubicBezTo>
                  <a:pt x="224486" y="59868"/>
                  <a:pt x="223931" y="67400"/>
                  <a:pt x="223540" y="79530"/>
                </a:cubicBezTo>
                <a:lnTo>
                  <a:pt x="222464" y="80508"/>
                </a:lnTo>
                <a:lnTo>
                  <a:pt x="216888" y="80508"/>
                </a:lnTo>
                <a:lnTo>
                  <a:pt x="215812" y="79530"/>
                </a:lnTo>
                <a:cubicBezTo>
                  <a:pt x="215551" y="74835"/>
                  <a:pt x="215095" y="71019"/>
                  <a:pt x="214443" y="68085"/>
                </a:cubicBezTo>
                <a:cubicBezTo>
                  <a:pt x="210334" y="62868"/>
                  <a:pt x="204367" y="60259"/>
                  <a:pt x="196541" y="60259"/>
                </a:cubicBezTo>
                <a:cubicBezTo>
                  <a:pt x="191454" y="60259"/>
                  <a:pt x="187280" y="61498"/>
                  <a:pt x="184020" y="63976"/>
                </a:cubicBezTo>
                <a:cubicBezTo>
                  <a:pt x="180759" y="66454"/>
                  <a:pt x="179129" y="69715"/>
                  <a:pt x="179129" y="73758"/>
                </a:cubicBezTo>
                <a:cubicBezTo>
                  <a:pt x="179129" y="79171"/>
                  <a:pt x="181900" y="82791"/>
                  <a:pt x="187444" y="84617"/>
                </a:cubicBezTo>
                <a:cubicBezTo>
                  <a:pt x="189922" y="85399"/>
                  <a:pt x="194748" y="86508"/>
                  <a:pt x="201921" y="87943"/>
                </a:cubicBezTo>
                <a:cubicBezTo>
                  <a:pt x="212877" y="90095"/>
                  <a:pt x="220116" y="92573"/>
                  <a:pt x="223638" y="95377"/>
                </a:cubicBezTo>
                <a:cubicBezTo>
                  <a:pt x="229116" y="99747"/>
                  <a:pt x="231855" y="106301"/>
                  <a:pt x="231855" y="115040"/>
                </a:cubicBezTo>
                <a:close/>
                <a:moveTo>
                  <a:pt x="331861" y="90877"/>
                </a:moveTo>
                <a:cubicBezTo>
                  <a:pt x="331861" y="91986"/>
                  <a:pt x="331828" y="93649"/>
                  <a:pt x="331763" y="95866"/>
                </a:cubicBezTo>
                <a:lnTo>
                  <a:pt x="330687" y="97236"/>
                </a:lnTo>
                <a:cubicBezTo>
                  <a:pt x="322078" y="99584"/>
                  <a:pt x="310666" y="100758"/>
                  <a:pt x="296449" y="100758"/>
                </a:cubicBezTo>
                <a:cubicBezTo>
                  <a:pt x="293905" y="100758"/>
                  <a:pt x="290058" y="100806"/>
                  <a:pt x="284906" y="100904"/>
                </a:cubicBezTo>
                <a:cubicBezTo>
                  <a:pt x="279754" y="101002"/>
                  <a:pt x="275873" y="101051"/>
                  <a:pt x="273265" y="101051"/>
                </a:cubicBezTo>
                <a:cubicBezTo>
                  <a:pt x="273656" y="110638"/>
                  <a:pt x="276623" y="118561"/>
                  <a:pt x="282167" y="124822"/>
                </a:cubicBezTo>
                <a:cubicBezTo>
                  <a:pt x="287971" y="131539"/>
                  <a:pt x="295536" y="134898"/>
                  <a:pt x="304862" y="134898"/>
                </a:cubicBezTo>
                <a:cubicBezTo>
                  <a:pt x="311122" y="134898"/>
                  <a:pt x="318557" y="132746"/>
                  <a:pt x="327165" y="128441"/>
                </a:cubicBezTo>
                <a:lnTo>
                  <a:pt x="329513" y="131278"/>
                </a:lnTo>
                <a:lnTo>
                  <a:pt x="325209" y="140963"/>
                </a:lnTo>
                <a:cubicBezTo>
                  <a:pt x="315687" y="147028"/>
                  <a:pt x="305351" y="150060"/>
                  <a:pt x="294199" y="150060"/>
                </a:cubicBezTo>
                <a:cubicBezTo>
                  <a:pt x="279525" y="150060"/>
                  <a:pt x="268129" y="145919"/>
                  <a:pt x="260010" y="137637"/>
                </a:cubicBezTo>
                <a:cubicBezTo>
                  <a:pt x="251890" y="129354"/>
                  <a:pt x="247831" y="117551"/>
                  <a:pt x="247831" y="102225"/>
                </a:cubicBezTo>
                <a:cubicBezTo>
                  <a:pt x="247831" y="84030"/>
                  <a:pt x="252168" y="71574"/>
                  <a:pt x="260841" y="64857"/>
                </a:cubicBezTo>
                <a:cubicBezTo>
                  <a:pt x="272841" y="55596"/>
                  <a:pt x="284221" y="50966"/>
                  <a:pt x="294981" y="50966"/>
                </a:cubicBezTo>
                <a:cubicBezTo>
                  <a:pt x="306655" y="50966"/>
                  <a:pt x="315687" y="54324"/>
                  <a:pt x="322078" y="61041"/>
                </a:cubicBezTo>
                <a:cubicBezTo>
                  <a:pt x="328600" y="67954"/>
                  <a:pt x="331861" y="77900"/>
                  <a:pt x="331861" y="90877"/>
                </a:cubicBezTo>
                <a:moveTo>
                  <a:pt x="306329" y="88334"/>
                </a:moveTo>
                <a:cubicBezTo>
                  <a:pt x="306329" y="70726"/>
                  <a:pt x="300851" y="61922"/>
                  <a:pt x="289895" y="61922"/>
                </a:cubicBezTo>
                <a:cubicBezTo>
                  <a:pt x="278352" y="61922"/>
                  <a:pt x="272580" y="70661"/>
                  <a:pt x="272580" y="88138"/>
                </a:cubicBezTo>
                <a:lnTo>
                  <a:pt x="272580" y="90291"/>
                </a:lnTo>
                <a:cubicBezTo>
                  <a:pt x="276362" y="90877"/>
                  <a:pt x="283080" y="91171"/>
                  <a:pt x="292732" y="91171"/>
                </a:cubicBezTo>
                <a:cubicBezTo>
                  <a:pt x="297753" y="91171"/>
                  <a:pt x="302253" y="90877"/>
                  <a:pt x="306231" y="90291"/>
                </a:cubicBezTo>
                <a:cubicBezTo>
                  <a:pt x="306296" y="89378"/>
                  <a:pt x="306329" y="88725"/>
                  <a:pt x="306329" y="88334"/>
                </a:cubicBezTo>
                <a:moveTo>
                  <a:pt x="294492" y="153386"/>
                </a:moveTo>
                <a:lnTo>
                  <a:pt x="294492" y="153386"/>
                </a:lnTo>
                <a:moveTo>
                  <a:pt x="294492" y="46172"/>
                </a:moveTo>
                <a:lnTo>
                  <a:pt x="294492" y="46172"/>
                </a:lnTo>
                <a:close/>
                <a:moveTo>
                  <a:pt x="417074" y="51259"/>
                </a:moveTo>
                <a:lnTo>
                  <a:pt x="416389" y="68672"/>
                </a:lnTo>
                <a:cubicBezTo>
                  <a:pt x="416324" y="71541"/>
                  <a:pt x="416193" y="74802"/>
                  <a:pt x="415998" y="78454"/>
                </a:cubicBezTo>
                <a:lnTo>
                  <a:pt x="411889" y="79726"/>
                </a:lnTo>
                <a:cubicBezTo>
                  <a:pt x="408824" y="75291"/>
                  <a:pt x="404585" y="73074"/>
                  <a:pt x="399172" y="73074"/>
                </a:cubicBezTo>
                <a:cubicBezTo>
                  <a:pt x="394281" y="73074"/>
                  <a:pt x="390238" y="75030"/>
                  <a:pt x="387042" y="78943"/>
                </a:cubicBezTo>
                <a:cubicBezTo>
                  <a:pt x="385086" y="81356"/>
                  <a:pt x="384107" y="84910"/>
                  <a:pt x="384107" y="89606"/>
                </a:cubicBezTo>
                <a:lnTo>
                  <a:pt x="384107" y="112496"/>
                </a:lnTo>
                <a:cubicBezTo>
                  <a:pt x="384107" y="117257"/>
                  <a:pt x="384336" y="123876"/>
                  <a:pt x="384792" y="132354"/>
                </a:cubicBezTo>
                <a:cubicBezTo>
                  <a:pt x="384923" y="134767"/>
                  <a:pt x="385607" y="136333"/>
                  <a:pt x="386846" y="137050"/>
                </a:cubicBezTo>
                <a:cubicBezTo>
                  <a:pt x="388086" y="137767"/>
                  <a:pt x="392618" y="138256"/>
                  <a:pt x="400444" y="138517"/>
                </a:cubicBezTo>
                <a:lnTo>
                  <a:pt x="401422" y="139398"/>
                </a:lnTo>
                <a:lnTo>
                  <a:pt x="401422" y="145365"/>
                </a:lnTo>
                <a:lnTo>
                  <a:pt x="400444" y="146343"/>
                </a:lnTo>
                <a:cubicBezTo>
                  <a:pt x="390857" y="145952"/>
                  <a:pt x="381336" y="145756"/>
                  <a:pt x="371880" y="145756"/>
                </a:cubicBezTo>
                <a:cubicBezTo>
                  <a:pt x="360206" y="145756"/>
                  <a:pt x="351304" y="145984"/>
                  <a:pt x="345174" y="146441"/>
                </a:cubicBezTo>
                <a:lnTo>
                  <a:pt x="344196" y="145463"/>
                </a:lnTo>
                <a:lnTo>
                  <a:pt x="344196" y="139495"/>
                </a:lnTo>
                <a:lnTo>
                  <a:pt x="345174" y="138517"/>
                </a:lnTo>
                <a:cubicBezTo>
                  <a:pt x="351435" y="138322"/>
                  <a:pt x="355315" y="137832"/>
                  <a:pt x="356815" y="137050"/>
                </a:cubicBezTo>
                <a:cubicBezTo>
                  <a:pt x="358119" y="136463"/>
                  <a:pt x="358837" y="134898"/>
                  <a:pt x="358967" y="132354"/>
                </a:cubicBezTo>
                <a:cubicBezTo>
                  <a:pt x="359423" y="123876"/>
                  <a:pt x="359652" y="114779"/>
                  <a:pt x="359652" y="105062"/>
                </a:cubicBezTo>
                <a:lnTo>
                  <a:pt x="359652" y="91073"/>
                </a:lnTo>
                <a:cubicBezTo>
                  <a:pt x="359652" y="78030"/>
                  <a:pt x="359163" y="70530"/>
                  <a:pt x="358184" y="68574"/>
                </a:cubicBezTo>
                <a:cubicBezTo>
                  <a:pt x="357532" y="67270"/>
                  <a:pt x="356130" y="66454"/>
                  <a:pt x="353978" y="66128"/>
                </a:cubicBezTo>
                <a:cubicBezTo>
                  <a:pt x="353195" y="65998"/>
                  <a:pt x="350359" y="65835"/>
                  <a:pt x="345467" y="65639"/>
                </a:cubicBezTo>
                <a:lnTo>
                  <a:pt x="344489" y="64661"/>
                </a:lnTo>
                <a:lnTo>
                  <a:pt x="344489" y="59183"/>
                </a:lnTo>
                <a:lnTo>
                  <a:pt x="345467" y="58107"/>
                </a:lnTo>
                <a:cubicBezTo>
                  <a:pt x="357206" y="56998"/>
                  <a:pt x="369564" y="54292"/>
                  <a:pt x="382542" y="49988"/>
                </a:cubicBezTo>
                <a:lnTo>
                  <a:pt x="384694" y="51259"/>
                </a:lnTo>
                <a:lnTo>
                  <a:pt x="384499" y="70432"/>
                </a:lnTo>
                <a:cubicBezTo>
                  <a:pt x="388542" y="65737"/>
                  <a:pt x="393433" y="60259"/>
                  <a:pt x="399172" y="53998"/>
                </a:cubicBezTo>
                <a:cubicBezTo>
                  <a:pt x="401846" y="51390"/>
                  <a:pt x="405498" y="50085"/>
                  <a:pt x="410128" y="50085"/>
                </a:cubicBezTo>
                <a:cubicBezTo>
                  <a:pt x="412867" y="50085"/>
                  <a:pt x="415183" y="50477"/>
                  <a:pt x="417074" y="51259"/>
                </a:cubicBezTo>
                <a:close/>
                <a:moveTo>
                  <a:pt x="552201" y="115040"/>
                </a:moveTo>
                <a:cubicBezTo>
                  <a:pt x="552201" y="125539"/>
                  <a:pt x="548239" y="134001"/>
                  <a:pt x="540315" y="140425"/>
                </a:cubicBezTo>
                <a:cubicBezTo>
                  <a:pt x="532392" y="146848"/>
                  <a:pt x="522039" y="150060"/>
                  <a:pt x="509256" y="150060"/>
                </a:cubicBezTo>
                <a:cubicBezTo>
                  <a:pt x="500192" y="150060"/>
                  <a:pt x="490474" y="148104"/>
                  <a:pt x="480105" y="144191"/>
                </a:cubicBezTo>
                <a:lnTo>
                  <a:pt x="479029" y="142724"/>
                </a:lnTo>
                <a:cubicBezTo>
                  <a:pt x="479616" y="136724"/>
                  <a:pt x="479975" y="132061"/>
                  <a:pt x="480105" y="128735"/>
                </a:cubicBezTo>
                <a:lnTo>
                  <a:pt x="480594" y="116409"/>
                </a:lnTo>
                <a:lnTo>
                  <a:pt x="481573" y="115333"/>
                </a:lnTo>
                <a:lnTo>
                  <a:pt x="487344" y="115333"/>
                </a:lnTo>
                <a:lnTo>
                  <a:pt x="488518" y="116409"/>
                </a:lnTo>
                <a:cubicBezTo>
                  <a:pt x="488779" y="123713"/>
                  <a:pt x="489072" y="128018"/>
                  <a:pt x="489398" y="129322"/>
                </a:cubicBezTo>
                <a:cubicBezTo>
                  <a:pt x="494942" y="136430"/>
                  <a:pt x="502213" y="139985"/>
                  <a:pt x="511213" y="139985"/>
                </a:cubicBezTo>
                <a:cubicBezTo>
                  <a:pt x="516952" y="139985"/>
                  <a:pt x="521550" y="138582"/>
                  <a:pt x="525006" y="135778"/>
                </a:cubicBezTo>
                <a:cubicBezTo>
                  <a:pt x="528462" y="132974"/>
                  <a:pt x="530191" y="129224"/>
                  <a:pt x="530191" y="124529"/>
                </a:cubicBezTo>
                <a:cubicBezTo>
                  <a:pt x="530191" y="118594"/>
                  <a:pt x="527582" y="114648"/>
                  <a:pt x="522365" y="112692"/>
                </a:cubicBezTo>
                <a:cubicBezTo>
                  <a:pt x="520147" y="111844"/>
                  <a:pt x="515745" y="110736"/>
                  <a:pt x="509159" y="109366"/>
                </a:cubicBezTo>
                <a:cubicBezTo>
                  <a:pt x="498398" y="107083"/>
                  <a:pt x="491192" y="104475"/>
                  <a:pt x="487540" y="101540"/>
                </a:cubicBezTo>
                <a:cubicBezTo>
                  <a:pt x="481996" y="97106"/>
                  <a:pt x="479225" y="90551"/>
                  <a:pt x="479225" y="81878"/>
                </a:cubicBezTo>
                <a:cubicBezTo>
                  <a:pt x="479225" y="72422"/>
                  <a:pt x="482649" y="64824"/>
                  <a:pt x="489496" y="59085"/>
                </a:cubicBezTo>
                <a:cubicBezTo>
                  <a:pt x="496670" y="53085"/>
                  <a:pt x="506387" y="50085"/>
                  <a:pt x="518647" y="50085"/>
                </a:cubicBezTo>
                <a:cubicBezTo>
                  <a:pt x="529082" y="50085"/>
                  <a:pt x="537756" y="51846"/>
                  <a:pt x="544668" y="55368"/>
                </a:cubicBezTo>
                <a:lnTo>
                  <a:pt x="545549" y="56933"/>
                </a:lnTo>
                <a:cubicBezTo>
                  <a:pt x="544831" y="59868"/>
                  <a:pt x="544277" y="67400"/>
                  <a:pt x="543886" y="79530"/>
                </a:cubicBezTo>
                <a:lnTo>
                  <a:pt x="542810" y="80508"/>
                </a:lnTo>
                <a:lnTo>
                  <a:pt x="537234" y="80508"/>
                </a:lnTo>
                <a:lnTo>
                  <a:pt x="536158" y="79530"/>
                </a:lnTo>
                <a:cubicBezTo>
                  <a:pt x="535897" y="74835"/>
                  <a:pt x="535440" y="71019"/>
                  <a:pt x="534788" y="68085"/>
                </a:cubicBezTo>
                <a:cubicBezTo>
                  <a:pt x="530680" y="62868"/>
                  <a:pt x="524712" y="60259"/>
                  <a:pt x="516887" y="60259"/>
                </a:cubicBezTo>
                <a:cubicBezTo>
                  <a:pt x="511800" y="60259"/>
                  <a:pt x="507626" y="61498"/>
                  <a:pt x="504365" y="63976"/>
                </a:cubicBezTo>
                <a:cubicBezTo>
                  <a:pt x="501105" y="66454"/>
                  <a:pt x="499474" y="69715"/>
                  <a:pt x="499474" y="73758"/>
                </a:cubicBezTo>
                <a:cubicBezTo>
                  <a:pt x="499474" y="79171"/>
                  <a:pt x="502246" y="82791"/>
                  <a:pt x="507789" y="84617"/>
                </a:cubicBezTo>
                <a:cubicBezTo>
                  <a:pt x="510267" y="85399"/>
                  <a:pt x="515093" y="86508"/>
                  <a:pt x="522267" y="87943"/>
                </a:cubicBezTo>
                <a:cubicBezTo>
                  <a:pt x="533223" y="90095"/>
                  <a:pt x="540462" y="92573"/>
                  <a:pt x="543984" y="95377"/>
                </a:cubicBezTo>
                <a:cubicBezTo>
                  <a:pt x="549462" y="99747"/>
                  <a:pt x="552201" y="106301"/>
                  <a:pt x="552201" y="115040"/>
                </a:cubicBezTo>
                <a:close/>
                <a:moveTo>
                  <a:pt x="606719" y="17804"/>
                </a:moveTo>
                <a:cubicBezTo>
                  <a:pt x="606719" y="21978"/>
                  <a:pt x="605251" y="25548"/>
                  <a:pt x="602317" y="28515"/>
                </a:cubicBezTo>
                <a:cubicBezTo>
                  <a:pt x="599382" y="31483"/>
                  <a:pt x="595860" y="32966"/>
                  <a:pt x="591752" y="32966"/>
                </a:cubicBezTo>
                <a:cubicBezTo>
                  <a:pt x="587578" y="32966"/>
                  <a:pt x="584024" y="31483"/>
                  <a:pt x="581089" y="28515"/>
                </a:cubicBezTo>
                <a:cubicBezTo>
                  <a:pt x="578154" y="25548"/>
                  <a:pt x="576687" y="21978"/>
                  <a:pt x="576687" y="17804"/>
                </a:cubicBezTo>
                <a:cubicBezTo>
                  <a:pt x="576687" y="13500"/>
                  <a:pt x="578171" y="9880"/>
                  <a:pt x="581138" y="6945"/>
                </a:cubicBezTo>
                <a:cubicBezTo>
                  <a:pt x="584105" y="4011"/>
                  <a:pt x="587643" y="2543"/>
                  <a:pt x="591752" y="2543"/>
                </a:cubicBezTo>
                <a:cubicBezTo>
                  <a:pt x="595795" y="2543"/>
                  <a:pt x="599300" y="4011"/>
                  <a:pt x="602268" y="6945"/>
                </a:cubicBezTo>
                <a:cubicBezTo>
                  <a:pt x="605235" y="9880"/>
                  <a:pt x="606719" y="13500"/>
                  <a:pt x="606719" y="17804"/>
                </a:cubicBezTo>
                <a:moveTo>
                  <a:pt x="620218" y="145463"/>
                </a:moveTo>
                <a:lnTo>
                  <a:pt x="619240" y="146441"/>
                </a:lnTo>
                <a:cubicBezTo>
                  <a:pt x="613044" y="145984"/>
                  <a:pt x="604110" y="145756"/>
                  <a:pt x="592436" y="145756"/>
                </a:cubicBezTo>
                <a:cubicBezTo>
                  <a:pt x="580763" y="145756"/>
                  <a:pt x="571861" y="145984"/>
                  <a:pt x="565731" y="146441"/>
                </a:cubicBezTo>
                <a:lnTo>
                  <a:pt x="564753" y="145463"/>
                </a:lnTo>
                <a:lnTo>
                  <a:pt x="564753" y="139495"/>
                </a:lnTo>
                <a:lnTo>
                  <a:pt x="565731" y="138517"/>
                </a:lnTo>
                <a:cubicBezTo>
                  <a:pt x="571991" y="138322"/>
                  <a:pt x="575872" y="137832"/>
                  <a:pt x="577372" y="137050"/>
                </a:cubicBezTo>
                <a:cubicBezTo>
                  <a:pt x="578676" y="136463"/>
                  <a:pt x="579393" y="134898"/>
                  <a:pt x="579524" y="132354"/>
                </a:cubicBezTo>
                <a:cubicBezTo>
                  <a:pt x="579980" y="123876"/>
                  <a:pt x="580209" y="114779"/>
                  <a:pt x="580209" y="105062"/>
                </a:cubicBezTo>
                <a:lnTo>
                  <a:pt x="580209" y="91073"/>
                </a:lnTo>
                <a:cubicBezTo>
                  <a:pt x="580209" y="78421"/>
                  <a:pt x="579719" y="70922"/>
                  <a:pt x="578741" y="68574"/>
                </a:cubicBezTo>
                <a:cubicBezTo>
                  <a:pt x="578219" y="67270"/>
                  <a:pt x="576817" y="66454"/>
                  <a:pt x="574535" y="66128"/>
                </a:cubicBezTo>
                <a:cubicBezTo>
                  <a:pt x="573752" y="65998"/>
                  <a:pt x="570915" y="65835"/>
                  <a:pt x="566024" y="65639"/>
                </a:cubicBezTo>
                <a:lnTo>
                  <a:pt x="565046" y="64661"/>
                </a:lnTo>
                <a:lnTo>
                  <a:pt x="565046" y="59183"/>
                </a:lnTo>
                <a:lnTo>
                  <a:pt x="566024" y="58107"/>
                </a:lnTo>
                <a:cubicBezTo>
                  <a:pt x="578546" y="56998"/>
                  <a:pt x="591165" y="54292"/>
                  <a:pt x="603882" y="49988"/>
                </a:cubicBezTo>
                <a:lnTo>
                  <a:pt x="605936" y="51259"/>
                </a:lnTo>
                <a:cubicBezTo>
                  <a:pt x="605088" y="63128"/>
                  <a:pt x="604664" y="73139"/>
                  <a:pt x="604664" y="81291"/>
                </a:cubicBezTo>
                <a:lnTo>
                  <a:pt x="604664" y="112496"/>
                </a:lnTo>
                <a:cubicBezTo>
                  <a:pt x="604664" y="117257"/>
                  <a:pt x="604893" y="123876"/>
                  <a:pt x="605349" y="132354"/>
                </a:cubicBezTo>
                <a:cubicBezTo>
                  <a:pt x="605479" y="134898"/>
                  <a:pt x="606197" y="136463"/>
                  <a:pt x="607501" y="137050"/>
                </a:cubicBezTo>
                <a:cubicBezTo>
                  <a:pt x="609001" y="137832"/>
                  <a:pt x="612881" y="138322"/>
                  <a:pt x="619142" y="138517"/>
                </a:cubicBezTo>
                <a:lnTo>
                  <a:pt x="620218" y="139495"/>
                </a:lnTo>
                <a:lnTo>
                  <a:pt x="620218" y="145463"/>
                </a:lnTo>
                <a:moveTo>
                  <a:pt x="592436" y="153386"/>
                </a:moveTo>
                <a:lnTo>
                  <a:pt x="592436" y="153386"/>
                </a:lnTo>
                <a:close/>
                <a:moveTo>
                  <a:pt x="743180" y="145463"/>
                </a:moveTo>
                <a:lnTo>
                  <a:pt x="742202" y="146441"/>
                </a:lnTo>
                <a:cubicBezTo>
                  <a:pt x="735811" y="145984"/>
                  <a:pt x="730039" y="145756"/>
                  <a:pt x="724887" y="145756"/>
                </a:cubicBezTo>
                <a:cubicBezTo>
                  <a:pt x="719996" y="145756"/>
                  <a:pt x="713377" y="145984"/>
                  <a:pt x="705029" y="146441"/>
                </a:cubicBezTo>
                <a:lnTo>
                  <a:pt x="704149" y="145756"/>
                </a:lnTo>
                <a:cubicBezTo>
                  <a:pt x="704409" y="142561"/>
                  <a:pt x="704540" y="137213"/>
                  <a:pt x="704540" y="129713"/>
                </a:cubicBezTo>
                <a:cubicBezTo>
                  <a:pt x="702192" y="131670"/>
                  <a:pt x="698834" y="134670"/>
                  <a:pt x="694464" y="138713"/>
                </a:cubicBezTo>
                <a:cubicBezTo>
                  <a:pt x="689051" y="143734"/>
                  <a:pt x="685530" y="146734"/>
                  <a:pt x="683899" y="147713"/>
                </a:cubicBezTo>
                <a:cubicBezTo>
                  <a:pt x="681812" y="148691"/>
                  <a:pt x="678421" y="149180"/>
                  <a:pt x="673726" y="149180"/>
                </a:cubicBezTo>
                <a:cubicBezTo>
                  <a:pt x="662574" y="149180"/>
                  <a:pt x="653574" y="144974"/>
                  <a:pt x="646727" y="136561"/>
                </a:cubicBezTo>
                <a:cubicBezTo>
                  <a:pt x="639879" y="128148"/>
                  <a:pt x="636455" y="117257"/>
                  <a:pt x="636455" y="103888"/>
                </a:cubicBezTo>
                <a:cubicBezTo>
                  <a:pt x="636455" y="90910"/>
                  <a:pt x="639096" y="80802"/>
                  <a:pt x="644379" y="73563"/>
                </a:cubicBezTo>
                <a:cubicBezTo>
                  <a:pt x="645748" y="71672"/>
                  <a:pt x="649792" y="68313"/>
                  <a:pt x="656509" y="63487"/>
                </a:cubicBezTo>
                <a:cubicBezTo>
                  <a:pt x="664335" y="57879"/>
                  <a:pt x="670041" y="54324"/>
                  <a:pt x="673628" y="52824"/>
                </a:cubicBezTo>
                <a:cubicBezTo>
                  <a:pt x="676758" y="51520"/>
                  <a:pt x="680736" y="50868"/>
                  <a:pt x="685562" y="50868"/>
                </a:cubicBezTo>
                <a:cubicBezTo>
                  <a:pt x="692345" y="50868"/>
                  <a:pt x="698671" y="52303"/>
                  <a:pt x="704540" y="55172"/>
                </a:cubicBezTo>
                <a:lnTo>
                  <a:pt x="704540" y="49694"/>
                </a:lnTo>
                <a:cubicBezTo>
                  <a:pt x="704540" y="32542"/>
                  <a:pt x="704116" y="22434"/>
                  <a:pt x="703268" y="19369"/>
                </a:cubicBezTo>
                <a:cubicBezTo>
                  <a:pt x="702812" y="17673"/>
                  <a:pt x="701475" y="16630"/>
                  <a:pt x="699257" y="16239"/>
                </a:cubicBezTo>
                <a:cubicBezTo>
                  <a:pt x="698214" y="16043"/>
                  <a:pt x="695214" y="15847"/>
                  <a:pt x="690258" y="15652"/>
                </a:cubicBezTo>
                <a:lnTo>
                  <a:pt x="689280" y="14576"/>
                </a:lnTo>
                <a:lnTo>
                  <a:pt x="689280" y="9195"/>
                </a:lnTo>
                <a:lnTo>
                  <a:pt x="690258" y="8119"/>
                </a:lnTo>
                <a:cubicBezTo>
                  <a:pt x="702779" y="6815"/>
                  <a:pt x="715398" y="4109"/>
                  <a:pt x="728115" y="0"/>
                </a:cubicBezTo>
                <a:lnTo>
                  <a:pt x="730267" y="1174"/>
                </a:lnTo>
                <a:cubicBezTo>
                  <a:pt x="730267" y="1435"/>
                  <a:pt x="730137" y="4663"/>
                  <a:pt x="729876" y="10858"/>
                </a:cubicBezTo>
                <a:cubicBezTo>
                  <a:pt x="729289" y="24880"/>
                  <a:pt x="728996" y="45944"/>
                  <a:pt x="728996" y="74052"/>
                </a:cubicBezTo>
                <a:lnTo>
                  <a:pt x="728996" y="105649"/>
                </a:lnTo>
                <a:cubicBezTo>
                  <a:pt x="728996" y="123974"/>
                  <a:pt x="729420" y="134050"/>
                  <a:pt x="730267" y="135876"/>
                </a:cubicBezTo>
                <a:cubicBezTo>
                  <a:pt x="730789" y="136985"/>
                  <a:pt x="731506" y="137669"/>
                  <a:pt x="732419" y="137930"/>
                </a:cubicBezTo>
                <a:cubicBezTo>
                  <a:pt x="733854" y="138387"/>
                  <a:pt x="737115" y="138811"/>
                  <a:pt x="742202" y="139202"/>
                </a:cubicBezTo>
                <a:lnTo>
                  <a:pt x="743180" y="140180"/>
                </a:lnTo>
                <a:lnTo>
                  <a:pt x="743180" y="145463"/>
                </a:lnTo>
                <a:moveTo>
                  <a:pt x="704540" y="94399"/>
                </a:moveTo>
                <a:lnTo>
                  <a:pt x="704540" y="76008"/>
                </a:lnTo>
                <a:cubicBezTo>
                  <a:pt x="699844" y="70400"/>
                  <a:pt x="695345" y="66813"/>
                  <a:pt x="691040" y="65248"/>
                </a:cubicBezTo>
                <a:cubicBezTo>
                  <a:pt x="688106" y="64204"/>
                  <a:pt x="684975" y="63683"/>
                  <a:pt x="681649" y="63683"/>
                </a:cubicBezTo>
                <a:cubicBezTo>
                  <a:pt x="672650" y="63683"/>
                  <a:pt x="666846" y="68313"/>
                  <a:pt x="664237" y="77574"/>
                </a:cubicBezTo>
                <a:cubicBezTo>
                  <a:pt x="662802" y="82726"/>
                  <a:pt x="662085" y="88465"/>
                  <a:pt x="662085" y="94790"/>
                </a:cubicBezTo>
                <a:cubicBezTo>
                  <a:pt x="662085" y="108290"/>
                  <a:pt x="665248" y="118300"/>
                  <a:pt x="671574" y="124822"/>
                </a:cubicBezTo>
                <a:cubicBezTo>
                  <a:pt x="674900" y="128278"/>
                  <a:pt x="679367" y="130007"/>
                  <a:pt x="684975" y="130007"/>
                </a:cubicBezTo>
                <a:cubicBezTo>
                  <a:pt x="689606" y="130007"/>
                  <a:pt x="693910" y="128539"/>
                  <a:pt x="697888" y="125605"/>
                </a:cubicBezTo>
                <a:cubicBezTo>
                  <a:pt x="701475" y="122996"/>
                  <a:pt x="703594" y="120192"/>
                  <a:pt x="704246" y="117192"/>
                </a:cubicBezTo>
                <a:cubicBezTo>
                  <a:pt x="704442" y="116279"/>
                  <a:pt x="704540" y="108681"/>
                  <a:pt x="704540" y="94399"/>
                </a:cubicBezTo>
                <a:close/>
                <a:moveTo>
                  <a:pt x="840327" y="90877"/>
                </a:moveTo>
                <a:cubicBezTo>
                  <a:pt x="840327" y="91986"/>
                  <a:pt x="840294" y="93649"/>
                  <a:pt x="840229" y="95866"/>
                </a:cubicBezTo>
                <a:lnTo>
                  <a:pt x="839153" y="97236"/>
                </a:lnTo>
                <a:cubicBezTo>
                  <a:pt x="830544" y="99584"/>
                  <a:pt x="819132" y="100758"/>
                  <a:pt x="804915" y="100758"/>
                </a:cubicBezTo>
                <a:cubicBezTo>
                  <a:pt x="802371" y="100758"/>
                  <a:pt x="798524" y="100806"/>
                  <a:pt x="793372" y="100904"/>
                </a:cubicBezTo>
                <a:cubicBezTo>
                  <a:pt x="788220" y="101002"/>
                  <a:pt x="784339" y="101051"/>
                  <a:pt x="781731" y="101051"/>
                </a:cubicBezTo>
                <a:cubicBezTo>
                  <a:pt x="782122" y="110638"/>
                  <a:pt x="785089" y="118561"/>
                  <a:pt x="790633" y="124822"/>
                </a:cubicBezTo>
                <a:cubicBezTo>
                  <a:pt x="796437" y="131539"/>
                  <a:pt x="804002" y="134898"/>
                  <a:pt x="813327" y="134898"/>
                </a:cubicBezTo>
                <a:cubicBezTo>
                  <a:pt x="819588" y="134898"/>
                  <a:pt x="827023" y="132746"/>
                  <a:pt x="835631" y="128441"/>
                </a:cubicBezTo>
                <a:lnTo>
                  <a:pt x="837979" y="131278"/>
                </a:lnTo>
                <a:lnTo>
                  <a:pt x="833675" y="140963"/>
                </a:lnTo>
                <a:cubicBezTo>
                  <a:pt x="824153" y="147028"/>
                  <a:pt x="813817" y="150060"/>
                  <a:pt x="802665" y="150060"/>
                </a:cubicBezTo>
                <a:cubicBezTo>
                  <a:pt x="787991" y="150060"/>
                  <a:pt x="776595" y="145919"/>
                  <a:pt x="768476" y="137637"/>
                </a:cubicBezTo>
                <a:cubicBezTo>
                  <a:pt x="760356" y="129354"/>
                  <a:pt x="756297" y="117551"/>
                  <a:pt x="756297" y="102225"/>
                </a:cubicBezTo>
                <a:cubicBezTo>
                  <a:pt x="756297" y="84030"/>
                  <a:pt x="760634" y="71574"/>
                  <a:pt x="769307" y="64857"/>
                </a:cubicBezTo>
                <a:cubicBezTo>
                  <a:pt x="781307" y="55596"/>
                  <a:pt x="792687" y="50966"/>
                  <a:pt x="803447" y="50966"/>
                </a:cubicBezTo>
                <a:cubicBezTo>
                  <a:pt x="815121" y="50966"/>
                  <a:pt x="824153" y="54324"/>
                  <a:pt x="830544" y="61041"/>
                </a:cubicBezTo>
                <a:cubicBezTo>
                  <a:pt x="837066" y="67954"/>
                  <a:pt x="840327" y="77900"/>
                  <a:pt x="840327" y="90877"/>
                </a:cubicBezTo>
                <a:moveTo>
                  <a:pt x="814795" y="88334"/>
                </a:moveTo>
                <a:cubicBezTo>
                  <a:pt x="814795" y="70726"/>
                  <a:pt x="809317" y="61922"/>
                  <a:pt x="798361" y="61922"/>
                </a:cubicBezTo>
                <a:cubicBezTo>
                  <a:pt x="786817" y="61922"/>
                  <a:pt x="781046" y="70661"/>
                  <a:pt x="781046" y="88138"/>
                </a:cubicBezTo>
                <a:lnTo>
                  <a:pt x="781046" y="90291"/>
                </a:lnTo>
                <a:cubicBezTo>
                  <a:pt x="784828" y="90877"/>
                  <a:pt x="791546" y="91171"/>
                  <a:pt x="801197" y="91171"/>
                </a:cubicBezTo>
                <a:cubicBezTo>
                  <a:pt x="806219" y="91171"/>
                  <a:pt x="810719" y="90877"/>
                  <a:pt x="814697" y="90291"/>
                </a:cubicBezTo>
                <a:cubicBezTo>
                  <a:pt x="814762" y="89378"/>
                  <a:pt x="814795" y="88725"/>
                  <a:pt x="814795" y="88334"/>
                </a:cubicBezTo>
                <a:moveTo>
                  <a:pt x="802958" y="153386"/>
                </a:moveTo>
                <a:lnTo>
                  <a:pt x="802958" y="153386"/>
                </a:lnTo>
                <a:moveTo>
                  <a:pt x="802958" y="46172"/>
                </a:moveTo>
                <a:lnTo>
                  <a:pt x="802958" y="461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11646-1D00-4B10-8323-97CDFB81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940" y="626047"/>
            <a:ext cx="1590680" cy="795340"/>
          </a:xfrm>
          <a:custGeom xmlns:a="http://schemas.openxmlformats.org/drawingml/2006/main">
            <a:pathLst>
              <a:path w="1590680" h="795340" fill="none">
                <a:moveTo>
                  <a:pt x="0" y="795340"/>
                </a:moveTo>
                <a:lnTo>
                  <a:pt x="1590680" y="795340"/>
                </a:lnTo>
                <a:lnTo>
                  <a:pt x="1590680" y="0"/>
                </a:lnTo>
                <a:lnTo>
                  <a:pt x="0" y="0"/>
                </a:lnTo>
                <a:lnTo>
                  <a:pt x="0" y="7953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34" name="Text Approximate">
            <a:extLst xmlns:a="http://schemas.openxmlformats.org/drawingml/2006/main">
              <a:ext uri="{FF2B5EF4-FFF2-40B4-BE49-F238E27FC236}">
                <a16:creationId xmlns:a16="http://schemas.microsoft.com/office/drawing/2014/main" id="{64BE477C-DB9C-4C6C-A2F3-8B643B81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358" y="716251"/>
            <a:ext cx="1032011" cy="177531"/>
          </a:xfrm>
          <a:custGeom xmlns:a="http://schemas.openxmlformats.org/drawingml/2006/main">
            <a:pathLst>
              <a:path w="1032011" h="177531">
                <a:moveTo>
                  <a:pt x="774" y="128652"/>
                </a:moveTo>
                <a:lnTo>
                  <a:pt x="0" y="127963"/>
                </a:lnTo>
                <a:lnTo>
                  <a:pt x="0" y="123489"/>
                </a:lnTo>
                <a:lnTo>
                  <a:pt x="774" y="122800"/>
                </a:lnTo>
                <a:cubicBezTo>
                  <a:pt x="4962" y="122743"/>
                  <a:pt x="7659" y="122528"/>
                  <a:pt x="8864" y="122155"/>
                </a:cubicBezTo>
                <a:cubicBezTo>
                  <a:pt x="10068" y="121782"/>
                  <a:pt x="11144" y="121036"/>
                  <a:pt x="12091" y="119917"/>
                </a:cubicBezTo>
                <a:cubicBezTo>
                  <a:pt x="13037" y="118799"/>
                  <a:pt x="14945" y="115141"/>
                  <a:pt x="17813" y="108945"/>
                </a:cubicBezTo>
                <a:lnTo>
                  <a:pt x="26849" y="89325"/>
                </a:lnTo>
                <a:lnTo>
                  <a:pt x="50256" y="36315"/>
                </a:lnTo>
                <a:cubicBezTo>
                  <a:pt x="54673" y="25931"/>
                  <a:pt x="59062" y="15547"/>
                  <a:pt x="63422" y="5163"/>
                </a:cubicBezTo>
                <a:lnTo>
                  <a:pt x="69016" y="5163"/>
                </a:lnTo>
                <a:lnTo>
                  <a:pt x="105761" y="91562"/>
                </a:lnTo>
                <a:lnTo>
                  <a:pt x="110666" y="103094"/>
                </a:lnTo>
                <a:cubicBezTo>
                  <a:pt x="112101" y="106364"/>
                  <a:pt x="113750" y="109921"/>
                  <a:pt x="115615" y="113764"/>
                </a:cubicBezTo>
                <a:cubicBezTo>
                  <a:pt x="117479" y="117608"/>
                  <a:pt x="118770" y="119874"/>
                  <a:pt x="119487" y="120563"/>
                </a:cubicBezTo>
                <a:cubicBezTo>
                  <a:pt x="120204" y="121251"/>
                  <a:pt x="121093" y="121782"/>
                  <a:pt x="122155" y="122155"/>
                </a:cubicBezTo>
                <a:cubicBezTo>
                  <a:pt x="123216" y="122528"/>
                  <a:pt x="125583" y="122743"/>
                  <a:pt x="129254" y="122800"/>
                </a:cubicBezTo>
                <a:lnTo>
                  <a:pt x="129943" y="123489"/>
                </a:lnTo>
                <a:lnTo>
                  <a:pt x="129943" y="127963"/>
                </a:lnTo>
                <a:lnTo>
                  <a:pt x="129254" y="128652"/>
                </a:lnTo>
                <a:cubicBezTo>
                  <a:pt x="123173" y="128135"/>
                  <a:pt x="117694" y="127877"/>
                  <a:pt x="112818" y="127877"/>
                </a:cubicBezTo>
                <a:cubicBezTo>
                  <a:pt x="103294" y="128164"/>
                  <a:pt x="93771" y="128422"/>
                  <a:pt x="84248" y="128652"/>
                </a:cubicBezTo>
                <a:lnTo>
                  <a:pt x="83559" y="127963"/>
                </a:lnTo>
                <a:lnTo>
                  <a:pt x="83559" y="123489"/>
                </a:lnTo>
                <a:lnTo>
                  <a:pt x="84248" y="122800"/>
                </a:lnTo>
                <a:cubicBezTo>
                  <a:pt x="90673" y="122685"/>
                  <a:pt x="94689" y="122413"/>
                  <a:pt x="96295" y="121983"/>
                </a:cubicBezTo>
                <a:cubicBezTo>
                  <a:pt x="97902" y="121552"/>
                  <a:pt x="98705" y="120563"/>
                  <a:pt x="98705" y="119014"/>
                </a:cubicBezTo>
                <a:cubicBezTo>
                  <a:pt x="98705" y="117752"/>
                  <a:pt x="98303" y="116088"/>
                  <a:pt x="97500" y="114023"/>
                </a:cubicBezTo>
                <a:lnTo>
                  <a:pt x="86915" y="87776"/>
                </a:lnTo>
                <a:lnTo>
                  <a:pt x="37090" y="87776"/>
                </a:lnTo>
                <a:lnTo>
                  <a:pt x="27710" y="109806"/>
                </a:lnTo>
                <a:cubicBezTo>
                  <a:pt x="26046" y="113764"/>
                  <a:pt x="25214" y="116662"/>
                  <a:pt x="25214" y="118497"/>
                </a:cubicBezTo>
                <a:cubicBezTo>
                  <a:pt x="25214" y="119932"/>
                  <a:pt x="25989" y="120993"/>
                  <a:pt x="27538" y="121681"/>
                </a:cubicBezTo>
                <a:cubicBezTo>
                  <a:pt x="29086" y="122370"/>
                  <a:pt x="32988" y="122743"/>
                  <a:pt x="39241" y="122800"/>
                </a:cubicBezTo>
                <a:lnTo>
                  <a:pt x="40015" y="123489"/>
                </a:lnTo>
                <a:lnTo>
                  <a:pt x="40015" y="127963"/>
                </a:lnTo>
                <a:lnTo>
                  <a:pt x="39327" y="128652"/>
                </a:lnTo>
                <a:cubicBezTo>
                  <a:pt x="31926" y="128193"/>
                  <a:pt x="25444" y="127963"/>
                  <a:pt x="19879" y="127963"/>
                </a:cubicBezTo>
                <a:cubicBezTo>
                  <a:pt x="13568" y="127963"/>
                  <a:pt x="7200" y="128193"/>
                  <a:pt x="774" y="128652"/>
                </a:cubicBezTo>
                <a:moveTo>
                  <a:pt x="40015" y="80375"/>
                </a:moveTo>
                <a:lnTo>
                  <a:pt x="83559" y="80375"/>
                </a:lnTo>
                <a:lnTo>
                  <a:pt x="61959" y="28484"/>
                </a:lnTo>
                <a:lnTo>
                  <a:pt x="40015" y="80375"/>
                </a:lnTo>
                <a:moveTo>
                  <a:pt x="66090" y="0"/>
                </a:moveTo>
                <a:lnTo>
                  <a:pt x="66090" y="0"/>
                </a:lnTo>
                <a:moveTo>
                  <a:pt x="64111" y="133127"/>
                </a:moveTo>
                <a:lnTo>
                  <a:pt x="64111" y="133127"/>
                </a:lnTo>
                <a:close/>
                <a:moveTo>
                  <a:pt x="165943" y="44921"/>
                </a:moveTo>
                <a:lnTo>
                  <a:pt x="167579" y="45953"/>
                </a:lnTo>
                <a:cubicBezTo>
                  <a:pt x="167005" y="52493"/>
                  <a:pt x="166689" y="58288"/>
                  <a:pt x="166632" y="63336"/>
                </a:cubicBezTo>
                <a:cubicBezTo>
                  <a:pt x="174434" y="56222"/>
                  <a:pt x="179870" y="51518"/>
                  <a:pt x="182939" y="49223"/>
                </a:cubicBezTo>
                <a:cubicBezTo>
                  <a:pt x="186009" y="46929"/>
                  <a:pt x="191301" y="45781"/>
                  <a:pt x="198816" y="45781"/>
                </a:cubicBezTo>
                <a:cubicBezTo>
                  <a:pt x="203521" y="45781"/>
                  <a:pt x="207795" y="46427"/>
                  <a:pt x="211639" y="47717"/>
                </a:cubicBezTo>
                <a:cubicBezTo>
                  <a:pt x="215482" y="49008"/>
                  <a:pt x="219039" y="51131"/>
                  <a:pt x="222309" y="54085"/>
                </a:cubicBezTo>
                <a:cubicBezTo>
                  <a:pt x="225579" y="57040"/>
                  <a:pt x="228161" y="60740"/>
                  <a:pt x="230054" y="65186"/>
                </a:cubicBezTo>
                <a:cubicBezTo>
                  <a:pt x="231947" y="69633"/>
                  <a:pt x="232894" y="74782"/>
                  <a:pt x="232894" y="80633"/>
                </a:cubicBezTo>
                <a:cubicBezTo>
                  <a:pt x="232894" y="84764"/>
                  <a:pt x="232234" y="88952"/>
                  <a:pt x="230915" y="93197"/>
                </a:cubicBezTo>
                <a:cubicBezTo>
                  <a:pt x="229595" y="97443"/>
                  <a:pt x="227860" y="101372"/>
                  <a:pt x="225708" y="104987"/>
                </a:cubicBezTo>
                <a:cubicBezTo>
                  <a:pt x="223557" y="108601"/>
                  <a:pt x="221836" y="110996"/>
                  <a:pt x="220545" y="112172"/>
                </a:cubicBezTo>
                <a:cubicBezTo>
                  <a:pt x="219254" y="113348"/>
                  <a:pt x="216601" y="115113"/>
                  <a:pt x="212585" y="117465"/>
                </a:cubicBezTo>
                <a:cubicBezTo>
                  <a:pt x="208971" y="119645"/>
                  <a:pt x="205385" y="121997"/>
                  <a:pt x="201828" y="124521"/>
                </a:cubicBezTo>
                <a:cubicBezTo>
                  <a:pt x="199361" y="126300"/>
                  <a:pt x="197640" y="127447"/>
                  <a:pt x="196665" y="127963"/>
                </a:cubicBezTo>
                <a:cubicBezTo>
                  <a:pt x="195690" y="128480"/>
                  <a:pt x="194055" y="128996"/>
                  <a:pt x="191760" y="129512"/>
                </a:cubicBezTo>
                <a:cubicBezTo>
                  <a:pt x="189465" y="130029"/>
                  <a:pt x="187027" y="130287"/>
                  <a:pt x="184445" y="130287"/>
                </a:cubicBezTo>
                <a:cubicBezTo>
                  <a:pt x="178479" y="130287"/>
                  <a:pt x="172541" y="128767"/>
                  <a:pt x="166632" y="125726"/>
                </a:cubicBezTo>
                <a:lnTo>
                  <a:pt x="166632" y="144056"/>
                </a:lnTo>
                <a:cubicBezTo>
                  <a:pt x="166632" y="145318"/>
                  <a:pt x="166747" y="149377"/>
                  <a:pt x="166976" y="156232"/>
                </a:cubicBezTo>
                <a:cubicBezTo>
                  <a:pt x="167206" y="163088"/>
                  <a:pt x="167449" y="167090"/>
                  <a:pt x="167708" y="168237"/>
                </a:cubicBezTo>
                <a:cubicBezTo>
                  <a:pt x="167966" y="169384"/>
                  <a:pt x="168353" y="170216"/>
                  <a:pt x="168869" y="170733"/>
                </a:cubicBezTo>
                <a:cubicBezTo>
                  <a:pt x="169386" y="171249"/>
                  <a:pt x="170017" y="171579"/>
                  <a:pt x="170763" y="171722"/>
                </a:cubicBezTo>
                <a:cubicBezTo>
                  <a:pt x="171508" y="171866"/>
                  <a:pt x="174606" y="172109"/>
                  <a:pt x="180056" y="172454"/>
                </a:cubicBezTo>
                <a:lnTo>
                  <a:pt x="180831" y="173142"/>
                </a:lnTo>
                <a:lnTo>
                  <a:pt x="180831" y="176756"/>
                </a:lnTo>
                <a:lnTo>
                  <a:pt x="180143" y="177531"/>
                </a:lnTo>
                <a:cubicBezTo>
                  <a:pt x="172971" y="177072"/>
                  <a:pt x="166087" y="176842"/>
                  <a:pt x="159489" y="176842"/>
                </a:cubicBezTo>
                <a:cubicBezTo>
                  <a:pt x="152892" y="176842"/>
                  <a:pt x="146007" y="177072"/>
                  <a:pt x="138836" y="177531"/>
                </a:cubicBezTo>
                <a:lnTo>
                  <a:pt x="138062" y="176756"/>
                </a:lnTo>
                <a:lnTo>
                  <a:pt x="138062" y="173142"/>
                </a:lnTo>
                <a:lnTo>
                  <a:pt x="138836" y="172454"/>
                </a:lnTo>
                <a:cubicBezTo>
                  <a:pt x="144344" y="172109"/>
                  <a:pt x="147470" y="171851"/>
                  <a:pt x="148216" y="171679"/>
                </a:cubicBezTo>
                <a:cubicBezTo>
                  <a:pt x="148962" y="171507"/>
                  <a:pt x="149607" y="171149"/>
                  <a:pt x="150152" y="170603"/>
                </a:cubicBezTo>
                <a:cubicBezTo>
                  <a:pt x="150697" y="170058"/>
                  <a:pt x="151070" y="169184"/>
                  <a:pt x="151271" y="167979"/>
                </a:cubicBezTo>
                <a:cubicBezTo>
                  <a:pt x="151472" y="166774"/>
                  <a:pt x="151701" y="162930"/>
                  <a:pt x="151960" y="156447"/>
                </a:cubicBezTo>
                <a:cubicBezTo>
                  <a:pt x="152218" y="149965"/>
                  <a:pt x="152347" y="145088"/>
                  <a:pt x="152347" y="141818"/>
                </a:cubicBezTo>
                <a:lnTo>
                  <a:pt x="152347" y="75900"/>
                </a:lnTo>
                <a:cubicBezTo>
                  <a:pt x="152347" y="72917"/>
                  <a:pt x="152218" y="69461"/>
                  <a:pt x="151960" y="65531"/>
                </a:cubicBezTo>
                <a:cubicBezTo>
                  <a:pt x="151701" y="61601"/>
                  <a:pt x="151486" y="59320"/>
                  <a:pt x="151314" y="58689"/>
                </a:cubicBezTo>
                <a:cubicBezTo>
                  <a:pt x="151142" y="58058"/>
                  <a:pt x="150726" y="57542"/>
                  <a:pt x="150066" y="57140"/>
                </a:cubicBezTo>
                <a:cubicBezTo>
                  <a:pt x="149407" y="56739"/>
                  <a:pt x="147929" y="56538"/>
                  <a:pt x="145635" y="56538"/>
                </a:cubicBezTo>
                <a:lnTo>
                  <a:pt x="138406" y="56452"/>
                </a:lnTo>
                <a:lnTo>
                  <a:pt x="137631" y="55763"/>
                </a:lnTo>
                <a:lnTo>
                  <a:pt x="137631" y="52063"/>
                </a:lnTo>
                <a:lnTo>
                  <a:pt x="138320" y="51375"/>
                </a:lnTo>
                <a:cubicBezTo>
                  <a:pt x="149278" y="50055"/>
                  <a:pt x="158485" y="47904"/>
                  <a:pt x="165943" y="44921"/>
                </a:cubicBezTo>
                <a:moveTo>
                  <a:pt x="166632" y="110925"/>
                </a:moveTo>
                <a:cubicBezTo>
                  <a:pt x="169271" y="113621"/>
                  <a:pt x="172541" y="115959"/>
                  <a:pt x="176442" y="117938"/>
                </a:cubicBezTo>
                <a:cubicBezTo>
                  <a:pt x="180343" y="119917"/>
                  <a:pt x="184646" y="120907"/>
                  <a:pt x="189350" y="120907"/>
                </a:cubicBezTo>
                <a:cubicBezTo>
                  <a:pt x="194915" y="120907"/>
                  <a:pt x="199835" y="119501"/>
                  <a:pt x="204109" y="116690"/>
                </a:cubicBezTo>
                <a:cubicBezTo>
                  <a:pt x="208383" y="113879"/>
                  <a:pt x="211696" y="109763"/>
                  <a:pt x="214048" y="104341"/>
                </a:cubicBezTo>
                <a:cubicBezTo>
                  <a:pt x="216400" y="98920"/>
                  <a:pt x="217576" y="92910"/>
                  <a:pt x="217576" y="86313"/>
                </a:cubicBezTo>
                <a:cubicBezTo>
                  <a:pt x="217576" y="80977"/>
                  <a:pt x="216529" y="76015"/>
                  <a:pt x="214435" y="71425"/>
                </a:cubicBezTo>
                <a:cubicBezTo>
                  <a:pt x="212341" y="66836"/>
                  <a:pt x="209100" y="63222"/>
                  <a:pt x="204711" y="60583"/>
                </a:cubicBezTo>
                <a:cubicBezTo>
                  <a:pt x="200322" y="57944"/>
                  <a:pt x="195661" y="56624"/>
                  <a:pt x="190727" y="56624"/>
                </a:cubicBezTo>
                <a:cubicBezTo>
                  <a:pt x="187687" y="56624"/>
                  <a:pt x="184732" y="57155"/>
                  <a:pt x="181864" y="58216"/>
                </a:cubicBezTo>
                <a:cubicBezTo>
                  <a:pt x="178995" y="59277"/>
                  <a:pt x="176313" y="60841"/>
                  <a:pt x="173817" y="62906"/>
                </a:cubicBezTo>
                <a:cubicBezTo>
                  <a:pt x="171322" y="64971"/>
                  <a:pt x="169529" y="66936"/>
                  <a:pt x="168439" y="68801"/>
                </a:cubicBezTo>
                <a:cubicBezTo>
                  <a:pt x="167349" y="70665"/>
                  <a:pt x="166775" y="72214"/>
                  <a:pt x="166718" y="73448"/>
                </a:cubicBezTo>
                <a:cubicBezTo>
                  <a:pt x="166661" y="74681"/>
                  <a:pt x="166632" y="76044"/>
                  <a:pt x="166632" y="77535"/>
                </a:cubicBezTo>
                <a:lnTo>
                  <a:pt x="166632" y="110925"/>
                </a:lnTo>
                <a:close/>
                <a:moveTo>
                  <a:pt x="271863" y="44921"/>
                </a:moveTo>
                <a:lnTo>
                  <a:pt x="273498" y="45953"/>
                </a:lnTo>
                <a:cubicBezTo>
                  <a:pt x="272925" y="52493"/>
                  <a:pt x="272609" y="58288"/>
                  <a:pt x="272552" y="63336"/>
                </a:cubicBezTo>
                <a:cubicBezTo>
                  <a:pt x="280354" y="56222"/>
                  <a:pt x="285790" y="51518"/>
                  <a:pt x="288859" y="49223"/>
                </a:cubicBezTo>
                <a:cubicBezTo>
                  <a:pt x="291928" y="46929"/>
                  <a:pt x="297221" y="45781"/>
                  <a:pt x="304736" y="45781"/>
                </a:cubicBezTo>
                <a:cubicBezTo>
                  <a:pt x="309441" y="45781"/>
                  <a:pt x="313715" y="46427"/>
                  <a:pt x="317558" y="47717"/>
                </a:cubicBezTo>
                <a:cubicBezTo>
                  <a:pt x="321402" y="49008"/>
                  <a:pt x="324959" y="51131"/>
                  <a:pt x="328229" y="54085"/>
                </a:cubicBezTo>
                <a:cubicBezTo>
                  <a:pt x="331499" y="57040"/>
                  <a:pt x="334081" y="60740"/>
                  <a:pt x="335974" y="65186"/>
                </a:cubicBezTo>
                <a:cubicBezTo>
                  <a:pt x="337867" y="69633"/>
                  <a:pt x="338814" y="74782"/>
                  <a:pt x="338814" y="80633"/>
                </a:cubicBezTo>
                <a:cubicBezTo>
                  <a:pt x="338814" y="84764"/>
                  <a:pt x="338154" y="88952"/>
                  <a:pt x="336835" y="93197"/>
                </a:cubicBezTo>
                <a:cubicBezTo>
                  <a:pt x="335515" y="97443"/>
                  <a:pt x="333780" y="101372"/>
                  <a:pt x="331628" y="104987"/>
                </a:cubicBezTo>
                <a:cubicBezTo>
                  <a:pt x="329477" y="108601"/>
                  <a:pt x="327756" y="110996"/>
                  <a:pt x="326465" y="112172"/>
                </a:cubicBezTo>
                <a:cubicBezTo>
                  <a:pt x="325174" y="113348"/>
                  <a:pt x="322521" y="115113"/>
                  <a:pt x="318505" y="117465"/>
                </a:cubicBezTo>
                <a:cubicBezTo>
                  <a:pt x="314891" y="119645"/>
                  <a:pt x="311305" y="121997"/>
                  <a:pt x="307748" y="124521"/>
                </a:cubicBezTo>
                <a:cubicBezTo>
                  <a:pt x="305281" y="126300"/>
                  <a:pt x="303560" y="127447"/>
                  <a:pt x="302585" y="127963"/>
                </a:cubicBezTo>
                <a:cubicBezTo>
                  <a:pt x="301610" y="128480"/>
                  <a:pt x="299974" y="128996"/>
                  <a:pt x="297680" y="129512"/>
                </a:cubicBezTo>
                <a:cubicBezTo>
                  <a:pt x="295385" y="130029"/>
                  <a:pt x="292947" y="130287"/>
                  <a:pt x="290365" y="130287"/>
                </a:cubicBezTo>
                <a:cubicBezTo>
                  <a:pt x="284399" y="130287"/>
                  <a:pt x="278461" y="128767"/>
                  <a:pt x="272552" y="125726"/>
                </a:cubicBezTo>
                <a:lnTo>
                  <a:pt x="272552" y="144056"/>
                </a:lnTo>
                <a:cubicBezTo>
                  <a:pt x="272552" y="145318"/>
                  <a:pt x="272666" y="149377"/>
                  <a:pt x="272896" y="156232"/>
                </a:cubicBezTo>
                <a:cubicBezTo>
                  <a:pt x="273125" y="163088"/>
                  <a:pt x="273369" y="167090"/>
                  <a:pt x="273627" y="168237"/>
                </a:cubicBezTo>
                <a:cubicBezTo>
                  <a:pt x="273886" y="169384"/>
                  <a:pt x="274273" y="170216"/>
                  <a:pt x="274789" y="170733"/>
                </a:cubicBezTo>
                <a:cubicBezTo>
                  <a:pt x="275305" y="171249"/>
                  <a:pt x="275937" y="171579"/>
                  <a:pt x="276682" y="171722"/>
                </a:cubicBezTo>
                <a:cubicBezTo>
                  <a:pt x="277428" y="171866"/>
                  <a:pt x="280526" y="172109"/>
                  <a:pt x="285976" y="172454"/>
                </a:cubicBezTo>
                <a:lnTo>
                  <a:pt x="286751" y="173142"/>
                </a:lnTo>
                <a:lnTo>
                  <a:pt x="286751" y="176756"/>
                </a:lnTo>
                <a:lnTo>
                  <a:pt x="286062" y="177531"/>
                </a:lnTo>
                <a:cubicBezTo>
                  <a:pt x="278891" y="177072"/>
                  <a:pt x="272007" y="176842"/>
                  <a:pt x="265409" y="176842"/>
                </a:cubicBezTo>
                <a:cubicBezTo>
                  <a:pt x="258812" y="176842"/>
                  <a:pt x="251927" y="177072"/>
                  <a:pt x="244756" y="177531"/>
                </a:cubicBezTo>
                <a:lnTo>
                  <a:pt x="243982" y="176756"/>
                </a:lnTo>
                <a:lnTo>
                  <a:pt x="243982" y="173142"/>
                </a:lnTo>
                <a:lnTo>
                  <a:pt x="244756" y="172454"/>
                </a:lnTo>
                <a:cubicBezTo>
                  <a:pt x="250264" y="172109"/>
                  <a:pt x="253390" y="171851"/>
                  <a:pt x="254136" y="171679"/>
                </a:cubicBezTo>
                <a:cubicBezTo>
                  <a:pt x="254882" y="171507"/>
                  <a:pt x="255527" y="171149"/>
                  <a:pt x="256072" y="170603"/>
                </a:cubicBezTo>
                <a:cubicBezTo>
                  <a:pt x="256617" y="170058"/>
                  <a:pt x="256990" y="169184"/>
                  <a:pt x="257191" y="167979"/>
                </a:cubicBezTo>
                <a:cubicBezTo>
                  <a:pt x="257392" y="166774"/>
                  <a:pt x="257621" y="162930"/>
                  <a:pt x="257879" y="156447"/>
                </a:cubicBezTo>
                <a:cubicBezTo>
                  <a:pt x="258138" y="149965"/>
                  <a:pt x="258267" y="145088"/>
                  <a:pt x="258267" y="141818"/>
                </a:cubicBezTo>
                <a:lnTo>
                  <a:pt x="258267" y="75900"/>
                </a:lnTo>
                <a:cubicBezTo>
                  <a:pt x="258267" y="72917"/>
                  <a:pt x="258138" y="69461"/>
                  <a:pt x="257879" y="65531"/>
                </a:cubicBezTo>
                <a:cubicBezTo>
                  <a:pt x="257621" y="61601"/>
                  <a:pt x="257406" y="59320"/>
                  <a:pt x="257234" y="58689"/>
                </a:cubicBezTo>
                <a:cubicBezTo>
                  <a:pt x="257062" y="58058"/>
                  <a:pt x="256646" y="57542"/>
                  <a:pt x="255986" y="57140"/>
                </a:cubicBezTo>
                <a:cubicBezTo>
                  <a:pt x="255326" y="56739"/>
                  <a:pt x="253849" y="56538"/>
                  <a:pt x="251554" y="56538"/>
                </a:cubicBezTo>
                <a:lnTo>
                  <a:pt x="244326" y="56452"/>
                </a:lnTo>
                <a:lnTo>
                  <a:pt x="243551" y="55763"/>
                </a:lnTo>
                <a:lnTo>
                  <a:pt x="243551" y="52063"/>
                </a:lnTo>
                <a:lnTo>
                  <a:pt x="244240" y="51375"/>
                </a:lnTo>
                <a:cubicBezTo>
                  <a:pt x="255197" y="50055"/>
                  <a:pt x="264405" y="47904"/>
                  <a:pt x="271863" y="44921"/>
                </a:cubicBezTo>
                <a:moveTo>
                  <a:pt x="272552" y="110925"/>
                </a:moveTo>
                <a:cubicBezTo>
                  <a:pt x="275191" y="113621"/>
                  <a:pt x="278461" y="115959"/>
                  <a:pt x="282362" y="117938"/>
                </a:cubicBezTo>
                <a:cubicBezTo>
                  <a:pt x="286263" y="119917"/>
                  <a:pt x="290566" y="120907"/>
                  <a:pt x="295270" y="120907"/>
                </a:cubicBezTo>
                <a:cubicBezTo>
                  <a:pt x="300835" y="120907"/>
                  <a:pt x="305754" y="119501"/>
                  <a:pt x="310029" y="116690"/>
                </a:cubicBezTo>
                <a:cubicBezTo>
                  <a:pt x="314303" y="113879"/>
                  <a:pt x="317616" y="109763"/>
                  <a:pt x="319968" y="104341"/>
                </a:cubicBezTo>
                <a:cubicBezTo>
                  <a:pt x="322320" y="98920"/>
                  <a:pt x="323496" y="92910"/>
                  <a:pt x="323496" y="86313"/>
                </a:cubicBezTo>
                <a:cubicBezTo>
                  <a:pt x="323496" y="80977"/>
                  <a:pt x="322449" y="76015"/>
                  <a:pt x="320355" y="71425"/>
                </a:cubicBezTo>
                <a:cubicBezTo>
                  <a:pt x="318261" y="66836"/>
                  <a:pt x="315020" y="63222"/>
                  <a:pt x="310631" y="60583"/>
                </a:cubicBezTo>
                <a:cubicBezTo>
                  <a:pt x="306242" y="57944"/>
                  <a:pt x="301581" y="56624"/>
                  <a:pt x="296647" y="56624"/>
                </a:cubicBezTo>
                <a:cubicBezTo>
                  <a:pt x="293606" y="56624"/>
                  <a:pt x="290652" y="57155"/>
                  <a:pt x="287783" y="58216"/>
                </a:cubicBezTo>
                <a:cubicBezTo>
                  <a:pt x="284915" y="59277"/>
                  <a:pt x="282233" y="60841"/>
                  <a:pt x="279737" y="62906"/>
                </a:cubicBezTo>
                <a:cubicBezTo>
                  <a:pt x="277242" y="64971"/>
                  <a:pt x="275449" y="66936"/>
                  <a:pt x="274359" y="68801"/>
                </a:cubicBezTo>
                <a:cubicBezTo>
                  <a:pt x="273269" y="70665"/>
                  <a:pt x="272695" y="72214"/>
                  <a:pt x="272638" y="73448"/>
                </a:cubicBezTo>
                <a:cubicBezTo>
                  <a:pt x="272580" y="74681"/>
                  <a:pt x="272552" y="76044"/>
                  <a:pt x="272552" y="77535"/>
                </a:cubicBezTo>
                <a:lnTo>
                  <a:pt x="272552" y="110925"/>
                </a:lnTo>
                <a:close/>
                <a:moveTo>
                  <a:pt x="377931" y="45953"/>
                </a:moveTo>
                <a:lnTo>
                  <a:pt x="379566" y="47072"/>
                </a:lnTo>
                <a:cubicBezTo>
                  <a:pt x="379222" y="50399"/>
                  <a:pt x="378964" y="56308"/>
                  <a:pt x="378791" y="64799"/>
                </a:cubicBezTo>
                <a:lnTo>
                  <a:pt x="385246" y="56624"/>
                </a:lnTo>
                <a:cubicBezTo>
                  <a:pt x="387368" y="53928"/>
                  <a:pt x="389247" y="51848"/>
                  <a:pt x="390882" y="50385"/>
                </a:cubicBezTo>
                <a:cubicBezTo>
                  <a:pt x="392517" y="48922"/>
                  <a:pt x="394425" y="47789"/>
                  <a:pt x="396605" y="46986"/>
                </a:cubicBezTo>
                <a:cubicBezTo>
                  <a:pt x="398785" y="46183"/>
                  <a:pt x="401022" y="45781"/>
                  <a:pt x="403317" y="45781"/>
                </a:cubicBezTo>
                <a:cubicBezTo>
                  <a:pt x="405841" y="45781"/>
                  <a:pt x="408222" y="46297"/>
                  <a:pt x="410460" y="47330"/>
                </a:cubicBezTo>
                <a:lnTo>
                  <a:pt x="411062" y="48535"/>
                </a:lnTo>
                <a:cubicBezTo>
                  <a:pt x="410144" y="56165"/>
                  <a:pt x="409628" y="62877"/>
                  <a:pt x="409513" y="68672"/>
                </a:cubicBezTo>
                <a:lnTo>
                  <a:pt x="405640" y="68672"/>
                </a:lnTo>
                <a:cubicBezTo>
                  <a:pt x="403346" y="63394"/>
                  <a:pt x="399645" y="60755"/>
                  <a:pt x="394539" y="60755"/>
                </a:cubicBezTo>
                <a:cubicBezTo>
                  <a:pt x="390983" y="60755"/>
                  <a:pt x="387885" y="61888"/>
                  <a:pt x="385246" y="64154"/>
                </a:cubicBezTo>
                <a:cubicBezTo>
                  <a:pt x="382607" y="66420"/>
                  <a:pt x="380842" y="69260"/>
                  <a:pt x="379953" y="72673"/>
                </a:cubicBezTo>
                <a:cubicBezTo>
                  <a:pt x="379064" y="76087"/>
                  <a:pt x="378619" y="80404"/>
                  <a:pt x="378619" y="85624"/>
                </a:cubicBezTo>
                <a:lnTo>
                  <a:pt x="378619" y="95177"/>
                </a:lnTo>
                <a:cubicBezTo>
                  <a:pt x="378619" y="96898"/>
                  <a:pt x="378734" y="101114"/>
                  <a:pt x="378964" y="107827"/>
                </a:cubicBezTo>
                <a:cubicBezTo>
                  <a:pt x="379193" y="114539"/>
                  <a:pt x="379437" y="118411"/>
                  <a:pt x="379695" y="119444"/>
                </a:cubicBezTo>
                <a:cubicBezTo>
                  <a:pt x="379953" y="120477"/>
                  <a:pt x="380355" y="121237"/>
                  <a:pt x="380900" y="121724"/>
                </a:cubicBezTo>
                <a:cubicBezTo>
                  <a:pt x="381445" y="122212"/>
                  <a:pt x="382162" y="122542"/>
                  <a:pt x="383051" y="122714"/>
                </a:cubicBezTo>
                <a:cubicBezTo>
                  <a:pt x="383940" y="122886"/>
                  <a:pt x="388028" y="123173"/>
                  <a:pt x="395314" y="123575"/>
                </a:cubicBezTo>
                <a:lnTo>
                  <a:pt x="396088" y="124263"/>
                </a:lnTo>
                <a:lnTo>
                  <a:pt x="396088" y="127877"/>
                </a:lnTo>
                <a:lnTo>
                  <a:pt x="395314" y="128652"/>
                </a:lnTo>
                <a:cubicBezTo>
                  <a:pt x="387684" y="128193"/>
                  <a:pt x="379709" y="127963"/>
                  <a:pt x="371391" y="127963"/>
                </a:cubicBezTo>
                <a:cubicBezTo>
                  <a:pt x="364793" y="127963"/>
                  <a:pt x="357909" y="128193"/>
                  <a:pt x="350738" y="128652"/>
                </a:cubicBezTo>
                <a:lnTo>
                  <a:pt x="349963" y="127877"/>
                </a:lnTo>
                <a:lnTo>
                  <a:pt x="349963" y="124263"/>
                </a:lnTo>
                <a:lnTo>
                  <a:pt x="350738" y="123575"/>
                </a:lnTo>
                <a:cubicBezTo>
                  <a:pt x="356302" y="123230"/>
                  <a:pt x="359443" y="122972"/>
                  <a:pt x="360161" y="122800"/>
                </a:cubicBezTo>
                <a:cubicBezTo>
                  <a:pt x="360878" y="122628"/>
                  <a:pt x="361509" y="122269"/>
                  <a:pt x="362054" y="121724"/>
                </a:cubicBezTo>
                <a:cubicBezTo>
                  <a:pt x="362599" y="121179"/>
                  <a:pt x="362972" y="120348"/>
                  <a:pt x="363172" y="119229"/>
                </a:cubicBezTo>
                <a:cubicBezTo>
                  <a:pt x="363373" y="118110"/>
                  <a:pt x="363603" y="114410"/>
                  <a:pt x="363861" y="108128"/>
                </a:cubicBezTo>
                <a:cubicBezTo>
                  <a:pt x="364119" y="101846"/>
                  <a:pt x="364248" y="97098"/>
                  <a:pt x="364248" y="93886"/>
                </a:cubicBezTo>
                <a:lnTo>
                  <a:pt x="364248" y="76933"/>
                </a:lnTo>
                <a:cubicBezTo>
                  <a:pt x="364248" y="74638"/>
                  <a:pt x="364133" y="71511"/>
                  <a:pt x="363904" y="67553"/>
                </a:cubicBezTo>
                <a:cubicBezTo>
                  <a:pt x="363674" y="63594"/>
                  <a:pt x="363488" y="61156"/>
                  <a:pt x="363345" y="60238"/>
                </a:cubicBezTo>
                <a:cubicBezTo>
                  <a:pt x="363201" y="59320"/>
                  <a:pt x="362757" y="58646"/>
                  <a:pt x="362011" y="58216"/>
                </a:cubicBezTo>
                <a:cubicBezTo>
                  <a:pt x="361265" y="57786"/>
                  <a:pt x="359773" y="57571"/>
                  <a:pt x="357536" y="57571"/>
                </a:cubicBezTo>
                <a:lnTo>
                  <a:pt x="350307" y="57485"/>
                </a:lnTo>
                <a:lnTo>
                  <a:pt x="349533" y="56796"/>
                </a:lnTo>
                <a:lnTo>
                  <a:pt x="349533" y="53096"/>
                </a:lnTo>
                <a:lnTo>
                  <a:pt x="350221" y="52407"/>
                </a:lnTo>
                <a:cubicBezTo>
                  <a:pt x="361179" y="51088"/>
                  <a:pt x="370415" y="48936"/>
                  <a:pt x="377931" y="45953"/>
                </a:cubicBezTo>
                <a:close/>
                <a:moveTo>
                  <a:pt x="420352" y="88550"/>
                </a:moveTo>
                <a:cubicBezTo>
                  <a:pt x="420352" y="81723"/>
                  <a:pt x="421758" y="75140"/>
                  <a:pt x="424569" y="68801"/>
                </a:cubicBezTo>
                <a:cubicBezTo>
                  <a:pt x="427380" y="62461"/>
                  <a:pt x="432271" y="56983"/>
                  <a:pt x="439241" y="52364"/>
                </a:cubicBezTo>
                <a:cubicBezTo>
                  <a:pt x="446212" y="47746"/>
                  <a:pt x="454487" y="45437"/>
                  <a:pt x="464068" y="45437"/>
                </a:cubicBezTo>
                <a:cubicBezTo>
                  <a:pt x="476116" y="45437"/>
                  <a:pt x="485926" y="49238"/>
                  <a:pt x="493499" y="56839"/>
                </a:cubicBezTo>
                <a:cubicBezTo>
                  <a:pt x="501072" y="64441"/>
                  <a:pt x="504858" y="74208"/>
                  <a:pt x="504858" y="86141"/>
                </a:cubicBezTo>
                <a:cubicBezTo>
                  <a:pt x="504858" y="99278"/>
                  <a:pt x="500512" y="110093"/>
                  <a:pt x="491821" y="118583"/>
                </a:cubicBezTo>
                <a:cubicBezTo>
                  <a:pt x="483129" y="127074"/>
                  <a:pt x="472645" y="131320"/>
                  <a:pt x="460368" y="131320"/>
                </a:cubicBezTo>
                <a:cubicBezTo>
                  <a:pt x="452336" y="131320"/>
                  <a:pt x="445165" y="129154"/>
                  <a:pt x="438854" y="124822"/>
                </a:cubicBezTo>
                <a:cubicBezTo>
                  <a:pt x="432543" y="120491"/>
                  <a:pt x="427882" y="115199"/>
                  <a:pt x="424870" y="108945"/>
                </a:cubicBezTo>
                <a:cubicBezTo>
                  <a:pt x="421858" y="102692"/>
                  <a:pt x="420352" y="95894"/>
                  <a:pt x="420352" y="88550"/>
                </a:cubicBezTo>
                <a:moveTo>
                  <a:pt x="436617" y="82613"/>
                </a:moveTo>
                <a:cubicBezTo>
                  <a:pt x="436617" y="90644"/>
                  <a:pt x="437649" y="97830"/>
                  <a:pt x="439715" y="104169"/>
                </a:cubicBezTo>
                <a:cubicBezTo>
                  <a:pt x="441780" y="110509"/>
                  <a:pt x="445050" y="115600"/>
                  <a:pt x="449525" y="119444"/>
                </a:cubicBezTo>
                <a:cubicBezTo>
                  <a:pt x="454000" y="123288"/>
                  <a:pt x="459106" y="125210"/>
                  <a:pt x="464843" y="125210"/>
                </a:cubicBezTo>
                <a:cubicBezTo>
                  <a:pt x="471612" y="125210"/>
                  <a:pt x="477206" y="122528"/>
                  <a:pt x="481623" y="117164"/>
                </a:cubicBezTo>
                <a:cubicBezTo>
                  <a:pt x="486041" y="111799"/>
                  <a:pt x="488249" y="103725"/>
                  <a:pt x="488249" y="92939"/>
                </a:cubicBezTo>
                <a:cubicBezTo>
                  <a:pt x="488249" y="80719"/>
                  <a:pt x="485854" y="70708"/>
                  <a:pt x="481064" y="62906"/>
                </a:cubicBezTo>
                <a:cubicBezTo>
                  <a:pt x="476274" y="55104"/>
                  <a:pt x="469375" y="51203"/>
                  <a:pt x="460368" y="51203"/>
                </a:cubicBezTo>
                <a:cubicBezTo>
                  <a:pt x="452910" y="51203"/>
                  <a:pt x="447087" y="53899"/>
                  <a:pt x="442899" y="59292"/>
                </a:cubicBezTo>
                <a:cubicBezTo>
                  <a:pt x="438711" y="64684"/>
                  <a:pt x="436617" y="72458"/>
                  <a:pt x="436617" y="82613"/>
                </a:cubicBezTo>
                <a:moveTo>
                  <a:pt x="462691" y="40532"/>
                </a:moveTo>
                <a:lnTo>
                  <a:pt x="462691" y="40532"/>
                </a:lnTo>
                <a:moveTo>
                  <a:pt x="461400" y="133127"/>
                </a:moveTo>
                <a:lnTo>
                  <a:pt x="461400" y="133127"/>
                </a:lnTo>
                <a:close/>
                <a:moveTo>
                  <a:pt x="514514" y="128566"/>
                </a:moveTo>
                <a:lnTo>
                  <a:pt x="513826" y="127791"/>
                </a:lnTo>
                <a:lnTo>
                  <a:pt x="513826" y="124349"/>
                </a:lnTo>
                <a:lnTo>
                  <a:pt x="514600" y="123661"/>
                </a:lnTo>
                <a:cubicBezTo>
                  <a:pt x="516723" y="123603"/>
                  <a:pt x="518458" y="123273"/>
                  <a:pt x="519806" y="122671"/>
                </a:cubicBezTo>
                <a:cubicBezTo>
                  <a:pt x="521155" y="122069"/>
                  <a:pt x="522790" y="120806"/>
                  <a:pt x="524712" y="118885"/>
                </a:cubicBezTo>
                <a:cubicBezTo>
                  <a:pt x="526634" y="116963"/>
                  <a:pt x="530033" y="113019"/>
                  <a:pt x="534909" y="107052"/>
                </a:cubicBezTo>
                <a:lnTo>
                  <a:pt x="548764" y="89927"/>
                </a:lnTo>
                <a:lnTo>
                  <a:pt x="541449" y="78998"/>
                </a:lnTo>
                <a:cubicBezTo>
                  <a:pt x="540359" y="77392"/>
                  <a:pt x="538107" y="74237"/>
                  <a:pt x="534694" y="69532"/>
                </a:cubicBezTo>
                <a:cubicBezTo>
                  <a:pt x="531280" y="64828"/>
                  <a:pt x="528426" y="61285"/>
                  <a:pt x="526132" y="58904"/>
                </a:cubicBezTo>
                <a:cubicBezTo>
                  <a:pt x="523837" y="56524"/>
                  <a:pt x="522130" y="55046"/>
                  <a:pt x="521011" y="54473"/>
                </a:cubicBezTo>
                <a:cubicBezTo>
                  <a:pt x="519893" y="53899"/>
                  <a:pt x="518759" y="53612"/>
                  <a:pt x="517612" y="53612"/>
                </a:cubicBezTo>
                <a:cubicBezTo>
                  <a:pt x="517096" y="53612"/>
                  <a:pt x="516407" y="53641"/>
                  <a:pt x="515547" y="53698"/>
                </a:cubicBezTo>
                <a:lnTo>
                  <a:pt x="514686" y="53096"/>
                </a:lnTo>
                <a:lnTo>
                  <a:pt x="513998" y="49654"/>
                </a:lnTo>
                <a:lnTo>
                  <a:pt x="514686" y="48793"/>
                </a:lnTo>
                <a:cubicBezTo>
                  <a:pt x="520538" y="48105"/>
                  <a:pt x="526992" y="47015"/>
                  <a:pt x="534049" y="45523"/>
                </a:cubicBezTo>
                <a:cubicBezTo>
                  <a:pt x="538007" y="48793"/>
                  <a:pt x="543859" y="56452"/>
                  <a:pt x="551604" y="68500"/>
                </a:cubicBezTo>
                <a:lnTo>
                  <a:pt x="557972" y="78568"/>
                </a:lnTo>
                <a:lnTo>
                  <a:pt x="563393" y="71684"/>
                </a:lnTo>
                <a:cubicBezTo>
                  <a:pt x="567581" y="66233"/>
                  <a:pt x="573462" y="58058"/>
                  <a:pt x="581034" y="47158"/>
                </a:cubicBezTo>
                <a:cubicBezTo>
                  <a:pt x="583731" y="47560"/>
                  <a:pt x="585882" y="47760"/>
                  <a:pt x="587489" y="47760"/>
                </a:cubicBezTo>
                <a:cubicBezTo>
                  <a:pt x="588980" y="47760"/>
                  <a:pt x="590988" y="47560"/>
                  <a:pt x="593512" y="47158"/>
                </a:cubicBezTo>
                <a:lnTo>
                  <a:pt x="594201" y="47846"/>
                </a:lnTo>
                <a:lnTo>
                  <a:pt x="594201" y="51289"/>
                </a:lnTo>
                <a:lnTo>
                  <a:pt x="593512" y="51977"/>
                </a:lnTo>
                <a:cubicBezTo>
                  <a:pt x="591619" y="52149"/>
                  <a:pt x="590242" y="52436"/>
                  <a:pt x="589382" y="52838"/>
                </a:cubicBezTo>
                <a:cubicBezTo>
                  <a:pt x="588521" y="53239"/>
                  <a:pt x="586944" y="54559"/>
                  <a:pt x="584649" y="56796"/>
                </a:cubicBezTo>
                <a:cubicBezTo>
                  <a:pt x="582354" y="59034"/>
                  <a:pt x="579285" y="62476"/>
                  <a:pt x="575441" y="67123"/>
                </a:cubicBezTo>
                <a:lnTo>
                  <a:pt x="570278" y="73319"/>
                </a:lnTo>
                <a:cubicBezTo>
                  <a:pt x="569245" y="74523"/>
                  <a:pt x="568241" y="75757"/>
                  <a:pt x="567266" y="77019"/>
                </a:cubicBezTo>
                <a:lnTo>
                  <a:pt x="561930" y="83903"/>
                </a:lnTo>
                <a:lnTo>
                  <a:pt x="565114" y="88808"/>
                </a:lnTo>
                <a:cubicBezTo>
                  <a:pt x="566549" y="90874"/>
                  <a:pt x="570005" y="95707"/>
                  <a:pt x="575484" y="103309"/>
                </a:cubicBezTo>
                <a:cubicBezTo>
                  <a:pt x="580963" y="110910"/>
                  <a:pt x="584806" y="115987"/>
                  <a:pt x="587015" y="118540"/>
                </a:cubicBezTo>
                <a:cubicBezTo>
                  <a:pt x="589224" y="121093"/>
                  <a:pt x="590802" y="122585"/>
                  <a:pt x="591748" y="123015"/>
                </a:cubicBezTo>
                <a:cubicBezTo>
                  <a:pt x="592695" y="123446"/>
                  <a:pt x="594258" y="123661"/>
                  <a:pt x="596438" y="123661"/>
                </a:cubicBezTo>
                <a:lnTo>
                  <a:pt x="597127" y="124349"/>
                </a:lnTo>
                <a:lnTo>
                  <a:pt x="597127" y="127877"/>
                </a:lnTo>
                <a:lnTo>
                  <a:pt x="596438" y="128566"/>
                </a:lnTo>
                <a:cubicBezTo>
                  <a:pt x="592193" y="128164"/>
                  <a:pt x="588923" y="127963"/>
                  <a:pt x="586628" y="127963"/>
                </a:cubicBezTo>
                <a:cubicBezTo>
                  <a:pt x="585940" y="127963"/>
                  <a:pt x="582268" y="128164"/>
                  <a:pt x="575613" y="128566"/>
                </a:cubicBezTo>
                <a:cubicBezTo>
                  <a:pt x="570909" y="122657"/>
                  <a:pt x="566176" y="116030"/>
                  <a:pt x="561414" y="108687"/>
                </a:cubicBezTo>
                <a:lnTo>
                  <a:pt x="552636" y="95435"/>
                </a:lnTo>
                <a:cubicBezTo>
                  <a:pt x="546727" y="102147"/>
                  <a:pt x="538810" y="113191"/>
                  <a:pt x="528885" y="128566"/>
                </a:cubicBezTo>
                <a:cubicBezTo>
                  <a:pt x="524984" y="128164"/>
                  <a:pt x="522661" y="127963"/>
                  <a:pt x="521915" y="127963"/>
                </a:cubicBezTo>
                <a:cubicBezTo>
                  <a:pt x="520767" y="127963"/>
                  <a:pt x="518301" y="128164"/>
                  <a:pt x="514514" y="128566"/>
                </a:cubicBezTo>
                <a:close/>
                <a:moveTo>
                  <a:pt x="625746" y="7487"/>
                </a:moveTo>
                <a:cubicBezTo>
                  <a:pt x="628443" y="7487"/>
                  <a:pt x="630738" y="8433"/>
                  <a:pt x="632631" y="10327"/>
                </a:cubicBezTo>
                <a:cubicBezTo>
                  <a:pt x="634524" y="12220"/>
                  <a:pt x="635471" y="14515"/>
                  <a:pt x="635471" y="17211"/>
                </a:cubicBezTo>
                <a:cubicBezTo>
                  <a:pt x="635471" y="19850"/>
                  <a:pt x="634524" y="22116"/>
                  <a:pt x="632631" y="24009"/>
                </a:cubicBezTo>
                <a:cubicBezTo>
                  <a:pt x="630738" y="25902"/>
                  <a:pt x="628443" y="26849"/>
                  <a:pt x="625746" y="26849"/>
                </a:cubicBezTo>
                <a:cubicBezTo>
                  <a:pt x="623107" y="26849"/>
                  <a:pt x="620827" y="25917"/>
                  <a:pt x="618905" y="24052"/>
                </a:cubicBezTo>
                <a:cubicBezTo>
                  <a:pt x="616983" y="22188"/>
                  <a:pt x="616022" y="19907"/>
                  <a:pt x="616022" y="17211"/>
                </a:cubicBezTo>
                <a:cubicBezTo>
                  <a:pt x="616022" y="14515"/>
                  <a:pt x="616983" y="12220"/>
                  <a:pt x="618905" y="10327"/>
                </a:cubicBezTo>
                <a:cubicBezTo>
                  <a:pt x="620827" y="8433"/>
                  <a:pt x="623107" y="7487"/>
                  <a:pt x="625746" y="7487"/>
                </a:cubicBezTo>
                <a:moveTo>
                  <a:pt x="633061" y="45953"/>
                </a:moveTo>
                <a:lnTo>
                  <a:pt x="634696" y="47072"/>
                </a:lnTo>
                <a:cubicBezTo>
                  <a:pt x="634065" y="54587"/>
                  <a:pt x="633750" y="64139"/>
                  <a:pt x="633750" y="75728"/>
                </a:cubicBezTo>
                <a:lnTo>
                  <a:pt x="633750" y="95177"/>
                </a:lnTo>
                <a:cubicBezTo>
                  <a:pt x="633750" y="96439"/>
                  <a:pt x="633864" y="100498"/>
                  <a:pt x="634094" y="107353"/>
                </a:cubicBezTo>
                <a:cubicBezTo>
                  <a:pt x="634323" y="114209"/>
                  <a:pt x="634567" y="118211"/>
                  <a:pt x="634825" y="119358"/>
                </a:cubicBezTo>
                <a:cubicBezTo>
                  <a:pt x="635083" y="120505"/>
                  <a:pt x="635471" y="121337"/>
                  <a:pt x="635987" y="121853"/>
                </a:cubicBezTo>
                <a:cubicBezTo>
                  <a:pt x="636503" y="122370"/>
                  <a:pt x="637134" y="122700"/>
                  <a:pt x="637880" y="122843"/>
                </a:cubicBezTo>
                <a:cubicBezTo>
                  <a:pt x="638626" y="122987"/>
                  <a:pt x="641724" y="123230"/>
                  <a:pt x="647174" y="123575"/>
                </a:cubicBezTo>
                <a:lnTo>
                  <a:pt x="647949" y="124263"/>
                </a:lnTo>
                <a:lnTo>
                  <a:pt x="647949" y="127877"/>
                </a:lnTo>
                <a:lnTo>
                  <a:pt x="647260" y="128652"/>
                </a:lnTo>
                <a:cubicBezTo>
                  <a:pt x="640089" y="128193"/>
                  <a:pt x="633176" y="127963"/>
                  <a:pt x="626521" y="127963"/>
                </a:cubicBezTo>
                <a:cubicBezTo>
                  <a:pt x="619923" y="127963"/>
                  <a:pt x="613039" y="128193"/>
                  <a:pt x="605868" y="128652"/>
                </a:cubicBezTo>
                <a:lnTo>
                  <a:pt x="605093" y="127877"/>
                </a:lnTo>
                <a:lnTo>
                  <a:pt x="605093" y="124263"/>
                </a:lnTo>
                <a:lnTo>
                  <a:pt x="605868" y="123575"/>
                </a:lnTo>
                <a:cubicBezTo>
                  <a:pt x="611433" y="123230"/>
                  <a:pt x="614574" y="122972"/>
                  <a:pt x="615291" y="122800"/>
                </a:cubicBezTo>
                <a:cubicBezTo>
                  <a:pt x="616008" y="122628"/>
                  <a:pt x="616639" y="122269"/>
                  <a:pt x="617184" y="121724"/>
                </a:cubicBezTo>
                <a:cubicBezTo>
                  <a:pt x="617729" y="121179"/>
                  <a:pt x="618102" y="120348"/>
                  <a:pt x="618303" y="119229"/>
                </a:cubicBezTo>
                <a:cubicBezTo>
                  <a:pt x="618504" y="118110"/>
                  <a:pt x="618733" y="114410"/>
                  <a:pt x="618991" y="108128"/>
                </a:cubicBezTo>
                <a:cubicBezTo>
                  <a:pt x="619249" y="101846"/>
                  <a:pt x="619378" y="97098"/>
                  <a:pt x="619378" y="93886"/>
                </a:cubicBezTo>
                <a:lnTo>
                  <a:pt x="619378" y="76933"/>
                </a:lnTo>
                <a:cubicBezTo>
                  <a:pt x="619378" y="74638"/>
                  <a:pt x="619264" y="71511"/>
                  <a:pt x="619034" y="67553"/>
                </a:cubicBezTo>
                <a:cubicBezTo>
                  <a:pt x="618805" y="63594"/>
                  <a:pt x="618618" y="61156"/>
                  <a:pt x="618475" y="60238"/>
                </a:cubicBezTo>
                <a:cubicBezTo>
                  <a:pt x="618331" y="59320"/>
                  <a:pt x="617887" y="58646"/>
                  <a:pt x="617141" y="58216"/>
                </a:cubicBezTo>
                <a:cubicBezTo>
                  <a:pt x="616395" y="57786"/>
                  <a:pt x="614904" y="57571"/>
                  <a:pt x="612666" y="57571"/>
                </a:cubicBezTo>
                <a:lnTo>
                  <a:pt x="605438" y="57485"/>
                </a:lnTo>
                <a:lnTo>
                  <a:pt x="604663" y="56796"/>
                </a:lnTo>
                <a:lnTo>
                  <a:pt x="604663" y="53096"/>
                </a:lnTo>
                <a:lnTo>
                  <a:pt x="605352" y="52407"/>
                </a:lnTo>
                <a:cubicBezTo>
                  <a:pt x="616309" y="51088"/>
                  <a:pt x="625546" y="48936"/>
                  <a:pt x="633061" y="45953"/>
                </a:cubicBezTo>
                <a:moveTo>
                  <a:pt x="626349" y="133127"/>
                </a:moveTo>
                <a:lnTo>
                  <a:pt x="626349" y="133127"/>
                </a:lnTo>
                <a:close/>
                <a:moveTo>
                  <a:pt x="683916" y="45953"/>
                </a:moveTo>
                <a:lnTo>
                  <a:pt x="685551" y="47072"/>
                </a:lnTo>
                <a:cubicBezTo>
                  <a:pt x="685207" y="50858"/>
                  <a:pt x="684978" y="55391"/>
                  <a:pt x="684863" y="60669"/>
                </a:cubicBezTo>
                <a:lnTo>
                  <a:pt x="693038" y="53182"/>
                </a:lnTo>
                <a:cubicBezTo>
                  <a:pt x="695333" y="51059"/>
                  <a:pt x="696853" y="49697"/>
                  <a:pt x="697599" y="49094"/>
                </a:cubicBezTo>
                <a:cubicBezTo>
                  <a:pt x="698345" y="48492"/>
                  <a:pt x="700095" y="47789"/>
                  <a:pt x="702848" y="46986"/>
                </a:cubicBezTo>
                <a:cubicBezTo>
                  <a:pt x="705602" y="46183"/>
                  <a:pt x="708499" y="45781"/>
                  <a:pt x="711540" y="45781"/>
                </a:cubicBezTo>
                <a:cubicBezTo>
                  <a:pt x="717277" y="45781"/>
                  <a:pt x="722297" y="47201"/>
                  <a:pt x="726600" y="50041"/>
                </a:cubicBezTo>
                <a:cubicBezTo>
                  <a:pt x="730902" y="52881"/>
                  <a:pt x="734086" y="56796"/>
                  <a:pt x="736152" y="61787"/>
                </a:cubicBezTo>
                <a:cubicBezTo>
                  <a:pt x="743897" y="54444"/>
                  <a:pt x="748414" y="50371"/>
                  <a:pt x="749705" y="49568"/>
                </a:cubicBezTo>
                <a:cubicBezTo>
                  <a:pt x="750996" y="48764"/>
                  <a:pt x="753047" y="47947"/>
                  <a:pt x="755858" y="47115"/>
                </a:cubicBezTo>
                <a:cubicBezTo>
                  <a:pt x="758669" y="46283"/>
                  <a:pt x="761480" y="45867"/>
                  <a:pt x="764292" y="45867"/>
                </a:cubicBezTo>
                <a:cubicBezTo>
                  <a:pt x="768824" y="45867"/>
                  <a:pt x="772983" y="46842"/>
                  <a:pt x="776769" y="48793"/>
                </a:cubicBezTo>
                <a:cubicBezTo>
                  <a:pt x="780556" y="50744"/>
                  <a:pt x="783568" y="53297"/>
                  <a:pt x="785805" y="56452"/>
                </a:cubicBezTo>
                <a:cubicBezTo>
                  <a:pt x="788043" y="59607"/>
                  <a:pt x="789348" y="63021"/>
                  <a:pt x="789721" y="66692"/>
                </a:cubicBezTo>
                <a:cubicBezTo>
                  <a:pt x="790094" y="70364"/>
                  <a:pt x="790280" y="75413"/>
                  <a:pt x="790280" y="81838"/>
                </a:cubicBezTo>
                <a:lnTo>
                  <a:pt x="790280" y="90874"/>
                </a:lnTo>
                <a:cubicBezTo>
                  <a:pt x="790280" y="91849"/>
                  <a:pt x="790452" y="98992"/>
                  <a:pt x="790796" y="112301"/>
                </a:cubicBezTo>
                <a:cubicBezTo>
                  <a:pt x="790911" y="117752"/>
                  <a:pt x="791514" y="120993"/>
                  <a:pt x="792604" y="122026"/>
                </a:cubicBezTo>
                <a:cubicBezTo>
                  <a:pt x="793694" y="123058"/>
                  <a:pt x="797222" y="123575"/>
                  <a:pt x="803188" y="123575"/>
                </a:cubicBezTo>
                <a:lnTo>
                  <a:pt x="803877" y="124263"/>
                </a:lnTo>
                <a:lnTo>
                  <a:pt x="803877" y="127963"/>
                </a:lnTo>
                <a:lnTo>
                  <a:pt x="803188" y="128652"/>
                </a:lnTo>
                <a:cubicBezTo>
                  <a:pt x="795902" y="128193"/>
                  <a:pt x="790968" y="127963"/>
                  <a:pt x="788387" y="127963"/>
                </a:cubicBezTo>
                <a:cubicBezTo>
                  <a:pt x="786953" y="127963"/>
                  <a:pt x="782793" y="128193"/>
                  <a:pt x="775909" y="128652"/>
                </a:cubicBezTo>
                <a:lnTo>
                  <a:pt x="774790" y="127705"/>
                </a:lnTo>
                <a:cubicBezTo>
                  <a:pt x="775536" y="120247"/>
                  <a:pt x="775909" y="110523"/>
                  <a:pt x="775909" y="98533"/>
                </a:cubicBezTo>
                <a:lnTo>
                  <a:pt x="775909" y="88206"/>
                </a:lnTo>
                <a:cubicBezTo>
                  <a:pt x="775909" y="79084"/>
                  <a:pt x="775479" y="72702"/>
                  <a:pt x="774618" y="69059"/>
                </a:cubicBezTo>
                <a:cubicBezTo>
                  <a:pt x="773758" y="65416"/>
                  <a:pt x="771750" y="62433"/>
                  <a:pt x="768594" y="60109"/>
                </a:cubicBezTo>
                <a:cubicBezTo>
                  <a:pt x="765439" y="57786"/>
                  <a:pt x="761681" y="56624"/>
                  <a:pt x="757321" y="56624"/>
                </a:cubicBezTo>
                <a:cubicBezTo>
                  <a:pt x="754223" y="56624"/>
                  <a:pt x="751326" y="57241"/>
                  <a:pt x="748630" y="58474"/>
                </a:cubicBezTo>
                <a:cubicBezTo>
                  <a:pt x="745933" y="59708"/>
                  <a:pt x="743509" y="61543"/>
                  <a:pt x="741358" y="63982"/>
                </a:cubicBezTo>
                <a:cubicBezTo>
                  <a:pt x="739207" y="66420"/>
                  <a:pt x="738016" y="68686"/>
                  <a:pt x="737787" y="70780"/>
                </a:cubicBezTo>
                <a:cubicBezTo>
                  <a:pt x="737557" y="72874"/>
                  <a:pt x="737442" y="76732"/>
                  <a:pt x="737442" y="82354"/>
                </a:cubicBezTo>
                <a:lnTo>
                  <a:pt x="737442" y="93111"/>
                </a:lnTo>
                <a:cubicBezTo>
                  <a:pt x="737442" y="95635"/>
                  <a:pt x="737557" y="100368"/>
                  <a:pt x="737787" y="107310"/>
                </a:cubicBezTo>
                <a:cubicBezTo>
                  <a:pt x="738016" y="114252"/>
                  <a:pt x="738260" y="118297"/>
                  <a:pt x="738518" y="119444"/>
                </a:cubicBezTo>
                <a:cubicBezTo>
                  <a:pt x="738776" y="120591"/>
                  <a:pt x="739178" y="121409"/>
                  <a:pt x="739723" y="121897"/>
                </a:cubicBezTo>
                <a:cubicBezTo>
                  <a:pt x="740268" y="122384"/>
                  <a:pt x="740899" y="122700"/>
                  <a:pt x="741616" y="122843"/>
                </a:cubicBezTo>
                <a:cubicBezTo>
                  <a:pt x="742333" y="122987"/>
                  <a:pt x="745417" y="123230"/>
                  <a:pt x="750867" y="123575"/>
                </a:cubicBezTo>
                <a:lnTo>
                  <a:pt x="751641" y="124263"/>
                </a:lnTo>
                <a:lnTo>
                  <a:pt x="751641" y="127877"/>
                </a:lnTo>
                <a:lnTo>
                  <a:pt x="750953" y="128652"/>
                </a:lnTo>
                <a:cubicBezTo>
                  <a:pt x="743782" y="128193"/>
                  <a:pt x="736869" y="127963"/>
                  <a:pt x="730214" y="127963"/>
                </a:cubicBezTo>
                <a:cubicBezTo>
                  <a:pt x="724075" y="127963"/>
                  <a:pt x="717191" y="128193"/>
                  <a:pt x="709561" y="128652"/>
                </a:cubicBezTo>
                <a:lnTo>
                  <a:pt x="708786" y="127877"/>
                </a:lnTo>
                <a:lnTo>
                  <a:pt x="708786" y="124263"/>
                </a:lnTo>
                <a:lnTo>
                  <a:pt x="709561" y="123575"/>
                </a:lnTo>
                <a:cubicBezTo>
                  <a:pt x="715126" y="123230"/>
                  <a:pt x="718267" y="122972"/>
                  <a:pt x="718984" y="122800"/>
                </a:cubicBezTo>
                <a:cubicBezTo>
                  <a:pt x="719701" y="122628"/>
                  <a:pt x="720332" y="122269"/>
                  <a:pt x="720877" y="121724"/>
                </a:cubicBezTo>
                <a:cubicBezTo>
                  <a:pt x="721422" y="121179"/>
                  <a:pt x="721795" y="120348"/>
                  <a:pt x="721996" y="119229"/>
                </a:cubicBezTo>
                <a:cubicBezTo>
                  <a:pt x="722196" y="118110"/>
                  <a:pt x="722426" y="114410"/>
                  <a:pt x="722684" y="108128"/>
                </a:cubicBezTo>
                <a:cubicBezTo>
                  <a:pt x="722942" y="101846"/>
                  <a:pt x="723071" y="97098"/>
                  <a:pt x="723071" y="93886"/>
                </a:cubicBezTo>
                <a:lnTo>
                  <a:pt x="723071" y="84075"/>
                </a:lnTo>
                <a:cubicBezTo>
                  <a:pt x="723071" y="77593"/>
                  <a:pt x="722627" y="72602"/>
                  <a:pt x="721737" y="69102"/>
                </a:cubicBezTo>
                <a:cubicBezTo>
                  <a:pt x="720848" y="65602"/>
                  <a:pt x="718941" y="62648"/>
                  <a:pt x="716015" y="60238"/>
                </a:cubicBezTo>
                <a:cubicBezTo>
                  <a:pt x="713089" y="57829"/>
                  <a:pt x="709417" y="56624"/>
                  <a:pt x="705000" y="56624"/>
                </a:cubicBezTo>
                <a:cubicBezTo>
                  <a:pt x="701558" y="56624"/>
                  <a:pt x="698417" y="57298"/>
                  <a:pt x="695577" y="58646"/>
                </a:cubicBezTo>
                <a:cubicBezTo>
                  <a:pt x="692737" y="59994"/>
                  <a:pt x="690414" y="61658"/>
                  <a:pt x="688606" y="63637"/>
                </a:cubicBezTo>
                <a:cubicBezTo>
                  <a:pt x="686799" y="65617"/>
                  <a:pt x="685681" y="67467"/>
                  <a:pt x="685250" y="69188"/>
                </a:cubicBezTo>
                <a:cubicBezTo>
                  <a:pt x="684820" y="70909"/>
                  <a:pt x="684605" y="74638"/>
                  <a:pt x="684605" y="80375"/>
                </a:cubicBezTo>
                <a:lnTo>
                  <a:pt x="684605" y="93111"/>
                </a:lnTo>
                <a:cubicBezTo>
                  <a:pt x="684605" y="95635"/>
                  <a:pt x="684720" y="100368"/>
                  <a:pt x="684949" y="107310"/>
                </a:cubicBezTo>
                <a:cubicBezTo>
                  <a:pt x="685179" y="114252"/>
                  <a:pt x="685422" y="118297"/>
                  <a:pt x="685681" y="119444"/>
                </a:cubicBezTo>
                <a:cubicBezTo>
                  <a:pt x="685939" y="120591"/>
                  <a:pt x="686340" y="121409"/>
                  <a:pt x="686885" y="121897"/>
                </a:cubicBezTo>
                <a:cubicBezTo>
                  <a:pt x="687430" y="122384"/>
                  <a:pt x="688061" y="122700"/>
                  <a:pt x="688778" y="122843"/>
                </a:cubicBezTo>
                <a:cubicBezTo>
                  <a:pt x="689496" y="122987"/>
                  <a:pt x="692579" y="123230"/>
                  <a:pt x="698029" y="123575"/>
                </a:cubicBezTo>
                <a:lnTo>
                  <a:pt x="698804" y="124263"/>
                </a:lnTo>
                <a:lnTo>
                  <a:pt x="698804" y="127877"/>
                </a:lnTo>
                <a:lnTo>
                  <a:pt x="698115" y="128652"/>
                </a:lnTo>
                <a:cubicBezTo>
                  <a:pt x="690944" y="128193"/>
                  <a:pt x="684031" y="127963"/>
                  <a:pt x="677376" y="127963"/>
                </a:cubicBezTo>
                <a:cubicBezTo>
                  <a:pt x="670779" y="127963"/>
                  <a:pt x="663894" y="128193"/>
                  <a:pt x="656723" y="128652"/>
                </a:cubicBezTo>
                <a:lnTo>
                  <a:pt x="655949" y="127877"/>
                </a:lnTo>
                <a:lnTo>
                  <a:pt x="655949" y="124263"/>
                </a:lnTo>
                <a:lnTo>
                  <a:pt x="656723" y="123575"/>
                </a:lnTo>
                <a:cubicBezTo>
                  <a:pt x="662288" y="123230"/>
                  <a:pt x="665429" y="122972"/>
                  <a:pt x="666146" y="122800"/>
                </a:cubicBezTo>
                <a:cubicBezTo>
                  <a:pt x="666863" y="122628"/>
                  <a:pt x="667494" y="122269"/>
                  <a:pt x="668039" y="121724"/>
                </a:cubicBezTo>
                <a:cubicBezTo>
                  <a:pt x="668584" y="121179"/>
                  <a:pt x="668957" y="120348"/>
                  <a:pt x="669158" y="119229"/>
                </a:cubicBezTo>
                <a:cubicBezTo>
                  <a:pt x="669359" y="118110"/>
                  <a:pt x="669588" y="114410"/>
                  <a:pt x="669846" y="108128"/>
                </a:cubicBezTo>
                <a:cubicBezTo>
                  <a:pt x="670105" y="101846"/>
                  <a:pt x="670234" y="97098"/>
                  <a:pt x="670234" y="93886"/>
                </a:cubicBezTo>
                <a:lnTo>
                  <a:pt x="670234" y="76933"/>
                </a:lnTo>
                <a:cubicBezTo>
                  <a:pt x="670234" y="74638"/>
                  <a:pt x="670119" y="71511"/>
                  <a:pt x="669889" y="67553"/>
                </a:cubicBezTo>
                <a:cubicBezTo>
                  <a:pt x="669660" y="63594"/>
                  <a:pt x="669474" y="61156"/>
                  <a:pt x="669330" y="60238"/>
                </a:cubicBezTo>
                <a:cubicBezTo>
                  <a:pt x="669187" y="59320"/>
                  <a:pt x="668742" y="58646"/>
                  <a:pt x="667996" y="58216"/>
                </a:cubicBezTo>
                <a:cubicBezTo>
                  <a:pt x="667250" y="57786"/>
                  <a:pt x="665759" y="57571"/>
                  <a:pt x="663521" y="57571"/>
                </a:cubicBezTo>
                <a:lnTo>
                  <a:pt x="656293" y="57485"/>
                </a:lnTo>
                <a:lnTo>
                  <a:pt x="655518" y="56796"/>
                </a:lnTo>
                <a:lnTo>
                  <a:pt x="655518" y="53096"/>
                </a:lnTo>
                <a:lnTo>
                  <a:pt x="656207" y="52407"/>
                </a:lnTo>
                <a:cubicBezTo>
                  <a:pt x="667164" y="51088"/>
                  <a:pt x="676401" y="48936"/>
                  <a:pt x="683916" y="45953"/>
                </a:cubicBezTo>
                <a:close/>
                <a:moveTo>
                  <a:pt x="825583" y="69618"/>
                </a:moveTo>
                <a:lnTo>
                  <a:pt x="822227" y="68758"/>
                </a:lnTo>
                <a:lnTo>
                  <a:pt x="821539" y="67897"/>
                </a:lnTo>
                <a:lnTo>
                  <a:pt x="821539" y="57226"/>
                </a:lnTo>
                <a:cubicBezTo>
                  <a:pt x="831751" y="49654"/>
                  <a:pt x="841675" y="45867"/>
                  <a:pt x="851314" y="45867"/>
                </a:cubicBezTo>
                <a:cubicBezTo>
                  <a:pt x="857911" y="45867"/>
                  <a:pt x="863390" y="47101"/>
                  <a:pt x="867750" y="49568"/>
                </a:cubicBezTo>
                <a:cubicBezTo>
                  <a:pt x="872110" y="52034"/>
                  <a:pt x="875266" y="55118"/>
                  <a:pt x="877216" y="58818"/>
                </a:cubicBezTo>
                <a:cubicBezTo>
                  <a:pt x="879167" y="62519"/>
                  <a:pt x="880142" y="66836"/>
                  <a:pt x="880142" y="71770"/>
                </a:cubicBezTo>
                <a:lnTo>
                  <a:pt x="879712" y="89067"/>
                </a:lnTo>
                <a:lnTo>
                  <a:pt x="879712" y="114711"/>
                </a:lnTo>
                <a:cubicBezTo>
                  <a:pt x="879712" y="118211"/>
                  <a:pt x="879955" y="120333"/>
                  <a:pt x="880443" y="121079"/>
                </a:cubicBezTo>
                <a:cubicBezTo>
                  <a:pt x="880931" y="121825"/>
                  <a:pt x="881490" y="122327"/>
                  <a:pt x="882121" y="122585"/>
                </a:cubicBezTo>
                <a:cubicBezTo>
                  <a:pt x="882752" y="122843"/>
                  <a:pt x="883928" y="123058"/>
                  <a:pt x="885649" y="123230"/>
                </a:cubicBezTo>
                <a:lnTo>
                  <a:pt x="890555" y="123661"/>
                </a:lnTo>
                <a:lnTo>
                  <a:pt x="891243" y="124435"/>
                </a:lnTo>
                <a:lnTo>
                  <a:pt x="891243" y="127877"/>
                </a:lnTo>
                <a:lnTo>
                  <a:pt x="890555" y="128566"/>
                </a:lnTo>
                <a:cubicBezTo>
                  <a:pt x="886367" y="128222"/>
                  <a:pt x="882465" y="128049"/>
                  <a:pt x="878851" y="128049"/>
                </a:cubicBezTo>
                <a:cubicBezTo>
                  <a:pt x="875409" y="128049"/>
                  <a:pt x="871278" y="128222"/>
                  <a:pt x="866459" y="128566"/>
                </a:cubicBezTo>
                <a:lnTo>
                  <a:pt x="865168" y="127361"/>
                </a:lnTo>
                <a:lnTo>
                  <a:pt x="865513" y="113506"/>
                </a:lnTo>
                <a:lnTo>
                  <a:pt x="846753" y="128135"/>
                </a:lnTo>
                <a:cubicBezTo>
                  <a:pt x="843597" y="129455"/>
                  <a:pt x="840155" y="130115"/>
                  <a:pt x="836426" y="130115"/>
                </a:cubicBezTo>
                <a:cubicBezTo>
                  <a:pt x="831837" y="130115"/>
                  <a:pt x="827892" y="129283"/>
                  <a:pt x="824594" y="127619"/>
                </a:cubicBezTo>
                <a:cubicBezTo>
                  <a:pt x="821295" y="125955"/>
                  <a:pt x="818771" y="123632"/>
                  <a:pt x="817021" y="120649"/>
                </a:cubicBezTo>
                <a:cubicBezTo>
                  <a:pt x="815271" y="117665"/>
                  <a:pt x="814396" y="114051"/>
                  <a:pt x="814396" y="109806"/>
                </a:cubicBezTo>
                <a:cubicBezTo>
                  <a:pt x="814396" y="101372"/>
                  <a:pt x="817035" y="94789"/>
                  <a:pt x="822313" y="90056"/>
                </a:cubicBezTo>
                <a:cubicBezTo>
                  <a:pt x="827591" y="85323"/>
                  <a:pt x="841991" y="81293"/>
                  <a:pt x="865513" y="77966"/>
                </a:cubicBezTo>
                <a:cubicBezTo>
                  <a:pt x="865513" y="69475"/>
                  <a:pt x="863619" y="63494"/>
                  <a:pt x="859833" y="60023"/>
                </a:cubicBezTo>
                <a:cubicBezTo>
                  <a:pt x="856047" y="56552"/>
                  <a:pt x="850969" y="54817"/>
                  <a:pt x="844601" y="54817"/>
                </a:cubicBezTo>
                <a:cubicBezTo>
                  <a:pt x="841274" y="54817"/>
                  <a:pt x="838248" y="55304"/>
                  <a:pt x="835523" y="56280"/>
                </a:cubicBezTo>
                <a:cubicBezTo>
                  <a:pt x="832798" y="57255"/>
                  <a:pt x="831234" y="58044"/>
                  <a:pt x="830833" y="58646"/>
                </a:cubicBezTo>
                <a:cubicBezTo>
                  <a:pt x="830431" y="59249"/>
                  <a:pt x="828882" y="62763"/>
                  <a:pt x="826186" y="69188"/>
                </a:cubicBezTo>
                <a:lnTo>
                  <a:pt x="825583" y="69618"/>
                </a:lnTo>
                <a:moveTo>
                  <a:pt x="865513" y="83215"/>
                </a:moveTo>
                <a:cubicBezTo>
                  <a:pt x="849449" y="85911"/>
                  <a:pt x="839438" y="88808"/>
                  <a:pt x="835480" y="91906"/>
                </a:cubicBezTo>
                <a:cubicBezTo>
                  <a:pt x="831521" y="95004"/>
                  <a:pt x="829542" y="99795"/>
                  <a:pt x="829542" y="106278"/>
                </a:cubicBezTo>
                <a:cubicBezTo>
                  <a:pt x="829542" y="115227"/>
                  <a:pt x="833988" y="119702"/>
                  <a:pt x="842880" y="119702"/>
                </a:cubicBezTo>
                <a:cubicBezTo>
                  <a:pt x="850510" y="119702"/>
                  <a:pt x="858055" y="115285"/>
                  <a:pt x="865513" y="106450"/>
                </a:cubicBezTo>
                <a:lnTo>
                  <a:pt x="865513" y="83215"/>
                </a:lnTo>
                <a:moveTo>
                  <a:pt x="850883" y="40532"/>
                </a:moveTo>
                <a:lnTo>
                  <a:pt x="850883" y="40532"/>
                </a:lnTo>
                <a:moveTo>
                  <a:pt x="849076" y="133127"/>
                </a:moveTo>
                <a:lnTo>
                  <a:pt x="849076" y="133127"/>
                </a:lnTo>
                <a:close/>
                <a:moveTo>
                  <a:pt x="899947" y="60410"/>
                </a:moveTo>
                <a:lnTo>
                  <a:pt x="899947" y="58173"/>
                </a:lnTo>
                <a:lnTo>
                  <a:pt x="900550" y="57312"/>
                </a:lnTo>
                <a:cubicBezTo>
                  <a:pt x="905942" y="55304"/>
                  <a:pt x="910303" y="53440"/>
                  <a:pt x="913630" y="51719"/>
                </a:cubicBezTo>
                <a:cubicBezTo>
                  <a:pt x="913630" y="36745"/>
                  <a:pt x="913458" y="28025"/>
                  <a:pt x="913114" y="25558"/>
                </a:cubicBezTo>
                <a:cubicBezTo>
                  <a:pt x="919023" y="23493"/>
                  <a:pt x="923870" y="21284"/>
                  <a:pt x="927657" y="18932"/>
                </a:cubicBezTo>
                <a:lnTo>
                  <a:pt x="929722" y="20653"/>
                </a:lnTo>
                <a:cubicBezTo>
                  <a:pt x="929148" y="24267"/>
                  <a:pt x="928460" y="34766"/>
                  <a:pt x="927657" y="52149"/>
                </a:cubicBezTo>
                <a:cubicBezTo>
                  <a:pt x="930525" y="52207"/>
                  <a:pt x="933623" y="52235"/>
                  <a:pt x="936951" y="52235"/>
                </a:cubicBezTo>
                <a:cubicBezTo>
                  <a:pt x="943720" y="52235"/>
                  <a:pt x="948568" y="52063"/>
                  <a:pt x="951494" y="51719"/>
                </a:cubicBezTo>
                <a:lnTo>
                  <a:pt x="952096" y="52321"/>
                </a:lnTo>
                <a:lnTo>
                  <a:pt x="950461" y="59550"/>
                </a:lnTo>
                <a:lnTo>
                  <a:pt x="949773" y="60324"/>
                </a:lnTo>
                <a:cubicBezTo>
                  <a:pt x="946847" y="60267"/>
                  <a:pt x="943606" y="60238"/>
                  <a:pt x="940049" y="60238"/>
                </a:cubicBezTo>
                <a:cubicBezTo>
                  <a:pt x="936836" y="60238"/>
                  <a:pt x="932705" y="60267"/>
                  <a:pt x="927657" y="60324"/>
                </a:cubicBezTo>
                <a:lnTo>
                  <a:pt x="927141" y="95349"/>
                </a:lnTo>
                <a:cubicBezTo>
                  <a:pt x="927141" y="103438"/>
                  <a:pt x="927327" y="108730"/>
                  <a:pt x="927700" y="111226"/>
                </a:cubicBezTo>
                <a:cubicBezTo>
                  <a:pt x="928073" y="113721"/>
                  <a:pt x="929105" y="115672"/>
                  <a:pt x="930798" y="117077"/>
                </a:cubicBezTo>
                <a:cubicBezTo>
                  <a:pt x="932490" y="118483"/>
                  <a:pt x="935000" y="119186"/>
                  <a:pt x="938328" y="119186"/>
                </a:cubicBezTo>
                <a:cubicBezTo>
                  <a:pt x="942171" y="119186"/>
                  <a:pt x="945728" y="118182"/>
                  <a:pt x="948998" y="116174"/>
                </a:cubicBezTo>
                <a:lnTo>
                  <a:pt x="951064" y="119272"/>
                </a:lnTo>
                <a:cubicBezTo>
                  <a:pt x="949687" y="120247"/>
                  <a:pt x="946388" y="123116"/>
                  <a:pt x="941167" y="127877"/>
                </a:cubicBezTo>
                <a:cubicBezTo>
                  <a:pt x="938184" y="129254"/>
                  <a:pt x="935144" y="129943"/>
                  <a:pt x="932046" y="129943"/>
                </a:cubicBezTo>
                <a:cubicBezTo>
                  <a:pt x="919137" y="129943"/>
                  <a:pt x="912683" y="123689"/>
                  <a:pt x="912683" y="111183"/>
                </a:cubicBezTo>
                <a:cubicBezTo>
                  <a:pt x="912683" y="106593"/>
                  <a:pt x="912798" y="102692"/>
                  <a:pt x="913028" y="99479"/>
                </a:cubicBezTo>
                <a:cubicBezTo>
                  <a:pt x="913085" y="98504"/>
                  <a:pt x="913114" y="97500"/>
                  <a:pt x="913114" y="96467"/>
                </a:cubicBezTo>
                <a:lnTo>
                  <a:pt x="913114" y="60755"/>
                </a:lnTo>
                <a:lnTo>
                  <a:pt x="909585" y="60755"/>
                </a:lnTo>
                <a:cubicBezTo>
                  <a:pt x="907004" y="60755"/>
                  <a:pt x="904049" y="60869"/>
                  <a:pt x="900722" y="61099"/>
                </a:cubicBezTo>
                <a:lnTo>
                  <a:pt x="899947" y="60410"/>
                </a:lnTo>
                <a:close/>
                <a:moveTo>
                  <a:pt x="1029515" y="115313"/>
                </a:moveTo>
                <a:lnTo>
                  <a:pt x="1026762" y="121509"/>
                </a:lnTo>
                <a:cubicBezTo>
                  <a:pt x="1020795" y="125353"/>
                  <a:pt x="1015474" y="127849"/>
                  <a:pt x="1010799" y="128996"/>
                </a:cubicBezTo>
                <a:cubicBezTo>
                  <a:pt x="1006123" y="130143"/>
                  <a:pt x="1001949" y="130717"/>
                  <a:pt x="998278" y="130717"/>
                </a:cubicBezTo>
                <a:cubicBezTo>
                  <a:pt x="991393" y="130717"/>
                  <a:pt x="984867" y="129369"/>
                  <a:pt x="978700" y="126673"/>
                </a:cubicBezTo>
                <a:cubicBezTo>
                  <a:pt x="972533" y="123976"/>
                  <a:pt x="967513" y="119415"/>
                  <a:pt x="963641" y="112990"/>
                </a:cubicBezTo>
                <a:cubicBezTo>
                  <a:pt x="959768" y="106564"/>
                  <a:pt x="957832" y="98820"/>
                  <a:pt x="957832" y="89755"/>
                </a:cubicBezTo>
                <a:cubicBezTo>
                  <a:pt x="957832" y="83731"/>
                  <a:pt x="958578" y="78295"/>
                  <a:pt x="960069" y="73448"/>
                </a:cubicBezTo>
                <a:cubicBezTo>
                  <a:pt x="961561" y="68600"/>
                  <a:pt x="963124" y="65000"/>
                  <a:pt x="964759" y="62648"/>
                </a:cubicBezTo>
                <a:cubicBezTo>
                  <a:pt x="966394" y="60296"/>
                  <a:pt x="969162" y="57685"/>
                  <a:pt x="973064" y="54817"/>
                </a:cubicBezTo>
                <a:cubicBezTo>
                  <a:pt x="976965" y="51948"/>
                  <a:pt x="981095" y="49654"/>
                  <a:pt x="985455" y="47932"/>
                </a:cubicBezTo>
                <a:cubicBezTo>
                  <a:pt x="989816" y="46211"/>
                  <a:pt x="994520" y="45351"/>
                  <a:pt x="999568" y="45351"/>
                </a:cubicBezTo>
                <a:cubicBezTo>
                  <a:pt x="1006453" y="45351"/>
                  <a:pt x="1012520" y="46972"/>
                  <a:pt x="1017769" y="50213"/>
                </a:cubicBezTo>
                <a:cubicBezTo>
                  <a:pt x="1023018" y="53454"/>
                  <a:pt x="1026704" y="57599"/>
                  <a:pt x="1028827" y="62648"/>
                </a:cubicBezTo>
                <a:cubicBezTo>
                  <a:pt x="1030950" y="67696"/>
                  <a:pt x="1032011" y="73060"/>
                  <a:pt x="1032011" y="78740"/>
                </a:cubicBezTo>
                <a:cubicBezTo>
                  <a:pt x="1032011" y="80519"/>
                  <a:pt x="1031925" y="82240"/>
                  <a:pt x="1031753" y="83903"/>
                </a:cubicBezTo>
                <a:lnTo>
                  <a:pt x="1030806" y="84850"/>
                </a:lnTo>
                <a:cubicBezTo>
                  <a:pt x="1026905" y="85711"/>
                  <a:pt x="1021656" y="86284"/>
                  <a:pt x="1015058" y="86571"/>
                </a:cubicBezTo>
                <a:cubicBezTo>
                  <a:pt x="1008461" y="86858"/>
                  <a:pt x="1004101" y="87001"/>
                  <a:pt x="1001978" y="87001"/>
                </a:cubicBezTo>
                <a:lnTo>
                  <a:pt x="974354" y="87001"/>
                </a:lnTo>
                <a:cubicBezTo>
                  <a:pt x="974469" y="98877"/>
                  <a:pt x="977452" y="107626"/>
                  <a:pt x="983304" y="113248"/>
                </a:cubicBezTo>
                <a:cubicBezTo>
                  <a:pt x="989156" y="118870"/>
                  <a:pt x="996327" y="121681"/>
                  <a:pt x="1004818" y="121681"/>
                </a:cubicBezTo>
                <a:cubicBezTo>
                  <a:pt x="1008834" y="121681"/>
                  <a:pt x="1012692" y="120993"/>
                  <a:pt x="1016392" y="119616"/>
                </a:cubicBezTo>
                <a:cubicBezTo>
                  <a:pt x="1020092" y="118239"/>
                  <a:pt x="1024008" y="116317"/>
                  <a:pt x="1028139" y="113850"/>
                </a:cubicBezTo>
                <a:lnTo>
                  <a:pt x="1029515" y="115313"/>
                </a:lnTo>
                <a:moveTo>
                  <a:pt x="974354" y="80117"/>
                </a:moveTo>
                <a:cubicBezTo>
                  <a:pt x="975387" y="80289"/>
                  <a:pt x="979360" y="80490"/>
                  <a:pt x="986273" y="80719"/>
                </a:cubicBezTo>
                <a:cubicBezTo>
                  <a:pt x="993186" y="80949"/>
                  <a:pt x="998306" y="81064"/>
                  <a:pt x="1001634" y="81064"/>
                </a:cubicBezTo>
                <a:cubicBezTo>
                  <a:pt x="1009608" y="81064"/>
                  <a:pt x="1014456" y="80920"/>
                  <a:pt x="1016177" y="80633"/>
                </a:cubicBezTo>
                <a:cubicBezTo>
                  <a:pt x="1016234" y="79256"/>
                  <a:pt x="1016263" y="78195"/>
                  <a:pt x="1016263" y="77449"/>
                </a:cubicBezTo>
                <a:cubicBezTo>
                  <a:pt x="1016263" y="68557"/>
                  <a:pt x="1014456" y="61945"/>
                  <a:pt x="1010842" y="57614"/>
                </a:cubicBezTo>
                <a:cubicBezTo>
                  <a:pt x="1007227" y="53282"/>
                  <a:pt x="1002293" y="51117"/>
                  <a:pt x="996040" y="51117"/>
                </a:cubicBezTo>
                <a:cubicBezTo>
                  <a:pt x="989213" y="51117"/>
                  <a:pt x="983892" y="53555"/>
                  <a:pt x="980077" y="58431"/>
                </a:cubicBezTo>
                <a:cubicBezTo>
                  <a:pt x="976262" y="63308"/>
                  <a:pt x="974354" y="70536"/>
                  <a:pt x="974354" y="80117"/>
                </a:cubicBezTo>
                <a:moveTo>
                  <a:pt x="998364" y="40532"/>
                </a:moveTo>
                <a:lnTo>
                  <a:pt x="998364" y="40532"/>
                </a:lnTo>
                <a:moveTo>
                  <a:pt x="997331" y="133127"/>
                </a:moveTo>
                <a:lnTo>
                  <a:pt x="997331" y="1331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perturbation">
            <a:extLst xmlns:a="http://schemas.openxmlformats.org/drawingml/2006/main">
              <a:ext uri="{FF2B5EF4-FFF2-40B4-BE49-F238E27FC236}">
                <a16:creationId xmlns:a16="http://schemas.microsoft.com/office/drawing/2014/main" id="{89B6B174-E78E-49FC-8EEB-16C8C1F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89" y="927652"/>
            <a:ext cx="981348" cy="177015"/>
          </a:xfrm>
          <a:custGeom xmlns:a="http://schemas.openxmlformats.org/drawingml/2006/main">
            <a:pathLst>
              <a:path w="981348" h="177015">
                <a:moveTo>
                  <a:pt x="28312" y="44404"/>
                </a:moveTo>
                <a:lnTo>
                  <a:pt x="29947" y="45437"/>
                </a:lnTo>
                <a:cubicBezTo>
                  <a:pt x="29373" y="51977"/>
                  <a:pt x="29058" y="57771"/>
                  <a:pt x="29000" y="62820"/>
                </a:cubicBezTo>
                <a:cubicBezTo>
                  <a:pt x="36803" y="55706"/>
                  <a:pt x="42239" y="51002"/>
                  <a:pt x="45308" y="48707"/>
                </a:cubicBezTo>
                <a:cubicBezTo>
                  <a:pt x="48377" y="46412"/>
                  <a:pt x="53669" y="45265"/>
                  <a:pt x="61185" y="45265"/>
                </a:cubicBezTo>
                <a:cubicBezTo>
                  <a:pt x="65889" y="45265"/>
                  <a:pt x="70163" y="45910"/>
                  <a:pt x="74007" y="47201"/>
                </a:cubicBezTo>
                <a:cubicBezTo>
                  <a:pt x="77851" y="48492"/>
                  <a:pt x="81408" y="50615"/>
                  <a:pt x="84678" y="53569"/>
                </a:cubicBezTo>
                <a:cubicBezTo>
                  <a:pt x="87948" y="56524"/>
                  <a:pt x="90530" y="60224"/>
                  <a:pt x="92423" y="64670"/>
                </a:cubicBezTo>
                <a:cubicBezTo>
                  <a:pt x="94316" y="69116"/>
                  <a:pt x="95263" y="74265"/>
                  <a:pt x="95263" y="80117"/>
                </a:cubicBezTo>
                <a:cubicBezTo>
                  <a:pt x="95263" y="84248"/>
                  <a:pt x="94603" y="88436"/>
                  <a:pt x="93283" y="92681"/>
                </a:cubicBezTo>
                <a:cubicBezTo>
                  <a:pt x="91964" y="96926"/>
                  <a:pt x="90228" y="100856"/>
                  <a:pt x="88077" y="104470"/>
                </a:cubicBezTo>
                <a:cubicBezTo>
                  <a:pt x="85926" y="108085"/>
                  <a:pt x="84205" y="110480"/>
                  <a:pt x="82914" y="111656"/>
                </a:cubicBezTo>
                <a:cubicBezTo>
                  <a:pt x="81623" y="112832"/>
                  <a:pt x="78970" y="114596"/>
                  <a:pt x="74954" y="116948"/>
                </a:cubicBezTo>
                <a:cubicBezTo>
                  <a:pt x="71339" y="119128"/>
                  <a:pt x="67754" y="121481"/>
                  <a:pt x="64197" y="124005"/>
                </a:cubicBezTo>
                <a:cubicBezTo>
                  <a:pt x="61730" y="125783"/>
                  <a:pt x="60009" y="126931"/>
                  <a:pt x="59034" y="127447"/>
                </a:cubicBezTo>
                <a:cubicBezTo>
                  <a:pt x="58058" y="127963"/>
                  <a:pt x="56423" y="128480"/>
                  <a:pt x="54128" y="128996"/>
                </a:cubicBezTo>
                <a:cubicBezTo>
                  <a:pt x="51834" y="129512"/>
                  <a:pt x="49395" y="129771"/>
                  <a:pt x="46814" y="129771"/>
                </a:cubicBezTo>
                <a:cubicBezTo>
                  <a:pt x="40847" y="129771"/>
                  <a:pt x="34910" y="128250"/>
                  <a:pt x="29000" y="125210"/>
                </a:cubicBezTo>
                <a:lnTo>
                  <a:pt x="29000" y="143539"/>
                </a:lnTo>
                <a:cubicBezTo>
                  <a:pt x="29000" y="144801"/>
                  <a:pt x="29115" y="148860"/>
                  <a:pt x="29345" y="155716"/>
                </a:cubicBezTo>
                <a:cubicBezTo>
                  <a:pt x="29574" y="162572"/>
                  <a:pt x="29818" y="166573"/>
                  <a:pt x="30076" y="167721"/>
                </a:cubicBezTo>
                <a:cubicBezTo>
                  <a:pt x="30334" y="168868"/>
                  <a:pt x="30722" y="169700"/>
                  <a:pt x="31238" y="170216"/>
                </a:cubicBezTo>
                <a:cubicBezTo>
                  <a:pt x="31754" y="170733"/>
                  <a:pt x="32385" y="171062"/>
                  <a:pt x="33131" y="171206"/>
                </a:cubicBezTo>
                <a:cubicBezTo>
                  <a:pt x="33877" y="171349"/>
                  <a:pt x="36975" y="171593"/>
                  <a:pt x="42425" y="171937"/>
                </a:cubicBezTo>
                <a:lnTo>
                  <a:pt x="43199" y="172626"/>
                </a:lnTo>
                <a:lnTo>
                  <a:pt x="43199" y="176240"/>
                </a:lnTo>
                <a:lnTo>
                  <a:pt x="42511" y="177015"/>
                </a:lnTo>
                <a:cubicBezTo>
                  <a:pt x="35340" y="176556"/>
                  <a:pt x="28455" y="176326"/>
                  <a:pt x="21858" y="176326"/>
                </a:cubicBezTo>
                <a:cubicBezTo>
                  <a:pt x="15260" y="176326"/>
                  <a:pt x="8376" y="176556"/>
                  <a:pt x="1205" y="177015"/>
                </a:cubicBezTo>
                <a:lnTo>
                  <a:pt x="430" y="176240"/>
                </a:lnTo>
                <a:lnTo>
                  <a:pt x="430" y="172626"/>
                </a:lnTo>
                <a:lnTo>
                  <a:pt x="1205" y="171937"/>
                </a:lnTo>
                <a:cubicBezTo>
                  <a:pt x="6712" y="171593"/>
                  <a:pt x="9839" y="171335"/>
                  <a:pt x="10585" y="171163"/>
                </a:cubicBezTo>
                <a:cubicBezTo>
                  <a:pt x="11331" y="170991"/>
                  <a:pt x="11976" y="170632"/>
                  <a:pt x="12521" y="170087"/>
                </a:cubicBezTo>
                <a:cubicBezTo>
                  <a:pt x="13066" y="169542"/>
                  <a:pt x="13439" y="168667"/>
                  <a:pt x="13640" y="167463"/>
                </a:cubicBezTo>
                <a:cubicBezTo>
                  <a:pt x="13840" y="166258"/>
                  <a:pt x="14070" y="162414"/>
                  <a:pt x="14328" y="155931"/>
                </a:cubicBezTo>
                <a:cubicBezTo>
                  <a:pt x="14586" y="149448"/>
                  <a:pt x="14715" y="144572"/>
                  <a:pt x="14715" y="141302"/>
                </a:cubicBezTo>
                <a:lnTo>
                  <a:pt x="14715" y="75384"/>
                </a:lnTo>
                <a:cubicBezTo>
                  <a:pt x="14715" y="72401"/>
                  <a:pt x="14586" y="68944"/>
                  <a:pt x="14328" y="65014"/>
                </a:cubicBezTo>
                <a:cubicBezTo>
                  <a:pt x="14070" y="61085"/>
                  <a:pt x="13855" y="58804"/>
                  <a:pt x="13683" y="58173"/>
                </a:cubicBezTo>
                <a:cubicBezTo>
                  <a:pt x="13511" y="57542"/>
                  <a:pt x="13095" y="57026"/>
                  <a:pt x="12435" y="56624"/>
                </a:cubicBezTo>
                <a:cubicBezTo>
                  <a:pt x="11775" y="56222"/>
                  <a:pt x="10298" y="56022"/>
                  <a:pt x="8003" y="56022"/>
                </a:cubicBezTo>
                <a:lnTo>
                  <a:pt x="774" y="55936"/>
                </a:lnTo>
                <a:lnTo>
                  <a:pt x="0" y="55247"/>
                </a:lnTo>
                <a:lnTo>
                  <a:pt x="0" y="51547"/>
                </a:lnTo>
                <a:lnTo>
                  <a:pt x="688" y="50858"/>
                </a:lnTo>
                <a:cubicBezTo>
                  <a:pt x="11646" y="49539"/>
                  <a:pt x="20854" y="47387"/>
                  <a:pt x="28312" y="44404"/>
                </a:cubicBezTo>
                <a:moveTo>
                  <a:pt x="29000" y="110408"/>
                </a:moveTo>
                <a:cubicBezTo>
                  <a:pt x="31639" y="113105"/>
                  <a:pt x="34910" y="115442"/>
                  <a:pt x="38811" y="117422"/>
                </a:cubicBezTo>
                <a:cubicBezTo>
                  <a:pt x="42712" y="119401"/>
                  <a:pt x="47015" y="120391"/>
                  <a:pt x="51719" y="120391"/>
                </a:cubicBezTo>
                <a:cubicBezTo>
                  <a:pt x="57284" y="120391"/>
                  <a:pt x="62203" y="118985"/>
                  <a:pt x="66477" y="116174"/>
                </a:cubicBezTo>
                <a:cubicBezTo>
                  <a:pt x="70751" y="113363"/>
                  <a:pt x="74064" y="109246"/>
                  <a:pt x="76417" y="103825"/>
                </a:cubicBezTo>
                <a:cubicBezTo>
                  <a:pt x="78769" y="98404"/>
                  <a:pt x="79945" y="92394"/>
                  <a:pt x="79945" y="85797"/>
                </a:cubicBezTo>
                <a:cubicBezTo>
                  <a:pt x="79945" y="80461"/>
                  <a:pt x="78898" y="75499"/>
                  <a:pt x="76804" y="70909"/>
                </a:cubicBezTo>
                <a:cubicBezTo>
                  <a:pt x="74710" y="66320"/>
                  <a:pt x="71468" y="62705"/>
                  <a:pt x="67080" y="60066"/>
                </a:cubicBezTo>
                <a:cubicBezTo>
                  <a:pt x="62691" y="57427"/>
                  <a:pt x="58030" y="56108"/>
                  <a:pt x="53096" y="56108"/>
                </a:cubicBezTo>
                <a:cubicBezTo>
                  <a:pt x="50055" y="56108"/>
                  <a:pt x="47101" y="56638"/>
                  <a:pt x="44232" y="57700"/>
                </a:cubicBezTo>
                <a:cubicBezTo>
                  <a:pt x="41364" y="58761"/>
                  <a:pt x="38682" y="60324"/>
                  <a:pt x="36186" y="62390"/>
                </a:cubicBezTo>
                <a:cubicBezTo>
                  <a:pt x="33690" y="64455"/>
                  <a:pt x="31898" y="66420"/>
                  <a:pt x="30808" y="68284"/>
                </a:cubicBezTo>
                <a:cubicBezTo>
                  <a:pt x="29718" y="70149"/>
                  <a:pt x="29144" y="71698"/>
                  <a:pt x="29086" y="72931"/>
                </a:cubicBezTo>
                <a:cubicBezTo>
                  <a:pt x="29029" y="74165"/>
                  <a:pt x="29000" y="75527"/>
                  <a:pt x="29000" y="77019"/>
                </a:cubicBezTo>
                <a:lnTo>
                  <a:pt x="29000" y="110408"/>
                </a:lnTo>
                <a:close/>
                <a:moveTo>
                  <a:pt x="178465" y="114797"/>
                </a:moveTo>
                <a:lnTo>
                  <a:pt x="175711" y="120993"/>
                </a:lnTo>
                <a:cubicBezTo>
                  <a:pt x="169744" y="124837"/>
                  <a:pt x="164423" y="127332"/>
                  <a:pt x="159748" y="128480"/>
                </a:cubicBezTo>
                <a:cubicBezTo>
                  <a:pt x="155072" y="129627"/>
                  <a:pt x="150898" y="130201"/>
                  <a:pt x="147227" y="130201"/>
                </a:cubicBezTo>
                <a:cubicBezTo>
                  <a:pt x="140342" y="130201"/>
                  <a:pt x="133816" y="128853"/>
                  <a:pt x="127649" y="126156"/>
                </a:cubicBezTo>
                <a:cubicBezTo>
                  <a:pt x="121482" y="123460"/>
                  <a:pt x="116462" y="118899"/>
                  <a:pt x="112590" y="112474"/>
                </a:cubicBezTo>
                <a:cubicBezTo>
                  <a:pt x="108717" y="106048"/>
                  <a:pt x="106781" y="98303"/>
                  <a:pt x="106781" y="89239"/>
                </a:cubicBezTo>
                <a:cubicBezTo>
                  <a:pt x="106781" y="83215"/>
                  <a:pt x="107527" y="77779"/>
                  <a:pt x="109018" y="72931"/>
                </a:cubicBezTo>
                <a:cubicBezTo>
                  <a:pt x="110510" y="68084"/>
                  <a:pt x="112073" y="64484"/>
                  <a:pt x="113708" y="62132"/>
                </a:cubicBezTo>
                <a:cubicBezTo>
                  <a:pt x="115343" y="59779"/>
                  <a:pt x="118111" y="57169"/>
                  <a:pt x="122013" y="54301"/>
                </a:cubicBezTo>
                <a:cubicBezTo>
                  <a:pt x="125914" y="51432"/>
                  <a:pt x="130044" y="49137"/>
                  <a:pt x="134404" y="47416"/>
                </a:cubicBezTo>
                <a:cubicBezTo>
                  <a:pt x="138765" y="45695"/>
                  <a:pt x="143469" y="44835"/>
                  <a:pt x="148517" y="44835"/>
                </a:cubicBezTo>
                <a:cubicBezTo>
                  <a:pt x="155402" y="44835"/>
                  <a:pt x="161469" y="46455"/>
                  <a:pt x="166718" y="49697"/>
                </a:cubicBezTo>
                <a:cubicBezTo>
                  <a:pt x="171967" y="52938"/>
                  <a:pt x="175653" y="57083"/>
                  <a:pt x="177776" y="62132"/>
                </a:cubicBezTo>
                <a:cubicBezTo>
                  <a:pt x="179899" y="67180"/>
                  <a:pt x="180960" y="72544"/>
                  <a:pt x="180960" y="78224"/>
                </a:cubicBezTo>
                <a:cubicBezTo>
                  <a:pt x="180960" y="80002"/>
                  <a:pt x="180874" y="81723"/>
                  <a:pt x="180702" y="83387"/>
                </a:cubicBezTo>
                <a:lnTo>
                  <a:pt x="179755" y="84334"/>
                </a:lnTo>
                <a:cubicBezTo>
                  <a:pt x="175854" y="85194"/>
                  <a:pt x="170605" y="85768"/>
                  <a:pt x="164007" y="86055"/>
                </a:cubicBezTo>
                <a:cubicBezTo>
                  <a:pt x="157410" y="86342"/>
                  <a:pt x="153050" y="86485"/>
                  <a:pt x="150927" y="86485"/>
                </a:cubicBezTo>
                <a:lnTo>
                  <a:pt x="123303" y="86485"/>
                </a:lnTo>
                <a:cubicBezTo>
                  <a:pt x="123418" y="98361"/>
                  <a:pt x="126401" y="107109"/>
                  <a:pt x="132253" y="112732"/>
                </a:cubicBezTo>
                <a:cubicBezTo>
                  <a:pt x="138105" y="118354"/>
                  <a:pt x="145276" y="121165"/>
                  <a:pt x="153767" y="121165"/>
                </a:cubicBezTo>
                <a:cubicBezTo>
                  <a:pt x="157783" y="121165"/>
                  <a:pt x="161641" y="120477"/>
                  <a:pt x="165341" y="119100"/>
                </a:cubicBezTo>
                <a:cubicBezTo>
                  <a:pt x="169042" y="117723"/>
                  <a:pt x="172957" y="115801"/>
                  <a:pt x="177088" y="113334"/>
                </a:cubicBezTo>
                <a:lnTo>
                  <a:pt x="178465" y="114797"/>
                </a:lnTo>
                <a:moveTo>
                  <a:pt x="123303" y="79601"/>
                </a:moveTo>
                <a:cubicBezTo>
                  <a:pt x="124336" y="79773"/>
                  <a:pt x="128309" y="79974"/>
                  <a:pt x="135222" y="80203"/>
                </a:cubicBezTo>
                <a:cubicBezTo>
                  <a:pt x="142135" y="80432"/>
                  <a:pt x="147255" y="80547"/>
                  <a:pt x="150583" y="80547"/>
                </a:cubicBezTo>
                <a:cubicBezTo>
                  <a:pt x="158557" y="80547"/>
                  <a:pt x="163405" y="80404"/>
                  <a:pt x="165126" y="80117"/>
                </a:cubicBezTo>
                <a:cubicBezTo>
                  <a:pt x="165183" y="78740"/>
                  <a:pt x="165212" y="77679"/>
                  <a:pt x="165212" y="76933"/>
                </a:cubicBezTo>
                <a:cubicBezTo>
                  <a:pt x="165212" y="68041"/>
                  <a:pt x="163405" y="61429"/>
                  <a:pt x="159791" y="57097"/>
                </a:cubicBezTo>
                <a:cubicBezTo>
                  <a:pt x="156176" y="52766"/>
                  <a:pt x="151243" y="50600"/>
                  <a:pt x="144989" y="50600"/>
                </a:cubicBezTo>
                <a:cubicBezTo>
                  <a:pt x="138162" y="50600"/>
                  <a:pt x="132841" y="53038"/>
                  <a:pt x="129026" y="57915"/>
                </a:cubicBezTo>
                <a:cubicBezTo>
                  <a:pt x="125211" y="62791"/>
                  <a:pt x="123303" y="70020"/>
                  <a:pt x="123303" y="79601"/>
                </a:cubicBezTo>
                <a:moveTo>
                  <a:pt x="147313" y="40015"/>
                </a:moveTo>
                <a:lnTo>
                  <a:pt x="147313" y="40015"/>
                </a:lnTo>
                <a:moveTo>
                  <a:pt x="146280" y="132610"/>
                </a:moveTo>
                <a:lnTo>
                  <a:pt x="146280" y="132610"/>
                </a:lnTo>
                <a:close/>
                <a:moveTo>
                  <a:pt x="219328" y="45437"/>
                </a:moveTo>
                <a:lnTo>
                  <a:pt x="220963" y="46556"/>
                </a:lnTo>
                <a:cubicBezTo>
                  <a:pt x="220619" y="49883"/>
                  <a:pt x="220361" y="55792"/>
                  <a:pt x="220188" y="64283"/>
                </a:cubicBezTo>
                <a:lnTo>
                  <a:pt x="226643" y="56108"/>
                </a:lnTo>
                <a:cubicBezTo>
                  <a:pt x="228765" y="53411"/>
                  <a:pt x="230644" y="51332"/>
                  <a:pt x="232279" y="49869"/>
                </a:cubicBezTo>
                <a:cubicBezTo>
                  <a:pt x="233914" y="48406"/>
                  <a:pt x="235822" y="47273"/>
                  <a:pt x="238002" y="46470"/>
                </a:cubicBezTo>
                <a:cubicBezTo>
                  <a:pt x="240182" y="45666"/>
                  <a:pt x="242419" y="45265"/>
                  <a:pt x="244714" y="45265"/>
                </a:cubicBezTo>
                <a:cubicBezTo>
                  <a:pt x="247238" y="45265"/>
                  <a:pt x="249619" y="45781"/>
                  <a:pt x="251857" y="46814"/>
                </a:cubicBezTo>
                <a:lnTo>
                  <a:pt x="252459" y="48019"/>
                </a:lnTo>
                <a:cubicBezTo>
                  <a:pt x="251541" y="55649"/>
                  <a:pt x="251025" y="62361"/>
                  <a:pt x="250910" y="68155"/>
                </a:cubicBezTo>
                <a:lnTo>
                  <a:pt x="247038" y="68155"/>
                </a:lnTo>
                <a:cubicBezTo>
                  <a:pt x="244743" y="62877"/>
                  <a:pt x="241042" y="60238"/>
                  <a:pt x="235936" y="60238"/>
                </a:cubicBezTo>
                <a:cubicBezTo>
                  <a:pt x="232380" y="60238"/>
                  <a:pt x="229282" y="61371"/>
                  <a:pt x="226643" y="63637"/>
                </a:cubicBezTo>
                <a:cubicBezTo>
                  <a:pt x="224004" y="65904"/>
                  <a:pt x="222239" y="68743"/>
                  <a:pt x="221350" y="72157"/>
                </a:cubicBezTo>
                <a:cubicBezTo>
                  <a:pt x="220461" y="75570"/>
                  <a:pt x="220016" y="79887"/>
                  <a:pt x="220016" y="85108"/>
                </a:cubicBezTo>
                <a:lnTo>
                  <a:pt x="220016" y="94660"/>
                </a:lnTo>
                <a:cubicBezTo>
                  <a:pt x="220016" y="96381"/>
                  <a:pt x="220131" y="100598"/>
                  <a:pt x="220361" y="107310"/>
                </a:cubicBezTo>
                <a:cubicBezTo>
                  <a:pt x="220590" y="114023"/>
                  <a:pt x="220834" y="117895"/>
                  <a:pt x="221092" y="118928"/>
                </a:cubicBezTo>
                <a:cubicBezTo>
                  <a:pt x="221350" y="119960"/>
                  <a:pt x="221752" y="120720"/>
                  <a:pt x="222297" y="121208"/>
                </a:cubicBezTo>
                <a:cubicBezTo>
                  <a:pt x="222842" y="121696"/>
                  <a:pt x="223559" y="122026"/>
                  <a:pt x="224448" y="122198"/>
                </a:cubicBezTo>
                <a:cubicBezTo>
                  <a:pt x="225337" y="122370"/>
                  <a:pt x="229425" y="122657"/>
                  <a:pt x="236711" y="123058"/>
                </a:cubicBezTo>
                <a:lnTo>
                  <a:pt x="237485" y="123747"/>
                </a:lnTo>
                <a:lnTo>
                  <a:pt x="237485" y="127361"/>
                </a:lnTo>
                <a:lnTo>
                  <a:pt x="236711" y="128135"/>
                </a:lnTo>
                <a:cubicBezTo>
                  <a:pt x="229081" y="127677"/>
                  <a:pt x="221106" y="127447"/>
                  <a:pt x="212788" y="127447"/>
                </a:cubicBezTo>
                <a:cubicBezTo>
                  <a:pt x="206190" y="127447"/>
                  <a:pt x="199306" y="127677"/>
                  <a:pt x="192135" y="128135"/>
                </a:cubicBezTo>
                <a:lnTo>
                  <a:pt x="191360" y="127361"/>
                </a:lnTo>
                <a:lnTo>
                  <a:pt x="191360" y="123747"/>
                </a:lnTo>
                <a:lnTo>
                  <a:pt x="192135" y="123058"/>
                </a:lnTo>
                <a:cubicBezTo>
                  <a:pt x="197700" y="122714"/>
                  <a:pt x="200841" y="122456"/>
                  <a:pt x="201558" y="122284"/>
                </a:cubicBezTo>
                <a:cubicBezTo>
                  <a:pt x="202275" y="122112"/>
                  <a:pt x="202906" y="121753"/>
                  <a:pt x="203451" y="121208"/>
                </a:cubicBezTo>
                <a:cubicBezTo>
                  <a:pt x="203996" y="120663"/>
                  <a:pt x="204369" y="119831"/>
                  <a:pt x="204570" y="118712"/>
                </a:cubicBezTo>
                <a:cubicBezTo>
                  <a:pt x="204770" y="117594"/>
                  <a:pt x="205000" y="113893"/>
                  <a:pt x="205258" y="107611"/>
                </a:cubicBezTo>
                <a:cubicBezTo>
                  <a:pt x="205516" y="101329"/>
                  <a:pt x="205645" y="96582"/>
                  <a:pt x="205645" y="93369"/>
                </a:cubicBezTo>
                <a:lnTo>
                  <a:pt x="205645" y="76417"/>
                </a:lnTo>
                <a:cubicBezTo>
                  <a:pt x="205645" y="74122"/>
                  <a:pt x="205530" y="70995"/>
                  <a:pt x="205301" y="67037"/>
                </a:cubicBezTo>
                <a:cubicBezTo>
                  <a:pt x="205072" y="63078"/>
                  <a:pt x="204885" y="60640"/>
                  <a:pt x="204742" y="59722"/>
                </a:cubicBezTo>
                <a:cubicBezTo>
                  <a:pt x="204598" y="58804"/>
                  <a:pt x="204154" y="58130"/>
                  <a:pt x="203408" y="57700"/>
                </a:cubicBezTo>
                <a:cubicBezTo>
                  <a:pt x="202662" y="57269"/>
                  <a:pt x="201170" y="57054"/>
                  <a:pt x="198933" y="57054"/>
                </a:cubicBezTo>
                <a:lnTo>
                  <a:pt x="191704" y="56968"/>
                </a:lnTo>
                <a:lnTo>
                  <a:pt x="190930" y="56280"/>
                </a:lnTo>
                <a:lnTo>
                  <a:pt x="190930" y="52579"/>
                </a:lnTo>
                <a:lnTo>
                  <a:pt x="191618" y="51891"/>
                </a:lnTo>
                <a:cubicBezTo>
                  <a:pt x="202576" y="50572"/>
                  <a:pt x="211812" y="48420"/>
                  <a:pt x="219328" y="45437"/>
                </a:cubicBezTo>
                <a:close/>
                <a:moveTo>
                  <a:pt x="259856" y="59894"/>
                </a:moveTo>
                <a:lnTo>
                  <a:pt x="259856" y="57657"/>
                </a:lnTo>
                <a:lnTo>
                  <a:pt x="260458" y="56796"/>
                </a:lnTo>
                <a:cubicBezTo>
                  <a:pt x="265851" y="54788"/>
                  <a:pt x="270211" y="52924"/>
                  <a:pt x="273539" y="51203"/>
                </a:cubicBezTo>
                <a:cubicBezTo>
                  <a:pt x="273539" y="36229"/>
                  <a:pt x="273366" y="27509"/>
                  <a:pt x="273022" y="25042"/>
                </a:cubicBezTo>
                <a:cubicBezTo>
                  <a:pt x="278931" y="22977"/>
                  <a:pt x="283779" y="20768"/>
                  <a:pt x="287565" y="18416"/>
                </a:cubicBezTo>
                <a:lnTo>
                  <a:pt x="289631" y="20137"/>
                </a:lnTo>
                <a:cubicBezTo>
                  <a:pt x="289057" y="23751"/>
                  <a:pt x="288369" y="34250"/>
                  <a:pt x="287565" y="51633"/>
                </a:cubicBezTo>
                <a:cubicBezTo>
                  <a:pt x="290434" y="51690"/>
                  <a:pt x="293532" y="51719"/>
                  <a:pt x="296859" y="51719"/>
                </a:cubicBezTo>
                <a:cubicBezTo>
                  <a:pt x="303629" y="51719"/>
                  <a:pt x="308477" y="51547"/>
                  <a:pt x="311403" y="51203"/>
                </a:cubicBezTo>
                <a:lnTo>
                  <a:pt x="312005" y="51805"/>
                </a:lnTo>
                <a:lnTo>
                  <a:pt x="310370" y="59034"/>
                </a:lnTo>
                <a:lnTo>
                  <a:pt x="309682" y="59808"/>
                </a:lnTo>
                <a:cubicBezTo>
                  <a:pt x="306756" y="59751"/>
                  <a:pt x="303514" y="59722"/>
                  <a:pt x="299957" y="59722"/>
                </a:cubicBezTo>
                <a:cubicBezTo>
                  <a:pt x="296745" y="59722"/>
                  <a:pt x="292614" y="59751"/>
                  <a:pt x="287565" y="59808"/>
                </a:cubicBezTo>
                <a:lnTo>
                  <a:pt x="287049" y="94832"/>
                </a:lnTo>
                <a:cubicBezTo>
                  <a:pt x="287049" y="102921"/>
                  <a:pt x="287236" y="108214"/>
                  <a:pt x="287608" y="110709"/>
                </a:cubicBezTo>
                <a:cubicBezTo>
                  <a:pt x="287981" y="113205"/>
                  <a:pt x="289014" y="115156"/>
                  <a:pt x="290706" y="116561"/>
                </a:cubicBezTo>
                <a:cubicBezTo>
                  <a:pt x="292399" y="117967"/>
                  <a:pt x="294909" y="118669"/>
                  <a:pt x="298236" y="118669"/>
                </a:cubicBezTo>
                <a:cubicBezTo>
                  <a:pt x="302080" y="118669"/>
                  <a:pt x="305637" y="117666"/>
                  <a:pt x="308907" y="115658"/>
                </a:cubicBezTo>
                <a:lnTo>
                  <a:pt x="310972" y="118756"/>
                </a:lnTo>
                <a:cubicBezTo>
                  <a:pt x="309595" y="119731"/>
                  <a:pt x="306297" y="122599"/>
                  <a:pt x="301076" y="127361"/>
                </a:cubicBezTo>
                <a:cubicBezTo>
                  <a:pt x="298093" y="128738"/>
                  <a:pt x="295052" y="129426"/>
                  <a:pt x="291954" y="129426"/>
                </a:cubicBezTo>
                <a:cubicBezTo>
                  <a:pt x="279046" y="129426"/>
                  <a:pt x="272592" y="123173"/>
                  <a:pt x="272592" y="110666"/>
                </a:cubicBezTo>
                <a:cubicBezTo>
                  <a:pt x="272592" y="106077"/>
                  <a:pt x="272707" y="102176"/>
                  <a:pt x="272936" y="98963"/>
                </a:cubicBezTo>
                <a:cubicBezTo>
                  <a:pt x="272994" y="97988"/>
                  <a:pt x="273022" y="96984"/>
                  <a:pt x="273022" y="95951"/>
                </a:cubicBezTo>
                <a:lnTo>
                  <a:pt x="273022" y="60238"/>
                </a:lnTo>
                <a:lnTo>
                  <a:pt x="269494" y="60238"/>
                </a:lnTo>
                <a:cubicBezTo>
                  <a:pt x="266912" y="60238"/>
                  <a:pt x="263958" y="60353"/>
                  <a:pt x="260630" y="60583"/>
                </a:cubicBezTo>
                <a:lnTo>
                  <a:pt x="259856" y="59894"/>
                </a:lnTo>
                <a:close/>
                <a:moveTo>
                  <a:pt x="342598" y="45437"/>
                </a:moveTo>
                <a:lnTo>
                  <a:pt x="344233" y="46556"/>
                </a:lnTo>
                <a:cubicBezTo>
                  <a:pt x="343602" y="54071"/>
                  <a:pt x="343286" y="63623"/>
                  <a:pt x="343286" y="75212"/>
                </a:cubicBezTo>
                <a:lnTo>
                  <a:pt x="343286" y="95263"/>
                </a:lnTo>
                <a:cubicBezTo>
                  <a:pt x="343286" y="102606"/>
                  <a:pt x="343845" y="107712"/>
                  <a:pt x="344964" y="110580"/>
                </a:cubicBezTo>
                <a:cubicBezTo>
                  <a:pt x="346083" y="113449"/>
                  <a:pt x="348019" y="115643"/>
                  <a:pt x="350773" y="117164"/>
                </a:cubicBezTo>
                <a:cubicBezTo>
                  <a:pt x="353527" y="118684"/>
                  <a:pt x="356797" y="119444"/>
                  <a:pt x="360583" y="119444"/>
                </a:cubicBezTo>
                <a:cubicBezTo>
                  <a:pt x="364771" y="119444"/>
                  <a:pt x="368586" y="118626"/>
                  <a:pt x="372028" y="116991"/>
                </a:cubicBezTo>
                <a:cubicBezTo>
                  <a:pt x="375471" y="115356"/>
                  <a:pt x="378353" y="113047"/>
                  <a:pt x="380677" y="110064"/>
                </a:cubicBezTo>
                <a:cubicBezTo>
                  <a:pt x="383000" y="107081"/>
                  <a:pt x="384334" y="105073"/>
                  <a:pt x="384678" y="104040"/>
                </a:cubicBezTo>
                <a:cubicBezTo>
                  <a:pt x="385023" y="103008"/>
                  <a:pt x="385252" y="100110"/>
                  <a:pt x="385367" y="95349"/>
                </a:cubicBezTo>
                <a:lnTo>
                  <a:pt x="385625" y="85711"/>
                </a:lnTo>
                <a:lnTo>
                  <a:pt x="385625" y="76417"/>
                </a:lnTo>
                <a:cubicBezTo>
                  <a:pt x="385625" y="74122"/>
                  <a:pt x="385510" y="70995"/>
                  <a:pt x="385281" y="67037"/>
                </a:cubicBezTo>
                <a:cubicBezTo>
                  <a:pt x="385051" y="63078"/>
                  <a:pt x="384865" y="60640"/>
                  <a:pt x="384721" y="59722"/>
                </a:cubicBezTo>
                <a:cubicBezTo>
                  <a:pt x="384578" y="58804"/>
                  <a:pt x="384133" y="58130"/>
                  <a:pt x="383388" y="57700"/>
                </a:cubicBezTo>
                <a:cubicBezTo>
                  <a:pt x="382642" y="57269"/>
                  <a:pt x="381150" y="57054"/>
                  <a:pt x="378913" y="57054"/>
                </a:cubicBezTo>
                <a:lnTo>
                  <a:pt x="371684" y="56968"/>
                </a:lnTo>
                <a:lnTo>
                  <a:pt x="370910" y="56280"/>
                </a:lnTo>
                <a:lnTo>
                  <a:pt x="370910" y="52579"/>
                </a:lnTo>
                <a:lnTo>
                  <a:pt x="371598" y="51891"/>
                </a:lnTo>
                <a:cubicBezTo>
                  <a:pt x="382556" y="50572"/>
                  <a:pt x="391792" y="48420"/>
                  <a:pt x="399308" y="45437"/>
                </a:cubicBezTo>
                <a:lnTo>
                  <a:pt x="400943" y="46556"/>
                </a:lnTo>
                <a:cubicBezTo>
                  <a:pt x="400312" y="54071"/>
                  <a:pt x="399996" y="63623"/>
                  <a:pt x="399996" y="75212"/>
                </a:cubicBezTo>
                <a:lnTo>
                  <a:pt x="399996" y="90357"/>
                </a:lnTo>
                <a:cubicBezTo>
                  <a:pt x="399996" y="91218"/>
                  <a:pt x="400140" y="98246"/>
                  <a:pt x="400426" y="111441"/>
                </a:cubicBezTo>
                <a:cubicBezTo>
                  <a:pt x="400541" y="116317"/>
                  <a:pt x="400842" y="119286"/>
                  <a:pt x="401330" y="120348"/>
                </a:cubicBezTo>
                <a:cubicBezTo>
                  <a:pt x="401818" y="121409"/>
                  <a:pt x="402492" y="122155"/>
                  <a:pt x="403352" y="122585"/>
                </a:cubicBezTo>
                <a:cubicBezTo>
                  <a:pt x="404213" y="123015"/>
                  <a:pt x="406766" y="123230"/>
                  <a:pt x="411011" y="123230"/>
                </a:cubicBezTo>
                <a:lnTo>
                  <a:pt x="413421" y="123230"/>
                </a:lnTo>
                <a:lnTo>
                  <a:pt x="414195" y="123919"/>
                </a:lnTo>
                <a:lnTo>
                  <a:pt x="414195" y="127361"/>
                </a:lnTo>
                <a:lnTo>
                  <a:pt x="413507" y="128135"/>
                </a:lnTo>
                <a:cubicBezTo>
                  <a:pt x="405418" y="127677"/>
                  <a:pt x="399996" y="127447"/>
                  <a:pt x="397242" y="127447"/>
                </a:cubicBezTo>
                <a:cubicBezTo>
                  <a:pt x="393743" y="127447"/>
                  <a:pt x="389698" y="127648"/>
                  <a:pt x="385109" y="128049"/>
                </a:cubicBezTo>
                <a:lnTo>
                  <a:pt x="384334" y="127361"/>
                </a:lnTo>
                <a:cubicBezTo>
                  <a:pt x="384678" y="121509"/>
                  <a:pt x="384937" y="116547"/>
                  <a:pt x="385109" y="112474"/>
                </a:cubicBezTo>
                <a:cubicBezTo>
                  <a:pt x="381494" y="115285"/>
                  <a:pt x="377364" y="119042"/>
                  <a:pt x="372717" y="123747"/>
                </a:cubicBezTo>
                <a:cubicBezTo>
                  <a:pt x="370938" y="125525"/>
                  <a:pt x="368385" y="127017"/>
                  <a:pt x="365058" y="128222"/>
                </a:cubicBezTo>
                <a:cubicBezTo>
                  <a:pt x="361730" y="129426"/>
                  <a:pt x="357944" y="130029"/>
                  <a:pt x="353699" y="130029"/>
                </a:cubicBezTo>
                <a:cubicBezTo>
                  <a:pt x="347273" y="130029"/>
                  <a:pt x="342268" y="129010"/>
                  <a:pt x="338682" y="126974"/>
                </a:cubicBezTo>
                <a:cubicBezTo>
                  <a:pt x="335097" y="124937"/>
                  <a:pt x="332558" y="122126"/>
                  <a:pt x="331066" y="118540"/>
                </a:cubicBezTo>
                <a:cubicBezTo>
                  <a:pt x="329575" y="114955"/>
                  <a:pt x="328829" y="108773"/>
                  <a:pt x="328829" y="99996"/>
                </a:cubicBezTo>
                <a:lnTo>
                  <a:pt x="328915" y="93197"/>
                </a:lnTo>
                <a:lnTo>
                  <a:pt x="328915" y="76417"/>
                </a:lnTo>
                <a:cubicBezTo>
                  <a:pt x="328915" y="74122"/>
                  <a:pt x="328800" y="70995"/>
                  <a:pt x="328571" y="67037"/>
                </a:cubicBezTo>
                <a:cubicBezTo>
                  <a:pt x="328341" y="63078"/>
                  <a:pt x="328155" y="60640"/>
                  <a:pt x="328011" y="59722"/>
                </a:cubicBezTo>
                <a:cubicBezTo>
                  <a:pt x="327868" y="58804"/>
                  <a:pt x="327423" y="58130"/>
                  <a:pt x="326678" y="57700"/>
                </a:cubicBezTo>
                <a:cubicBezTo>
                  <a:pt x="325932" y="57269"/>
                  <a:pt x="324440" y="57054"/>
                  <a:pt x="322203" y="57054"/>
                </a:cubicBezTo>
                <a:lnTo>
                  <a:pt x="314974" y="56968"/>
                </a:lnTo>
                <a:lnTo>
                  <a:pt x="314200" y="56280"/>
                </a:lnTo>
                <a:lnTo>
                  <a:pt x="314200" y="52579"/>
                </a:lnTo>
                <a:lnTo>
                  <a:pt x="314888" y="51891"/>
                </a:lnTo>
                <a:cubicBezTo>
                  <a:pt x="325846" y="50572"/>
                  <a:pt x="335082" y="48420"/>
                  <a:pt x="342598" y="45437"/>
                </a:cubicBezTo>
                <a:moveTo>
                  <a:pt x="363165" y="40015"/>
                </a:moveTo>
                <a:lnTo>
                  <a:pt x="363165" y="40015"/>
                </a:lnTo>
                <a:moveTo>
                  <a:pt x="364025" y="132610"/>
                </a:moveTo>
                <a:lnTo>
                  <a:pt x="364025" y="132610"/>
                </a:lnTo>
                <a:close/>
                <a:moveTo>
                  <a:pt x="452670" y="45437"/>
                </a:moveTo>
                <a:lnTo>
                  <a:pt x="454305" y="46556"/>
                </a:lnTo>
                <a:cubicBezTo>
                  <a:pt x="453960" y="49883"/>
                  <a:pt x="453702" y="55792"/>
                  <a:pt x="453530" y="64283"/>
                </a:cubicBezTo>
                <a:lnTo>
                  <a:pt x="459984" y="56108"/>
                </a:lnTo>
                <a:cubicBezTo>
                  <a:pt x="462107" y="53411"/>
                  <a:pt x="463986" y="51332"/>
                  <a:pt x="465621" y="49869"/>
                </a:cubicBezTo>
                <a:cubicBezTo>
                  <a:pt x="467256" y="48406"/>
                  <a:pt x="469163" y="47273"/>
                  <a:pt x="471344" y="46470"/>
                </a:cubicBezTo>
                <a:cubicBezTo>
                  <a:pt x="473524" y="45666"/>
                  <a:pt x="475761" y="45265"/>
                  <a:pt x="478056" y="45265"/>
                </a:cubicBezTo>
                <a:cubicBezTo>
                  <a:pt x="480580" y="45265"/>
                  <a:pt x="482961" y="45781"/>
                  <a:pt x="485198" y="46814"/>
                </a:cubicBezTo>
                <a:lnTo>
                  <a:pt x="485801" y="48019"/>
                </a:lnTo>
                <a:cubicBezTo>
                  <a:pt x="484883" y="55649"/>
                  <a:pt x="484366" y="62361"/>
                  <a:pt x="484252" y="68155"/>
                </a:cubicBezTo>
                <a:lnTo>
                  <a:pt x="480379" y="68155"/>
                </a:lnTo>
                <a:cubicBezTo>
                  <a:pt x="478084" y="62877"/>
                  <a:pt x="474384" y="60238"/>
                  <a:pt x="469278" y="60238"/>
                </a:cubicBezTo>
                <a:cubicBezTo>
                  <a:pt x="465721" y="60238"/>
                  <a:pt x="462623" y="61371"/>
                  <a:pt x="459984" y="63637"/>
                </a:cubicBezTo>
                <a:cubicBezTo>
                  <a:pt x="457345" y="65904"/>
                  <a:pt x="455581" y="68743"/>
                  <a:pt x="454692" y="72157"/>
                </a:cubicBezTo>
                <a:cubicBezTo>
                  <a:pt x="453803" y="75570"/>
                  <a:pt x="453358" y="79887"/>
                  <a:pt x="453358" y="85108"/>
                </a:cubicBezTo>
                <a:lnTo>
                  <a:pt x="453358" y="94660"/>
                </a:lnTo>
                <a:cubicBezTo>
                  <a:pt x="453358" y="96381"/>
                  <a:pt x="453473" y="100598"/>
                  <a:pt x="453702" y="107310"/>
                </a:cubicBezTo>
                <a:cubicBezTo>
                  <a:pt x="453932" y="114023"/>
                  <a:pt x="454176" y="117895"/>
                  <a:pt x="454434" y="118928"/>
                </a:cubicBezTo>
                <a:cubicBezTo>
                  <a:pt x="454692" y="119960"/>
                  <a:pt x="455094" y="120720"/>
                  <a:pt x="455639" y="121208"/>
                </a:cubicBezTo>
                <a:cubicBezTo>
                  <a:pt x="456184" y="121696"/>
                  <a:pt x="456901" y="122026"/>
                  <a:pt x="457790" y="122198"/>
                </a:cubicBezTo>
                <a:cubicBezTo>
                  <a:pt x="458679" y="122370"/>
                  <a:pt x="462767" y="122657"/>
                  <a:pt x="470053" y="123058"/>
                </a:cubicBezTo>
                <a:lnTo>
                  <a:pt x="470827" y="123747"/>
                </a:lnTo>
                <a:lnTo>
                  <a:pt x="470827" y="127361"/>
                </a:lnTo>
                <a:lnTo>
                  <a:pt x="470053" y="128135"/>
                </a:lnTo>
                <a:cubicBezTo>
                  <a:pt x="462423" y="127677"/>
                  <a:pt x="454448" y="127447"/>
                  <a:pt x="446130" y="127447"/>
                </a:cubicBezTo>
                <a:cubicBezTo>
                  <a:pt x="439532" y="127447"/>
                  <a:pt x="432648" y="127677"/>
                  <a:pt x="425476" y="128135"/>
                </a:cubicBezTo>
                <a:lnTo>
                  <a:pt x="424702" y="127361"/>
                </a:lnTo>
                <a:lnTo>
                  <a:pt x="424702" y="123747"/>
                </a:lnTo>
                <a:lnTo>
                  <a:pt x="425476" y="123058"/>
                </a:lnTo>
                <a:cubicBezTo>
                  <a:pt x="431041" y="122714"/>
                  <a:pt x="434182" y="122456"/>
                  <a:pt x="434899" y="122284"/>
                </a:cubicBezTo>
                <a:cubicBezTo>
                  <a:pt x="435616" y="122112"/>
                  <a:pt x="436248" y="121753"/>
                  <a:pt x="436793" y="121208"/>
                </a:cubicBezTo>
                <a:cubicBezTo>
                  <a:pt x="437338" y="120663"/>
                  <a:pt x="437710" y="119831"/>
                  <a:pt x="437911" y="118712"/>
                </a:cubicBezTo>
                <a:cubicBezTo>
                  <a:pt x="438112" y="117594"/>
                  <a:pt x="438342" y="113893"/>
                  <a:pt x="438600" y="107611"/>
                </a:cubicBezTo>
                <a:cubicBezTo>
                  <a:pt x="438858" y="101329"/>
                  <a:pt x="438987" y="96582"/>
                  <a:pt x="438987" y="93369"/>
                </a:cubicBezTo>
                <a:lnTo>
                  <a:pt x="438987" y="76417"/>
                </a:lnTo>
                <a:cubicBezTo>
                  <a:pt x="438987" y="74122"/>
                  <a:pt x="438872" y="70995"/>
                  <a:pt x="438643" y="67037"/>
                </a:cubicBezTo>
                <a:cubicBezTo>
                  <a:pt x="438413" y="63078"/>
                  <a:pt x="438227" y="60640"/>
                  <a:pt x="438083" y="59722"/>
                </a:cubicBezTo>
                <a:cubicBezTo>
                  <a:pt x="437940" y="58804"/>
                  <a:pt x="437495" y="58130"/>
                  <a:pt x="436750" y="57700"/>
                </a:cubicBezTo>
                <a:cubicBezTo>
                  <a:pt x="436004" y="57269"/>
                  <a:pt x="434512" y="57054"/>
                  <a:pt x="432275" y="57054"/>
                </a:cubicBezTo>
                <a:lnTo>
                  <a:pt x="425046" y="56968"/>
                </a:lnTo>
                <a:lnTo>
                  <a:pt x="424272" y="56280"/>
                </a:lnTo>
                <a:lnTo>
                  <a:pt x="424272" y="52579"/>
                </a:lnTo>
                <a:lnTo>
                  <a:pt x="424960" y="51891"/>
                </a:lnTo>
                <a:cubicBezTo>
                  <a:pt x="435918" y="50572"/>
                  <a:pt x="445154" y="48420"/>
                  <a:pt x="452670" y="45437"/>
                </a:cubicBezTo>
                <a:close/>
                <a:moveTo>
                  <a:pt x="488120" y="11531"/>
                </a:moveTo>
                <a:lnTo>
                  <a:pt x="487346" y="10757"/>
                </a:lnTo>
                <a:lnTo>
                  <a:pt x="487346" y="7143"/>
                </a:lnTo>
                <a:lnTo>
                  <a:pt x="488034" y="6368"/>
                </a:lnTo>
                <a:cubicBezTo>
                  <a:pt x="498992" y="5106"/>
                  <a:pt x="508228" y="2983"/>
                  <a:pt x="515744" y="0"/>
                </a:cubicBezTo>
                <a:lnTo>
                  <a:pt x="517379" y="1033"/>
                </a:lnTo>
                <a:cubicBezTo>
                  <a:pt x="516748" y="7630"/>
                  <a:pt x="516432" y="20854"/>
                  <a:pt x="516432" y="40704"/>
                </a:cubicBezTo>
                <a:lnTo>
                  <a:pt x="516432" y="62648"/>
                </a:lnTo>
                <a:cubicBezTo>
                  <a:pt x="517522" y="61214"/>
                  <a:pt x="519559" y="59019"/>
                  <a:pt x="522542" y="56065"/>
                </a:cubicBezTo>
                <a:cubicBezTo>
                  <a:pt x="525525" y="53110"/>
                  <a:pt x="527949" y="51030"/>
                  <a:pt x="529814" y="49826"/>
                </a:cubicBezTo>
                <a:cubicBezTo>
                  <a:pt x="531678" y="48621"/>
                  <a:pt x="534231" y="47560"/>
                  <a:pt x="537473" y="46642"/>
                </a:cubicBezTo>
                <a:cubicBezTo>
                  <a:pt x="540714" y="45724"/>
                  <a:pt x="544113" y="45265"/>
                  <a:pt x="547670" y="45265"/>
                </a:cubicBezTo>
                <a:cubicBezTo>
                  <a:pt x="554153" y="45265"/>
                  <a:pt x="559847" y="46871"/>
                  <a:pt x="564752" y="50084"/>
                </a:cubicBezTo>
                <a:cubicBezTo>
                  <a:pt x="569657" y="53297"/>
                  <a:pt x="573300" y="57585"/>
                  <a:pt x="575681" y="62949"/>
                </a:cubicBezTo>
                <a:cubicBezTo>
                  <a:pt x="578062" y="68313"/>
                  <a:pt x="579252" y="74036"/>
                  <a:pt x="579252" y="80117"/>
                </a:cubicBezTo>
                <a:cubicBezTo>
                  <a:pt x="579252" y="85911"/>
                  <a:pt x="578263" y="91419"/>
                  <a:pt x="576283" y="96639"/>
                </a:cubicBezTo>
                <a:cubicBezTo>
                  <a:pt x="574304" y="101860"/>
                  <a:pt x="571966" y="106163"/>
                  <a:pt x="569270" y="109548"/>
                </a:cubicBezTo>
                <a:cubicBezTo>
                  <a:pt x="567664" y="111498"/>
                  <a:pt x="564824" y="113965"/>
                  <a:pt x="560751" y="116948"/>
                </a:cubicBezTo>
                <a:cubicBezTo>
                  <a:pt x="552776" y="122743"/>
                  <a:pt x="547168" y="126371"/>
                  <a:pt x="543927" y="127834"/>
                </a:cubicBezTo>
                <a:cubicBezTo>
                  <a:pt x="540685" y="129297"/>
                  <a:pt x="536483" y="130029"/>
                  <a:pt x="531320" y="130029"/>
                </a:cubicBezTo>
                <a:cubicBezTo>
                  <a:pt x="527304" y="130029"/>
                  <a:pt x="523661" y="129469"/>
                  <a:pt x="520391" y="128351"/>
                </a:cubicBezTo>
                <a:cubicBezTo>
                  <a:pt x="517121" y="127232"/>
                  <a:pt x="513736" y="125468"/>
                  <a:pt x="510236" y="123058"/>
                </a:cubicBezTo>
                <a:lnTo>
                  <a:pt x="503266" y="129598"/>
                </a:lnTo>
                <a:lnTo>
                  <a:pt x="500426" y="128480"/>
                </a:lnTo>
                <a:cubicBezTo>
                  <a:pt x="501516" y="118038"/>
                  <a:pt x="502061" y="106163"/>
                  <a:pt x="502061" y="92853"/>
                </a:cubicBezTo>
                <a:lnTo>
                  <a:pt x="502061" y="47244"/>
                </a:lnTo>
                <a:lnTo>
                  <a:pt x="501717" y="30722"/>
                </a:lnTo>
                <a:cubicBezTo>
                  <a:pt x="501545" y="24411"/>
                  <a:pt x="501358" y="19979"/>
                  <a:pt x="501158" y="17426"/>
                </a:cubicBezTo>
                <a:cubicBezTo>
                  <a:pt x="500957" y="14873"/>
                  <a:pt x="500684" y="13367"/>
                  <a:pt x="500340" y="12908"/>
                </a:cubicBezTo>
                <a:cubicBezTo>
                  <a:pt x="499996" y="12449"/>
                  <a:pt x="499408" y="12105"/>
                  <a:pt x="498576" y="11876"/>
                </a:cubicBezTo>
                <a:cubicBezTo>
                  <a:pt x="497744" y="11646"/>
                  <a:pt x="494259" y="11531"/>
                  <a:pt x="488120" y="11531"/>
                </a:cubicBezTo>
                <a:moveTo>
                  <a:pt x="516432" y="72974"/>
                </a:moveTo>
                <a:lnTo>
                  <a:pt x="516432" y="105245"/>
                </a:lnTo>
                <a:cubicBezTo>
                  <a:pt x="516432" y="107941"/>
                  <a:pt x="516561" y="109705"/>
                  <a:pt x="516820" y="110537"/>
                </a:cubicBezTo>
                <a:cubicBezTo>
                  <a:pt x="517078" y="111369"/>
                  <a:pt x="518225" y="112631"/>
                  <a:pt x="520262" y="114324"/>
                </a:cubicBezTo>
                <a:cubicBezTo>
                  <a:pt x="522298" y="116016"/>
                  <a:pt x="524923" y="117479"/>
                  <a:pt x="528136" y="118712"/>
                </a:cubicBezTo>
                <a:cubicBezTo>
                  <a:pt x="531349" y="119946"/>
                  <a:pt x="534676" y="120563"/>
                  <a:pt x="538118" y="120563"/>
                </a:cubicBezTo>
                <a:cubicBezTo>
                  <a:pt x="546265" y="120563"/>
                  <a:pt x="552647" y="117407"/>
                  <a:pt x="557265" y="111097"/>
                </a:cubicBezTo>
                <a:cubicBezTo>
                  <a:pt x="561884" y="104786"/>
                  <a:pt x="564193" y="96783"/>
                  <a:pt x="564193" y="87087"/>
                </a:cubicBezTo>
                <a:cubicBezTo>
                  <a:pt x="564193" y="81006"/>
                  <a:pt x="563232" y="75628"/>
                  <a:pt x="561310" y="70952"/>
                </a:cubicBezTo>
                <a:cubicBezTo>
                  <a:pt x="559388" y="66276"/>
                  <a:pt x="556505" y="62705"/>
                  <a:pt x="552661" y="60238"/>
                </a:cubicBezTo>
                <a:cubicBezTo>
                  <a:pt x="548818" y="57771"/>
                  <a:pt x="544486" y="56538"/>
                  <a:pt x="539667" y="56538"/>
                </a:cubicBezTo>
                <a:cubicBezTo>
                  <a:pt x="533988" y="56538"/>
                  <a:pt x="528982" y="58216"/>
                  <a:pt x="524651" y="61572"/>
                </a:cubicBezTo>
                <a:cubicBezTo>
                  <a:pt x="520319" y="64928"/>
                  <a:pt x="517580" y="68729"/>
                  <a:pt x="516432" y="72974"/>
                </a:cubicBezTo>
                <a:close/>
                <a:moveTo>
                  <a:pt x="604943" y="69102"/>
                </a:moveTo>
                <a:lnTo>
                  <a:pt x="601587" y="68241"/>
                </a:lnTo>
                <a:lnTo>
                  <a:pt x="600899" y="67381"/>
                </a:lnTo>
                <a:lnTo>
                  <a:pt x="600899" y="56710"/>
                </a:lnTo>
                <a:cubicBezTo>
                  <a:pt x="611110" y="49137"/>
                  <a:pt x="621035" y="45351"/>
                  <a:pt x="630673" y="45351"/>
                </a:cubicBezTo>
                <a:cubicBezTo>
                  <a:pt x="637271" y="45351"/>
                  <a:pt x="642750" y="46584"/>
                  <a:pt x="647110" y="49051"/>
                </a:cubicBezTo>
                <a:cubicBezTo>
                  <a:pt x="651470" y="51518"/>
                  <a:pt x="654625" y="54602"/>
                  <a:pt x="656576" y="58302"/>
                </a:cubicBezTo>
                <a:cubicBezTo>
                  <a:pt x="658527" y="62002"/>
                  <a:pt x="659502" y="66320"/>
                  <a:pt x="659502" y="71253"/>
                </a:cubicBezTo>
                <a:lnTo>
                  <a:pt x="659072" y="88550"/>
                </a:lnTo>
                <a:lnTo>
                  <a:pt x="659072" y="114195"/>
                </a:lnTo>
                <a:cubicBezTo>
                  <a:pt x="659072" y="117694"/>
                  <a:pt x="659315" y="119817"/>
                  <a:pt x="659803" y="120563"/>
                </a:cubicBezTo>
                <a:cubicBezTo>
                  <a:pt x="660291" y="121308"/>
                  <a:pt x="660850" y="121810"/>
                  <a:pt x="661481" y="122069"/>
                </a:cubicBezTo>
                <a:cubicBezTo>
                  <a:pt x="662112" y="122327"/>
                  <a:pt x="663288" y="122542"/>
                  <a:pt x="665009" y="122714"/>
                </a:cubicBezTo>
                <a:lnTo>
                  <a:pt x="669914" y="123144"/>
                </a:lnTo>
                <a:lnTo>
                  <a:pt x="670603" y="123919"/>
                </a:lnTo>
                <a:lnTo>
                  <a:pt x="670603" y="127361"/>
                </a:lnTo>
                <a:lnTo>
                  <a:pt x="669914" y="128049"/>
                </a:lnTo>
                <a:cubicBezTo>
                  <a:pt x="665726" y="127705"/>
                  <a:pt x="661825" y="127533"/>
                  <a:pt x="658211" y="127533"/>
                </a:cubicBezTo>
                <a:cubicBezTo>
                  <a:pt x="654769" y="127533"/>
                  <a:pt x="650638" y="127705"/>
                  <a:pt x="645819" y="128049"/>
                </a:cubicBezTo>
                <a:lnTo>
                  <a:pt x="644528" y="126845"/>
                </a:lnTo>
                <a:lnTo>
                  <a:pt x="644873" y="112990"/>
                </a:lnTo>
                <a:lnTo>
                  <a:pt x="626113" y="127619"/>
                </a:lnTo>
                <a:cubicBezTo>
                  <a:pt x="622957" y="128939"/>
                  <a:pt x="619515" y="129598"/>
                  <a:pt x="615786" y="129598"/>
                </a:cubicBezTo>
                <a:cubicBezTo>
                  <a:pt x="611196" y="129598"/>
                  <a:pt x="607252" y="128767"/>
                  <a:pt x="603953" y="127103"/>
                </a:cubicBezTo>
                <a:cubicBezTo>
                  <a:pt x="600655" y="125439"/>
                  <a:pt x="598130" y="123116"/>
                  <a:pt x="596381" y="120132"/>
                </a:cubicBezTo>
                <a:cubicBezTo>
                  <a:pt x="594631" y="117149"/>
                  <a:pt x="593756" y="113535"/>
                  <a:pt x="593756" y="109290"/>
                </a:cubicBezTo>
                <a:cubicBezTo>
                  <a:pt x="593756" y="100856"/>
                  <a:pt x="596395" y="94273"/>
                  <a:pt x="601673" y="89540"/>
                </a:cubicBezTo>
                <a:cubicBezTo>
                  <a:pt x="606951" y="84807"/>
                  <a:pt x="621351" y="80777"/>
                  <a:pt x="644873" y="77449"/>
                </a:cubicBezTo>
                <a:cubicBezTo>
                  <a:pt x="644873" y="68959"/>
                  <a:pt x="642979" y="62978"/>
                  <a:pt x="639193" y="59507"/>
                </a:cubicBezTo>
                <a:cubicBezTo>
                  <a:pt x="635407" y="56036"/>
                  <a:pt x="630329" y="54301"/>
                  <a:pt x="623961" y="54301"/>
                </a:cubicBezTo>
                <a:cubicBezTo>
                  <a:pt x="620634" y="54301"/>
                  <a:pt x="617608" y="54788"/>
                  <a:pt x="614882" y="55763"/>
                </a:cubicBezTo>
                <a:cubicBezTo>
                  <a:pt x="612157" y="56739"/>
                  <a:pt x="610594" y="57528"/>
                  <a:pt x="610192" y="58130"/>
                </a:cubicBezTo>
                <a:cubicBezTo>
                  <a:pt x="609791" y="58732"/>
                  <a:pt x="608242" y="62246"/>
                  <a:pt x="605546" y="68672"/>
                </a:cubicBezTo>
                <a:lnTo>
                  <a:pt x="604943" y="69102"/>
                </a:lnTo>
                <a:moveTo>
                  <a:pt x="644873" y="82699"/>
                </a:moveTo>
                <a:cubicBezTo>
                  <a:pt x="628809" y="85395"/>
                  <a:pt x="618798" y="88292"/>
                  <a:pt x="614839" y="91390"/>
                </a:cubicBezTo>
                <a:cubicBezTo>
                  <a:pt x="610881" y="94488"/>
                  <a:pt x="608902" y="99278"/>
                  <a:pt x="608902" y="105761"/>
                </a:cubicBezTo>
                <a:cubicBezTo>
                  <a:pt x="608902" y="114711"/>
                  <a:pt x="613348" y="119186"/>
                  <a:pt x="622240" y="119186"/>
                </a:cubicBezTo>
                <a:cubicBezTo>
                  <a:pt x="629870" y="119186"/>
                  <a:pt x="637414" y="114768"/>
                  <a:pt x="644873" y="105933"/>
                </a:cubicBezTo>
                <a:lnTo>
                  <a:pt x="644873" y="82699"/>
                </a:lnTo>
                <a:moveTo>
                  <a:pt x="630243" y="40015"/>
                </a:moveTo>
                <a:lnTo>
                  <a:pt x="630243" y="40015"/>
                </a:lnTo>
                <a:moveTo>
                  <a:pt x="628436" y="132610"/>
                </a:moveTo>
                <a:lnTo>
                  <a:pt x="628436" y="132610"/>
                </a:lnTo>
                <a:close/>
                <a:moveTo>
                  <a:pt x="679483" y="59894"/>
                </a:moveTo>
                <a:lnTo>
                  <a:pt x="679483" y="57657"/>
                </a:lnTo>
                <a:lnTo>
                  <a:pt x="680086" y="56796"/>
                </a:lnTo>
                <a:cubicBezTo>
                  <a:pt x="685478" y="54788"/>
                  <a:pt x="689838" y="52924"/>
                  <a:pt x="693166" y="51203"/>
                </a:cubicBezTo>
                <a:cubicBezTo>
                  <a:pt x="693166" y="36229"/>
                  <a:pt x="692994" y="27509"/>
                  <a:pt x="692650" y="25042"/>
                </a:cubicBezTo>
                <a:cubicBezTo>
                  <a:pt x="698559" y="22977"/>
                  <a:pt x="703406" y="20768"/>
                  <a:pt x="707193" y="18416"/>
                </a:cubicBezTo>
                <a:lnTo>
                  <a:pt x="709258" y="20137"/>
                </a:lnTo>
                <a:cubicBezTo>
                  <a:pt x="708684" y="23751"/>
                  <a:pt x="707996" y="34250"/>
                  <a:pt x="707193" y="51633"/>
                </a:cubicBezTo>
                <a:cubicBezTo>
                  <a:pt x="710061" y="51690"/>
                  <a:pt x="713159" y="51719"/>
                  <a:pt x="716487" y="51719"/>
                </a:cubicBezTo>
                <a:cubicBezTo>
                  <a:pt x="723256" y="51719"/>
                  <a:pt x="728104" y="51547"/>
                  <a:pt x="731030" y="51203"/>
                </a:cubicBezTo>
                <a:lnTo>
                  <a:pt x="731632" y="51805"/>
                </a:lnTo>
                <a:lnTo>
                  <a:pt x="729997" y="59034"/>
                </a:lnTo>
                <a:lnTo>
                  <a:pt x="729309" y="59808"/>
                </a:lnTo>
                <a:cubicBezTo>
                  <a:pt x="726383" y="59751"/>
                  <a:pt x="723142" y="59722"/>
                  <a:pt x="719585" y="59722"/>
                </a:cubicBezTo>
                <a:cubicBezTo>
                  <a:pt x="716372" y="59722"/>
                  <a:pt x="712241" y="59751"/>
                  <a:pt x="707193" y="59808"/>
                </a:cubicBezTo>
                <a:lnTo>
                  <a:pt x="706676" y="94832"/>
                </a:lnTo>
                <a:cubicBezTo>
                  <a:pt x="706676" y="102921"/>
                  <a:pt x="706863" y="108214"/>
                  <a:pt x="707236" y="110709"/>
                </a:cubicBezTo>
                <a:cubicBezTo>
                  <a:pt x="707609" y="113205"/>
                  <a:pt x="708641" y="115156"/>
                  <a:pt x="710334" y="116561"/>
                </a:cubicBezTo>
                <a:cubicBezTo>
                  <a:pt x="712026" y="117967"/>
                  <a:pt x="714536" y="118669"/>
                  <a:pt x="717864" y="118669"/>
                </a:cubicBezTo>
                <a:cubicBezTo>
                  <a:pt x="721707" y="118669"/>
                  <a:pt x="725264" y="117666"/>
                  <a:pt x="728534" y="115658"/>
                </a:cubicBezTo>
                <a:lnTo>
                  <a:pt x="730600" y="118756"/>
                </a:lnTo>
                <a:cubicBezTo>
                  <a:pt x="729223" y="119731"/>
                  <a:pt x="725924" y="122599"/>
                  <a:pt x="720703" y="127361"/>
                </a:cubicBezTo>
                <a:cubicBezTo>
                  <a:pt x="717720" y="128738"/>
                  <a:pt x="714680" y="129426"/>
                  <a:pt x="711582" y="129426"/>
                </a:cubicBezTo>
                <a:cubicBezTo>
                  <a:pt x="698673" y="129426"/>
                  <a:pt x="692219" y="123173"/>
                  <a:pt x="692219" y="110666"/>
                </a:cubicBezTo>
                <a:cubicBezTo>
                  <a:pt x="692219" y="106077"/>
                  <a:pt x="692334" y="102176"/>
                  <a:pt x="692563" y="98963"/>
                </a:cubicBezTo>
                <a:cubicBezTo>
                  <a:pt x="692621" y="97988"/>
                  <a:pt x="692650" y="96984"/>
                  <a:pt x="692650" y="95951"/>
                </a:cubicBezTo>
                <a:lnTo>
                  <a:pt x="692650" y="60238"/>
                </a:lnTo>
                <a:lnTo>
                  <a:pt x="689121" y="60238"/>
                </a:lnTo>
                <a:cubicBezTo>
                  <a:pt x="686540" y="60238"/>
                  <a:pt x="683585" y="60353"/>
                  <a:pt x="680258" y="60583"/>
                </a:cubicBezTo>
                <a:lnTo>
                  <a:pt x="679483" y="59894"/>
                </a:lnTo>
                <a:close/>
                <a:moveTo>
                  <a:pt x="757762" y="6970"/>
                </a:moveTo>
                <a:cubicBezTo>
                  <a:pt x="760459" y="6970"/>
                  <a:pt x="762754" y="7917"/>
                  <a:pt x="764647" y="9810"/>
                </a:cubicBezTo>
                <a:cubicBezTo>
                  <a:pt x="766540" y="11703"/>
                  <a:pt x="767487" y="13998"/>
                  <a:pt x="767487" y="16695"/>
                </a:cubicBezTo>
                <a:cubicBezTo>
                  <a:pt x="767487" y="19334"/>
                  <a:pt x="766540" y="21600"/>
                  <a:pt x="764647" y="23493"/>
                </a:cubicBezTo>
                <a:cubicBezTo>
                  <a:pt x="762754" y="25386"/>
                  <a:pt x="760459" y="26333"/>
                  <a:pt x="757762" y="26333"/>
                </a:cubicBezTo>
                <a:cubicBezTo>
                  <a:pt x="755123" y="26333"/>
                  <a:pt x="752843" y="25400"/>
                  <a:pt x="750921" y="23536"/>
                </a:cubicBezTo>
                <a:cubicBezTo>
                  <a:pt x="748999" y="21671"/>
                  <a:pt x="748038" y="19391"/>
                  <a:pt x="748038" y="16695"/>
                </a:cubicBezTo>
                <a:cubicBezTo>
                  <a:pt x="748038" y="13998"/>
                  <a:pt x="748999" y="11703"/>
                  <a:pt x="750921" y="9810"/>
                </a:cubicBezTo>
                <a:cubicBezTo>
                  <a:pt x="752843" y="7917"/>
                  <a:pt x="755123" y="6970"/>
                  <a:pt x="757762" y="6970"/>
                </a:cubicBezTo>
                <a:moveTo>
                  <a:pt x="765077" y="45437"/>
                </a:moveTo>
                <a:lnTo>
                  <a:pt x="766712" y="46556"/>
                </a:lnTo>
                <a:cubicBezTo>
                  <a:pt x="766081" y="54071"/>
                  <a:pt x="765766" y="63623"/>
                  <a:pt x="765766" y="75212"/>
                </a:cubicBezTo>
                <a:lnTo>
                  <a:pt x="765766" y="94660"/>
                </a:lnTo>
                <a:cubicBezTo>
                  <a:pt x="765766" y="95922"/>
                  <a:pt x="765880" y="99981"/>
                  <a:pt x="766110" y="106837"/>
                </a:cubicBezTo>
                <a:cubicBezTo>
                  <a:pt x="766339" y="113693"/>
                  <a:pt x="766583" y="117694"/>
                  <a:pt x="766841" y="118842"/>
                </a:cubicBezTo>
                <a:cubicBezTo>
                  <a:pt x="767099" y="119989"/>
                  <a:pt x="767487" y="120821"/>
                  <a:pt x="768003" y="121337"/>
                </a:cubicBezTo>
                <a:cubicBezTo>
                  <a:pt x="768519" y="121853"/>
                  <a:pt x="769150" y="122183"/>
                  <a:pt x="769896" y="122327"/>
                </a:cubicBezTo>
                <a:cubicBezTo>
                  <a:pt x="770642" y="122470"/>
                  <a:pt x="773740" y="122714"/>
                  <a:pt x="779190" y="123058"/>
                </a:cubicBezTo>
                <a:lnTo>
                  <a:pt x="779965" y="123747"/>
                </a:lnTo>
                <a:lnTo>
                  <a:pt x="779965" y="127361"/>
                </a:lnTo>
                <a:lnTo>
                  <a:pt x="779276" y="128135"/>
                </a:lnTo>
                <a:cubicBezTo>
                  <a:pt x="772105" y="127677"/>
                  <a:pt x="765192" y="127447"/>
                  <a:pt x="758537" y="127447"/>
                </a:cubicBezTo>
                <a:cubicBezTo>
                  <a:pt x="751939" y="127447"/>
                  <a:pt x="745055" y="127677"/>
                  <a:pt x="737884" y="128135"/>
                </a:cubicBezTo>
                <a:lnTo>
                  <a:pt x="737109" y="127361"/>
                </a:lnTo>
                <a:lnTo>
                  <a:pt x="737109" y="123747"/>
                </a:lnTo>
                <a:lnTo>
                  <a:pt x="737884" y="123058"/>
                </a:lnTo>
                <a:cubicBezTo>
                  <a:pt x="743449" y="122714"/>
                  <a:pt x="746590" y="122456"/>
                  <a:pt x="747307" y="122284"/>
                </a:cubicBezTo>
                <a:cubicBezTo>
                  <a:pt x="748024" y="122112"/>
                  <a:pt x="748655" y="121753"/>
                  <a:pt x="749200" y="121208"/>
                </a:cubicBezTo>
                <a:cubicBezTo>
                  <a:pt x="749745" y="120663"/>
                  <a:pt x="750118" y="119831"/>
                  <a:pt x="750319" y="118712"/>
                </a:cubicBezTo>
                <a:cubicBezTo>
                  <a:pt x="750519" y="117594"/>
                  <a:pt x="750749" y="113893"/>
                  <a:pt x="751007" y="107611"/>
                </a:cubicBezTo>
                <a:cubicBezTo>
                  <a:pt x="751265" y="101329"/>
                  <a:pt x="751394" y="96582"/>
                  <a:pt x="751394" y="93369"/>
                </a:cubicBezTo>
                <a:lnTo>
                  <a:pt x="751394" y="76417"/>
                </a:lnTo>
                <a:cubicBezTo>
                  <a:pt x="751394" y="74122"/>
                  <a:pt x="751280" y="70995"/>
                  <a:pt x="751050" y="67037"/>
                </a:cubicBezTo>
                <a:cubicBezTo>
                  <a:pt x="750821" y="63078"/>
                  <a:pt x="750634" y="60640"/>
                  <a:pt x="750491" y="59722"/>
                </a:cubicBezTo>
                <a:cubicBezTo>
                  <a:pt x="750347" y="58804"/>
                  <a:pt x="749903" y="58130"/>
                  <a:pt x="749157" y="57700"/>
                </a:cubicBezTo>
                <a:cubicBezTo>
                  <a:pt x="748411" y="57269"/>
                  <a:pt x="746920" y="57054"/>
                  <a:pt x="744682" y="57054"/>
                </a:cubicBezTo>
                <a:lnTo>
                  <a:pt x="737454" y="56968"/>
                </a:lnTo>
                <a:lnTo>
                  <a:pt x="736679" y="56280"/>
                </a:lnTo>
                <a:lnTo>
                  <a:pt x="736679" y="52579"/>
                </a:lnTo>
                <a:lnTo>
                  <a:pt x="737367" y="51891"/>
                </a:lnTo>
                <a:cubicBezTo>
                  <a:pt x="748325" y="50572"/>
                  <a:pt x="757562" y="48420"/>
                  <a:pt x="765077" y="45437"/>
                </a:cubicBezTo>
                <a:moveTo>
                  <a:pt x="758365" y="132610"/>
                </a:moveTo>
                <a:lnTo>
                  <a:pt x="758365" y="132610"/>
                </a:lnTo>
                <a:close/>
                <a:moveTo>
                  <a:pt x="790116" y="88034"/>
                </a:moveTo>
                <a:cubicBezTo>
                  <a:pt x="790116" y="81207"/>
                  <a:pt x="791522" y="74624"/>
                  <a:pt x="794333" y="68284"/>
                </a:cubicBezTo>
                <a:cubicBezTo>
                  <a:pt x="797144" y="61945"/>
                  <a:pt x="802035" y="56466"/>
                  <a:pt x="809005" y="51848"/>
                </a:cubicBezTo>
                <a:cubicBezTo>
                  <a:pt x="815976" y="47230"/>
                  <a:pt x="824251" y="44921"/>
                  <a:pt x="833832" y="44921"/>
                </a:cubicBezTo>
                <a:cubicBezTo>
                  <a:pt x="845880" y="44921"/>
                  <a:pt x="855690" y="48721"/>
                  <a:pt x="863263" y="56323"/>
                </a:cubicBezTo>
                <a:cubicBezTo>
                  <a:pt x="870836" y="63924"/>
                  <a:pt x="874622" y="73692"/>
                  <a:pt x="874622" y="85624"/>
                </a:cubicBezTo>
                <a:cubicBezTo>
                  <a:pt x="874622" y="98762"/>
                  <a:pt x="870276" y="109576"/>
                  <a:pt x="861585" y="118067"/>
                </a:cubicBezTo>
                <a:cubicBezTo>
                  <a:pt x="852893" y="126558"/>
                  <a:pt x="842409" y="130803"/>
                  <a:pt x="830132" y="130803"/>
                </a:cubicBezTo>
                <a:cubicBezTo>
                  <a:pt x="822100" y="130803"/>
                  <a:pt x="814929" y="128637"/>
                  <a:pt x="808618" y="124306"/>
                </a:cubicBezTo>
                <a:cubicBezTo>
                  <a:pt x="802307" y="119975"/>
                  <a:pt x="797646" y="114682"/>
                  <a:pt x="794634" y="108429"/>
                </a:cubicBezTo>
                <a:cubicBezTo>
                  <a:pt x="791622" y="102176"/>
                  <a:pt x="790116" y="95377"/>
                  <a:pt x="790116" y="88034"/>
                </a:cubicBezTo>
                <a:moveTo>
                  <a:pt x="806381" y="82096"/>
                </a:moveTo>
                <a:cubicBezTo>
                  <a:pt x="806381" y="90128"/>
                  <a:pt x="807413" y="97314"/>
                  <a:pt x="809479" y="103653"/>
                </a:cubicBezTo>
                <a:cubicBezTo>
                  <a:pt x="811544" y="109992"/>
                  <a:pt x="814814" y="115084"/>
                  <a:pt x="819289" y="118928"/>
                </a:cubicBezTo>
                <a:cubicBezTo>
                  <a:pt x="823764" y="122771"/>
                  <a:pt x="828870" y="124693"/>
                  <a:pt x="834607" y="124693"/>
                </a:cubicBezTo>
                <a:cubicBezTo>
                  <a:pt x="841376" y="124693"/>
                  <a:pt x="846970" y="122011"/>
                  <a:pt x="851387" y="116647"/>
                </a:cubicBezTo>
                <a:cubicBezTo>
                  <a:pt x="855805" y="111283"/>
                  <a:pt x="858013" y="103208"/>
                  <a:pt x="858013" y="92423"/>
                </a:cubicBezTo>
                <a:cubicBezTo>
                  <a:pt x="858013" y="80203"/>
                  <a:pt x="855618" y="70192"/>
                  <a:pt x="850828" y="62390"/>
                </a:cubicBezTo>
                <a:cubicBezTo>
                  <a:pt x="846037" y="54587"/>
                  <a:pt x="839139" y="50686"/>
                  <a:pt x="830132" y="50686"/>
                </a:cubicBezTo>
                <a:cubicBezTo>
                  <a:pt x="822674" y="50686"/>
                  <a:pt x="816851" y="53383"/>
                  <a:pt x="812663" y="58775"/>
                </a:cubicBezTo>
                <a:cubicBezTo>
                  <a:pt x="808475" y="64168"/>
                  <a:pt x="806381" y="71942"/>
                  <a:pt x="806381" y="82096"/>
                </a:cubicBezTo>
                <a:moveTo>
                  <a:pt x="832455" y="40015"/>
                </a:moveTo>
                <a:lnTo>
                  <a:pt x="832455" y="40015"/>
                </a:lnTo>
                <a:moveTo>
                  <a:pt x="831164" y="132610"/>
                </a:moveTo>
                <a:lnTo>
                  <a:pt x="831164" y="132610"/>
                </a:lnTo>
                <a:close/>
                <a:moveTo>
                  <a:pt x="909922" y="45437"/>
                </a:moveTo>
                <a:lnTo>
                  <a:pt x="911557" y="46556"/>
                </a:lnTo>
                <a:cubicBezTo>
                  <a:pt x="911213" y="50399"/>
                  <a:pt x="910983" y="55448"/>
                  <a:pt x="910869" y="61701"/>
                </a:cubicBezTo>
                <a:cubicBezTo>
                  <a:pt x="915458" y="57915"/>
                  <a:pt x="919818" y="54071"/>
                  <a:pt x="923949" y="50170"/>
                </a:cubicBezTo>
                <a:cubicBezTo>
                  <a:pt x="925154" y="49080"/>
                  <a:pt x="926287" y="48277"/>
                  <a:pt x="927348" y="47760"/>
                </a:cubicBezTo>
                <a:cubicBezTo>
                  <a:pt x="928410" y="47244"/>
                  <a:pt x="930174" y="46699"/>
                  <a:pt x="932641" y="46125"/>
                </a:cubicBezTo>
                <a:cubicBezTo>
                  <a:pt x="935107" y="45552"/>
                  <a:pt x="937632" y="45265"/>
                  <a:pt x="940213" y="45265"/>
                </a:cubicBezTo>
                <a:cubicBezTo>
                  <a:pt x="944573" y="45265"/>
                  <a:pt x="948804" y="46154"/>
                  <a:pt x="952906" y="47932"/>
                </a:cubicBezTo>
                <a:cubicBezTo>
                  <a:pt x="957008" y="49711"/>
                  <a:pt x="960106" y="51819"/>
                  <a:pt x="962200" y="54258"/>
                </a:cubicBezTo>
                <a:cubicBezTo>
                  <a:pt x="964294" y="56696"/>
                  <a:pt x="965743" y="59579"/>
                  <a:pt x="966546" y="62906"/>
                </a:cubicBezTo>
                <a:cubicBezTo>
                  <a:pt x="967349" y="66233"/>
                  <a:pt x="967751" y="70335"/>
                  <a:pt x="967751" y="75212"/>
                </a:cubicBezTo>
                <a:lnTo>
                  <a:pt x="967751" y="90357"/>
                </a:lnTo>
                <a:cubicBezTo>
                  <a:pt x="967751" y="91333"/>
                  <a:pt x="967894" y="98475"/>
                  <a:pt x="968181" y="111785"/>
                </a:cubicBezTo>
                <a:cubicBezTo>
                  <a:pt x="968296" y="117235"/>
                  <a:pt x="968898" y="120477"/>
                  <a:pt x="969988" y="121509"/>
                </a:cubicBezTo>
                <a:cubicBezTo>
                  <a:pt x="971078" y="122542"/>
                  <a:pt x="974635" y="123058"/>
                  <a:pt x="980659" y="123058"/>
                </a:cubicBezTo>
                <a:lnTo>
                  <a:pt x="981348" y="123747"/>
                </a:lnTo>
                <a:lnTo>
                  <a:pt x="981348" y="127447"/>
                </a:lnTo>
                <a:lnTo>
                  <a:pt x="980659" y="128135"/>
                </a:lnTo>
                <a:cubicBezTo>
                  <a:pt x="973373" y="127677"/>
                  <a:pt x="968439" y="127447"/>
                  <a:pt x="965858" y="127447"/>
                </a:cubicBezTo>
                <a:cubicBezTo>
                  <a:pt x="964366" y="127447"/>
                  <a:pt x="960178" y="127677"/>
                  <a:pt x="953294" y="128135"/>
                </a:cubicBezTo>
                <a:lnTo>
                  <a:pt x="952261" y="127189"/>
                </a:lnTo>
                <a:cubicBezTo>
                  <a:pt x="953007" y="119731"/>
                  <a:pt x="953380" y="110007"/>
                  <a:pt x="953380" y="98016"/>
                </a:cubicBezTo>
                <a:lnTo>
                  <a:pt x="953380" y="86743"/>
                </a:lnTo>
                <a:cubicBezTo>
                  <a:pt x="953380" y="79974"/>
                  <a:pt x="953222" y="75097"/>
                  <a:pt x="952906" y="72114"/>
                </a:cubicBezTo>
                <a:cubicBezTo>
                  <a:pt x="952591" y="69131"/>
                  <a:pt x="951630" y="66420"/>
                  <a:pt x="950024" y="63982"/>
                </a:cubicBezTo>
                <a:cubicBezTo>
                  <a:pt x="948417" y="61543"/>
                  <a:pt x="946266" y="59650"/>
                  <a:pt x="943570" y="58302"/>
                </a:cubicBezTo>
                <a:cubicBezTo>
                  <a:pt x="940873" y="56954"/>
                  <a:pt x="937660" y="56280"/>
                  <a:pt x="933931" y="56280"/>
                </a:cubicBezTo>
                <a:cubicBezTo>
                  <a:pt x="930948" y="56280"/>
                  <a:pt x="928395" y="56581"/>
                  <a:pt x="926273" y="57183"/>
                </a:cubicBezTo>
                <a:cubicBezTo>
                  <a:pt x="924150" y="57786"/>
                  <a:pt x="921769" y="59019"/>
                  <a:pt x="919130" y="60884"/>
                </a:cubicBezTo>
                <a:cubicBezTo>
                  <a:pt x="916491" y="62748"/>
                  <a:pt x="914540" y="64498"/>
                  <a:pt x="913278" y="66133"/>
                </a:cubicBezTo>
                <a:cubicBezTo>
                  <a:pt x="912016" y="67768"/>
                  <a:pt x="911256" y="69288"/>
                  <a:pt x="910998" y="70694"/>
                </a:cubicBezTo>
                <a:cubicBezTo>
                  <a:pt x="910740" y="72100"/>
                  <a:pt x="910611" y="75097"/>
                  <a:pt x="910611" y="79687"/>
                </a:cubicBezTo>
                <a:lnTo>
                  <a:pt x="910611" y="94660"/>
                </a:lnTo>
                <a:cubicBezTo>
                  <a:pt x="910611" y="95922"/>
                  <a:pt x="910725" y="99981"/>
                  <a:pt x="910955" y="106837"/>
                </a:cubicBezTo>
                <a:cubicBezTo>
                  <a:pt x="911184" y="113693"/>
                  <a:pt x="911428" y="117694"/>
                  <a:pt x="911686" y="118842"/>
                </a:cubicBezTo>
                <a:cubicBezTo>
                  <a:pt x="911944" y="119989"/>
                  <a:pt x="912332" y="120821"/>
                  <a:pt x="912848" y="121337"/>
                </a:cubicBezTo>
                <a:cubicBezTo>
                  <a:pt x="913364" y="121853"/>
                  <a:pt x="913995" y="122183"/>
                  <a:pt x="914741" y="122327"/>
                </a:cubicBezTo>
                <a:cubicBezTo>
                  <a:pt x="915487" y="122470"/>
                  <a:pt x="918585" y="122714"/>
                  <a:pt x="924035" y="123058"/>
                </a:cubicBezTo>
                <a:lnTo>
                  <a:pt x="924810" y="123747"/>
                </a:lnTo>
                <a:lnTo>
                  <a:pt x="924810" y="127361"/>
                </a:lnTo>
                <a:lnTo>
                  <a:pt x="924121" y="128135"/>
                </a:lnTo>
                <a:cubicBezTo>
                  <a:pt x="916950" y="127677"/>
                  <a:pt x="910037" y="127447"/>
                  <a:pt x="903382" y="127447"/>
                </a:cubicBezTo>
                <a:cubicBezTo>
                  <a:pt x="896784" y="127447"/>
                  <a:pt x="889900" y="127677"/>
                  <a:pt x="882729" y="128135"/>
                </a:cubicBezTo>
                <a:lnTo>
                  <a:pt x="881954" y="127361"/>
                </a:lnTo>
                <a:lnTo>
                  <a:pt x="881954" y="123747"/>
                </a:lnTo>
                <a:lnTo>
                  <a:pt x="882729" y="123058"/>
                </a:lnTo>
                <a:cubicBezTo>
                  <a:pt x="888294" y="122714"/>
                  <a:pt x="891435" y="122456"/>
                  <a:pt x="892152" y="122284"/>
                </a:cubicBezTo>
                <a:cubicBezTo>
                  <a:pt x="892869" y="122112"/>
                  <a:pt x="893500" y="121753"/>
                  <a:pt x="894045" y="121208"/>
                </a:cubicBezTo>
                <a:cubicBezTo>
                  <a:pt x="894590" y="120663"/>
                  <a:pt x="894963" y="119831"/>
                  <a:pt x="895164" y="118712"/>
                </a:cubicBezTo>
                <a:cubicBezTo>
                  <a:pt x="895365" y="117594"/>
                  <a:pt x="895594" y="113893"/>
                  <a:pt x="895852" y="107611"/>
                </a:cubicBezTo>
                <a:cubicBezTo>
                  <a:pt x="896110" y="101329"/>
                  <a:pt x="896239" y="96582"/>
                  <a:pt x="896239" y="93369"/>
                </a:cubicBezTo>
                <a:lnTo>
                  <a:pt x="896239" y="76417"/>
                </a:lnTo>
                <a:cubicBezTo>
                  <a:pt x="896239" y="74122"/>
                  <a:pt x="896125" y="70995"/>
                  <a:pt x="895895" y="67037"/>
                </a:cubicBezTo>
                <a:cubicBezTo>
                  <a:pt x="895666" y="63078"/>
                  <a:pt x="895479" y="60640"/>
                  <a:pt x="895336" y="59722"/>
                </a:cubicBezTo>
                <a:cubicBezTo>
                  <a:pt x="895192" y="58804"/>
                  <a:pt x="894748" y="58130"/>
                  <a:pt x="894002" y="57700"/>
                </a:cubicBezTo>
                <a:cubicBezTo>
                  <a:pt x="893256" y="57269"/>
                  <a:pt x="891765" y="57054"/>
                  <a:pt x="889527" y="57054"/>
                </a:cubicBezTo>
                <a:lnTo>
                  <a:pt x="882299" y="56968"/>
                </a:lnTo>
                <a:lnTo>
                  <a:pt x="881524" y="56280"/>
                </a:lnTo>
                <a:lnTo>
                  <a:pt x="881524" y="52579"/>
                </a:lnTo>
                <a:lnTo>
                  <a:pt x="882212" y="51891"/>
                </a:lnTo>
                <a:cubicBezTo>
                  <a:pt x="893170" y="50572"/>
                  <a:pt x="902407" y="48420"/>
                  <a:pt x="909922" y="454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matrix𝒁">
            <a:extLst xmlns:a="http://schemas.openxmlformats.org/drawingml/2006/main">
              <a:ext uri="{FF2B5EF4-FFF2-40B4-BE49-F238E27FC236}">
                <a16:creationId xmlns:a16="http://schemas.microsoft.com/office/drawing/2014/main" id="{47FDBED7-B92E-4C31-B862-27286ECD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477" y="1148521"/>
            <a:ext cx="663181" cy="125640"/>
          </a:xfrm>
          <a:custGeom xmlns:a="http://schemas.openxmlformats.org/drawingml/2006/main">
            <a:pathLst>
              <a:path w="663181" h="125640">
                <a:moveTo>
                  <a:pt x="28398" y="38466"/>
                </a:moveTo>
                <a:lnTo>
                  <a:pt x="30033" y="39585"/>
                </a:lnTo>
                <a:cubicBezTo>
                  <a:pt x="29689" y="43372"/>
                  <a:pt x="29459" y="47904"/>
                  <a:pt x="29345" y="53182"/>
                </a:cubicBezTo>
                <a:lnTo>
                  <a:pt x="37520" y="45695"/>
                </a:lnTo>
                <a:cubicBezTo>
                  <a:pt x="39815" y="43572"/>
                  <a:pt x="41335" y="42210"/>
                  <a:pt x="42081" y="41607"/>
                </a:cubicBezTo>
                <a:cubicBezTo>
                  <a:pt x="42827" y="41005"/>
                  <a:pt x="44576" y="40302"/>
                  <a:pt x="47330" y="39499"/>
                </a:cubicBezTo>
                <a:cubicBezTo>
                  <a:pt x="50084" y="38696"/>
                  <a:pt x="52981" y="38294"/>
                  <a:pt x="56022" y="38294"/>
                </a:cubicBezTo>
                <a:cubicBezTo>
                  <a:pt x="61759" y="38294"/>
                  <a:pt x="66778" y="39714"/>
                  <a:pt x="71081" y="42554"/>
                </a:cubicBezTo>
                <a:cubicBezTo>
                  <a:pt x="75384" y="45394"/>
                  <a:pt x="78568" y="49309"/>
                  <a:pt x="80633" y="54301"/>
                </a:cubicBezTo>
                <a:cubicBezTo>
                  <a:pt x="88378" y="46957"/>
                  <a:pt x="92896" y="42884"/>
                  <a:pt x="94187" y="42081"/>
                </a:cubicBezTo>
                <a:cubicBezTo>
                  <a:pt x="95478" y="41278"/>
                  <a:pt x="97529" y="40460"/>
                  <a:pt x="100340" y="39628"/>
                </a:cubicBezTo>
                <a:cubicBezTo>
                  <a:pt x="103151" y="38796"/>
                  <a:pt x="105962" y="38380"/>
                  <a:pt x="108773" y="38380"/>
                </a:cubicBezTo>
                <a:cubicBezTo>
                  <a:pt x="113305" y="38380"/>
                  <a:pt x="117465" y="39356"/>
                  <a:pt x="121251" y="41306"/>
                </a:cubicBezTo>
                <a:cubicBezTo>
                  <a:pt x="125038" y="43257"/>
                  <a:pt x="128049" y="45810"/>
                  <a:pt x="130287" y="48965"/>
                </a:cubicBezTo>
                <a:cubicBezTo>
                  <a:pt x="132524" y="52120"/>
                  <a:pt x="133829" y="55534"/>
                  <a:pt x="134202" y="59206"/>
                </a:cubicBezTo>
                <a:cubicBezTo>
                  <a:pt x="134575" y="62877"/>
                  <a:pt x="134762" y="67926"/>
                  <a:pt x="134762" y="74351"/>
                </a:cubicBezTo>
                <a:lnTo>
                  <a:pt x="134762" y="83387"/>
                </a:lnTo>
                <a:cubicBezTo>
                  <a:pt x="134762" y="84362"/>
                  <a:pt x="134934" y="91505"/>
                  <a:pt x="135278" y="104815"/>
                </a:cubicBezTo>
                <a:cubicBezTo>
                  <a:pt x="135393" y="110265"/>
                  <a:pt x="135995" y="113506"/>
                  <a:pt x="137085" y="114539"/>
                </a:cubicBezTo>
                <a:cubicBezTo>
                  <a:pt x="138175" y="115572"/>
                  <a:pt x="141703" y="116088"/>
                  <a:pt x="147670" y="116088"/>
                </a:cubicBezTo>
                <a:lnTo>
                  <a:pt x="148358" y="116776"/>
                </a:lnTo>
                <a:lnTo>
                  <a:pt x="148358" y="120477"/>
                </a:lnTo>
                <a:lnTo>
                  <a:pt x="147670" y="121165"/>
                </a:lnTo>
                <a:cubicBezTo>
                  <a:pt x="140384" y="120706"/>
                  <a:pt x="135450" y="120477"/>
                  <a:pt x="132869" y="120477"/>
                </a:cubicBezTo>
                <a:cubicBezTo>
                  <a:pt x="131434" y="120477"/>
                  <a:pt x="127275" y="120706"/>
                  <a:pt x="120391" y="121165"/>
                </a:cubicBezTo>
                <a:lnTo>
                  <a:pt x="119272" y="120218"/>
                </a:lnTo>
                <a:cubicBezTo>
                  <a:pt x="120018" y="112760"/>
                  <a:pt x="120391" y="103036"/>
                  <a:pt x="120391" y="91046"/>
                </a:cubicBezTo>
                <a:lnTo>
                  <a:pt x="120391" y="80719"/>
                </a:lnTo>
                <a:cubicBezTo>
                  <a:pt x="120391" y="71598"/>
                  <a:pt x="119960" y="65215"/>
                  <a:pt x="119100" y="61572"/>
                </a:cubicBezTo>
                <a:cubicBezTo>
                  <a:pt x="118239" y="57929"/>
                  <a:pt x="116231" y="54946"/>
                  <a:pt x="113076" y="52622"/>
                </a:cubicBezTo>
                <a:cubicBezTo>
                  <a:pt x="109921" y="50299"/>
                  <a:pt x="106163" y="49137"/>
                  <a:pt x="101803" y="49137"/>
                </a:cubicBezTo>
                <a:cubicBezTo>
                  <a:pt x="98705" y="49137"/>
                  <a:pt x="95808" y="49754"/>
                  <a:pt x="93111" y="50987"/>
                </a:cubicBezTo>
                <a:cubicBezTo>
                  <a:pt x="90415" y="52221"/>
                  <a:pt x="87991" y="54057"/>
                  <a:pt x="85840" y="56495"/>
                </a:cubicBezTo>
                <a:cubicBezTo>
                  <a:pt x="83688" y="58933"/>
                  <a:pt x="82498" y="61199"/>
                  <a:pt x="82268" y="63293"/>
                </a:cubicBezTo>
                <a:cubicBezTo>
                  <a:pt x="82039" y="65387"/>
                  <a:pt x="81924" y="69245"/>
                  <a:pt x="81924" y="74868"/>
                </a:cubicBezTo>
                <a:lnTo>
                  <a:pt x="81924" y="85624"/>
                </a:lnTo>
                <a:cubicBezTo>
                  <a:pt x="81924" y="88149"/>
                  <a:pt x="82039" y="92882"/>
                  <a:pt x="82268" y="99823"/>
                </a:cubicBezTo>
                <a:cubicBezTo>
                  <a:pt x="82498" y="106765"/>
                  <a:pt x="82742" y="110810"/>
                  <a:pt x="83000" y="111957"/>
                </a:cubicBezTo>
                <a:cubicBezTo>
                  <a:pt x="83258" y="113105"/>
                  <a:pt x="83660" y="113922"/>
                  <a:pt x="84205" y="114410"/>
                </a:cubicBezTo>
                <a:cubicBezTo>
                  <a:pt x="84750" y="114897"/>
                  <a:pt x="85381" y="115213"/>
                  <a:pt x="86098" y="115356"/>
                </a:cubicBezTo>
                <a:cubicBezTo>
                  <a:pt x="86815" y="115500"/>
                  <a:pt x="89898" y="115744"/>
                  <a:pt x="95349" y="116088"/>
                </a:cubicBezTo>
                <a:lnTo>
                  <a:pt x="96123" y="116776"/>
                </a:lnTo>
                <a:lnTo>
                  <a:pt x="96123" y="120391"/>
                </a:lnTo>
                <a:lnTo>
                  <a:pt x="95435" y="121165"/>
                </a:lnTo>
                <a:cubicBezTo>
                  <a:pt x="88263" y="120706"/>
                  <a:pt x="81350" y="120477"/>
                  <a:pt x="74695" y="120477"/>
                </a:cubicBezTo>
                <a:cubicBezTo>
                  <a:pt x="68557" y="120477"/>
                  <a:pt x="61673" y="120706"/>
                  <a:pt x="54042" y="121165"/>
                </a:cubicBezTo>
                <a:lnTo>
                  <a:pt x="53268" y="120391"/>
                </a:lnTo>
                <a:lnTo>
                  <a:pt x="53268" y="116776"/>
                </a:lnTo>
                <a:lnTo>
                  <a:pt x="54042" y="116088"/>
                </a:lnTo>
                <a:cubicBezTo>
                  <a:pt x="59607" y="115744"/>
                  <a:pt x="62748" y="115485"/>
                  <a:pt x="63465" y="115313"/>
                </a:cubicBezTo>
                <a:cubicBezTo>
                  <a:pt x="64182" y="115141"/>
                  <a:pt x="64814" y="114783"/>
                  <a:pt x="65359" y="114238"/>
                </a:cubicBezTo>
                <a:cubicBezTo>
                  <a:pt x="65904" y="113693"/>
                  <a:pt x="66276" y="112861"/>
                  <a:pt x="66477" y="111742"/>
                </a:cubicBezTo>
                <a:cubicBezTo>
                  <a:pt x="66678" y="110623"/>
                  <a:pt x="66908" y="106923"/>
                  <a:pt x="67166" y="100641"/>
                </a:cubicBezTo>
                <a:cubicBezTo>
                  <a:pt x="67424" y="94359"/>
                  <a:pt x="67553" y="89612"/>
                  <a:pt x="67553" y="86399"/>
                </a:cubicBezTo>
                <a:lnTo>
                  <a:pt x="67553" y="76589"/>
                </a:lnTo>
                <a:cubicBezTo>
                  <a:pt x="67553" y="70106"/>
                  <a:pt x="67108" y="65115"/>
                  <a:pt x="66219" y="61615"/>
                </a:cubicBezTo>
                <a:cubicBezTo>
                  <a:pt x="65330" y="58116"/>
                  <a:pt x="63422" y="55161"/>
                  <a:pt x="60496" y="52752"/>
                </a:cubicBezTo>
                <a:cubicBezTo>
                  <a:pt x="57571" y="50342"/>
                  <a:pt x="53899" y="49137"/>
                  <a:pt x="49481" y="49137"/>
                </a:cubicBezTo>
                <a:cubicBezTo>
                  <a:pt x="46039" y="49137"/>
                  <a:pt x="42898" y="49811"/>
                  <a:pt x="40058" y="51160"/>
                </a:cubicBezTo>
                <a:cubicBezTo>
                  <a:pt x="37219" y="52508"/>
                  <a:pt x="34895" y="54171"/>
                  <a:pt x="33088" y="56151"/>
                </a:cubicBezTo>
                <a:cubicBezTo>
                  <a:pt x="31281" y="58130"/>
                  <a:pt x="30162" y="59980"/>
                  <a:pt x="29732" y="61701"/>
                </a:cubicBezTo>
                <a:cubicBezTo>
                  <a:pt x="29302" y="63422"/>
                  <a:pt x="29086" y="67151"/>
                  <a:pt x="29086" y="72888"/>
                </a:cubicBezTo>
                <a:lnTo>
                  <a:pt x="29086" y="85624"/>
                </a:lnTo>
                <a:cubicBezTo>
                  <a:pt x="29086" y="88149"/>
                  <a:pt x="29201" y="92882"/>
                  <a:pt x="29431" y="99823"/>
                </a:cubicBezTo>
                <a:cubicBezTo>
                  <a:pt x="29660" y="106765"/>
                  <a:pt x="29904" y="110810"/>
                  <a:pt x="30162" y="111957"/>
                </a:cubicBezTo>
                <a:cubicBezTo>
                  <a:pt x="30420" y="113105"/>
                  <a:pt x="30822" y="113922"/>
                  <a:pt x="31367" y="114410"/>
                </a:cubicBezTo>
                <a:cubicBezTo>
                  <a:pt x="31912" y="114897"/>
                  <a:pt x="32543" y="115213"/>
                  <a:pt x="33260" y="115356"/>
                </a:cubicBezTo>
                <a:cubicBezTo>
                  <a:pt x="33977" y="115500"/>
                  <a:pt x="37061" y="115744"/>
                  <a:pt x="42511" y="116088"/>
                </a:cubicBezTo>
                <a:lnTo>
                  <a:pt x="43286" y="116776"/>
                </a:lnTo>
                <a:lnTo>
                  <a:pt x="43286" y="120391"/>
                </a:lnTo>
                <a:lnTo>
                  <a:pt x="42597" y="121165"/>
                </a:lnTo>
                <a:cubicBezTo>
                  <a:pt x="35426" y="120706"/>
                  <a:pt x="28513" y="120477"/>
                  <a:pt x="21858" y="120477"/>
                </a:cubicBezTo>
                <a:cubicBezTo>
                  <a:pt x="15260" y="120477"/>
                  <a:pt x="8376" y="120706"/>
                  <a:pt x="1205" y="121165"/>
                </a:cubicBezTo>
                <a:lnTo>
                  <a:pt x="430" y="120391"/>
                </a:lnTo>
                <a:lnTo>
                  <a:pt x="430" y="116776"/>
                </a:lnTo>
                <a:lnTo>
                  <a:pt x="1205" y="116088"/>
                </a:lnTo>
                <a:cubicBezTo>
                  <a:pt x="6770" y="115744"/>
                  <a:pt x="9911" y="115485"/>
                  <a:pt x="10628" y="115313"/>
                </a:cubicBezTo>
                <a:cubicBezTo>
                  <a:pt x="11345" y="115141"/>
                  <a:pt x="11976" y="114783"/>
                  <a:pt x="12521" y="114238"/>
                </a:cubicBezTo>
                <a:cubicBezTo>
                  <a:pt x="13066" y="113693"/>
                  <a:pt x="13439" y="112861"/>
                  <a:pt x="13640" y="111742"/>
                </a:cubicBezTo>
                <a:cubicBezTo>
                  <a:pt x="13840" y="110623"/>
                  <a:pt x="14070" y="106923"/>
                  <a:pt x="14328" y="100641"/>
                </a:cubicBezTo>
                <a:cubicBezTo>
                  <a:pt x="14586" y="94359"/>
                  <a:pt x="14715" y="89612"/>
                  <a:pt x="14715" y="86399"/>
                </a:cubicBezTo>
                <a:lnTo>
                  <a:pt x="14715" y="69446"/>
                </a:lnTo>
                <a:cubicBezTo>
                  <a:pt x="14715" y="67151"/>
                  <a:pt x="14601" y="64025"/>
                  <a:pt x="14371" y="60066"/>
                </a:cubicBezTo>
                <a:cubicBezTo>
                  <a:pt x="14142" y="56108"/>
                  <a:pt x="13955" y="53669"/>
                  <a:pt x="13812" y="52752"/>
                </a:cubicBezTo>
                <a:cubicBezTo>
                  <a:pt x="13668" y="51834"/>
                  <a:pt x="13224" y="51160"/>
                  <a:pt x="12478" y="50729"/>
                </a:cubicBezTo>
                <a:cubicBezTo>
                  <a:pt x="11732" y="50299"/>
                  <a:pt x="10241" y="50084"/>
                  <a:pt x="8003" y="50084"/>
                </a:cubicBezTo>
                <a:lnTo>
                  <a:pt x="774" y="49998"/>
                </a:lnTo>
                <a:lnTo>
                  <a:pt x="0" y="49309"/>
                </a:lnTo>
                <a:lnTo>
                  <a:pt x="0" y="45609"/>
                </a:lnTo>
                <a:lnTo>
                  <a:pt x="688" y="44921"/>
                </a:lnTo>
                <a:cubicBezTo>
                  <a:pt x="11646" y="43601"/>
                  <a:pt x="20883" y="41450"/>
                  <a:pt x="28398" y="38466"/>
                </a:cubicBezTo>
                <a:close/>
                <a:moveTo>
                  <a:pt x="170594" y="62132"/>
                </a:moveTo>
                <a:lnTo>
                  <a:pt x="167237" y="61271"/>
                </a:lnTo>
                <a:lnTo>
                  <a:pt x="166549" y="60410"/>
                </a:lnTo>
                <a:lnTo>
                  <a:pt x="166549" y="49740"/>
                </a:lnTo>
                <a:cubicBezTo>
                  <a:pt x="176761" y="42167"/>
                  <a:pt x="186686" y="38380"/>
                  <a:pt x="196324" y="38380"/>
                </a:cubicBezTo>
                <a:cubicBezTo>
                  <a:pt x="202921" y="38380"/>
                  <a:pt x="208400" y="39614"/>
                  <a:pt x="212760" y="42081"/>
                </a:cubicBezTo>
                <a:cubicBezTo>
                  <a:pt x="217120" y="44548"/>
                  <a:pt x="220276" y="47631"/>
                  <a:pt x="222226" y="51332"/>
                </a:cubicBezTo>
                <a:cubicBezTo>
                  <a:pt x="224177" y="55032"/>
                  <a:pt x="225152" y="59349"/>
                  <a:pt x="225152" y="64283"/>
                </a:cubicBezTo>
                <a:lnTo>
                  <a:pt x="224722" y="81580"/>
                </a:lnTo>
                <a:lnTo>
                  <a:pt x="224722" y="107224"/>
                </a:lnTo>
                <a:cubicBezTo>
                  <a:pt x="224722" y="110724"/>
                  <a:pt x="224966" y="112846"/>
                  <a:pt x="225453" y="113592"/>
                </a:cubicBezTo>
                <a:cubicBezTo>
                  <a:pt x="225941" y="114338"/>
                  <a:pt x="226500" y="114840"/>
                  <a:pt x="227131" y="115098"/>
                </a:cubicBezTo>
                <a:cubicBezTo>
                  <a:pt x="227763" y="115356"/>
                  <a:pt x="228939" y="115572"/>
                  <a:pt x="230660" y="115744"/>
                </a:cubicBezTo>
                <a:lnTo>
                  <a:pt x="235565" y="116174"/>
                </a:lnTo>
                <a:lnTo>
                  <a:pt x="236253" y="116948"/>
                </a:lnTo>
                <a:lnTo>
                  <a:pt x="236253" y="120391"/>
                </a:lnTo>
                <a:lnTo>
                  <a:pt x="235565" y="121079"/>
                </a:lnTo>
                <a:cubicBezTo>
                  <a:pt x="231377" y="120735"/>
                  <a:pt x="227476" y="120563"/>
                  <a:pt x="223861" y="120563"/>
                </a:cubicBezTo>
                <a:cubicBezTo>
                  <a:pt x="220419" y="120563"/>
                  <a:pt x="216289" y="120735"/>
                  <a:pt x="211470" y="121079"/>
                </a:cubicBezTo>
                <a:lnTo>
                  <a:pt x="210179" y="119874"/>
                </a:lnTo>
                <a:lnTo>
                  <a:pt x="210523" y="106019"/>
                </a:lnTo>
                <a:lnTo>
                  <a:pt x="191763" y="120649"/>
                </a:lnTo>
                <a:cubicBezTo>
                  <a:pt x="188608" y="121968"/>
                  <a:pt x="185165" y="122628"/>
                  <a:pt x="181436" y="122628"/>
                </a:cubicBezTo>
                <a:cubicBezTo>
                  <a:pt x="176847" y="122628"/>
                  <a:pt x="172903" y="121796"/>
                  <a:pt x="169604" y="120132"/>
                </a:cubicBezTo>
                <a:cubicBezTo>
                  <a:pt x="166305" y="118469"/>
                  <a:pt x="163781" y="116145"/>
                  <a:pt x="162031" y="113162"/>
                </a:cubicBezTo>
                <a:cubicBezTo>
                  <a:pt x="160281" y="110179"/>
                  <a:pt x="159406" y="106564"/>
                  <a:pt x="159406" y="102319"/>
                </a:cubicBezTo>
                <a:cubicBezTo>
                  <a:pt x="159406" y="93886"/>
                  <a:pt x="162045" y="87303"/>
                  <a:pt x="167323" y="82570"/>
                </a:cubicBezTo>
                <a:cubicBezTo>
                  <a:pt x="172601" y="77837"/>
                  <a:pt x="187001" y="73806"/>
                  <a:pt x="210523" y="70479"/>
                </a:cubicBezTo>
                <a:cubicBezTo>
                  <a:pt x="210523" y="61988"/>
                  <a:pt x="208630" y="56007"/>
                  <a:pt x="204843" y="52536"/>
                </a:cubicBezTo>
                <a:cubicBezTo>
                  <a:pt x="201057" y="49066"/>
                  <a:pt x="195980" y="47330"/>
                  <a:pt x="189612" y="47330"/>
                </a:cubicBezTo>
                <a:cubicBezTo>
                  <a:pt x="186284" y="47330"/>
                  <a:pt x="183258" y="47818"/>
                  <a:pt x="180533" y="48793"/>
                </a:cubicBezTo>
                <a:cubicBezTo>
                  <a:pt x="177808" y="49768"/>
                  <a:pt x="176244" y="50557"/>
                  <a:pt x="175843" y="51160"/>
                </a:cubicBezTo>
                <a:cubicBezTo>
                  <a:pt x="175441" y="51762"/>
                  <a:pt x="173892" y="55276"/>
                  <a:pt x="171196" y="61701"/>
                </a:cubicBezTo>
                <a:lnTo>
                  <a:pt x="170594" y="62132"/>
                </a:lnTo>
                <a:moveTo>
                  <a:pt x="210523" y="75728"/>
                </a:moveTo>
                <a:cubicBezTo>
                  <a:pt x="194459" y="78425"/>
                  <a:pt x="184448" y="81322"/>
                  <a:pt x="180490" y="84420"/>
                </a:cubicBezTo>
                <a:cubicBezTo>
                  <a:pt x="176531" y="87518"/>
                  <a:pt x="174552" y="92308"/>
                  <a:pt x="174552" y="98791"/>
                </a:cubicBezTo>
                <a:cubicBezTo>
                  <a:pt x="174552" y="107741"/>
                  <a:pt x="178998" y="112215"/>
                  <a:pt x="187891" y="112215"/>
                </a:cubicBezTo>
                <a:cubicBezTo>
                  <a:pt x="195521" y="112215"/>
                  <a:pt x="203065" y="107798"/>
                  <a:pt x="210523" y="98963"/>
                </a:cubicBezTo>
                <a:lnTo>
                  <a:pt x="210523" y="75728"/>
                </a:lnTo>
                <a:moveTo>
                  <a:pt x="195894" y="33045"/>
                </a:moveTo>
                <a:lnTo>
                  <a:pt x="195894" y="33045"/>
                </a:lnTo>
                <a:moveTo>
                  <a:pt x="194086" y="125640"/>
                </a:moveTo>
                <a:lnTo>
                  <a:pt x="194086" y="125640"/>
                </a:lnTo>
                <a:close/>
                <a:moveTo>
                  <a:pt x="244429" y="52924"/>
                </a:moveTo>
                <a:lnTo>
                  <a:pt x="244429" y="50686"/>
                </a:lnTo>
                <a:lnTo>
                  <a:pt x="245031" y="49826"/>
                </a:lnTo>
                <a:cubicBezTo>
                  <a:pt x="250424" y="47818"/>
                  <a:pt x="254784" y="45953"/>
                  <a:pt x="258112" y="44232"/>
                </a:cubicBezTo>
                <a:cubicBezTo>
                  <a:pt x="258112" y="29259"/>
                  <a:pt x="257939" y="20538"/>
                  <a:pt x="257595" y="18071"/>
                </a:cubicBezTo>
                <a:cubicBezTo>
                  <a:pt x="263504" y="16006"/>
                  <a:pt x="268352" y="13797"/>
                  <a:pt x="272139" y="11445"/>
                </a:cubicBezTo>
                <a:lnTo>
                  <a:pt x="274204" y="13166"/>
                </a:lnTo>
                <a:cubicBezTo>
                  <a:pt x="273630" y="16781"/>
                  <a:pt x="272942" y="27279"/>
                  <a:pt x="272139" y="44662"/>
                </a:cubicBezTo>
                <a:cubicBezTo>
                  <a:pt x="275007" y="44720"/>
                  <a:pt x="278105" y="44748"/>
                  <a:pt x="281432" y="44748"/>
                </a:cubicBezTo>
                <a:cubicBezTo>
                  <a:pt x="288202" y="44748"/>
                  <a:pt x="293050" y="44576"/>
                  <a:pt x="295976" y="44232"/>
                </a:cubicBezTo>
                <a:lnTo>
                  <a:pt x="296578" y="44835"/>
                </a:lnTo>
                <a:lnTo>
                  <a:pt x="294943" y="52063"/>
                </a:lnTo>
                <a:lnTo>
                  <a:pt x="294255" y="52838"/>
                </a:lnTo>
                <a:cubicBezTo>
                  <a:pt x="291329" y="52780"/>
                  <a:pt x="288087" y="52752"/>
                  <a:pt x="284530" y="52752"/>
                </a:cubicBezTo>
                <a:cubicBezTo>
                  <a:pt x="281318" y="52752"/>
                  <a:pt x="277187" y="52780"/>
                  <a:pt x="272139" y="52838"/>
                </a:cubicBezTo>
                <a:lnTo>
                  <a:pt x="271622" y="87862"/>
                </a:lnTo>
                <a:cubicBezTo>
                  <a:pt x="271622" y="95951"/>
                  <a:pt x="271809" y="101243"/>
                  <a:pt x="272182" y="103739"/>
                </a:cubicBezTo>
                <a:cubicBezTo>
                  <a:pt x="272554" y="106235"/>
                  <a:pt x="273587" y="108185"/>
                  <a:pt x="275280" y="109591"/>
                </a:cubicBezTo>
                <a:cubicBezTo>
                  <a:pt x="276972" y="110996"/>
                  <a:pt x="279482" y="111699"/>
                  <a:pt x="282809" y="111699"/>
                </a:cubicBezTo>
                <a:cubicBezTo>
                  <a:pt x="286653" y="111699"/>
                  <a:pt x="290210" y="110695"/>
                  <a:pt x="293480" y="108687"/>
                </a:cubicBezTo>
                <a:lnTo>
                  <a:pt x="295545" y="111785"/>
                </a:lnTo>
                <a:cubicBezTo>
                  <a:pt x="294169" y="112760"/>
                  <a:pt x="290870" y="115629"/>
                  <a:pt x="285649" y="120391"/>
                </a:cubicBezTo>
                <a:cubicBezTo>
                  <a:pt x="282666" y="121767"/>
                  <a:pt x="279625" y="122456"/>
                  <a:pt x="276527" y="122456"/>
                </a:cubicBezTo>
                <a:cubicBezTo>
                  <a:pt x="263619" y="122456"/>
                  <a:pt x="257165" y="116203"/>
                  <a:pt x="257165" y="103696"/>
                </a:cubicBezTo>
                <a:cubicBezTo>
                  <a:pt x="257165" y="99106"/>
                  <a:pt x="257280" y="95205"/>
                  <a:pt x="257509" y="91993"/>
                </a:cubicBezTo>
                <a:cubicBezTo>
                  <a:pt x="257567" y="91017"/>
                  <a:pt x="257595" y="90013"/>
                  <a:pt x="257595" y="88981"/>
                </a:cubicBezTo>
                <a:lnTo>
                  <a:pt x="257595" y="53268"/>
                </a:lnTo>
                <a:lnTo>
                  <a:pt x="254067" y="53268"/>
                </a:lnTo>
                <a:cubicBezTo>
                  <a:pt x="251485" y="53268"/>
                  <a:pt x="248531" y="53383"/>
                  <a:pt x="245203" y="53612"/>
                </a:cubicBezTo>
                <a:lnTo>
                  <a:pt x="244429" y="52924"/>
                </a:lnTo>
                <a:close/>
                <a:moveTo>
                  <a:pt x="330969" y="38466"/>
                </a:moveTo>
                <a:lnTo>
                  <a:pt x="332604" y="39585"/>
                </a:lnTo>
                <a:cubicBezTo>
                  <a:pt x="332260" y="42913"/>
                  <a:pt x="332002" y="48822"/>
                  <a:pt x="331830" y="57312"/>
                </a:cubicBezTo>
                <a:lnTo>
                  <a:pt x="338284" y="49137"/>
                </a:lnTo>
                <a:cubicBezTo>
                  <a:pt x="340406" y="46441"/>
                  <a:pt x="342285" y="44361"/>
                  <a:pt x="343920" y="42898"/>
                </a:cubicBezTo>
                <a:cubicBezTo>
                  <a:pt x="345555" y="41435"/>
                  <a:pt x="347463" y="40302"/>
                  <a:pt x="349643" y="39499"/>
                </a:cubicBezTo>
                <a:cubicBezTo>
                  <a:pt x="351823" y="38696"/>
                  <a:pt x="354061" y="38294"/>
                  <a:pt x="356355" y="38294"/>
                </a:cubicBezTo>
                <a:cubicBezTo>
                  <a:pt x="358880" y="38294"/>
                  <a:pt x="361260" y="38811"/>
                  <a:pt x="363498" y="39843"/>
                </a:cubicBezTo>
                <a:lnTo>
                  <a:pt x="364100" y="41048"/>
                </a:lnTo>
                <a:cubicBezTo>
                  <a:pt x="363182" y="48678"/>
                  <a:pt x="362666" y="55391"/>
                  <a:pt x="362551" y="61185"/>
                </a:cubicBezTo>
                <a:lnTo>
                  <a:pt x="358679" y="61185"/>
                </a:lnTo>
                <a:cubicBezTo>
                  <a:pt x="356384" y="55907"/>
                  <a:pt x="352684" y="53268"/>
                  <a:pt x="347578" y="53268"/>
                </a:cubicBezTo>
                <a:cubicBezTo>
                  <a:pt x="344021" y="53268"/>
                  <a:pt x="340923" y="54401"/>
                  <a:pt x="338284" y="56667"/>
                </a:cubicBezTo>
                <a:cubicBezTo>
                  <a:pt x="335645" y="58933"/>
                  <a:pt x="333881" y="61773"/>
                  <a:pt x="332991" y="65186"/>
                </a:cubicBezTo>
                <a:cubicBezTo>
                  <a:pt x="332102" y="68600"/>
                  <a:pt x="331658" y="72917"/>
                  <a:pt x="331658" y="78138"/>
                </a:cubicBezTo>
                <a:lnTo>
                  <a:pt x="331658" y="87690"/>
                </a:lnTo>
                <a:cubicBezTo>
                  <a:pt x="331658" y="89411"/>
                  <a:pt x="331772" y="93628"/>
                  <a:pt x="332002" y="100340"/>
                </a:cubicBezTo>
                <a:cubicBezTo>
                  <a:pt x="332231" y="107052"/>
                  <a:pt x="332475" y="110925"/>
                  <a:pt x="332733" y="111957"/>
                </a:cubicBezTo>
                <a:cubicBezTo>
                  <a:pt x="332991" y="112990"/>
                  <a:pt x="333393" y="113750"/>
                  <a:pt x="333938" y="114238"/>
                </a:cubicBezTo>
                <a:cubicBezTo>
                  <a:pt x="334483" y="114725"/>
                  <a:pt x="335200" y="115055"/>
                  <a:pt x="336089" y="115227"/>
                </a:cubicBezTo>
                <a:cubicBezTo>
                  <a:pt x="336979" y="115399"/>
                  <a:pt x="341066" y="115686"/>
                  <a:pt x="348352" y="116088"/>
                </a:cubicBezTo>
                <a:lnTo>
                  <a:pt x="349127" y="116776"/>
                </a:lnTo>
                <a:lnTo>
                  <a:pt x="349127" y="120391"/>
                </a:lnTo>
                <a:lnTo>
                  <a:pt x="348352" y="121165"/>
                </a:lnTo>
                <a:cubicBezTo>
                  <a:pt x="340722" y="120706"/>
                  <a:pt x="332748" y="120477"/>
                  <a:pt x="324429" y="120477"/>
                </a:cubicBezTo>
                <a:cubicBezTo>
                  <a:pt x="317831" y="120477"/>
                  <a:pt x="310947" y="120706"/>
                  <a:pt x="303776" y="121165"/>
                </a:cubicBezTo>
                <a:lnTo>
                  <a:pt x="303001" y="120391"/>
                </a:lnTo>
                <a:lnTo>
                  <a:pt x="303001" y="116776"/>
                </a:lnTo>
                <a:lnTo>
                  <a:pt x="303776" y="116088"/>
                </a:lnTo>
                <a:cubicBezTo>
                  <a:pt x="309341" y="115744"/>
                  <a:pt x="312482" y="115485"/>
                  <a:pt x="313199" y="115313"/>
                </a:cubicBezTo>
                <a:cubicBezTo>
                  <a:pt x="313916" y="115141"/>
                  <a:pt x="314547" y="114783"/>
                  <a:pt x="315092" y="114238"/>
                </a:cubicBezTo>
                <a:cubicBezTo>
                  <a:pt x="315637" y="113693"/>
                  <a:pt x="316010" y="112861"/>
                  <a:pt x="316211" y="111742"/>
                </a:cubicBezTo>
                <a:cubicBezTo>
                  <a:pt x="316412" y="110623"/>
                  <a:pt x="316641" y="106923"/>
                  <a:pt x="316899" y="100641"/>
                </a:cubicBezTo>
                <a:cubicBezTo>
                  <a:pt x="317157" y="94359"/>
                  <a:pt x="317286" y="89612"/>
                  <a:pt x="317286" y="86399"/>
                </a:cubicBezTo>
                <a:lnTo>
                  <a:pt x="317286" y="69446"/>
                </a:lnTo>
                <a:cubicBezTo>
                  <a:pt x="317286" y="67151"/>
                  <a:pt x="317172" y="64025"/>
                  <a:pt x="316942" y="60066"/>
                </a:cubicBezTo>
                <a:cubicBezTo>
                  <a:pt x="316713" y="56108"/>
                  <a:pt x="316526" y="53669"/>
                  <a:pt x="316383" y="52752"/>
                </a:cubicBezTo>
                <a:cubicBezTo>
                  <a:pt x="316239" y="51834"/>
                  <a:pt x="315795" y="51160"/>
                  <a:pt x="315049" y="50729"/>
                </a:cubicBezTo>
                <a:cubicBezTo>
                  <a:pt x="314303" y="50299"/>
                  <a:pt x="312812" y="50084"/>
                  <a:pt x="310574" y="50084"/>
                </a:cubicBezTo>
                <a:lnTo>
                  <a:pt x="303346" y="49998"/>
                </a:lnTo>
                <a:lnTo>
                  <a:pt x="302571" y="49309"/>
                </a:lnTo>
                <a:lnTo>
                  <a:pt x="302571" y="45609"/>
                </a:lnTo>
                <a:lnTo>
                  <a:pt x="303260" y="44921"/>
                </a:lnTo>
                <a:cubicBezTo>
                  <a:pt x="314217" y="43601"/>
                  <a:pt x="323454" y="41450"/>
                  <a:pt x="330969" y="38466"/>
                </a:cubicBezTo>
                <a:close/>
                <a:moveTo>
                  <a:pt x="392323" y="0"/>
                </a:moveTo>
                <a:cubicBezTo>
                  <a:pt x="395019" y="0"/>
                  <a:pt x="397314" y="947"/>
                  <a:pt x="399207" y="2840"/>
                </a:cubicBezTo>
                <a:cubicBezTo>
                  <a:pt x="401100" y="4733"/>
                  <a:pt x="402047" y="7028"/>
                  <a:pt x="402047" y="9724"/>
                </a:cubicBezTo>
                <a:cubicBezTo>
                  <a:pt x="402047" y="12363"/>
                  <a:pt x="401100" y="14629"/>
                  <a:pt x="399207" y="16523"/>
                </a:cubicBezTo>
                <a:cubicBezTo>
                  <a:pt x="397314" y="18416"/>
                  <a:pt x="395019" y="19362"/>
                  <a:pt x="392323" y="19362"/>
                </a:cubicBezTo>
                <a:cubicBezTo>
                  <a:pt x="389684" y="19362"/>
                  <a:pt x="387403" y="18430"/>
                  <a:pt x="385481" y="16566"/>
                </a:cubicBezTo>
                <a:cubicBezTo>
                  <a:pt x="383559" y="14701"/>
                  <a:pt x="382598" y="12421"/>
                  <a:pt x="382598" y="9724"/>
                </a:cubicBezTo>
                <a:cubicBezTo>
                  <a:pt x="382598" y="7028"/>
                  <a:pt x="383559" y="4733"/>
                  <a:pt x="385481" y="2840"/>
                </a:cubicBezTo>
                <a:cubicBezTo>
                  <a:pt x="387403" y="947"/>
                  <a:pt x="389684" y="0"/>
                  <a:pt x="392323" y="0"/>
                </a:cubicBezTo>
                <a:moveTo>
                  <a:pt x="399637" y="38466"/>
                </a:moveTo>
                <a:lnTo>
                  <a:pt x="401272" y="39585"/>
                </a:lnTo>
                <a:cubicBezTo>
                  <a:pt x="400641" y="47101"/>
                  <a:pt x="400326" y="56653"/>
                  <a:pt x="400326" y="68241"/>
                </a:cubicBezTo>
                <a:lnTo>
                  <a:pt x="400326" y="87690"/>
                </a:lnTo>
                <a:cubicBezTo>
                  <a:pt x="400326" y="88952"/>
                  <a:pt x="400440" y="93011"/>
                  <a:pt x="400670" y="99867"/>
                </a:cubicBezTo>
                <a:cubicBezTo>
                  <a:pt x="400899" y="106722"/>
                  <a:pt x="401143" y="110724"/>
                  <a:pt x="401401" y="111871"/>
                </a:cubicBezTo>
                <a:cubicBezTo>
                  <a:pt x="401660" y="113019"/>
                  <a:pt x="402047" y="113850"/>
                  <a:pt x="402563" y="114367"/>
                </a:cubicBezTo>
                <a:cubicBezTo>
                  <a:pt x="403079" y="114883"/>
                  <a:pt x="403711" y="115213"/>
                  <a:pt x="404456" y="115356"/>
                </a:cubicBezTo>
                <a:cubicBezTo>
                  <a:pt x="405202" y="115500"/>
                  <a:pt x="408300" y="115744"/>
                  <a:pt x="413750" y="116088"/>
                </a:cubicBezTo>
                <a:lnTo>
                  <a:pt x="414525" y="116776"/>
                </a:lnTo>
                <a:lnTo>
                  <a:pt x="414525" y="120391"/>
                </a:lnTo>
                <a:lnTo>
                  <a:pt x="413836" y="121165"/>
                </a:lnTo>
                <a:cubicBezTo>
                  <a:pt x="406665" y="120706"/>
                  <a:pt x="399752" y="120477"/>
                  <a:pt x="393097" y="120477"/>
                </a:cubicBezTo>
                <a:cubicBezTo>
                  <a:pt x="386500" y="120477"/>
                  <a:pt x="379615" y="120706"/>
                  <a:pt x="372444" y="121165"/>
                </a:cubicBezTo>
                <a:lnTo>
                  <a:pt x="371669" y="120391"/>
                </a:lnTo>
                <a:lnTo>
                  <a:pt x="371669" y="116776"/>
                </a:lnTo>
                <a:lnTo>
                  <a:pt x="372444" y="116088"/>
                </a:lnTo>
                <a:cubicBezTo>
                  <a:pt x="378009" y="115744"/>
                  <a:pt x="381150" y="115485"/>
                  <a:pt x="381867" y="115313"/>
                </a:cubicBezTo>
                <a:cubicBezTo>
                  <a:pt x="382584" y="115141"/>
                  <a:pt x="383215" y="114783"/>
                  <a:pt x="383760" y="114238"/>
                </a:cubicBezTo>
                <a:cubicBezTo>
                  <a:pt x="384305" y="113693"/>
                  <a:pt x="384678" y="112861"/>
                  <a:pt x="384879" y="111742"/>
                </a:cubicBezTo>
                <a:cubicBezTo>
                  <a:pt x="385080" y="110623"/>
                  <a:pt x="385309" y="106923"/>
                  <a:pt x="385567" y="100641"/>
                </a:cubicBezTo>
                <a:cubicBezTo>
                  <a:pt x="385825" y="94359"/>
                  <a:pt x="385955" y="89612"/>
                  <a:pt x="385955" y="86399"/>
                </a:cubicBezTo>
                <a:lnTo>
                  <a:pt x="385955" y="69446"/>
                </a:lnTo>
                <a:cubicBezTo>
                  <a:pt x="385955" y="67151"/>
                  <a:pt x="385840" y="64025"/>
                  <a:pt x="385610" y="60066"/>
                </a:cubicBezTo>
                <a:cubicBezTo>
                  <a:pt x="385381" y="56108"/>
                  <a:pt x="385194" y="53669"/>
                  <a:pt x="385051" y="52752"/>
                </a:cubicBezTo>
                <a:cubicBezTo>
                  <a:pt x="384908" y="51834"/>
                  <a:pt x="384463" y="51160"/>
                  <a:pt x="383717" y="50729"/>
                </a:cubicBezTo>
                <a:cubicBezTo>
                  <a:pt x="382971" y="50299"/>
                  <a:pt x="381480" y="50084"/>
                  <a:pt x="379242" y="50084"/>
                </a:cubicBezTo>
                <a:lnTo>
                  <a:pt x="372014" y="49998"/>
                </a:lnTo>
                <a:lnTo>
                  <a:pt x="371239" y="49309"/>
                </a:lnTo>
                <a:lnTo>
                  <a:pt x="371239" y="45609"/>
                </a:lnTo>
                <a:lnTo>
                  <a:pt x="371928" y="44921"/>
                </a:lnTo>
                <a:cubicBezTo>
                  <a:pt x="382885" y="43601"/>
                  <a:pt x="392122" y="41450"/>
                  <a:pt x="399637" y="38466"/>
                </a:cubicBezTo>
                <a:moveTo>
                  <a:pt x="392925" y="125640"/>
                </a:moveTo>
                <a:lnTo>
                  <a:pt x="392925" y="125640"/>
                </a:lnTo>
                <a:close/>
                <a:moveTo>
                  <a:pt x="422611" y="121079"/>
                </a:moveTo>
                <a:lnTo>
                  <a:pt x="421923" y="120305"/>
                </a:lnTo>
                <a:lnTo>
                  <a:pt x="421923" y="116862"/>
                </a:lnTo>
                <a:lnTo>
                  <a:pt x="422697" y="116174"/>
                </a:lnTo>
                <a:cubicBezTo>
                  <a:pt x="424820" y="116117"/>
                  <a:pt x="426555" y="115787"/>
                  <a:pt x="427903" y="115184"/>
                </a:cubicBezTo>
                <a:cubicBezTo>
                  <a:pt x="429252" y="114582"/>
                  <a:pt x="430887" y="113320"/>
                  <a:pt x="432809" y="111398"/>
                </a:cubicBezTo>
                <a:cubicBezTo>
                  <a:pt x="434730" y="109476"/>
                  <a:pt x="438130" y="105532"/>
                  <a:pt x="443006" y="99565"/>
                </a:cubicBezTo>
                <a:lnTo>
                  <a:pt x="456861" y="82440"/>
                </a:lnTo>
                <a:lnTo>
                  <a:pt x="449546" y="71511"/>
                </a:lnTo>
                <a:cubicBezTo>
                  <a:pt x="448456" y="69905"/>
                  <a:pt x="446204" y="66750"/>
                  <a:pt x="442791" y="62045"/>
                </a:cubicBezTo>
                <a:cubicBezTo>
                  <a:pt x="439377" y="57341"/>
                  <a:pt x="436523" y="53799"/>
                  <a:pt x="434228" y="51418"/>
                </a:cubicBezTo>
                <a:cubicBezTo>
                  <a:pt x="431934" y="49037"/>
                  <a:pt x="430227" y="47560"/>
                  <a:pt x="429108" y="46986"/>
                </a:cubicBezTo>
                <a:cubicBezTo>
                  <a:pt x="427990" y="46412"/>
                  <a:pt x="426856" y="46125"/>
                  <a:pt x="425709" y="46125"/>
                </a:cubicBezTo>
                <a:cubicBezTo>
                  <a:pt x="425193" y="46125"/>
                  <a:pt x="424504" y="46154"/>
                  <a:pt x="423644" y="46211"/>
                </a:cubicBezTo>
                <a:lnTo>
                  <a:pt x="422783" y="45609"/>
                </a:lnTo>
                <a:lnTo>
                  <a:pt x="422095" y="42167"/>
                </a:lnTo>
                <a:lnTo>
                  <a:pt x="422783" y="41306"/>
                </a:lnTo>
                <a:cubicBezTo>
                  <a:pt x="428635" y="40618"/>
                  <a:pt x="435089" y="39528"/>
                  <a:pt x="442146" y="38036"/>
                </a:cubicBezTo>
                <a:cubicBezTo>
                  <a:pt x="446104" y="41306"/>
                  <a:pt x="451956" y="48965"/>
                  <a:pt x="459701" y="61013"/>
                </a:cubicBezTo>
                <a:lnTo>
                  <a:pt x="466069" y="71081"/>
                </a:lnTo>
                <a:lnTo>
                  <a:pt x="471490" y="64197"/>
                </a:lnTo>
                <a:cubicBezTo>
                  <a:pt x="475678" y="58747"/>
                  <a:pt x="481559" y="50571"/>
                  <a:pt x="489131" y="39671"/>
                </a:cubicBezTo>
                <a:cubicBezTo>
                  <a:pt x="491828" y="40073"/>
                  <a:pt x="493979" y="40274"/>
                  <a:pt x="495585" y="40274"/>
                </a:cubicBezTo>
                <a:cubicBezTo>
                  <a:pt x="497077" y="40274"/>
                  <a:pt x="499085" y="40073"/>
                  <a:pt x="501609" y="39671"/>
                </a:cubicBezTo>
                <a:lnTo>
                  <a:pt x="502298" y="40360"/>
                </a:lnTo>
                <a:lnTo>
                  <a:pt x="502298" y="43802"/>
                </a:lnTo>
                <a:lnTo>
                  <a:pt x="501609" y="44490"/>
                </a:lnTo>
                <a:cubicBezTo>
                  <a:pt x="499716" y="44662"/>
                  <a:pt x="498339" y="44949"/>
                  <a:pt x="497479" y="45351"/>
                </a:cubicBezTo>
                <a:cubicBezTo>
                  <a:pt x="496618" y="45752"/>
                  <a:pt x="495040" y="47072"/>
                  <a:pt x="492746" y="49309"/>
                </a:cubicBezTo>
                <a:cubicBezTo>
                  <a:pt x="490451" y="51547"/>
                  <a:pt x="487382" y="54989"/>
                  <a:pt x="483538" y="59636"/>
                </a:cubicBezTo>
                <a:lnTo>
                  <a:pt x="478375" y="65832"/>
                </a:lnTo>
                <a:cubicBezTo>
                  <a:pt x="477342" y="67037"/>
                  <a:pt x="476338" y="68270"/>
                  <a:pt x="475363" y="69532"/>
                </a:cubicBezTo>
                <a:lnTo>
                  <a:pt x="470027" y="76417"/>
                </a:lnTo>
                <a:lnTo>
                  <a:pt x="473211" y="81322"/>
                </a:lnTo>
                <a:cubicBezTo>
                  <a:pt x="474646" y="83387"/>
                  <a:pt x="478102" y="88220"/>
                  <a:pt x="483581" y="95822"/>
                </a:cubicBezTo>
                <a:cubicBezTo>
                  <a:pt x="489060" y="103423"/>
                  <a:pt x="492903" y="108501"/>
                  <a:pt x="495112" y="111054"/>
                </a:cubicBezTo>
                <a:cubicBezTo>
                  <a:pt x="497321" y="113607"/>
                  <a:pt x="498899" y="115098"/>
                  <a:pt x="499845" y="115528"/>
                </a:cubicBezTo>
                <a:cubicBezTo>
                  <a:pt x="500792" y="115959"/>
                  <a:pt x="502355" y="116174"/>
                  <a:pt x="504535" y="116174"/>
                </a:cubicBezTo>
                <a:lnTo>
                  <a:pt x="505224" y="116862"/>
                </a:lnTo>
                <a:lnTo>
                  <a:pt x="505224" y="120391"/>
                </a:lnTo>
                <a:lnTo>
                  <a:pt x="504535" y="121079"/>
                </a:lnTo>
                <a:cubicBezTo>
                  <a:pt x="500290" y="120677"/>
                  <a:pt x="497020" y="120477"/>
                  <a:pt x="494725" y="120477"/>
                </a:cubicBezTo>
                <a:cubicBezTo>
                  <a:pt x="494037" y="120477"/>
                  <a:pt x="490365" y="120677"/>
                  <a:pt x="483710" y="121079"/>
                </a:cubicBezTo>
                <a:cubicBezTo>
                  <a:pt x="479006" y="115170"/>
                  <a:pt x="474273" y="108544"/>
                  <a:pt x="469511" y="101200"/>
                </a:cubicBezTo>
                <a:lnTo>
                  <a:pt x="460733" y="87948"/>
                </a:lnTo>
                <a:cubicBezTo>
                  <a:pt x="454824" y="94660"/>
                  <a:pt x="446907" y="105704"/>
                  <a:pt x="436982" y="121079"/>
                </a:cubicBezTo>
                <a:cubicBezTo>
                  <a:pt x="433081" y="120677"/>
                  <a:pt x="430758" y="120477"/>
                  <a:pt x="430012" y="120477"/>
                </a:cubicBezTo>
                <a:cubicBezTo>
                  <a:pt x="428864" y="120477"/>
                  <a:pt x="426397" y="120677"/>
                  <a:pt x="422611" y="121079"/>
                </a:cubicBezTo>
                <a:close/>
                <a:moveTo>
                  <a:pt x="589690" y="110236"/>
                </a:moveTo>
                <a:lnTo>
                  <a:pt x="611548" y="110236"/>
                </a:lnTo>
                <a:cubicBezTo>
                  <a:pt x="614761" y="110236"/>
                  <a:pt x="617328" y="109763"/>
                  <a:pt x="619250" y="108816"/>
                </a:cubicBezTo>
                <a:cubicBezTo>
                  <a:pt x="621172" y="107870"/>
                  <a:pt x="623409" y="105618"/>
                  <a:pt x="625962" y="102061"/>
                </a:cubicBezTo>
                <a:cubicBezTo>
                  <a:pt x="628515" y="98504"/>
                  <a:pt x="630825" y="94000"/>
                  <a:pt x="632890" y="88550"/>
                </a:cubicBezTo>
                <a:lnTo>
                  <a:pt x="644163" y="88550"/>
                </a:lnTo>
                <a:lnTo>
                  <a:pt x="637279" y="120477"/>
                </a:lnTo>
                <a:lnTo>
                  <a:pt x="555182" y="120477"/>
                </a:lnTo>
                <a:lnTo>
                  <a:pt x="556387" y="114797"/>
                </a:lnTo>
                <a:lnTo>
                  <a:pt x="628587" y="13252"/>
                </a:lnTo>
                <a:lnTo>
                  <a:pt x="607590" y="13252"/>
                </a:lnTo>
                <a:cubicBezTo>
                  <a:pt x="605180" y="13252"/>
                  <a:pt x="603344" y="13425"/>
                  <a:pt x="602082" y="13769"/>
                </a:cubicBezTo>
                <a:cubicBezTo>
                  <a:pt x="600820" y="14113"/>
                  <a:pt x="599658" y="14644"/>
                  <a:pt x="598597" y="15361"/>
                </a:cubicBezTo>
                <a:cubicBezTo>
                  <a:pt x="597536" y="16078"/>
                  <a:pt x="596317" y="17211"/>
                  <a:pt x="594940" y="18760"/>
                </a:cubicBezTo>
                <a:cubicBezTo>
                  <a:pt x="593563" y="20309"/>
                  <a:pt x="592028" y="22532"/>
                  <a:pt x="590336" y="25429"/>
                </a:cubicBezTo>
                <a:cubicBezTo>
                  <a:pt x="588643" y="28326"/>
                  <a:pt x="587338" y="30922"/>
                  <a:pt x="586420" y="33217"/>
                </a:cubicBezTo>
                <a:lnTo>
                  <a:pt x="575147" y="33217"/>
                </a:lnTo>
                <a:lnTo>
                  <a:pt x="581773" y="3012"/>
                </a:lnTo>
                <a:lnTo>
                  <a:pt x="663181" y="3012"/>
                </a:lnTo>
                <a:lnTo>
                  <a:pt x="661890" y="8692"/>
                </a:lnTo>
                <a:lnTo>
                  <a:pt x="589690" y="1102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𝓐">
            <a:extLst xmlns:a="http://schemas.openxmlformats.org/drawingml/2006/main">
              <a:ext uri="{FF2B5EF4-FFF2-40B4-BE49-F238E27FC236}">
                <a16:creationId xmlns:a16="http://schemas.microsoft.com/office/drawing/2014/main" id="{2B9E1876-EF04-425F-BF16-16575921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580" y="1219812"/>
            <a:ext cx="114096" cy="86338"/>
          </a:xfrm>
          <a:custGeom xmlns:a="http://schemas.openxmlformats.org/drawingml/2006/main">
            <a:pathLst>
              <a:path w="114096" h="86338">
                <a:moveTo>
                  <a:pt x="107719" y="0"/>
                </a:moveTo>
                <a:lnTo>
                  <a:pt x="110032" y="4689"/>
                </a:lnTo>
                <a:cubicBezTo>
                  <a:pt x="108449" y="8523"/>
                  <a:pt x="107157" y="12566"/>
                  <a:pt x="106156" y="16817"/>
                </a:cubicBezTo>
                <a:lnTo>
                  <a:pt x="97029" y="56767"/>
                </a:lnTo>
                <a:cubicBezTo>
                  <a:pt x="96237" y="60143"/>
                  <a:pt x="95611" y="63269"/>
                  <a:pt x="95153" y="66144"/>
                </a:cubicBezTo>
                <a:cubicBezTo>
                  <a:pt x="94695" y="69020"/>
                  <a:pt x="94465" y="71063"/>
                  <a:pt x="94465" y="72271"/>
                </a:cubicBezTo>
                <a:cubicBezTo>
                  <a:pt x="94465" y="73647"/>
                  <a:pt x="94726" y="74699"/>
                  <a:pt x="95247" y="75428"/>
                </a:cubicBezTo>
                <a:cubicBezTo>
                  <a:pt x="95768" y="76158"/>
                  <a:pt x="96508" y="76523"/>
                  <a:pt x="97466" y="76523"/>
                </a:cubicBezTo>
                <a:cubicBezTo>
                  <a:pt x="100384" y="76523"/>
                  <a:pt x="104343" y="73918"/>
                  <a:pt x="109345" y="68708"/>
                </a:cubicBezTo>
                <a:lnTo>
                  <a:pt x="114096" y="74084"/>
                </a:lnTo>
                <a:cubicBezTo>
                  <a:pt x="111095" y="77252"/>
                  <a:pt x="108428" y="79628"/>
                  <a:pt x="106094" y="81211"/>
                </a:cubicBezTo>
                <a:cubicBezTo>
                  <a:pt x="103760" y="82795"/>
                  <a:pt x="101207" y="84046"/>
                  <a:pt x="98435" y="84962"/>
                </a:cubicBezTo>
                <a:cubicBezTo>
                  <a:pt x="95664" y="85879"/>
                  <a:pt x="92590" y="86338"/>
                  <a:pt x="89214" y="86338"/>
                </a:cubicBezTo>
                <a:cubicBezTo>
                  <a:pt x="85254" y="86338"/>
                  <a:pt x="82066" y="85119"/>
                  <a:pt x="79648" y="82681"/>
                </a:cubicBezTo>
                <a:cubicBezTo>
                  <a:pt x="77231" y="80242"/>
                  <a:pt x="76022" y="76981"/>
                  <a:pt x="76022" y="72896"/>
                </a:cubicBezTo>
                <a:cubicBezTo>
                  <a:pt x="76022" y="68687"/>
                  <a:pt x="77002" y="62768"/>
                  <a:pt x="78961" y="55141"/>
                </a:cubicBezTo>
                <a:lnTo>
                  <a:pt x="55704" y="55141"/>
                </a:lnTo>
                <a:cubicBezTo>
                  <a:pt x="53328" y="61518"/>
                  <a:pt x="50994" y="66530"/>
                  <a:pt x="48702" y="70177"/>
                </a:cubicBezTo>
                <a:cubicBezTo>
                  <a:pt x="46409" y="73824"/>
                  <a:pt x="43836" y="76877"/>
                  <a:pt x="40981" y="79336"/>
                </a:cubicBezTo>
                <a:cubicBezTo>
                  <a:pt x="38126" y="81795"/>
                  <a:pt x="35031" y="83577"/>
                  <a:pt x="31697" y="84681"/>
                </a:cubicBezTo>
                <a:cubicBezTo>
                  <a:pt x="28363" y="85786"/>
                  <a:pt x="24549" y="86338"/>
                  <a:pt x="20256" y="86338"/>
                </a:cubicBezTo>
                <a:cubicBezTo>
                  <a:pt x="13921" y="86338"/>
                  <a:pt x="8961" y="84858"/>
                  <a:pt x="5377" y="81899"/>
                </a:cubicBezTo>
                <a:cubicBezTo>
                  <a:pt x="1792" y="78940"/>
                  <a:pt x="0" y="74897"/>
                  <a:pt x="0" y="69771"/>
                </a:cubicBezTo>
                <a:cubicBezTo>
                  <a:pt x="0" y="66520"/>
                  <a:pt x="1000" y="63477"/>
                  <a:pt x="3001" y="60643"/>
                </a:cubicBezTo>
                <a:cubicBezTo>
                  <a:pt x="5001" y="57809"/>
                  <a:pt x="7773" y="55537"/>
                  <a:pt x="11316" y="53828"/>
                </a:cubicBezTo>
                <a:cubicBezTo>
                  <a:pt x="14859" y="52119"/>
                  <a:pt x="18589" y="51265"/>
                  <a:pt x="22507" y="51265"/>
                </a:cubicBezTo>
                <a:cubicBezTo>
                  <a:pt x="26925" y="51265"/>
                  <a:pt x="31113" y="53141"/>
                  <a:pt x="35073" y="56892"/>
                </a:cubicBezTo>
                <a:lnTo>
                  <a:pt x="25570" y="63206"/>
                </a:lnTo>
                <a:cubicBezTo>
                  <a:pt x="24361" y="61789"/>
                  <a:pt x="23194" y="60685"/>
                  <a:pt x="22069" y="59893"/>
                </a:cubicBezTo>
                <a:cubicBezTo>
                  <a:pt x="20944" y="59101"/>
                  <a:pt x="19735" y="58705"/>
                  <a:pt x="18443" y="58705"/>
                </a:cubicBezTo>
                <a:cubicBezTo>
                  <a:pt x="16901" y="58705"/>
                  <a:pt x="15630" y="59351"/>
                  <a:pt x="14629" y="60643"/>
                </a:cubicBezTo>
                <a:cubicBezTo>
                  <a:pt x="13629" y="61935"/>
                  <a:pt x="13129" y="63706"/>
                  <a:pt x="13129" y="65957"/>
                </a:cubicBezTo>
                <a:cubicBezTo>
                  <a:pt x="13129" y="67749"/>
                  <a:pt x="13535" y="69520"/>
                  <a:pt x="14348" y="71271"/>
                </a:cubicBezTo>
                <a:cubicBezTo>
                  <a:pt x="15161" y="73021"/>
                  <a:pt x="16411" y="74480"/>
                  <a:pt x="18099" y="75647"/>
                </a:cubicBezTo>
                <a:cubicBezTo>
                  <a:pt x="19787" y="76814"/>
                  <a:pt x="21798" y="77398"/>
                  <a:pt x="24132" y="77398"/>
                </a:cubicBezTo>
                <a:cubicBezTo>
                  <a:pt x="25966" y="77398"/>
                  <a:pt x="27581" y="77075"/>
                  <a:pt x="28977" y="76429"/>
                </a:cubicBezTo>
                <a:cubicBezTo>
                  <a:pt x="30374" y="75783"/>
                  <a:pt x="31728" y="74793"/>
                  <a:pt x="33041" y="73459"/>
                </a:cubicBezTo>
                <a:cubicBezTo>
                  <a:pt x="34354" y="72125"/>
                  <a:pt x="35719" y="70281"/>
                  <a:pt x="37136" y="67926"/>
                </a:cubicBezTo>
                <a:cubicBezTo>
                  <a:pt x="38553" y="65571"/>
                  <a:pt x="40033" y="62581"/>
                  <a:pt x="41575" y="58955"/>
                </a:cubicBezTo>
                <a:lnTo>
                  <a:pt x="48639" y="42325"/>
                </a:lnTo>
                <a:cubicBezTo>
                  <a:pt x="53599" y="30655"/>
                  <a:pt x="58684" y="21861"/>
                  <a:pt x="63894" y="15942"/>
                </a:cubicBezTo>
                <a:cubicBezTo>
                  <a:pt x="69104" y="10024"/>
                  <a:pt x="74918" y="5887"/>
                  <a:pt x="81336" y="3532"/>
                </a:cubicBezTo>
                <a:cubicBezTo>
                  <a:pt x="87755" y="1177"/>
                  <a:pt x="95216" y="0"/>
                  <a:pt x="103718" y="0"/>
                </a:cubicBezTo>
                <a:lnTo>
                  <a:pt x="107719" y="0"/>
                </a:lnTo>
                <a:moveTo>
                  <a:pt x="90589" y="9378"/>
                </a:moveTo>
                <a:cubicBezTo>
                  <a:pt x="87672" y="9795"/>
                  <a:pt x="85213" y="10430"/>
                  <a:pt x="83212" y="11285"/>
                </a:cubicBezTo>
                <a:cubicBezTo>
                  <a:pt x="81211" y="12139"/>
                  <a:pt x="79252" y="13348"/>
                  <a:pt x="77335" y="14911"/>
                </a:cubicBezTo>
                <a:cubicBezTo>
                  <a:pt x="75418" y="16474"/>
                  <a:pt x="73511" y="18537"/>
                  <a:pt x="71615" y="21100"/>
                </a:cubicBezTo>
                <a:cubicBezTo>
                  <a:pt x="69718" y="23663"/>
                  <a:pt x="67739" y="26966"/>
                  <a:pt x="65676" y="31009"/>
                </a:cubicBezTo>
                <a:cubicBezTo>
                  <a:pt x="63612" y="35052"/>
                  <a:pt x="61518" y="39887"/>
                  <a:pt x="59392" y="45513"/>
                </a:cubicBezTo>
                <a:lnTo>
                  <a:pt x="81274" y="45513"/>
                </a:lnTo>
                <a:lnTo>
                  <a:pt x="85588" y="26133"/>
                </a:lnTo>
                <a:cubicBezTo>
                  <a:pt x="86296" y="22923"/>
                  <a:pt x="87151" y="19818"/>
                  <a:pt x="88151" y="16817"/>
                </a:cubicBezTo>
                <a:cubicBezTo>
                  <a:pt x="89151" y="13817"/>
                  <a:pt x="90089" y="11545"/>
                  <a:pt x="90964" y="10003"/>
                </a:cubicBezTo>
                <a:lnTo>
                  <a:pt x="90589" y="9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𝒏">
            <a:extLst xmlns:a="http://schemas.openxmlformats.org/drawingml/2006/main">
              <a:ext uri="{FF2B5EF4-FFF2-40B4-BE49-F238E27FC236}">
                <a16:creationId xmlns:a16="http://schemas.microsoft.com/office/drawing/2014/main" id="{C124EB78-8C23-415F-8A47-2693D87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008" y="1278859"/>
            <a:ext cx="65747" cy="52721"/>
          </a:xfrm>
          <a:custGeom xmlns:a="http://schemas.openxmlformats.org/drawingml/2006/main">
            <a:pathLst>
              <a:path w="65747" h="52721">
                <a:moveTo>
                  <a:pt x="3707" y="13180"/>
                </a:moveTo>
                <a:lnTo>
                  <a:pt x="0" y="9473"/>
                </a:lnTo>
                <a:cubicBezTo>
                  <a:pt x="3432" y="5972"/>
                  <a:pt x="6479" y="3518"/>
                  <a:pt x="9139" y="2111"/>
                </a:cubicBezTo>
                <a:cubicBezTo>
                  <a:pt x="11799" y="704"/>
                  <a:pt x="14605" y="0"/>
                  <a:pt x="17557" y="0"/>
                </a:cubicBezTo>
                <a:cubicBezTo>
                  <a:pt x="20406" y="0"/>
                  <a:pt x="22679" y="798"/>
                  <a:pt x="24378" y="2394"/>
                </a:cubicBezTo>
                <a:cubicBezTo>
                  <a:pt x="26078" y="3990"/>
                  <a:pt x="26927" y="6092"/>
                  <a:pt x="26927" y="8701"/>
                </a:cubicBezTo>
                <a:cubicBezTo>
                  <a:pt x="26927" y="9559"/>
                  <a:pt x="26824" y="10383"/>
                  <a:pt x="26618" y="11172"/>
                </a:cubicBezTo>
                <a:lnTo>
                  <a:pt x="27133" y="11584"/>
                </a:lnTo>
                <a:cubicBezTo>
                  <a:pt x="30359" y="7568"/>
                  <a:pt x="33423" y="4634"/>
                  <a:pt x="36323" y="2780"/>
                </a:cubicBezTo>
                <a:cubicBezTo>
                  <a:pt x="39224" y="927"/>
                  <a:pt x="42613" y="0"/>
                  <a:pt x="46492" y="0"/>
                </a:cubicBezTo>
                <a:cubicBezTo>
                  <a:pt x="50027" y="0"/>
                  <a:pt x="52799" y="995"/>
                  <a:pt x="54807" y="2986"/>
                </a:cubicBezTo>
                <a:cubicBezTo>
                  <a:pt x="56815" y="4977"/>
                  <a:pt x="57818" y="7689"/>
                  <a:pt x="57818" y="11121"/>
                </a:cubicBezTo>
                <a:cubicBezTo>
                  <a:pt x="57818" y="12219"/>
                  <a:pt x="57707" y="13592"/>
                  <a:pt x="57484" y="15240"/>
                </a:cubicBezTo>
                <a:cubicBezTo>
                  <a:pt x="57261" y="16887"/>
                  <a:pt x="56995" y="18346"/>
                  <a:pt x="56686" y="19616"/>
                </a:cubicBezTo>
                <a:lnTo>
                  <a:pt x="52618" y="35680"/>
                </a:lnTo>
                <a:cubicBezTo>
                  <a:pt x="52035" y="37979"/>
                  <a:pt x="51743" y="39987"/>
                  <a:pt x="51743" y="41703"/>
                </a:cubicBezTo>
                <a:cubicBezTo>
                  <a:pt x="51743" y="43042"/>
                  <a:pt x="51966" y="43969"/>
                  <a:pt x="52412" y="44484"/>
                </a:cubicBezTo>
                <a:cubicBezTo>
                  <a:pt x="52859" y="44999"/>
                  <a:pt x="53494" y="45256"/>
                  <a:pt x="54317" y="45256"/>
                </a:cubicBezTo>
                <a:cubicBezTo>
                  <a:pt x="55313" y="45256"/>
                  <a:pt x="56428" y="44784"/>
                  <a:pt x="57664" y="43840"/>
                </a:cubicBezTo>
                <a:cubicBezTo>
                  <a:pt x="58900" y="42896"/>
                  <a:pt x="60358" y="41463"/>
                  <a:pt x="62040" y="39541"/>
                </a:cubicBezTo>
                <a:lnTo>
                  <a:pt x="65747" y="43248"/>
                </a:lnTo>
                <a:cubicBezTo>
                  <a:pt x="62384" y="46680"/>
                  <a:pt x="59372" y="49117"/>
                  <a:pt x="56712" y="50559"/>
                </a:cubicBezTo>
                <a:cubicBezTo>
                  <a:pt x="54051" y="52001"/>
                  <a:pt x="51125" y="52721"/>
                  <a:pt x="47933" y="52721"/>
                </a:cubicBezTo>
                <a:cubicBezTo>
                  <a:pt x="44295" y="52721"/>
                  <a:pt x="41635" y="51820"/>
                  <a:pt x="39953" y="50018"/>
                </a:cubicBezTo>
                <a:cubicBezTo>
                  <a:pt x="38271" y="48216"/>
                  <a:pt x="37430" y="45565"/>
                  <a:pt x="37430" y="42064"/>
                </a:cubicBezTo>
                <a:cubicBezTo>
                  <a:pt x="37430" y="39558"/>
                  <a:pt x="37928" y="36349"/>
                  <a:pt x="38923" y="32436"/>
                </a:cubicBezTo>
                <a:lnTo>
                  <a:pt x="41189" y="23889"/>
                </a:lnTo>
                <a:cubicBezTo>
                  <a:pt x="41772" y="21693"/>
                  <a:pt x="42270" y="19522"/>
                  <a:pt x="42682" y="17376"/>
                </a:cubicBezTo>
                <a:cubicBezTo>
                  <a:pt x="43094" y="15231"/>
                  <a:pt x="43300" y="13472"/>
                  <a:pt x="43300" y="12099"/>
                </a:cubicBezTo>
                <a:cubicBezTo>
                  <a:pt x="43300" y="10555"/>
                  <a:pt x="42973" y="9405"/>
                  <a:pt x="42321" y="8650"/>
                </a:cubicBezTo>
                <a:cubicBezTo>
                  <a:pt x="41669" y="7894"/>
                  <a:pt x="40742" y="7517"/>
                  <a:pt x="39541" y="7517"/>
                </a:cubicBezTo>
                <a:cubicBezTo>
                  <a:pt x="37859" y="7517"/>
                  <a:pt x="35937" y="8512"/>
                  <a:pt x="33775" y="10503"/>
                </a:cubicBezTo>
                <a:cubicBezTo>
                  <a:pt x="31612" y="12494"/>
                  <a:pt x="29879" y="14596"/>
                  <a:pt x="28575" y="16810"/>
                </a:cubicBezTo>
                <a:cubicBezTo>
                  <a:pt x="27270" y="19024"/>
                  <a:pt x="26241" y="21916"/>
                  <a:pt x="25485" y="25485"/>
                </a:cubicBezTo>
                <a:lnTo>
                  <a:pt x="19719" y="51898"/>
                </a:lnTo>
                <a:lnTo>
                  <a:pt x="4943" y="51898"/>
                </a:lnTo>
                <a:lnTo>
                  <a:pt x="13232" y="16115"/>
                </a:lnTo>
                <a:cubicBezTo>
                  <a:pt x="13747" y="13884"/>
                  <a:pt x="14004" y="12185"/>
                  <a:pt x="14004" y="11018"/>
                </a:cubicBezTo>
                <a:cubicBezTo>
                  <a:pt x="14004" y="9885"/>
                  <a:pt x="13815" y="9010"/>
                  <a:pt x="13438" y="8392"/>
                </a:cubicBezTo>
                <a:cubicBezTo>
                  <a:pt x="13060" y="7774"/>
                  <a:pt x="12408" y="7465"/>
                  <a:pt x="11481" y="7465"/>
                </a:cubicBezTo>
                <a:cubicBezTo>
                  <a:pt x="10417" y="7465"/>
                  <a:pt x="9267" y="7946"/>
                  <a:pt x="8032" y="8907"/>
                </a:cubicBezTo>
                <a:cubicBezTo>
                  <a:pt x="6796" y="9868"/>
                  <a:pt x="5355" y="11293"/>
                  <a:pt x="3707" y="13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1e95d9f014b4c"/>
          <a:stretch xmlns:a="http://schemas.openxmlformats.org/drawingml/2006/main"/>
        </p:blipFill>
        <p:spPr>
          <a:xfrm xmlns:a="http://schemas.openxmlformats.org/drawingml/2006/main">
            <a:off x="5371858" y="888173"/>
            <a:ext cx="1197585" cy="613049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d78c38eb145e0"/>
          <a:stretch xmlns:a="http://schemas.openxmlformats.org/drawingml/2006/main"/>
        </p:blipFill>
        <p:spPr>
          <a:xfrm xmlns:a="http://schemas.openxmlformats.org/drawingml/2006/main">
            <a:off x="5410748" y="918250"/>
            <a:ext cx="1160475" cy="598036"/>
          </a:xfrm>
          <a:prstGeom xmlns:a="http://schemas.openxmlformats.org/drawingml/2006/main" prst="rect">
            <a:avLst/>
          </a:prstGeom>
        </p:spPr>
      </p:pic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3BB5F-B2E8-4AB7-95B4-9CA8F6A5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185" y="919856"/>
            <a:ext cx="1114367" cy="499899"/>
          </a:xfrm>
          <a:custGeom xmlns:a="http://schemas.openxmlformats.org/drawingml/2006/main">
            <a:pathLst>
              <a:path w="1114367" h="499899">
                <a:moveTo>
                  <a:pt x="0" y="499899"/>
                </a:moveTo>
                <a:lnTo>
                  <a:pt x="0" y="0"/>
                </a:lnTo>
                <a:lnTo>
                  <a:pt x="1114367" y="0"/>
                </a:lnTo>
                <a:lnTo>
                  <a:pt x="1114367" y="499899"/>
                </a:lnTo>
                <a:lnTo>
                  <a:pt x="0" y="499899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DDDA7-9BBF-436B-B9D9-665ADC63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185" y="919856"/>
            <a:ext cx="1114367" cy="499899"/>
          </a:xfrm>
          <a:custGeom xmlns:a="http://schemas.openxmlformats.org/drawingml/2006/main">
            <a:pathLst>
              <a:path w="1114367" h="499899" fill="none">
                <a:moveTo>
                  <a:pt x="0" y="499899"/>
                </a:moveTo>
                <a:lnTo>
                  <a:pt x="1114367" y="499899"/>
                </a:lnTo>
                <a:lnTo>
                  <a:pt x="1114367" y="0"/>
                </a:lnTo>
                <a:lnTo>
                  <a:pt x="0" y="0"/>
                </a:lnTo>
                <a:lnTo>
                  <a:pt x="0" y="4998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43" name="Text Downstream">
            <a:extLst xmlns:a="http://schemas.openxmlformats.org/drawingml/2006/main">
              <a:ext uri="{FF2B5EF4-FFF2-40B4-BE49-F238E27FC236}">
                <a16:creationId xmlns:a16="http://schemas.microsoft.com/office/drawing/2014/main" id="{FD95D45D-96F7-4B11-A8B9-7FE622A8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422" y="1025337"/>
            <a:ext cx="858862" cy="108488"/>
          </a:xfrm>
          <a:custGeom xmlns:a="http://schemas.openxmlformats.org/drawingml/2006/main">
            <a:pathLst>
              <a:path w="858862" h="108488">
                <a:moveTo>
                  <a:pt x="0" y="662"/>
                </a:moveTo>
                <a:lnTo>
                  <a:pt x="588" y="147"/>
                </a:lnTo>
                <a:cubicBezTo>
                  <a:pt x="9071" y="539"/>
                  <a:pt x="14857" y="736"/>
                  <a:pt x="17946" y="736"/>
                </a:cubicBezTo>
                <a:lnTo>
                  <a:pt x="52368" y="0"/>
                </a:lnTo>
                <a:cubicBezTo>
                  <a:pt x="62175" y="0"/>
                  <a:pt x="70217" y="919"/>
                  <a:pt x="76493" y="2758"/>
                </a:cubicBezTo>
                <a:cubicBezTo>
                  <a:pt x="82769" y="4597"/>
                  <a:pt x="88347" y="7784"/>
                  <a:pt x="93226" y="12320"/>
                </a:cubicBezTo>
                <a:cubicBezTo>
                  <a:pt x="98105" y="16855"/>
                  <a:pt x="101807" y="22127"/>
                  <a:pt x="104332" y="28133"/>
                </a:cubicBezTo>
                <a:cubicBezTo>
                  <a:pt x="106857" y="34140"/>
                  <a:pt x="108120" y="40551"/>
                  <a:pt x="108120" y="47367"/>
                </a:cubicBezTo>
                <a:cubicBezTo>
                  <a:pt x="108120" y="53986"/>
                  <a:pt x="106968" y="60533"/>
                  <a:pt x="104663" y="67005"/>
                </a:cubicBezTo>
                <a:cubicBezTo>
                  <a:pt x="102359" y="73477"/>
                  <a:pt x="99086" y="79276"/>
                  <a:pt x="94844" y="84400"/>
                </a:cubicBezTo>
                <a:cubicBezTo>
                  <a:pt x="90603" y="89524"/>
                  <a:pt x="85773" y="93655"/>
                  <a:pt x="80355" y="96793"/>
                </a:cubicBezTo>
                <a:cubicBezTo>
                  <a:pt x="74936" y="99931"/>
                  <a:pt x="69506" y="102028"/>
                  <a:pt x="64063" y="103082"/>
                </a:cubicBezTo>
                <a:cubicBezTo>
                  <a:pt x="58620" y="104136"/>
                  <a:pt x="53055" y="104663"/>
                  <a:pt x="47367" y="104663"/>
                </a:cubicBezTo>
                <a:cubicBezTo>
                  <a:pt x="43542" y="104663"/>
                  <a:pt x="36334" y="104516"/>
                  <a:pt x="25743" y="104222"/>
                </a:cubicBezTo>
                <a:cubicBezTo>
                  <a:pt x="22261" y="104124"/>
                  <a:pt x="19957" y="104075"/>
                  <a:pt x="18829" y="104075"/>
                </a:cubicBezTo>
                <a:cubicBezTo>
                  <a:pt x="15446" y="104075"/>
                  <a:pt x="11351" y="104271"/>
                  <a:pt x="6546" y="104663"/>
                </a:cubicBezTo>
                <a:lnTo>
                  <a:pt x="5958" y="104075"/>
                </a:lnTo>
                <a:lnTo>
                  <a:pt x="5958" y="101648"/>
                </a:lnTo>
                <a:lnTo>
                  <a:pt x="6546" y="100912"/>
                </a:lnTo>
                <a:cubicBezTo>
                  <a:pt x="9439" y="99441"/>
                  <a:pt x="11094" y="98522"/>
                  <a:pt x="11511" y="98154"/>
                </a:cubicBezTo>
                <a:cubicBezTo>
                  <a:pt x="11928" y="97786"/>
                  <a:pt x="12271" y="93496"/>
                  <a:pt x="12540" y="85282"/>
                </a:cubicBezTo>
                <a:cubicBezTo>
                  <a:pt x="12810" y="77069"/>
                  <a:pt x="12945" y="70805"/>
                  <a:pt x="12945" y="66490"/>
                </a:cubicBezTo>
                <a:lnTo>
                  <a:pt x="12945" y="39497"/>
                </a:lnTo>
                <a:lnTo>
                  <a:pt x="12871" y="22801"/>
                </a:lnTo>
                <a:cubicBezTo>
                  <a:pt x="12871" y="19172"/>
                  <a:pt x="12822" y="16218"/>
                  <a:pt x="12724" y="13938"/>
                </a:cubicBezTo>
                <a:cubicBezTo>
                  <a:pt x="12626" y="11658"/>
                  <a:pt x="12455" y="10027"/>
                  <a:pt x="12209" y="9047"/>
                </a:cubicBezTo>
                <a:cubicBezTo>
                  <a:pt x="11964" y="8066"/>
                  <a:pt x="11682" y="7380"/>
                  <a:pt x="11364" y="6987"/>
                </a:cubicBezTo>
                <a:cubicBezTo>
                  <a:pt x="11045" y="6595"/>
                  <a:pt x="10530" y="6264"/>
                  <a:pt x="9819" y="5994"/>
                </a:cubicBezTo>
                <a:cubicBezTo>
                  <a:pt x="9108" y="5725"/>
                  <a:pt x="7894" y="5492"/>
                  <a:pt x="6178" y="5296"/>
                </a:cubicBezTo>
                <a:lnTo>
                  <a:pt x="588" y="4854"/>
                </a:lnTo>
                <a:lnTo>
                  <a:pt x="0" y="4340"/>
                </a:lnTo>
                <a:lnTo>
                  <a:pt x="0" y="662"/>
                </a:lnTo>
                <a:moveTo>
                  <a:pt x="27214" y="96646"/>
                </a:moveTo>
                <a:cubicBezTo>
                  <a:pt x="32215" y="97627"/>
                  <a:pt x="37977" y="98117"/>
                  <a:pt x="44498" y="98117"/>
                </a:cubicBezTo>
                <a:cubicBezTo>
                  <a:pt x="55923" y="98117"/>
                  <a:pt x="65056" y="96205"/>
                  <a:pt x="71896" y="92380"/>
                </a:cubicBezTo>
                <a:cubicBezTo>
                  <a:pt x="78736" y="88555"/>
                  <a:pt x="83848" y="82892"/>
                  <a:pt x="87232" y="75390"/>
                </a:cubicBezTo>
                <a:cubicBezTo>
                  <a:pt x="90615" y="67888"/>
                  <a:pt x="92307" y="59429"/>
                  <a:pt x="92307" y="50015"/>
                </a:cubicBezTo>
                <a:cubicBezTo>
                  <a:pt x="92307" y="36138"/>
                  <a:pt x="88604" y="25375"/>
                  <a:pt x="81200" y="17726"/>
                </a:cubicBezTo>
                <a:cubicBezTo>
                  <a:pt x="73796" y="10076"/>
                  <a:pt x="62126" y="6252"/>
                  <a:pt x="46190" y="6252"/>
                </a:cubicBezTo>
                <a:cubicBezTo>
                  <a:pt x="39619" y="6252"/>
                  <a:pt x="33294" y="6742"/>
                  <a:pt x="27214" y="7723"/>
                </a:cubicBezTo>
                <a:cubicBezTo>
                  <a:pt x="26822" y="15764"/>
                  <a:pt x="26625" y="24836"/>
                  <a:pt x="26625" y="34937"/>
                </a:cubicBezTo>
                <a:lnTo>
                  <a:pt x="26625" y="58032"/>
                </a:lnTo>
                <a:lnTo>
                  <a:pt x="26773" y="79656"/>
                </a:lnTo>
                <a:cubicBezTo>
                  <a:pt x="26773" y="83873"/>
                  <a:pt x="26920" y="89536"/>
                  <a:pt x="27214" y="96646"/>
                </a:cubicBezTo>
                <a:close/>
                <a:moveTo>
                  <a:pt x="118782" y="70388"/>
                </a:moveTo>
                <a:cubicBezTo>
                  <a:pt x="118782" y="64553"/>
                  <a:pt x="119984" y="58927"/>
                  <a:pt x="122386" y="53508"/>
                </a:cubicBezTo>
                <a:cubicBezTo>
                  <a:pt x="124789" y="48090"/>
                  <a:pt x="128969" y="43407"/>
                  <a:pt x="134927" y="39460"/>
                </a:cubicBezTo>
                <a:cubicBezTo>
                  <a:pt x="140884" y="35513"/>
                  <a:pt x="147958" y="33539"/>
                  <a:pt x="156146" y="33539"/>
                </a:cubicBezTo>
                <a:cubicBezTo>
                  <a:pt x="166443" y="33539"/>
                  <a:pt x="174828" y="36788"/>
                  <a:pt x="181301" y="43285"/>
                </a:cubicBezTo>
                <a:cubicBezTo>
                  <a:pt x="187773" y="49782"/>
                  <a:pt x="191009" y="58130"/>
                  <a:pt x="191009" y="68329"/>
                </a:cubicBezTo>
                <a:cubicBezTo>
                  <a:pt x="191009" y="79558"/>
                  <a:pt x="187295" y="88801"/>
                  <a:pt x="179866" y="96058"/>
                </a:cubicBezTo>
                <a:cubicBezTo>
                  <a:pt x="172438" y="103315"/>
                  <a:pt x="163477" y="106943"/>
                  <a:pt x="152984" y="106943"/>
                </a:cubicBezTo>
                <a:cubicBezTo>
                  <a:pt x="146119" y="106943"/>
                  <a:pt x="139990" y="105092"/>
                  <a:pt x="134596" y="101390"/>
                </a:cubicBezTo>
                <a:cubicBezTo>
                  <a:pt x="129202" y="97688"/>
                  <a:pt x="125218" y="93165"/>
                  <a:pt x="122644" y="87820"/>
                </a:cubicBezTo>
                <a:cubicBezTo>
                  <a:pt x="120069" y="82475"/>
                  <a:pt x="118782" y="76665"/>
                  <a:pt x="118782" y="70388"/>
                </a:cubicBezTo>
                <a:moveTo>
                  <a:pt x="132683" y="65313"/>
                </a:moveTo>
                <a:cubicBezTo>
                  <a:pt x="132683" y="72178"/>
                  <a:pt x="133566" y="78320"/>
                  <a:pt x="135331" y="83738"/>
                </a:cubicBezTo>
                <a:cubicBezTo>
                  <a:pt x="137097" y="89156"/>
                  <a:pt x="139891" y="93508"/>
                  <a:pt x="143716" y="96793"/>
                </a:cubicBezTo>
                <a:cubicBezTo>
                  <a:pt x="147541" y="100078"/>
                  <a:pt x="151905" y="101721"/>
                  <a:pt x="156808" y="101721"/>
                </a:cubicBezTo>
                <a:cubicBezTo>
                  <a:pt x="162594" y="101721"/>
                  <a:pt x="167375" y="99429"/>
                  <a:pt x="171151" y="94844"/>
                </a:cubicBezTo>
                <a:cubicBezTo>
                  <a:pt x="174926" y="90259"/>
                  <a:pt x="176814" y="83358"/>
                  <a:pt x="176814" y="74139"/>
                </a:cubicBezTo>
                <a:cubicBezTo>
                  <a:pt x="176814" y="63695"/>
                  <a:pt x="174767" y="55139"/>
                  <a:pt x="170673" y="48470"/>
                </a:cubicBezTo>
                <a:cubicBezTo>
                  <a:pt x="166578" y="41802"/>
                  <a:pt x="160682" y="38467"/>
                  <a:pt x="152984" y="38467"/>
                </a:cubicBezTo>
                <a:cubicBezTo>
                  <a:pt x="146609" y="38467"/>
                  <a:pt x="141632" y="40772"/>
                  <a:pt x="138053" y="45381"/>
                </a:cubicBezTo>
                <a:cubicBezTo>
                  <a:pt x="134473" y="49990"/>
                  <a:pt x="132683" y="56634"/>
                  <a:pt x="132683" y="65313"/>
                </a:cubicBezTo>
                <a:moveTo>
                  <a:pt x="154969" y="29347"/>
                </a:moveTo>
                <a:lnTo>
                  <a:pt x="154969" y="29347"/>
                </a:lnTo>
                <a:moveTo>
                  <a:pt x="153866" y="108488"/>
                </a:moveTo>
                <a:lnTo>
                  <a:pt x="153866" y="108488"/>
                </a:lnTo>
                <a:close/>
                <a:moveTo>
                  <a:pt x="228031" y="105472"/>
                </a:moveTo>
                <a:lnTo>
                  <a:pt x="218102" y="72521"/>
                </a:lnTo>
                <a:cubicBezTo>
                  <a:pt x="216239" y="66343"/>
                  <a:pt x="214437" y="60606"/>
                  <a:pt x="212696" y="55310"/>
                </a:cubicBezTo>
                <a:cubicBezTo>
                  <a:pt x="210955" y="50015"/>
                  <a:pt x="209803" y="46644"/>
                  <a:pt x="209239" y="45197"/>
                </a:cubicBezTo>
                <a:cubicBezTo>
                  <a:pt x="208675" y="43751"/>
                  <a:pt x="208075" y="42709"/>
                  <a:pt x="207437" y="42071"/>
                </a:cubicBezTo>
                <a:cubicBezTo>
                  <a:pt x="206800" y="41434"/>
                  <a:pt x="206113" y="40992"/>
                  <a:pt x="205378" y="40747"/>
                </a:cubicBezTo>
                <a:cubicBezTo>
                  <a:pt x="204642" y="40502"/>
                  <a:pt x="202558" y="40183"/>
                  <a:pt x="199126" y="39791"/>
                </a:cubicBezTo>
                <a:lnTo>
                  <a:pt x="198611" y="39203"/>
                </a:lnTo>
                <a:lnTo>
                  <a:pt x="198611" y="36187"/>
                </a:lnTo>
                <a:lnTo>
                  <a:pt x="199273" y="35525"/>
                </a:lnTo>
                <a:cubicBezTo>
                  <a:pt x="202803" y="35868"/>
                  <a:pt x="208271" y="36040"/>
                  <a:pt x="215675" y="36040"/>
                </a:cubicBezTo>
                <a:cubicBezTo>
                  <a:pt x="223667" y="36040"/>
                  <a:pt x="229674" y="35868"/>
                  <a:pt x="233695" y="35525"/>
                </a:cubicBezTo>
                <a:lnTo>
                  <a:pt x="234357" y="36187"/>
                </a:lnTo>
                <a:lnTo>
                  <a:pt x="234357" y="39203"/>
                </a:lnTo>
                <a:lnTo>
                  <a:pt x="233842" y="39791"/>
                </a:lnTo>
                <a:cubicBezTo>
                  <a:pt x="228497" y="39840"/>
                  <a:pt x="225322" y="40134"/>
                  <a:pt x="224317" y="40674"/>
                </a:cubicBezTo>
                <a:cubicBezTo>
                  <a:pt x="223312" y="41213"/>
                  <a:pt x="222809" y="42047"/>
                  <a:pt x="222809" y="43174"/>
                </a:cubicBezTo>
                <a:cubicBezTo>
                  <a:pt x="222809" y="44302"/>
                  <a:pt x="223520" y="47318"/>
                  <a:pt x="224942" y="52221"/>
                </a:cubicBezTo>
                <a:lnTo>
                  <a:pt x="231783" y="75905"/>
                </a:lnTo>
                <a:cubicBezTo>
                  <a:pt x="232861" y="79582"/>
                  <a:pt x="234234" y="83873"/>
                  <a:pt x="235901" y="88776"/>
                </a:cubicBezTo>
                <a:cubicBezTo>
                  <a:pt x="237225" y="85589"/>
                  <a:pt x="239089" y="81323"/>
                  <a:pt x="241491" y="75978"/>
                </a:cubicBezTo>
                <a:lnTo>
                  <a:pt x="252303" y="51780"/>
                </a:lnTo>
                <a:cubicBezTo>
                  <a:pt x="254902" y="46043"/>
                  <a:pt x="257305" y="40257"/>
                  <a:pt x="259511" y="34422"/>
                </a:cubicBezTo>
                <a:lnTo>
                  <a:pt x="263115" y="34422"/>
                </a:lnTo>
                <a:lnTo>
                  <a:pt x="269735" y="52221"/>
                </a:lnTo>
                <a:lnTo>
                  <a:pt x="278193" y="73551"/>
                </a:lnTo>
                <a:lnTo>
                  <a:pt x="284739" y="89732"/>
                </a:lnTo>
                <a:lnTo>
                  <a:pt x="290256" y="75243"/>
                </a:lnTo>
                <a:cubicBezTo>
                  <a:pt x="293443" y="66956"/>
                  <a:pt x="295919" y="60042"/>
                  <a:pt x="297684" y="54501"/>
                </a:cubicBezTo>
                <a:cubicBezTo>
                  <a:pt x="299449" y="48960"/>
                  <a:pt x="300332" y="45406"/>
                  <a:pt x="300332" y="43836"/>
                </a:cubicBezTo>
                <a:cubicBezTo>
                  <a:pt x="300332" y="42267"/>
                  <a:pt x="299793" y="41238"/>
                  <a:pt x="298714" y="40747"/>
                </a:cubicBezTo>
                <a:cubicBezTo>
                  <a:pt x="297635" y="40257"/>
                  <a:pt x="294742" y="39938"/>
                  <a:pt x="290035" y="39791"/>
                </a:cubicBezTo>
                <a:lnTo>
                  <a:pt x="289373" y="39203"/>
                </a:lnTo>
                <a:lnTo>
                  <a:pt x="289373" y="36114"/>
                </a:lnTo>
                <a:lnTo>
                  <a:pt x="290035" y="35525"/>
                </a:lnTo>
                <a:cubicBezTo>
                  <a:pt x="295723" y="35868"/>
                  <a:pt x="300504" y="36040"/>
                  <a:pt x="304377" y="36040"/>
                </a:cubicBezTo>
                <a:cubicBezTo>
                  <a:pt x="309281" y="36040"/>
                  <a:pt x="313890" y="35868"/>
                  <a:pt x="318205" y="35525"/>
                </a:cubicBezTo>
                <a:lnTo>
                  <a:pt x="318793" y="36114"/>
                </a:lnTo>
                <a:lnTo>
                  <a:pt x="318793" y="39129"/>
                </a:lnTo>
                <a:lnTo>
                  <a:pt x="318205" y="39791"/>
                </a:lnTo>
                <a:cubicBezTo>
                  <a:pt x="315557" y="39889"/>
                  <a:pt x="313755" y="40183"/>
                  <a:pt x="312799" y="40674"/>
                </a:cubicBezTo>
                <a:cubicBezTo>
                  <a:pt x="311843" y="41164"/>
                  <a:pt x="310764" y="42353"/>
                  <a:pt x="309563" y="44241"/>
                </a:cubicBezTo>
                <a:cubicBezTo>
                  <a:pt x="308361" y="46129"/>
                  <a:pt x="306535" y="49966"/>
                  <a:pt x="304083" y="55752"/>
                </a:cubicBezTo>
                <a:lnTo>
                  <a:pt x="296802" y="73036"/>
                </a:lnTo>
                <a:lnTo>
                  <a:pt x="293492" y="81274"/>
                </a:lnTo>
                <a:lnTo>
                  <a:pt x="288270" y="94954"/>
                </a:lnTo>
                <a:cubicBezTo>
                  <a:pt x="286652" y="99220"/>
                  <a:pt x="285475" y="102726"/>
                  <a:pt x="284739" y="105472"/>
                </a:cubicBezTo>
                <a:lnTo>
                  <a:pt x="277825" y="105472"/>
                </a:lnTo>
                <a:lnTo>
                  <a:pt x="274295" y="96278"/>
                </a:lnTo>
                <a:lnTo>
                  <a:pt x="257525" y="54134"/>
                </a:lnTo>
                <a:lnTo>
                  <a:pt x="250464" y="69359"/>
                </a:lnTo>
                <a:lnTo>
                  <a:pt x="242300" y="87599"/>
                </a:lnTo>
                <a:lnTo>
                  <a:pt x="235092" y="105472"/>
                </a:lnTo>
                <a:lnTo>
                  <a:pt x="228031" y="105472"/>
                </a:lnTo>
                <a:close/>
                <a:moveTo>
                  <a:pt x="346658" y="33981"/>
                </a:moveTo>
                <a:lnTo>
                  <a:pt x="348055" y="34937"/>
                </a:lnTo>
                <a:cubicBezTo>
                  <a:pt x="347761" y="38222"/>
                  <a:pt x="347565" y="42537"/>
                  <a:pt x="347467" y="47882"/>
                </a:cubicBezTo>
                <a:cubicBezTo>
                  <a:pt x="351390" y="44645"/>
                  <a:pt x="355116" y="41360"/>
                  <a:pt x="358647" y="38026"/>
                </a:cubicBezTo>
                <a:cubicBezTo>
                  <a:pt x="359676" y="37094"/>
                  <a:pt x="360645" y="36408"/>
                  <a:pt x="361552" y="35966"/>
                </a:cubicBezTo>
                <a:cubicBezTo>
                  <a:pt x="362459" y="35525"/>
                  <a:pt x="363967" y="35059"/>
                  <a:pt x="366075" y="34569"/>
                </a:cubicBezTo>
                <a:cubicBezTo>
                  <a:pt x="368184" y="34079"/>
                  <a:pt x="370341" y="33833"/>
                  <a:pt x="372548" y="33833"/>
                </a:cubicBezTo>
                <a:cubicBezTo>
                  <a:pt x="376274" y="33833"/>
                  <a:pt x="379891" y="34594"/>
                  <a:pt x="383397" y="36114"/>
                </a:cubicBezTo>
                <a:cubicBezTo>
                  <a:pt x="386902" y="37634"/>
                  <a:pt x="389550" y="39436"/>
                  <a:pt x="391340" y="41520"/>
                </a:cubicBezTo>
                <a:cubicBezTo>
                  <a:pt x="393130" y="43604"/>
                  <a:pt x="394368" y="46067"/>
                  <a:pt x="395054" y="48911"/>
                </a:cubicBezTo>
                <a:cubicBezTo>
                  <a:pt x="395741" y="51755"/>
                  <a:pt x="396084" y="55261"/>
                  <a:pt x="396084" y="59429"/>
                </a:cubicBezTo>
                <a:lnTo>
                  <a:pt x="396084" y="72374"/>
                </a:lnTo>
                <a:cubicBezTo>
                  <a:pt x="396084" y="73208"/>
                  <a:pt x="396207" y="79313"/>
                  <a:pt x="396452" y="90688"/>
                </a:cubicBezTo>
                <a:cubicBezTo>
                  <a:pt x="396550" y="95347"/>
                  <a:pt x="397065" y="98117"/>
                  <a:pt x="397996" y="99000"/>
                </a:cubicBezTo>
                <a:cubicBezTo>
                  <a:pt x="398928" y="99882"/>
                  <a:pt x="401968" y="100324"/>
                  <a:pt x="407117" y="100324"/>
                </a:cubicBezTo>
                <a:lnTo>
                  <a:pt x="407705" y="100912"/>
                </a:lnTo>
                <a:lnTo>
                  <a:pt x="407705" y="104075"/>
                </a:lnTo>
                <a:lnTo>
                  <a:pt x="407117" y="104663"/>
                </a:lnTo>
                <a:cubicBezTo>
                  <a:pt x="400889" y="104271"/>
                  <a:pt x="396673" y="104075"/>
                  <a:pt x="394466" y="104075"/>
                </a:cubicBezTo>
                <a:cubicBezTo>
                  <a:pt x="393191" y="104075"/>
                  <a:pt x="389612" y="104271"/>
                  <a:pt x="383728" y="104663"/>
                </a:cubicBezTo>
                <a:lnTo>
                  <a:pt x="382845" y="103854"/>
                </a:lnTo>
                <a:cubicBezTo>
                  <a:pt x="383482" y="97480"/>
                  <a:pt x="383801" y="89168"/>
                  <a:pt x="383801" y="78920"/>
                </a:cubicBezTo>
                <a:lnTo>
                  <a:pt x="383801" y="69285"/>
                </a:lnTo>
                <a:cubicBezTo>
                  <a:pt x="383801" y="63499"/>
                  <a:pt x="383666" y="59331"/>
                  <a:pt x="383397" y="56781"/>
                </a:cubicBezTo>
                <a:cubicBezTo>
                  <a:pt x="383127" y="54232"/>
                  <a:pt x="382306" y="51915"/>
                  <a:pt x="380933" y="49831"/>
                </a:cubicBezTo>
                <a:cubicBezTo>
                  <a:pt x="379560" y="47747"/>
                  <a:pt x="377721" y="46129"/>
                  <a:pt x="375416" y="44976"/>
                </a:cubicBezTo>
                <a:cubicBezTo>
                  <a:pt x="373112" y="43824"/>
                  <a:pt x="370366" y="43248"/>
                  <a:pt x="367179" y="43248"/>
                </a:cubicBezTo>
                <a:cubicBezTo>
                  <a:pt x="364629" y="43248"/>
                  <a:pt x="362447" y="43505"/>
                  <a:pt x="360633" y="44020"/>
                </a:cubicBezTo>
                <a:cubicBezTo>
                  <a:pt x="358818" y="44535"/>
                  <a:pt x="356783" y="45589"/>
                  <a:pt x="354528" y="47183"/>
                </a:cubicBezTo>
                <a:cubicBezTo>
                  <a:pt x="352272" y="48777"/>
                  <a:pt x="350605" y="50272"/>
                  <a:pt x="349526" y="51670"/>
                </a:cubicBezTo>
                <a:cubicBezTo>
                  <a:pt x="348448" y="53067"/>
                  <a:pt x="347798" y="54366"/>
                  <a:pt x="347577" y="55568"/>
                </a:cubicBezTo>
                <a:cubicBezTo>
                  <a:pt x="347357" y="56769"/>
                  <a:pt x="347246" y="59331"/>
                  <a:pt x="347246" y="63254"/>
                </a:cubicBezTo>
                <a:lnTo>
                  <a:pt x="347246" y="76052"/>
                </a:lnTo>
                <a:cubicBezTo>
                  <a:pt x="347246" y="77131"/>
                  <a:pt x="347344" y="80600"/>
                  <a:pt x="347540" y="86459"/>
                </a:cubicBezTo>
                <a:cubicBezTo>
                  <a:pt x="347737" y="92319"/>
                  <a:pt x="347945" y="95739"/>
                  <a:pt x="348166" y="96720"/>
                </a:cubicBezTo>
                <a:cubicBezTo>
                  <a:pt x="348386" y="97700"/>
                  <a:pt x="348717" y="98411"/>
                  <a:pt x="349159" y="98853"/>
                </a:cubicBezTo>
                <a:cubicBezTo>
                  <a:pt x="349600" y="99294"/>
                  <a:pt x="350139" y="99576"/>
                  <a:pt x="350777" y="99698"/>
                </a:cubicBezTo>
                <a:cubicBezTo>
                  <a:pt x="351414" y="99821"/>
                  <a:pt x="354062" y="100029"/>
                  <a:pt x="358720" y="100324"/>
                </a:cubicBezTo>
                <a:lnTo>
                  <a:pt x="359382" y="100912"/>
                </a:lnTo>
                <a:lnTo>
                  <a:pt x="359382" y="104001"/>
                </a:lnTo>
                <a:lnTo>
                  <a:pt x="358794" y="104663"/>
                </a:lnTo>
                <a:cubicBezTo>
                  <a:pt x="352664" y="104271"/>
                  <a:pt x="346756" y="104075"/>
                  <a:pt x="341068" y="104075"/>
                </a:cubicBezTo>
                <a:cubicBezTo>
                  <a:pt x="335429" y="104075"/>
                  <a:pt x="329545" y="104271"/>
                  <a:pt x="323416" y="104663"/>
                </a:cubicBezTo>
                <a:lnTo>
                  <a:pt x="322754" y="104001"/>
                </a:lnTo>
                <a:lnTo>
                  <a:pt x="322754" y="100912"/>
                </a:lnTo>
                <a:lnTo>
                  <a:pt x="323416" y="100324"/>
                </a:lnTo>
                <a:cubicBezTo>
                  <a:pt x="328172" y="100029"/>
                  <a:pt x="330857" y="99809"/>
                  <a:pt x="331470" y="99662"/>
                </a:cubicBezTo>
                <a:cubicBezTo>
                  <a:pt x="332082" y="99515"/>
                  <a:pt x="332622" y="99208"/>
                  <a:pt x="333088" y="98742"/>
                </a:cubicBezTo>
                <a:cubicBezTo>
                  <a:pt x="333553" y="98276"/>
                  <a:pt x="333872" y="97565"/>
                  <a:pt x="334044" y="96609"/>
                </a:cubicBezTo>
                <a:cubicBezTo>
                  <a:pt x="334215" y="95653"/>
                  <a:pt x="334412" y="92490"/>
                  <a:pt x="334632" y="87121"/>
                </a:cubicBezTo>
                <a:cubicBezTo>
                  <a:pt x="334853" y="81752"/>
                  <a:pt x="334963" y="77694"/>
                  <a:pt x="334963" y="74949"/>
                </a:cubicBezTo>
                <a:lnTo>
                  <a:pt x="334963" y="60459"/>
                </a:lnTo>
                <a:cubicBezTo>
                  <a:pt x="334963" y="58498"/>
                  <a:pt x="334865" y="55825"/>
                  <a:pt x="334669" y="52442"/>
                </a:cubicBezTo>
                <a:cubicBezTo>
                  <a:pt x="334473" y="49059"/>
                  <a:pt x="334313" y="46975"/>
                  <a:pt x="334191" y="46190"/>
                </a:cubicBezTo>
                <a:cubicBezTo>
                  <a:pt x="334068" y="45406"/>
                  <a:pt x="333688" y="44829"/>
                  <a:pt x="333051" y="44462"/>
                </a:cubicBezTo>
                <a:cubicBezTo>
                  <a:pt x="332413" y="44094"/>
                  <a:pt x="331139" y="43910"/>
                  <a:pt x="329226" y="43910"/>
                </a:cubicBezTo>
                <a:lnTo>
                  <a:pt x="323048" y="43836"/>
                </a:lnTo>
                <a:lnTo>
                  <a:pt x="322386" y="43248"/>
                </a:lnTo>
                <a:lnTo>
                  <a:pt x="322386" y="40085"/>
                </a:lnTo>
                <a:lnTo>
                  <a:pt x="322974" y="39497"/>
                </a:lnTo>
                <a:cubicBezTo>
                  <a:pt x="332340" y="38369"/>
                  <a:pt x="340234" y="36530"/>
                  <a:pt x="346658" y="33981"/>
                </a:cubicBezTo>
                <a:close/>
                <a:moveTo>
                  <a:pt x="416601" y="82451"/>
                </a:moveTo>
                <a:lnTo>
                  <a:pt x="419763" y="82451"/>
                </a:lnTo>
                <a:lnTo>
                  <a:pt x="420425" y="83113"/>
                </a:lnTo>
                <a:cubicBezTo>
                  <a:pt x="420523" y="87232"/>
                  <a:pt x="420769" y="90762"/>
                  <a:pt x="421161" y="93704"/>
                </a:cubicBezTo>
                <a:cubicBezTo>
                  <a:pt x="422681" y="96009"/>
                  <a:pt x="425304" y="97884"/>
                  <a:pt x="429031" y="99331"/>
                </a:cubicBezTo>
                <a:cubicBezTo>
                  <a:pt x="432757" y="100777"/>
                  <a:pt x="436435" y="101500"/>
                  <a:pt x="440063" y="101500"/>
                </a:cubicBezTo>
                <a:cubicBezTo>
                  <a:pt x="445261" y="101500"/>
                  <a:pt x="449417" y="100103"/>
                  <a:pt x="452530" y="97308"/>
                </a:cubicBezTo>
                <a:cubicBezTo>
                  <a:pt x="455644" y="94513"/>
                  <a:pt x="457201" y="91179"/>
                  <a:pt x="457201" y="87305"/>
                </a:cubicBezTo>
                <a:cubicBezTo>
                  <a:pt x="457201" y="85197"/>
                  <a:pt x="456637" y="83370"/>
                  <a:pt x="455509" y="81826"/>
                </a:cubicBezTo>
                <a:cubicBezTo>
                  <a:pt x="454381" y="80281"/>
                  <a:pt x="452677" y="79006"/>
                  <a:pt x="450397" y="78001"/>
                </a:cubicBezTo>
                <a:cubicBezTo>
                  <a:pt x="448117" y="76996"/>
                  <a:pt x="444035" y="75807"/>
                  <a:pt x="438151" y="74434"/>
                </a:cubicBezTo>
                <a:cubicBezTo>
                  <a:pt x="433101" y="73257"/>
                  <a:pt x="429570" y="72337"/>
                  <a:pt x="427560" y="71675"/>
                </a:cubicBezTo>
                <a:cubicBezTo>
                  <a:pt x="425549" y="71014"/>
                  <a:pt x="423613" y="69898"/>
                  <a:pt x="421749" y="68329"/>
                </a:cubicBezTo>
                <a:cubicBezTo>
                  <a:pt x="419886" y="66760"/>
                  <a:pt x="418464" y="64835"/>
                  <a:pt x="417483" y="62555"/>
                </a:cubicBezTo>
                <a:cubicBezTo>
                  <a:pt x="416503" y="60275"/>
                  <a:pt x="416012" y="57762"/>
                  <a:pt x="416012" y="55016"/>
                </a:cubicBezTo>
                <a:cubicBezTo>
                  <a:pt x="416012" y="48446"/>
                  <a:pt x="418623" y="43187"/>
                  <a:pt x="423845" y="39239"/>
                </a:cubicBezTo>
                <a:cubicBezTo>
                  <a:pt x="429068" y="35292"/>
                  <a:pt x="435577" y="33319"/>
                  <a:pt x="443373" y="33319"/>
                </a:cubicBezTo>
                <a:cubicBezTo>
                  <a:pt x="446659" y="33319"/>
                  <a:pt x="450238" y="33772"/>
                  <a:pt x="454112" y="34679"/>
                </a:cubicBezTo>
                <a:cubicBezTo>
                  <a:pt x="457985" y="35586"/>
                  <a:pt x="460927" y="36457"/>
                  <a:pt x="462938" y="37290"/>
                </a:cubicBezTo>
                <a:lnTo>
                  <a:pt x="463600" y="38320"/>
                </a:lnTo>
                <a:cubicBezTo>
                  <a:pt x="463208" y="40281"/>
                  <a:pt x="462962" y="45430"/>
                  <a:pt x="462864" y="53766"/>
                </a:cubicBezTo>
                <a:lnTo>
                  <a:pt x="462202" y="54428"/>
                </a:lnTo>
                <a:lnTo>
                  <a:pt x="459260" y="54428"/>
                </a:lnTo>
                <a:lnTo>
                  <a:pt x="458598" y="53766"/>
                </a:lnTo>
                <a:cubicBezTo>
                  <a:pt x="458402" y="50775"/>
                  <a:pt x="458133" y="48679"/>
                  <a:pt x="457789" y="47477"/>
                </a:cubicBezTo>
                <a:cubicBezTo>
                  <a:pt x="457446" y="46276"/>
                  <a:pt x="456563" y="44976"/>
                  <a:pt x="455141" y="43579"/>
                </a:cubicBezTo>
                <a:cubicBezTo>
                  <a:pt x="453719" y="42182"/>
                  <a:pt x="451709" y="41005"/>
                  <a:pt x="449110" y="40049"/>
                </a:cubicBezTo>
                <a:cubicBezTo>
                  <a:pt x="446511" y="39092"/>
                  <a:pt x="443766" y="38614"/>
                  <a:pt x="440873" y="38614"/>
                </a:cubicBezTo>
                <a:cubicBezTo>
                  <a:pt x="437881" y="38614"/>
                  <a:pt x="435368" y="39056"/>
                  <a:pt x="433334" y="39938"/>
                </a:cubicBezTo>
                <a:cubicBezTo>
                  <a:pt x="431299" y="40821"/>
                  <a:pt x="429656" y="42157"/>
                  <a:pt x="428406" y="43947"/>
                </a:cubicBezTo>
                <a:cubicBezTo>
                  <a:pt x="427155" y="45736"/>
                  <a:pt x="426530" y="47906"/>
                  <a:pt x="426530" y="50456"/>
                </a:cubicBezTo>
                <a:cubicBezTo>
                  <a:pt x="426530" y="52319"/>
                  <a:pt x="426910" y="53986"/>
                  <a:pt x="427670" y="55457"/>
                </a:cubicBezTo>
                <a:cubicBezTo>
                  <a:pt x="428430" y="56929"/>
                  <a:pt x="429595" y="58118"/>
                  <a:pt x="431164" y="59025"/>
                </a:cubicBezTo>
                <a:cubicBezTo>
                  <a:pt x="432733" y="59932"/>
                  <a:pt x="434376" y="60582"/>
                  <a:pt x="436092" y="60974"/>
                </a:cubicBezTo>
                <a:lnTo>
                  <a:pt x="444109" y="63033"/>
                </a:lnTo>
                <a:cubicBezTo>
                  <a:pt x="450974" y="64700"/>
                  <a:pt x="455889" y="66147"/>
                  <a:pt x="458856" y="67373"/>
                </a:cubicBezTo>
                <a:cubicBezTo>
                  <a:pt x="461822" y="68599"/>
                  <a:pt x="464115" y="70450"/>
                  <a:pt x="465733" y="72926"/>
                </a:cubicBezTo>
                <a:cubicBezTo>
                  <a:pt x="467351" y="75402"/>
                  <a:pt x="468160" y="78405"/>
                  <a:pt x="468160" y="81936"/>
                </a:cubicBezTo>
                <a:cubicBezTo>
                  <a:pt x="468160" y="88703"/>
                  <a:pt x="465365" y="94513"/>
                  <a:pt x="459775" y="99367"/>
                </a:cubicBezTo>
                <a:cubicBezTo>
                  <a:pt x="454185" y="104222"/>
                  <a:pt x="447002" y="106649"/>
                  <a:pt x="438225" y="106649"/>
                </a:cubicBezTo>
                <a:cubicBezTo>
                  <a:pt x="435136" y="106649"/>
                  <a:pt x="431299" y="106306"/>
                  <a:pt x="426714" y="105619"/>
                </a:cubicBezTo>
                <a:cubicBezTo>
                  <a:pt x="422129" y="104933"/>
                  <a:pt x="418219" y="104173"/>
                  <a:pt x="414983" y="103339"/>
                </a:cubicBezTo>
                <a:lnTo>
                  <a:pt x="414615" y="102383"/>
                </a:lnTo>
                <a:lnTo>
                  <a:pt x="415350" y="97455"/>
                </a:lnTo>
                <a:cubicBezTo>
                  <a:pt x="415595" y="95935"/>
                  <a:pt x="415743" y="94403"/>
                  <a:pt x="415792" y="92858"/>
                </a:cubicBezTo>
                <a:cubicBezTo>
                  <a:pt x="415841" y="91314"/>
                  <a:pt x="415890" y="88065"/>
                  <a:pt x="415939" y="83113"/>
                </a:cubicBezTo>
                <a:lnTo>
                  <a:pt x="416601" y="82451"/>
                </a:lnTo>
                <a:close/>
                <a:moveTo>
                  <a:pt x="475519" y="46337"/>
                </a:moveTo>
                <a:lnTo>
                  <a:pt x="475519" y="44425"/>
                </a:lnTo>
                <a:lnTo>
                  <a:pt x="476034" y="43689"/>
                </a:lnTo>
                <a:cubicBezTo>
                  <a:pt x="480643" y="41973"/>
                  <a:pt x="484370" y="40380"/>
                  <a:pt x="487214" y="38909"/>
                </a:cubicBezTo>
                <a:cubicBezTo>
                  <a:pt x="487214" y="26111"/>
                  <a:pt x="487067" y="18657"/>
                  <a:pt x="486773" y="16549"/>
                </a:cubicBezTo>
                <a:cubicBezTo>
                  <a:pt x="491823" y="14784"/>
                  <a:pt x="495966" y="12896"/>
                  <a:pt x="499203" y="10886"/>
                </a:cubicBezTo>
                <a:lnTo>
                  <a:pt x="500968" y="12357"/>
                </a:lnTo>
                <a:cubicBezTo>
                  <a:pt x="500478" y="15446"/>
                  <a:pt x="499889" y="24419"/>
                  <a:pt x="499203" y="39276"/>
                </a:cubicBezTo>
                <a:cubicBezTo>
                  <a:pt x="501654" y="39325"/>
                  <a:pt x="504302" y="39350"/>
                  <a:pt x="507146" y="39350"/>
                </a:cubicBezTo>
                <a:cubicBezTo>
                  <a:pt x="512932" y="39350"/>
                  <a:pt x="517076" y="39203"/>
                  <a:pt x="519576" y="38909"/>
                </a:cubicBezTo>
                <a:lnTo>
                  <a:pt x="520091" y="39423"/>
                </a:lnTo>
                <a:lnTo>
                  <a:pt x="518694" y="45602"/>
                </a:lnTo>
                <a:lnTo>
                  <a:pt x="518105" y="46264"/>
                </a:lnTo>
                <a:cubicBezTo>
                  <a:pt x="515605" y="46215"/>
                  <a:pt x="512834" y="46190"/>
                  <a:pt x="509794" y="46190"/>
                </a:cubicBezTo>
                <a:cubicBezTo>
                  <a:pt x="507048" y="46190"/>
                  <a:pt x="503518" y="46215"/>
                  <a:pt x="499203" y="46264"/>
                </a:cubicBezTo>
                <a:lnTo>
                  <a:pt x="498761" y="76199"/>
                </a:lnTo>
                <a:cubicBezTo>
                  <a:pt x="498761" y="83113"/>
                  <a:pt x="498921" y="87636"/>
                  <a:pt x="499239" y="89769"/>
                </a:cubicBezTo>
                <a:cubicBezTo>
                  <a:pt x="499558" y="91902"/>
                  <a:pt x="500441" y="93569"/>
                  <a:pt x="501887" y="94771"/>
                </a:cubicBezTo>
                <a:cubicBezTo>
                  <a:pt x="503334" y="95972"/>
                  <a:pt x="505479" y="96573"/>
                  <a:pt x="508323" y="96573"/>
                </a:cubicBezTo>
                <a:cubicBezTo>
                  <a:pt x="511608" y="96573"/>
                  <a:pt x="514648" y="95714"/>
                  <a:pt x="517443" y="93998"/>
                </a:cubicBezTo>
                <a:lnTo>
                  <a:pt x="519209" y="96646"/>
                </a:lnTo>
                <a:cubicBezTo>
                  <a:pt x="518032" y="97480"/>
                  <a:pt x="515212" y="99931"/>
                  <a:pt x="510750" y="104001"/>
                </a:cubicBezTo>
                <a:cubicBezTo>
                  <a:pt x="508200" y="105178"/>
                  <a:pt x="505602" y="105766"/>
                  <a:pt x="502954" y="105766"/>
                </a:cubicBezTo>
                <a:cubicBezTo>
                  <a:pt x="491921" y="105766"/>
                  <a:pt x="486405" y="100422"/>
                  <a:pt x="486405" y="89732"/>
                </a:cubicBezTo>
                <a:cubicBezTo>
                  <a:pt x="486405" y="85810"/>
                  <a:pt x="486503" y="82475"/>
                  <a:pt x="486699" y="79729"/>
                </a:cubicBezTo>
                <a:cubicBezTo>
                  <a:pt x="486748" y="78896"/>
                  <a:pt x="486773" y="78038"/>
                  <a:pt x="486773" y="77155"/>
                </a:cubicBezTo>
                <a:lnTo>
                  <a:pt x="486773" y="46631"/>
                </a:lnTo>
                <a:lnTo>
                  <a:pt x="483757" y="46631"/>
                </a:lnTo>
                <a:cubicBezTo>
                  <a:pt x="481550" y="46631"/>
                  <a:pt x="479025" y="46729"/>
                  <a:pt x="476181" y="46926"/>
                </a:cubicBezTo>
                <a:lnTo>
                  <a:pt x="475519" y="46337"/>
                </a:lnTo>
                <a:close/>
                <a:moveTo>
                  <a:pt x="549938" y="33981"/>
                </a:moveTo>
                <a:lnTo>
                  <a:pt x="551335" y="34937"/>
                </a:lnTo>
                <a:cubicBezTo>
                  <a:pt x="551041" y="37781"/>
                  <a:pt x="550820" y="42831"/>
                  <a:pt x="550673" y="50088"/>
                </a:cubicBezTo>
                <a:lnTo>
                  <a:pt x="556190" y="43101"/>
                </a:lnTo>
                <a:cubicBezTo>
                  <a:pt x="558004" y="40796"/>
                  <a:pt x="559610" y="39019"/>
                  <a:pt x="561007" y="37768"/>
                </a:cubicBezTo>
                <a:cubicBezTo>
                  <a:pt x="562405" y="36518"/>
                  <a:pt x="564035" y="35550"/>
                  <a:pt x="565898" y="34863"/>
                </a:cubicBezTo>
                <a:cubicBezTo>
                  <a:pt x="567762" y="34177"/>
                  <a:pt x="569674" y="33833"/>
                  <a:pt x="571635" y="33833"/>
                </a:cubicBezTo>
                <a:cubicBezTo>
                  <a:pt x="573793" y="33833"/>
                  <a:pt x="575828" y="34275"/>
                  <a:pt x="577740" y="35157"/>
                </a:cubicBezTo>
                <a:lnTo>
                  <a:pt x="578255" y="36187"/>
                </a:lnTo>
                <a:cubicBezTo>
                  <a:pt x="577470" y="42709"/>
                  <a:pt x="577029" y="48446"/>
                  <a:pt x="576931" y="53398"/>
                </a:cubicBezTo>
                <a:lnTo>
                  <a:pt x="573621" y="53398"/>
                </a:lnTo>
                <a:cubicBezTo>
                  <a:pt x="571660" y="48887"/>
                  <a:pt x="568497" y="46631"/>
                  <a:pt x="564133" y="46631"/>
                </a:cubicBezTo>
                <a:cubicBezTo>
                  <a:pt x="561093" y="46631"/>
                  <a:pt x="558445" y="47600"/>
                  <a:pt x="556190" y="49537"/>
                </a:cubicBezTo>
                <a:cubicBezTo>
                  <a:pt x="553934" y="51473"/>
                  <a:pt x="552426" y="53901"/>
                  <a:pt x="551666" y="56818"/>
                </a:cubicBezTo>
                <a:cubicBezTo>
                  <a:pt x="550906" y="59736"/>
                  <a:pt x="550526" y="63426"/>
                  <a:pt x="550526" y="67888"/>
                </a:cubicBezTo>
                <a:lnTo>
                  <a:pt x="550526" y="76052"/>
                </a:lnTo>
                <a:cubicBezTo>
                  <a:pt x="550526" y="77523"/>
                  <a:pt x="550624" y="81127"/>
                  <a:pt x="550820" y="86864"/>
                </a:cubicBezTo>
                <a:cubicBezTo>
                  <a:pt x="551016" y="92601"/>
                  <a:pt x="551225" y="95911"/>
                  <a:pt x="551445" y="96793"/>
                </a:cubicBezTo>
                <a:cubicBezTo>
                  <a:pt x="551666" y="97676"/>
                  <a:pt x="552009" y="98325"/>
                  <a:pt x="552475" y="98742"/>
                </a:cubicBezTo>
                <a:cubicBezTo>
                  <a:pt x="552941" y="99159"/>
                  <a:pt x="553554" y="99441"/>
                  <a:pt x="554314" y="99588"/>
                </a:cubicBezTo>
                <a:cubicBezTo>
                  <a:pt x="555074" y="99735"/>
                  <a:pt x="558568" y="99980"/>
                  <a:pt x="564795" y="100324"/>
                </a:cubicBezTo>
                <a:lnTo>
                  <a:pt x="565457" y="100912"/>
                </a:lnTo>
                <a:lnTo>
                  <a:pt x="565457" y="104001"/>
                </a:lnTo>
                <a:lnTo>
                  <a:pt x="564795" y="104663"/>
                </a:lnTo>
                <a:cubicBezTo>
                  <a:pt x="558273" y="104271"/>
                  <a:pt x="551458" y="104075"/>
                  <a:pt x="544348" y="104075"/>
                </a:cubicBezTo>
                <a:cubicBezTo>
                  <a:pt x="538709" y="104075"/>
                  <a:pt x="532825" y="104271"/>
                  <a:pt x="526696" y="104663"/>
                </a:cubicBezTo>
                <a:lnTo>
                  <a:pt x="526034" y="104001"/>
                </a:lnTo>
                <a:lnTo>
                  <a:pt x="526034" y="100912"/>
                </a:lnTo>
                <a:lnTo>
                  <a:pt x="526696" y="100324"/>
                </a:lnTo>
                <a:cubicBezTo>
                  <a:pt x="531452" y="100029"/>
                  <a:pt x="534136" y="99809"/>
                  <a:pt x="534749" y="99662"/>
                </a:cubicBezTo>
                <a:cubicBezTo>
                  <a:pt x="535362" y="99515"/>
                  <a:pt x="535902" y="99208"/>
                  <a:pt x="536368" y="98742"/>
                </a:cubicBezTo>
                <a:cubicBezTo>
                  <a:pt x="536833" y="98276"/>
                  <a:pt x="537152" y="97565"/>
                  <a:pt x="537324" y="96609"/>
                </a:cubicBezTo>
                <a:cubicBezTo>
                  <a:pt x="537495" y="95653"/>
                  <a:pt x="537691" y="92490"/>
                  <a:pt x="537912" y="87121"/>
                </a:cubicBezTo>
                <a:cubicBezTo>
                  <a:pt x="538133" y="81752"/>
                  <a:pt x="538243" y="77694"/>
                  <a:pt x="538243" y="74949"/>
                </a:cubicBezTo>
                <a:lnTo>
                  <a:pt x="538243" y="60459"/>
                </a:lnTo>
                <a:cubicBezTo>
                  <a:pt x="538243" y="58498"/>
                  <a:pt x="538145" y="55825"/>
                  <a:pt x="537949" y="52442"/>
                </a:cubicBezTo>
                <a:cubicBezTo>
                  <a:pt x="537753" y="49059"/>
                  <a:pt x="537593" y="46975"/>
                  <a:pt x="537471" y="46190"/>
                </a:cubicBezTo>
                <a:cubicBezTo>
                  <a:pt x="537348" y="45406"/>
                  <a:pt x="536968" y="44829"/>
                  <a:pt x="536331" y="44462"/>
                </a:cubicBezTo>
                <a:cubicBezTo>
                  <a:pt x="535693" y="44094"/>
                  <a:pt x="534418" y="43910"/>
                  <a:pt x="532506" y="43910"/>
                </a:cubicBezTo>
                <a:lnTo>
                  <a:pt x="526328" y="43836"/>
                </a:lnTo>
                <a:lnTo>
                  <a:pt x="525666" y="43248"/>
                </a:lnTo>
                <a:lnTo>
                  <a:pt x="525666" y="40085"/>
                </a:lnTo>
                <a:lnTo>
                  <a:pt x="526254" y="39497"/>
                </a:lnTo>
                <a:cubicBezTo>
                  <a:pt x="535620" y="38369"/>
                  <a:pt x="543514" y="36530"/>
                  <a:pt x="549938" y="33981"/>
                </a:cubicBezTo>
                <a:close/>
                <a:moveTo>
                  <a:pt x="646815" y="93263"/>
                </a:moveTo>
                <a:lnTo>
                  <a:pt x="644461" y="98558"/>
                </a:lnTo>
                <a:cubicBezTo>
                  <a:pt x="639362" y="101844"/>
                  <a:pt x="634814" y="103977"/>
                  <a:pt x="630818" y="104957"/>
                </a:cubicBezTo>
                <a:cubicBezTo>
                  <a:pt x="626821" y="105938"/>
                  <a:pt x="623254" y="106428"/>
                  <a:pt x="620116" y="106428"/>
                </a:cubicBezTo>
                <a:cubicBezTo>
                  <a:pt x="614232" y="106428"/>
                  <a:pt x="608654" y="105276"/>
                  <a:pt x="603383" y="102971"/>
                </a:cubicBezTo>
                <a:cubicBezTo>
                  <a:pt x="598112" y="100667"/>
                  <a:pt x="593821" y="96769"/>
                  <a:pt x="590512" y="91277"/>
                </a:cubicBezTo>
                <a:cubicBezTo>
                  <a:pt x="587202" y="85785"/>
                  <a:pt x="585547" y="79165"/>
                  <a:pt x="585547" y="71418"/>
                </a:cubicBezTo>
                <a:cubicBezTo>
                  <a:pt x="585547" y="66269"/>
                  <a:pt x="586184" y="61624"/>
                  <a:pt x="587459" y="57480"/>
                </a:cubicBezTo>
                <a:cubicBezTo>
                  <a:pt x="588734" y="53337"/>
                  <a:pt x="590070" y="50260"/>
                  <a:pt x="591468" y="48249"/>
                </a:cubicBezTo>
                <a:cubicBezTo>
                  <a:pt x="592865" y="46239"/>
                  <a:pt x="595231" y="44008"/>
                  <a:pt x="598566" y="41556"/>
                </a:cubicBezTo>
                <a:cubicBezTo>
                  <a:pt x="601900" y="39105"/>
                  <a:pt x="605430" y="37143"/>
                  <a:pt x="609157" y="35672"/>
                </a:cubicBezTo>
                <a:cubicBezTo>
                  <a:pt x="612883" y="34201"/>
                  <a:pt x="616904" y="33466"/>
                  <a:pt x="621219" y="33466"/>
                </a:cubicBezTo>
                <a:cubicBezTo>
                  <a:pt x="627103" y="33466"/>
                  <a:pt x="632289" y="34851"/>
                  <a:pt x="636775" y="37621"/>
                </a:cubicBezTo>
                <a:cubicBezTo>
                  <a:pt x="641262" y="40392"/>
                  <a:pt x="644412" y="43934"/>
                  <a:pt x="646227" y="48249"/>
                </a:cubicBezTo>
                <a:cubicBezTo>
                  <a:pt x="648041" y="52564"/>
                  <a:pt x="648948" y="57149"/>
                  <a:pt x="648948" y="62004"/>
                </a:cubicBezTo>
                <a:cubicBezTo>
                  <a:pt x="648948" y="63524"/>
                  <a:pt x="648874" y="64995"/>
                  <a:pt x="648727" y="66417"/>
                </a:cubicBezTo>
                <a:lnTo>
                  <a:pt x="647918" y="67226"/>
                </a:lnTo>
                <a:cubicBezTo>
                  <a:pt x="644584" y="67961"/>
                  <a:pt x="640097" y="68452"/>
                  <a:pt x="634458" y="68697"/>
                </a:cubicBezTo>
                <a:cubicBezTo>
                  <a:pt x="628820" y="68942"/>
                  <a:pt x="625093" y="69064"/>
                  <a:pt x="623279" y="69064"/>
                </a:cubicBezTo>
                <a:lnTo>
                  <a:pt x="599669" y="69064"/>
                </a:lnTo>
                <a:cubicBezTo>
                  <a:pt x="599767" y="79214"/>
                  <a:pt x="602317" y="86692"/>
                  <a:pt x="607318" y="91497"/>
                </a:cubicBezTo>
                <a:cubicBezTo>
                  <a:pt x="612320" y="96303"/>
                  <a:pt x="618449" y="98706"/>
                  <a:pt x="625706" y="98706"/>
                </a:cubicBezTo>
                <a:cubicBezTo>
                  <a:pt x="629138" y="98706"/>
                  <a:pt x="632436" y="98117"/>
                  <a:pt x="635598" y="96940"/>
                </a:cubicBezTo>
                <a:cubicBezTo>
                  <a:pt x="638761" y="95763"/>
                  <a:pt x="642108" y="94121"/>
                  <a:pt x="645638" y="92012"/>
                </a:cubicBezTo>
                <a:lnTo>
                  <a:pt x="646815" y="93263"/>
                </a:lnTo>
                <a:moveTo>
                  <a:pt x="599669" y="63180"/>
                </a:moveTo>
                <a:cubicBezTo>
                  <a:pt x="600551" y="63327"/>
                  <a:pt x="603947" y="63499"/>
                  <a:pt x="609856" y="63695"/>
                </a:cubicBezTo>
                <a:cubicBezTo>
                  <a:pt x="615764" y="63891"/>
                  <a:pt x="620140" y="63989"/>
                  <a:pt x="622984" y="63989"/>
                </a:cubicBezTo>
                <a:cubicBezTo>
                  <a:pt x="629800" y="63989"/>
                  <a:pt x="633944" y="63867"/>
                  <a:pt x="635415" y="63622"/>
                </a:cubicBezTo>
                <a:cubicBezTo>
                  <a:pt x="635464" y="62445"/>
                  <a:pt x="635488" y="61538"/>
                  <a:pt x="635488" y="60900"/>
                </a:cubicBezTo>
                <a:cubicBezTo>
                  <a:pt x="635488" y="53300"/>
                  <a:pt x="633944" y="47649"/>
                  <a:pt x="630854" y="43947"/>
                </a:cubicBezTo>
                <a:cubicBezTo>
                  <a:pt x="627765" y="40245"/>
                  <a:pt x="623548" y="38394"/>
                  <a:pt x="618204" y="38394"/>
                </a:cubicBezTo>
                <a:cubicBezTo>
                  <a:pt x="612369" y="38394"/>
                  <a:pt x="607821" y="40478"/>
                  <a:pt x="604560" y="44645"/>
                </a:cubicBezTo>
                <a:cubicBezTo>
                  <a:pt x="601299" y="48813"/>
                  <a:pt x="599669" y="54992"/>
                  <a:pt x="599669" y="63180"/>
                </a:cubicBezTo>
                <a:moveTo>
                  <a:pt x="620190" y="29347"/>
                </a:moveTo>
                <a:lnTo>
                  <a:pt x="620190" y="29347"/>
                </a:lnTo>
                <a:moveTo>
                  <a:pt x="619307" y="108488"/>
                </a:moveTo>
                <a:lnTo>
                  <a:pt x="619307" y="108488"/>
                </a:lnTo>
                <a:close/>
                <a:moveTo>
                  <a:pt x="669542" y="54207"/>
                </a:moveTo>
                <a:lnTo>
                  <a:pt x="666674" y="53472"/>
                </a:lnTo>
                <a:lnTo>
                  <a:pt x="666085" y="52736"/>
                </a:lnTo>
                <a:lnTo>
                  <a:pt x="666085" y="43616"/>
                </a:lnTo>
                <a:cubicBezTo>
                  <a:pt x="674813" y="37143"/>
                  <a:pt x="683296" y="33907"/>
                  <a:pt x="691534" y="33907"/>
                </a:cubicBezTo>
                <a:cubicBezTo>
                  <a:pt x="697173" y="33907"/>
                  <a:pt x="701855" y="34961"/>
                  <a:pt x="705582" y="37070"/>
                </a:cubicBezTo>
                <a:cubicBezTo>
                  <a:pt x="709309" y="39178"/>
                  <a:pt x="712005" y="41814"/>
                  <a:pt x="713673" y="44976"/>
                </a:cubicBezTo>
                <a:cubicBezTo>
                  <a:pt x="715340" y="48139"/>
                  <a:pt x="716173" y="51829"/>
                  <a:pt x="716173" y="56046"/>
                </a:cubicBezTo>
                <a:lnTo>
                  <a:pt x="715806" y="70830"/>
                </a:lnTo>
                <a:lnTo>
                  <a:pt x="715806" y="92748"/>
                </a:lnTo>
                <a:cubicBezTo>
                  <a:pt x="715806" y="95739"/>
                  <a:pt x="716014" y="97553"/>
                  <a:pt x="716431" y="98191"/>
                </a:cubicBezTo>
                <a:cubicBezTo>
                  <a:pt x="716848" y="98828"/>
                  <a:pt x="717326" y="99257"/>
                  <a:pt x="717865" y="99478"/>
                </a:cubicBezTo>
                <a:cubicBezTo>
                  <a:pt x="718404" y="99698"/>
                  <a:pt x="719410" y="99882"/>
                  <a:pt x="720881" y="100029"/>
                </a:cubicBezTo>
                <a:lnTo>
                  <a:pt x="725073" y="100397"/>
                </a:lnTo>
                <a:lnTo>
                  <a:pt x="725661" y="101059"/>
                </a:lnTo>
                <a:lnTo>
                  <a:pt x="725661" y="104001"/>
                </a:lnTo>
                <a:lnTo>
                  <a:pt x="725073" y="104590"/>
                </a:lnTo>
                <a:cubicBezTo>
                  <a:pt x="721494" y="104295"/>
                  <a:pt x="718159" y="104148"/>
                  <a:pt x="715070" y="104148"/>
                </a:cubicBezTo>
                <a:cubicBezTo>
                  <a:pt x="712128" y="104148"/>
                  <a:pt x="708598" y="104295"/>
                  <a:pt x="704479" y="104590"/>
                </a:cubicBezTo>
                <a:lnTo>
                  <a:pt x="703375" y="103560"/>
                </a:lnTo>
                <a:lnTo>
                  <a:pt x="703670" y="91718"/>
                </a:lnTo>
                <a:lnTo>
                  <a:pt x="687636" y="104222"/>
                </a:lnTo>
                <a:cubicBezTo>
                  <a:pt x="684939" y="105350"/>
                  <a:pt x="681997" y="105914"/>
                  <a:pt x="678809" y="105914"/>
                </a:cubicBezTo>
                <a:cubicBezTo>
                  <a:pt x="674887" y="105914"/>
                  <a:pt x="671516" y="105203"/>
                  <a:pt x="668696" y="103781"/>
                </a:cubicBezTo>
                <a:cubicBezTo>
                  <a:pt x="665877" y="102359"/>
                  <a:pt x="663719" y="100373"/>
                  <a:pt x="662224" y="97823"/>
                </a:cubicBezTo>
                <a:cubicBezTo>
                  <a:pt x="660728" y="95273"/>
                  <a:pt x="659980" y="92184"/>
                  <a:pt x="659980" y="88555"/>
                </a:cubicBezTo>
                <a:cubicBezTo>
                  <a:pt x="659980" y="81347"/>
                  <a:pt x="662236" y="75721"/>
                  <a:pt x="666747" y="71675"/>
                </a:cubicBezTo>
                <a:cubicBezTo>
                  <a:pt x="671258" y="67630"/>
                  <a:pt x="683566" y="64186"/>
                  <a:pt x="703670" y="61342"/>
                </a:cubicBezTo>
                <a:cubicBezTo>
                  <a:pt x="703670" y="54085"/>
                  <a:pt x="702052" y="48973"/>
                  <a:pt x="698815" y="46006"/>
                </a:cubicBezTo>
                <a:cubicBezTo>
                  <a:pt x="695579" y="43040"/>
                  <a:pt x="691240" y="41556"/>
                  <a:pt x="685797" y="41556"/>
                </a:cubicBezTo>
                <a:cubicBezTo>
                  <a:pt x="682953" y="41556"/>
                  <a:pt x="680366" y="41973"/>
                  <a:pt x="678037" y="42807"/>
                </a:cubicBezTo>
                <a:cubicBezTo>
                  <a:pt x="675708" y="43640"/>
                  <a:pt x="674372" y="44315"/>
                  <a:pt x="674029" y="44829"/>
                </a:cubicBezTo>
                <a:cubicBezTo>
                  <a:pt x="673685" y="45344"/>
                  <a:pt x="672361" y="48348"/>
                  <a:pt x="670057" y="53839"/>
                </a:cubicBezTo>
                <a:lnTo>
                  <a:pt x="669542" y="54207"/>
                </a:lnTo>
                <a:moveTo>
                  <a:pt x="703670" y="65828"/>
                </a:moveTo>
                <a:cubicBezTo>
                  <a:pt x="689940" y="68133"/>
                  <a:pt x="681384" y="70609"/>
                  <a:pt x="678000" y="73257"/>
                </a:cubicBezTo>
                <a:cubicBezTo>
                  <a:pt x="674617" y="75905"/>
                  <a:pt x="672925" y="79999"/>
                  <a:pt x="672925" y="85540"/>
                </a:cubicBezTo>
                <a:cubicBezTo>
                  <a:pt x="672925" y="93189"/>
                  <a:pt x="676725" y="97014"/>
                  <a:pt x="684326" y="97014"/>
                </a:cubicBezTo>
                <a:cubicBezTo>
                  <a:pt x="690847" y="97014"/>
                  <a:pt x="697295" y="93238"/>
                  <a:pt x="703670" y="85687"/>
                </a:cubicBezTo>
                <a:lnTo>
                  <a:pt x="703670" y="65828"/>
                </a:lnTo>
                <a:moveTo>
                  <a:pt x="691166" y="29347"/>
                </a:moveTo>
                <a:lnTo>
                  <a:pt x="691166" y="29347"/>
                </a:lnTo>
                <a:moveTo>
                  <a:pt x="689621" y="108488"/>
                </a:moveTo>
                <a:lnTo>
                  <a:pt x="689621" y="108488"/>
                </a:lnTo>
                <a:close/>
                <a:moveTo>
                  <a:pt x="756332" y="33981"/>
                </a:moveTo>
                <a:lnTo>
                  <a:pt x="757730" y="34937"/>
                </a:lnTo>
                <a:cubicBezTo>
                  <a:pt x="757436" y="38173"/>
                  <a:pt x="757239" y="42047"/>
                  <a:pt x="757141" y="46558"/>
                </a:cubicBezTo>
                <a:lnTo>
                  <a:pt x="764129" y="40159"/>
                </a:lnTo>
                <a:cubicBezTo>
                  <a:pt x="766090" y="38345"/>
                  <a:pt x="767389" y="37180"/>
                  <a:pt x="768027" y="36665"/>
                </a:cubicBezTo>
                <a:cubicBezTo>
                  <a:pt x="768664" y="36150"/>
                  <a:pt x="770160" y="35550"/>
                  <a:pt x="772513" y="34863"/>
                </a:cubicBezTo>
                <a:cubicBezTo>
                  <a:pt x="774867" y="34177"/>
                  <a:pt x="777343" y="33833"/>
                  <a:pt x="779942" y="33833"/>
                </a:cubicBezTo>
                <a:cubicBezTo>
                  <a:pt x="784846" y="33833"/>
                  <a:pt x="789136" y="35047"/>
                  <a:pt x="792814" y="37474"/>
                </a:cubicBezTo>
                <a:cubicBezTo>
                  <a:pt x="796491" y="39901"/>
                  <a:pt x="799213" y="43248"/>
                  <a:pt x="800978" y="47514"/>
                </a:cubicBezTo>
                <a:cubicBezTo>
                  <a:pt x="807597" y="41238"/>
                  <a:pt x="811459" y="37756"/>
                  <a:pt x="812562" y="37070"/>
                </a:cubicBezTo>
                <a:cubicBezTo>
                  <a:pt x="813665" y="36383"/>
                  <a:pt x="815418" y="35685"/>
                  <a:pt x="817821" y="34974"/>
                </a:cubicBezTo>
                <a:cubicBezTo>
                  <a:pt x="820224" y="34263"/>
                  <a:pt x="822626" y="33907"/>
                  <a:pt x="825029" y="33907"/>
                </a:cubicBezTo>
                <a:cubicBezTo>
                  <a:pt x="828903" y="33907"/>
                  <a:pt x="832458" y="34741"/>
                  <a:pt x="835694" y="36408"/>
                </a:cubicBezTo>
                <a:cubicBezTo>
                  <a:pt x="838930" y="38075"/>
                  <a:pt x="841504" y="40257"/>
                  <a:pt x="843417" y="42954"/>
                </a:cubicBezTo>
                <a:cubicBezTo>
                  <a:pt x="845329" y="45651"/>
                  <a:pt x="846445" y="48568"/>
                  <a:pt x="846763" y="51706"/>
                </a:cubicBezTo>
                <a:cubicBezTo>
                  <a:pt x="847082" y="54845"/>
                  <a:pt x="847241" y="59160"/>
                  <a:pt x="847241" y="64651"/>
                </a:cubicBezTo>
                <a:lnTo>
                  <a:pt x="847241" y="72374"/>
                </a:lnTo>
                <a:cubicBezTo>
                  <a:pt x="847241" y="73208"/>
                  <a:pt x="847388" y="79313"/>
                  <a:pt x="847683" y="90688"/>
                </a:cubicBezTo>
                <a:cubicBezTo>
                  <a:pt x="847781" y="95347"/>
                  <a:pt x="848296" y="98117"/>
                  <a:pt x="849227" y="99000"/>
                </a:cubicBezTo>
                <a:cubicBezTo>
                  <a:pt x="850159" y="99882"/>
                  <a:pt x="853174" y="100324"/>
                  <a:pt x="858274" y="100324"/>
                </a:cubicBezTo>
                <a:lnTo>
                  <a:pt x="858862" y="100912"/>
                </a:lnTo>
                <a:lnTo>
                  <a:pt x="858862" y="104075"/>
                </a:lnTo>
                <a:lnTo>
                  <a:pt x="858274" y="104663"/>
                </a:lnTo>
                <a:cubicBezTo>
                  <a:pt x="852047" y="104271"/>
                  <a:pt x="847830" y="104075"/>
                  <a:pt x="845623" y="104075"/>
                </a:cubicBezTo>
                <a:cubicBezTo>
                  <a:pt x="844397" y="104075"/>
                  <a:pt x="840842" y="104271"/>
                  <a:pt x="834958" y="104663"/>
                </a:cubicBezTo>
                <a:lnTo>
                  <a:pt x="834002" y="103854"/>
                </a:lnTo>
                <a:cubicBezTo>
                  <a:pt x="834640" y="97480"/>
                  <a:pt x="834958" y="89168"/>
                  <a:pt x="834958" y="78920"/>
                </a:cubicBezTo>
                <a:lnTo>
                  <a:pt x="834958" y="70094"/>
                </a:lnTo>
                <a:cubicBezTo>
                  <a:pt x="834958" y="62298"/>
                  <a:pt x="834591" y="56843"/>
                  <a:pt x="833855" y="53729"/>
                </a:cubicBezTo>
                <a:cubicBezTo>
                  <a:pt x="833120" y="50615"/>
                  <a:pt x="831403" y="48066"/>
                  <a:pt x="828706" y="46080"/>
                </a:cubicBezTo>
                <a:cubicBezTo>
                  <a:pt x="826010" y="44094"/>
                  <a:pt x="822798" y="43101"/>
                  <a:pt x="819071" y="43101"/>
                </a:cubicBezTo>
                <a:cubicBezTo>
                  <a:pt x="816423" y="43101"/>
                  <a:pt x="813947" y="43628"/>
                  <a:pt x="811643" y="44682"/>
                </a:cubicBezTo>
                <a:cubicBezTo>
                  <a:pt x="809338" y="45736"/>
                  <a:pt x="807266" y="47306"/>
                  <a:pt x="805428" y="49390"/>
                </a:cubicBezTo>
                <a:cubicBezTo>
                  <a:pt x="803589" y="51473"/>
                  <a:pt x="802571" y="53410"/>
                  <a:pt x="802375" y="55200"/>
                </a:cubicBezTo>
                <a:cubicBezTo>
                  <a:pt x="802179" y="56990"/>
                  <a:pt x="802081" y="60287"/>
                  <a:pt x="802081" y="65093"/>
                </a:cubicBezTo>
                <a:lnTo>
                  <a:pt x="802081" y="74287"/>
                </a:lnTo>
                <a:cubicBezTo>
                  <a:pt x="802081" y="76444"/>
                  <a:pt x="802179" y="80489"/>
                  <a:pt x="802375" y="86422"/>
                </a:cubicBezTo>
                <a:cubicBezTo>
                  <a:pt x="802571" y="92356"/>
                  <a:pt x="802780" y="95812"/>
                  <a:pt x="803000" y="96793"/>
                </a:cubicBezTo>
                <a:cubicBezTo>
                  <a:pt x="803221" y="97774"/>
                  <a:pt x="803564" y="98473"/>
                  <a:pt x="804030" y="98889"/>
                </a:cubicBezTo>
                <a:cubicBezTo>
                  <a:pt x="804496" y="99306"/>
                  <a:pt x="805035" y="99576"/>
                  <a:pt x="805648" y="99698"/>
                </a:cubicBezTo>
                <a:cubicBezTo>
                  <a:pt x="806261" y="99821"/>
                  <a:pt x="808897" y="100029"/>
                  <a:pt x="813555" y="100324"/>
                </a:cubicBezTo>
                <a:lnTo>
                  <a:pt x="814217" y="100912"/>
                </a:lnTo>
                <a:lnTo>
                  <a:pt x="814217" y="104001"/>
                </a:lnTo>
                <a:lnTo>
                  <a:pt x="813629" y="104663"/>
                </a:lnTo>
                <a:cubicBezTo>
                  <a:pt x="807499" y="104271"/>
                  <a:pt x="801591" y="104075"/>
                  <a:pt x="795903" y="104075"/>
                </a:cubicBezTo>
                <a:cubicBezTo>
                  <a:pt x="790656" y="104075"/>
                  <a:pt x="784772" y="104271"/>
                  <a:pt x="778250" y="104663"/>
                </a:cubicBezTo>
                <a:lnTo>
                  <a:pt x="777588" y="104001"/>
                </a:lnTo>
                <a:lnTo>
                  <a:pt x="777588" y="100912"/>
                </a:lnTo>
                <a:lnTo>
                  <a:pt x="778250" y="100324"/>
                </a:lnTo>
                <a:cubicBezTo>
                  <a:pt x="783007" y="100029"/>
                  <a:pt x="785691" y="99809"/>
                  <a:pt x="786304" y="99662"/>
                </a:cubicBezTo>
                <a:cubicBezTo>
                  <a:pt x="786917" y="99515"/>
                  <a:pt x="787457" y="99208"/>
                  <a:pt x="787922" y="98742"/>
                </a:cubicBezTo>
                <a:cubicBezTo>
                  <a:pt x="788388" y="98276"/>
                  <a:pt x="788707" y="97565"/>
                  <a:pt x="788879" y="96609"/>
                </a:cubicBezTo>
                <a:cubicBezTo>
                  <a:pt x="789050" y="95653"/>
                  <a:pt x="789246" y="92490"/>
                  <a:pt x="789467" y="87121"/>
                </a:cubicBezTo>
                <a:cubicBezTo>
                  <a:pt x="789688" y="81752"/>
                  <a:pt x="789798" y="77694"/>
                  <a:pt x="789798" y="74949"/>
                </a:cubicBezTo>
                <a:lnTo>
                  <a:pt x="789798" y="66564"/>
                </a:lnTo>
                <a:cubicBezTo>
                  <a:pt x="789798" y="61023"/>
                  <a:pt x="789418" y="56757"/>
                  <a:pt x="788658" y="53766"/>
                </a:cubicBezTo>
                <a:cubicBezTo>
                  <a:pt x="787898" y="50775"/>
                  <a:pt x="786268" y="48249"/>
                  <a:pt x="783767" y="46190"/>
                </a:cubicBezTo>
                <a:cubicBezTo>
                  <a:pt x="781266" y="44131"/>
                  <a:pt x="778128" y="43101"/>
                  <a:pt x="774352" y="43101"/>
                </a:cubicBezTo>
                <a:cubicBezTo>
                  <a:pt x="771410" y="43101"/>
                  <a:pt x="768726" y="43677"/>
                  <a:pt x="766298" y="44829"/>
                </a:cubicBezTo>
                <a:cubicBezTo>
                  <a:pt x="763871" y="45982"/>
                  <a:pt x="761885" y="47404"/>
                  <a:pt x="760341" y="49095"/>
                </a:cubicBezTo>
                <a:cubicBezTo>
                  <a:pt x="758796" y="50787"/>
                  <a:pt x="757840" y="52368"/>
                  <a:pt x="757472" y="53839"/>
                </a:cubicBezTo>
                <a:cubicBezTo>
                  <a:pt x="757105" y="55310"/>
                  <a:pt x="756921" y="58498"/>
                  <a:pt x="756921" y="63401"/>
                </a:cubicBezTo>
                <a:lnTo>
                  <a:pt x="756921" y="74287"/>
                </a:lnTo>
                <a:cubicBezTo>
                  <a:pt x="756921" y="76444"/>
                  <a:pt x="757019" y="80489"/>
                  <a:pt x="757215" y="86422"/>
                </a:cubicBezTo>
                <a:cubicBezTo>
                  <a:pt x="757411" y="92356"/>
                  <a:pt x="757619" y="95812"/>
                  <a:pt x="757840" y="96793"/>
                </a:cubicBezTo>
                <a:cubicBezTo>
                  <a:pt x="758061" y="97774"/>
                  <a:pt x="758404" y="98473"/>
                  <a:pt x="758870" y="98889"/>
                </a:cubicBezTo>
                <a:cubicBezTo>
                  <a:pt x="759336" y="99306"/>
                  <a:pt x="759875" y="99576"/>
                  <a:pt x="760488" y="99698"/>
                </a:cubicBezTo>
                <a:cubicBezTo>
                  <a:pt x="761101" y="99821"/>
                  <a:pt x="763736" y="100029"/>
                  <a:pt x="768395" y="100324"/>
                </a:cubicBezTo>
                <a:lnTo>
                  <a:pt x="769057" y="100912"/>
                </a:lnTo>
                <a:lnTo>
                  <a:pt x="769057" y="104001"/>
                </a:lnTo>
                <a:lnTo>
                  <a:pt x="768468" y="104663"/>
                </a:lnTo>
                <a:cubicBezTo>
                  <a:pt x="762339" y="104271"/>
                  <a:pt x="756430" y="104075"/>
                  <a:pt x="750742" y="104075"/>
                </a:cubicBezTo>
                <a:cubicBezTo>
                  <a:pt x="745103" y="104075"/>
                  <a:pt x="739219" y="104271"/>
                  <a:pt x="733090" y="104663"/>
                </a:cubicBezTo>
                <a:lnTo>
                  <a:pt x="732428" y="104001"/>
                </a:lnTo>
                <a:lnTo>
                  <a:pt x="732428" y="100912"/>
                </a:lnTo>
                <a:lnTo>
                  <a:pt x="733090" y="100324"/>
                </a:lnTo>
                <a:cubicBezTo>
                  <a:pt x="737846" y="100029"/>
                  <a:pt x="740531" y="99809"/>
                  <a:pt x="741144" y="99662"/>
                </a:cubicBezTo>
                <a:cubicBezTo>
                  <a:pt x="741757" y="99515"/>
                  <a:pt x="742296" y="99208"/>
                  <a:pt x="742762" y="98742"/>
                </a:cubicBezTo>
                <a:cubicBezTo>
                  <a:pt x="743228" y="98276"/>
                  <a:pt x="743547" y="97565"/>
                  <a:pt x="743718" y="96609"/>
                </a:cubicBezTo>
                <a:cubicBezTo>
                  <a:pt x="743890" y="95653"/>
                  <a:pt x="744086" y="92490"/>
                  <a:pt x="744307" y="87121"/>
                </a:cubicBezTo>
                <a:cubicBezTo>
                  <a:pt x="744527" y="81752"/>
                  <a:pt x="744638" y="77694"/>
                  <a:pt x="744638" y="74949"/>
                </a:cubicBezTo>
                <a:lnTo>
                  <a:pt x="744638" y="60459"/>
                </a:lnTo>
                <a:cubicBezTo>
                  <a:pt x="744638" y="58498"/>
                  <a:pt x="744540" y="55825"/>
                  <a:pt x="744343" y="52442"/>
                </a:cubicBezTo>
                <a:cubicBezTo>
                  <a:pt x="744147" y="49059"/>
                  <a:pt x="743988" y="46975"/>
                  <a:pt x="743865" y="46190"/>
                </a:cubicBezTo>
                <a:cubicBezTo>
                  <a:pt x="743743" y="45406"/>
                  <a:pt x="743363" y="44829"/>
                  <a:pt x="742725" y="44462"/>
                </a:cubicBezTo>
                <a:cubicBezTo>
                  <a:pt x="742088" y="44094"/>
                  <a:pt x="740813" y="43910"/>
                  <a:pt x="738901" y="43910"/>
                </a:cubicBezTo>
                <a:lnTo>
                  <a:pt x="732722" y="43836"/>
                </a:lnTo>
                <a:lnTo>
                  <a:pt x="732060" y="43248"/>
                </a:lnTo>
                <a:lnTo>
                  <a:pt x="732060" y="40085"/>
                </a:lnTo>
                <a:lnTo>
                  <a:pt x="732649" y="39497"/>
                </a:lnTo>
                <a:cubicBezTo>
                  <a:pt x="742014" y="38369"/>
                  <a:pt x="749909" y="36530"/>
                  <a:pt x="756332" y="339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task">
            <a:extLst xmlns:a="http://schemas.openxmlformats.org/drawingml/2006/main">
              <a:ext uri="{FF2B5EF4-FFF2-40B4-BE49-F238E27FC236}">
                <a16:creationId xmlns:a16="http://schemas.microsoft.com/office/drawing/2014/main" id="{67424995-DE6C-43E4-870A-E40A5354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837" y="1201241"/>
            <a:ext cx="266694" cy="113342"/>
          </a:xfrm>
          <a:custGeom xmlns:a="http://schemas.openxmlformats.org/drawingml/2006/main">
            <a:pathLst>
              <a:path w="266694" h="113342">
                <a:moveTo>
                  <a:pt x="0" y="51192"/>
                </a:moveTo>
                <a:lnTo>
                  <a:pt x="0" y="49279"/>
                </a:lnTo>
                <a:lnTo>
                  <a:pt x="515" y="48544"/>
                </a:lnTo>
                <a:cubicBezTo>
                  <a:pt x="5124" y="46828"/>
                  <a:pt x="8851" y="45234"/>
                  <a:pt x="11695" y="43763"/>
                </a:cubicBezTo>
                <a:cubicBezTo>
                  <a:pt x="11695" y="30965"/>
                  <a:pt x="11548" y="23512"/>
                  <a:pt x="11253" y="21403"/>
                </a:cubicBezTo>
                <a:cubicBezTo>
                  <a:pt x="16304" y="19638"/>
                  <a:pt x="20447" y="17750"/>
                  <a:pt x="23683" y="15740"/>
                </a:cubicBezTo>
                <a:lnTo>
                  <a:pt x="25449" y="17211"/>
                </a:lnTo>
                <a:cubicBezTo>
                  <a:pt x="24958" y="20300"/>
                  <a:pt x="24370" y="29273"/>
                  <a:pt x="23683" y="44131"/>
                </a:cubicBezTo>
                <a:cubicBezTo>
                  <a:pt x="26135" y="44180"/>
                  <a:pt x="28783" y="44204"/>
                  <a:pt x="31627" y="44204"/>
                </a:cubicBezTo>
                <a:cubicBezTo>
                  <a:pt x="37413" y="44204"/>
                  <a:pt x="41556" y="44057"/>
                  <a:pt x="44057" y="43763"/>
                </a:cubicBezTo>
                <a:lnTo>
                  <a:pt x="44572" y="44278"/>
                </a:lnTo>
                <a:lnTo>
                  <a:pt x="43174" y="50456"/>
                </a:lnTo>
                <a:lnTo>
                  <a:pt x="42586" y="51118"/>
                </a:lnTo>
                <a:cubicBezTo>
                  <a:pt x="40085" y="51069"/>
                  <a:pt x="37315" y="51044"/>
                  <a:pt x="34275" y="51044"/>
                </a:cubicBezTo>
                <a:cubicBezTo>
                  <a:pt x="31529" y="51044"/>
                  <a:pt x="27998" y="51069"/>
                  <a:pt x="23683" y="51118"/>
                </a:cubicBezTo>
                <a:lnTo>
                  <a:pt x="23242" y="81053"/>
                </a:lnTo>
                <a:cubicBezTo>
                  <a:pt x="23242" y="87967"/>
                  <a:pt x="23401" y="92490"/>
                  <a:pt x="23720" y="94623"/>
                </a:cubicBezTo>
                <a:cubicBezTo>
                  <a:pt x="24039" y="96756"/>
                  <a:pt x="24922" y="98424"/>
                  <a:pt x="26368" y="99625"/>
                </a:cubicBezTo>
                <a:cubicBezTo>
                  <a:pt x="27815" y="100826"/>
                  <a:pt x="29960" y="101427"/>
                  <a:pt x="32804" y="101427"/>
                </a:cubicBezTo>
                <a:cubicBezTo>
                  <a:pt x="36089" y="101427"/>
                  <a:pt x="39129" y="100569"/>
                  <a:pt x="41924" y="98853"/>
                </a:cubicBezTo>
                <a:lnTo>
                  <a:pt x="43689" y="101500"/>
                </a:lnTo>
                <a:cubicBezTo>
                  <a:pt x="42513" y="102334"/>
                  <a:pt x="39693" y="104786"/>
                  <a:pt x="35231" y="108856"/>
                </a:cubicBezTo>
                <a:cubicBezTo>
                  <a:pt x="32681" y="110032"/>
                  <a:pt x="30082" y="110621"/>
                  <a:pt x="27435" y="110621"/>
                </a:cubicBezTo>
                <a:cubicBezTo>
                  <a:pt x="16402" y="110621"/>
                  <a:pt x="10886" y="105276"/>
                  <a:pt x="10886" y="94587"/>
                </a:cubicBezTo>
                <a:cubicBezTo>
                  <a:pt x="10886" y="90664"/>
                  <a:pt x="10984" y="87330"/>
                  <a:pt x="11180" y="84584"/>
                </a:cubicBezTo>
                <a:cubicBezTo>
                  <a:pt x="11229" y="83750"/>
                  <a:pt x="11253" y="82892"/>
                  <a:pt x="11253" y="82009"/>
                </a:cubicBezTo>
                <a:lnTo>
                  <a:pt x="11253" y="51486"/>
                </a:lnTo>
                <a:lnTo>
                  <a:pt x="8238" y="51486"/>
                </a:lnTo>
                <a:cubicBezTo>
                  <a:pt x="6031" y="51486"/>
                  <a:pt x="3506" y="51584"/>
                  <a:pt x="662" y="51780"/>
                </a:cubicBezTo>
                <a:lnTo>
                  <a:pt x="0" y="51192"/>
                </a:lnTo>
                <a:close/>
                <a:moveTo>
                  <a:pt x="61768" y="59061"/>
                </a:moveTo>
                <a:lnTo>
                  <a:pt x="58899" y="58326"/>
                </a:lnTo>
                <a:lnTo>
                  <a:pt x="58311" y="57590"/>
                </a:lnTo>
                <a:lnTo>
                  <a:pt x="58311" y="48470"/>
                </a:lnTo>
                <a:cubicBezTo>
                  <a:pt x="67039" y="41998"/>
                  <a:pt x="75522" y="38761"/>
                  <a:pt x="83759" y="38761"/>
                </a:cubicBezTo>
                <a:cubicBezTo>
                  <a:pt x="89398" y="38761"/>
                  <a:pt x="94081" y="39816"/>
                  <a:pt x="97808" y="41924"/>
                </a:cubicBezTo>
                <a:cubicBezTo>
                  <a:pt x="101534" y="44033"/>
                  <a:pt x="104231" y="46668"/>
                  <a:pt x="105898" y="49831"/>
                </a:cubicBezTo>
                <a:cubicBezTo>
                  <a:pt x="107565" y="52994"/>
                  <a:pt x="108399" y="56683"/>
                  <a:pt x="108399" y="60900"/>
                </a:cubicBezTo>
                <a:lnTo>
                  <a:pt x="108031" y="75684"/>
                </a:lnTo>
                <a:lnTo>
                  <a:pt x="108031" y="97602"/>
                </a:lnTo>
                <a:cubicBezTo>
                  <a:pt x="108031" y="100593"/>
                  <a:pt x="108240" y="102408"/>
                  <a:pt x="108656" y="103045"/>
                </a:cubicBezTo>
                <a:cubicBezTo>
                  <a:pt x="109073" y="103682"/>
                  <a:pt x="109551" y="104112"/>
                  <a:pt x="110091" y="104332"/>
                </a:cubicBezTo>
                <a:cubicBezTo>
                  <a:pt x="110630" y="104553"/>
                  <a:pt x="111635" y="104737"/>
                  <a:pt x="113106" y="104884"/>
                </a:cubicBezTo>
                <a:lnTo>
                  <a:pt x="117299" y="105252"/>
                </a:lnTo>
                <a:lnTo>
                  <a:pt x="117887" y="105914"/>
                </a:lnTo>
                <a:lnTo>
                  <a:pt x="117887" y="108856"/>
                </a:lnTo>
                <a:lnTo>
                  <a:pt x="117299" y="109444"/>
                </a:lnTo>
                <a:cubicBezTo>
                  <a:pt x="113719" y="109150"/>
                  <a:pt x="110385" y="109003"/>
                  <a:pt x="107296" y="109003"/>
                </a:cubicBezTo>
                <a:cubicBezTo>
                  <a:pt x="104354" y="109003"/>
                  <a:pt x="100823" y="109150"/>
                  <a:pt x="96704" y="109444"/>
                </a:cubicBezTo>
                <a:lnTo>
                  <a:pt x="95601" y="108414"/>
                </a:lnTo>
                <a:lnTo>
                  <a:pt x="95895" y="96573"/>
                </a:lnTo>
                <a:lnTo>
                  <a:pt x="79861" y="109076"/>
                </a:lnTo>
                <a:cubicBezTo>
                  <a:pt x="77164" y="110204"/>
                  <a:pt x="74222" y="110768"/>
                  <a:pt x="71035" y="110768"/>
                </a:cubicBezTo>
                <a:cubicBezTo>
                  <a:pt x="67112" y="110768"/>
                  <a:pt x="63741" y="110057"/>
                  <a:pt x="60922" y="108635"/>
                </a:cubicBezTo>
                <a:cubicBezTo>
                  <a:pt x="58102" y="107213"/>
                  <a:pt x="55945" y="105227"/>
                  <a:pt x="54449" y="102677"/>
                </a:cubicBezTo>
                <a:cubicBezTo>
                  <a:pt x="52954" y="100127"/>
                  <a:pt x="52206" y="97038"/>
                  <a:pt x="52206" y="93410"/>
                </a:cubicBezTo>
                <a:cubicBezTo>
                  <a:pt x="52206" y="86202"/>
                  <a:pt x="54462" y="80575"/>
                  <a:pt x="58973" y="76530"/>
                </a:cubicBezTo>
                <a:cubicBezTo>
                  <a:pt x="63484" y="72485"/>
                  <a:pt x="75791" y="69040"/>
                  <a:pt x="95895" y="66196"/>
                </a:cubicBezTo>
                <a:cubicBezTo>
                  <a:pt x="95895" y="58939"/>
                  <a:pt x="94277" y="53827"/>
                  <a:pt x="91041" y="50861"/>
                </a:cubicBezTo>
                <a:cubicBezTo>
                  <a:pt x="87805" y="47894"/>
                  <a:pt x="83465" y="46411"/>
                  <a:pt x="78022" y="46411"/>
                </a:cubicBezTo>
                <a:cubicBezTo>
                  <a:pt x="75178" y="46411"/>
                  <a:pt x="72592" y="46828"/>
                  <a:pt x="70263" y="47661"/>
                </a:cubicBezTo>
                <a:cubicBezTo>
                  <a:pt x="67934" y="48495"/>
                  <a:pt x="66598" y="49169"/>
                  <a:pt x="66254" y="49684"/>
                </a:cubicBezTo>
                <a:cubicBezTo>
                  <a:pt x="65911" y="50199"/>
                  <a:pt x="64587" y="53202"/>
                  <a:pt x="62283" y="58694"/>
                </a:cubicBezTo>
                <a:lnTo>
                  <a:pt x="61768" y="59061"/>
                </a:lnTo>
                <a:moveTo>
                  <a:pt x="95895" y="70683"/>
                </a:moveTo>
                <a:cubicBezTo>
                  <a:pt x="82166" y="72987"/>
                  <a:pt x="73609" y="75463"/>
                  <a:pt x="70226" y="78111"/>
                </a:cubicBezTo>
                <a:cubicBezTo>
                  <a:pt x="66843" y="80759"/>
                  <a:pt x="65151" y="84853"/>
                  <a:pt x="65151" y="90394"/>
                </a:cubicBezTo>
                <a:cubicBezTo>
                  <a:pt x="65151" y="98044"/>
                  <a:pt x="68951" y="101868"/>
                  <a:pt x="76551" y="101868"/>
                </a:cubicBezTo>
                <a:cubicBezTo>
                  <a:pt x="83073" y="101868"/>
                  <a:pt x="89521" y="98093"/>
                  <a:pt x="95895" y="90541"/>
                </a:cubicBezTo>
                <a:lnTo>
                  <a:pt x="95895" y="70683"/>
                </a:lnTo>
                <a:moveTo>
                  <a:pt x="83392" y="34201"/>
                </a:moveTo>
                <a:lnTo>
                  <a:pt x="83392" y="34201"/>
                </a:lnTo>
                <a:moveTo>
                  <a:pt x="81847" y="113342"/>
                </a:moveTo>
                <a:lnTo>
                  <a:pt x="81847" y="113342"/>
                </a:lnTo>
                <a:close/>
                <a:moveTo>
                  <a:pt x="128920" y="87305"/>
                </a:moveTo>
                <a:lnTo>
                  <a:pt x="132083" y="87305"/>
                </a:lnTo>
                <a:lnTo>
                  <a:pt x="132745" y="87967"/>
                </a:lnTo>
                <a:cubicBezTo>
                  <a:pt x="132843" y="92086"/>
                  <a:pt x="133088" y="95616"/>
                  <a:pt x="133480" y="98558"/>
                </a:cubicBezTo>
                <a:cubicBezTo>
                  <a:pt x="135000" y="100863"/>
                  <a:pt x="137624" y="102739"/>
                  <a:pt x="141350" y="104185"/>
                </a:cubicBezTo>
                <a:cubicBezTo>
                  <a:pt x="145077" y="105632"/>
                  <a:pt x="148754" y="106355"/>
                  <a:pt x="152383" y="106355"/>
                </a:cubicBezTo>
                <a:cubicBezTo>
                  <a:pt x="157580" y="106355"/>
                  <a:pt x="161736" y="104957"/>
                  <a:pt x="164850" y="102162"/>
                </a:cubicBezTo>
                <a:cubicBezTo>
                  <a:pt x="167963" y="99367"/>
                  <a:pt x="169520" y="96033"/>
                  <a:pt x="169520" y="92159"/>
                </a:cubicBezTo>
                <a:cubicBezTo>
                  <a:pt x="169520" y="90051"/>
                  <a:pt x="168956" y="88224"/>
                  <a:pt x="167829" y="86680"/>
                </a:cubicBezTo>
                <a:cubicBezTo>
                  <a:pt x="166701" y="85135"/>
                  <a:pt x="164997" y="83860"/>
                  <a:pt x="162717" y="82855"/>
                </a:cubicBezTo>
                <a:cubicBezTo>
                  <a:pt x="160437" y="81850"/>
                  <a:pt x="156355" y="80661"/>
                  <a:pt x="150471" y="79288"/>
                </a:cubicBezTo>
                <a:cubicBezTo>
                  <a:pt x="145420" y="78111"/>
                  <a:pt x="141890" y="77192"/>
                  <a:pt x="139879" y="76530"/>
                </a:cubicBezTo>
                <a:cubicBezTo>
                  <a:pt x="137869" y="75868"/>
                  <a:pt x="135932" y="74752"/>
                  <a:pt x="134069" y="73183"/>
                </a:cubicBezTo>
                <a:cubicBezTo>
                  <a:pt x="132205" y="71614"/>
                  <a:pt x="130783" y="69690"/>
                  <a:pt x="129803" y="67410"/>
                </a:cubicBezTo>
                <a:cubicBezTo>
                  <a:pt x="128822" y="65129"/>
                  <a:pt x="128332" y="62616"/>
                  <a:pt x="128332" y="59871"/>
                </a:cubicBezTo>
                <a:cubicBezTo>
                  <a:pt x="128332" y="53300"/>
                  <a:pt x="130943" y="48041"/>
                  <a:pt x="136165" y="44094"/>
                </a:cubicBezTo>
                <a:cubicBezTo>
                  <a:pt x="141387" y="40147"/>
                  <a:pt x="147896" y="38173"/>
                  <a:pt x="155693" y="38173"/>
                </a:cubicBezTo>
                <a:cubicBezTo>
                  <a:pt x="158978" y="38173"/>
                  <a:pt x="162557" y="38627"/>
                  <a:pt x="166431" y="39534"/>
                </a:cubicBezTo>
                <a:cubicBezTo>
                  <a:pt x="170305" y="40441"/>
                  <a:pt x="173247" y="41311"/>
                  <a:pt x="175257" y="42145"/>
                </a:cubicBezTo>
                <a:lnTo>
                  <a:pt x="175919" y="43174"/>
                </a:lnTo>
                <a:cubicBezTo>
                  <a:pt x="175527" y="45136"/>
                  <a:pt x="175282" y="50284"/>
                  <a:pt x="175184" y="58620"/>
                </a:cubicBezTo>
                <a:lnTo>
                  <a:pt x="174522" y="59282"/>
                </a:lnTo>
                <a:lnTo>
                  <a:pt x="171580" y="59282"/>
                </a:lnTo>
                <a:lnTo>
                  <a:pt x="170918" y="58620"/>
                </a:lnTo>
                <a:cubicBezTo>
                  <a:pt x="170722" y="55629"/>
                  <a:pt x="170452" y="53533"/>
                  <a:pt x="170109" y="52332"/>
                </a:cubicBezTo>
                <a:cubicBezTo>
                  <a:pt x="169765" y="51130"/>
                  <a:pt x="168883" y="49831"/>
                  <a:pt x="167461" y="48433"/>
                </a:cubicBezTo>
                <a:cubicBezTo>
                  <a:pt x="166039" y="47036"/>
                  <a:pt x="164028" y="45859"/>
                  <a:pt x="161430" y="44903"/>
                </a:cubicBezTo>
                <a:cubicBezTo>
                  <a:pt x="158831" y="43947"/>
                  <a:pt x="156085" y="43469"/>
                  <a:pt x="153192" y="43469"/>
                </a:cubicBezTo>
                <a:cubicBezTo>
                  <a:pt x="150201" y="43469"/>
                  <a:pt x="147688" y="43910"/>
                  <a:pt x="145653" y="44793"/>
                </a:cubicBezTo>
                <a:cubicBezTo>
                  <a:pt x="143618" y="45675"/>
                  <a:pt x="141975" y="47011"/>
                  <a:pt x="140725" y="48801"/>
                </a:cubicBezTo>
                <a:cubicBezTo>
                  <a:pt x="139475" y="50591"/>
                  <a:pt x="138849" y="52761"/>
                  <a:pt x="138849" y="55310"/>
                </a:cubicBezTo>
                <a:cubicBezTo>
                  <a:pt x="138849" y="57174"/>
                  <a:pt x="139229" y="58841"/>
                  <a:pt x="139989" y="60312"/>
                </a:cubicBezTo>
                <a:cubicBezTo>
                  <a:pt x="140750" y="61783"/>
                  <a:pt x="141914" y="62972"/>
                  <a:pt x="143483" y="63879"/>
                </a:cubicBezTo>
                <a:cubicBezTo>
                  <a:pt x="145052" y="64786"/>
                  <a:pt x="146695" y="65436"/>
                  <a:pt x="148411" y="65828"/>
                </a:cubicBezTo>
                <a:lnTo>
                  <a:pt x="156428" y="67888"/>
                </a:lnTo>
                <a:cubicBezTo>
                  <a:pt x="163293" y="69555"/>
                  <a:pt x="168209" y="71001"/>
                  <a:pt x="171175" y="72227"/>
                </a:cubicBezTo>
                <a:cubicBezTo>
                  <a:pt x="174142" y="73453"/>
                  <a:pt x="176434" y="75304"/>
                  <a:pt x="178052" y="77780"/>
                </a:cubicBezTo>
                <a:cubicBezTo>
                  <a:pt x="179670" y="80256"/>
                  <a:pt x="180479" y="83260"/>
                  <a:pt x="180479" y="86790"/>
                </a:cubicBezTo>
                <a:cubicBezTo>
                  <a:pt x="180479" y="93557"/>
                  <a:pt x="177684" y="99367"/>
                  <a:pt x="172095" y="104222"/>
                </a:cubicBezTo>
                <a:cubicBezTo>
                  <a:pt x="166505" y="109076"/>
                  <a:pt x="159321" y="111503"/>
                  <a:pt x="150544" y="111503"/>
                </a:cubicBezTo>
                <a:cubicBezTo>
                  <a:pt x="147455" y="111503"/>
                  <a:pt x="143618" y="111160"/>
                  <a:pt x="139033" y="110474"/>
                </a:cubicBezTo>
                <a:cubicBezTo>
                  <a:pt x="134449" y="109787"/>
                  <a:pt x="130538" y="109027"/>
                  <a:pt x="127302" y="108194"/>
                </a:cubicBezTo>
                <a:lnTo>
                  <a:pt x="126934" y="107237"/>
                </a:lnTo>
                <a:lnTo>
                  <a:pt x="127670" y="102310"/>
                </a:lnTo>
                <a:cubicBezTo>
                  <a:pt x="127915" y="100789"/>
                  <a:pt x="128062" y="99257"/>
                  <a:pt x="128111" y="97713"/>
                </a:cubicBezTo>
                <a:cubicBezTo>
                  <a:pt x="128160" y="96168"/>
                  <a:pt x="128209" y="92919"/>
                  <a:pt x="128258" y="87967"/>
                </a:cubicBezTo>
                <a:lnTo>
                  <a:pt x="128920" y="87305"/>
                </a:lnTo>
                <a:close/>
                <a:moveTo>
                  <a:pt x="211530" y="0"/>
                </a:moveTo>
                <a:lnTo>
                  <a:pt x="212928" y="883"/>
                </a:lnTo>
                <a:cubicBezTo>
                  <a:pt x="212389" y="6522"/>
                  <a:pt x="212119" y="17824"/>
                  <a:pt x="212119" y="34790"/>
                </a:cubicBezTo>
                <a:lnTo>
                  <a:pt x="212119" y="69285"/>
                </a:lnTo>
                <a:cubicBezTo>
                  <a:pt x="213786" y="68304"/>
                  <a:pt x="217071" y="65840"/>
                  <a:pt x="221975" y="61893"/>
                </a:cubicBezTo>
                <a:cubicBezTo>
                  <a:pt x="226878" y="57946"/>
                  <a:pt x="232063" y="53435"/>
                  <a:pt x="237531" y="48360"/>
                </a:cubicBezTo>
                <a:cubicBezTo>
                  <a:pt x="242998" y="43285"/>
                  <a:pt x="245805" y="40527"/>
                  <a:pt x="245952" y="40085"/>
                </a:cubicBezTo>
                <a:cubicBezTo>
                  <a:pt x="250120" y="40232"/>
                  <a:pt x="252621" y="40306"/>
                  <a:pt x="253455" y="40306"/>
                </a:cubicBezTo>
                <a:cubicBezTo>
                  <a:pt x="254582" y="40306"/>
                  <a:pt x="256862" y="40232"/>
                  <a:pt x="260295" y="40085"/>
                </a:cubicBezTo>
                <a:lnTo>
                  <a:pt x="260957" y="40747"/>
                </a:lnTo>
                <a:lnTo>
                  <a:pt x="260957" y="43616"/>
                </a:lnTo>
                <a:lnTo>
                  <a:pt x="260368" y="44278"/>
                </a:lnTo>
                <a:cubicBezTo>
                  <a:pt x="257917" y="44425"/>
                  <a:pt x="256041" y="44744"/>
                  <a:pt x="254742" y="45234"/>
                </a:cubicBezTo>
                <a:cubicBezTo>
                  <a:pt x="253442" y="45724"/>
                  <a:pt x="250794" y="47342"/>
                  <a:pt x="246798" y="50088"/>
                </a:cubicBezTo>
                <a:cubicBezTo>
                  <a:pt x="242802" y="52834"/>
                  <a:pt x="238082" y="56438"/>
                  <a:pt x="232640" y="60900"/>
                </a:cubicBezTo>
                <a:lnTo>
                  <a:pt x="225505" y="66711"/>
                </a:lnTo>
                <a:cubicBezTo>
                  <a:pt x="228104" y="69751"/>
                  <a:pt x="232652" y="74519"/>
                  <a:pt x="239149" y="81016"/>
                </a:cubicBezTo>
                <a:cubicBezTo>
                  <a:pt x="245646" y="87513"/>
                  <a:pt x="250905" y="92552"/>
                  <a:pt x="254926" y="96131"/>
                </a:cubicBezTo>
                <a:cubicBezTo>
                  <a:pt x="258946" y="99711"/>
                  <a:pt x="261570" y="101758"/>
                  <a:pt x="262796" y="102273"/>
                </a:cubicBezTo>
                <a:cubicBezTo>
                  <a:pt x="264021" y="102788"/>
                  <a:pt x="265321" y="103045"/>
                  <a:pt x="266694" y="103045"/>
                </a:cubicBezTo>
                <a:lnTo>
                  <a:pt x="266694" y="106208"/>
                </a:lnTo>
                <a:cubicBezTo>
                  <a:pt x="264879" y="106551"/>
                  <a:pt x="260197" y="108046"/>
                  <a:pt x="252645" y="110694"/>
                </a:cubicBezTo>
                <a:cubicBezTo>
                  <a:pt x="247546" y="106281"/>
                  <a:pt x="244310" y="103364"/>
                  <a:pt x="242937" y="101942"/>
                </a:cubicBezTo>
                <a:lnTo>
                  <a:pt x="237494" y="96352"/>
                </a:lnTo>
                <a:lnTo>
                  <a:pt x="231021" y="89806"/>
                </a:lnTo>
                <a:cubicBezTo>
                  <a:pt x="229011" y="87795"/>
                  <a:pt x="226314" y="85246"/>
                  <a:pt x="222931" y="82157"/>
                </a:cubicBezTo>
                <a:lnTo>
                  <a:pt x="212119" y="72154"/>
                </a:lnTo>
                <a:lnTo>
                  <a:pt x="212119" y="80906"/>
                </a:lnTo>
                <a:cubicBezTo>
                  <a:pt x="212119" y="81985"/>
                  <a:pt x="212217" y="85454"/>
                  <a:pt x="212413" y="91314"/>
                </a:cubicBezTo>
                <a:cubicBezTo>
                  <a:pt x="212609" y="97173"/>
                  <a:pt x="212818" y="100593"/>
                  <a:pt x="213038" y="101574"/>
                </a:cubicBezTo>
                <a:cubicBezTo>
                  <a:pt x="213259" y="102555"/>
                  <a:pt x="213590" y="103266"/>
                  <a:pt x="214031" y="103707"/>
                </a:cubicBezTo>
                <a:cubicBezTo>
                  <a:pt x="214473" y="104148"/>
                  <a:pt x="215012" y="104430"/>
                  <a:pt x="215649" y="104553"/>
                </a:cubicBezTo>
                <a:cubicBezTo>
                  <a:pt x="216287" y="104675"/>
                  <a:pt x="218935" y="104884"/>
                  <a:pt x="223593" y="105178"/>
                </a:cubicBezTo>
                <a:lnTo>
                  <a:pt x="224255" y="105766"/>
                </a:lnTo>
                <a:lnTo>
                  <a:pt x="224255" y="108856"/>
                </a:lnTo>
                <a:lnTo>
                  <a:pt x="223666" y="109518"/>
                </a:lnTo>
                <a:cubicBezTo>
                  <a:pt x="217537" y="109125"/>
                  <a:pt x="211629" y="108929"/>
                  <a:pt x="205941" y="108929"/>
                </a:cubicBezTo>
                <a:cubicBezTo>
                  <a:pt x="200302" y="108929"/>
                  <a:pt x="194418" y="109125"/>
                  <a:pt x="188288" y="109518"/>
                </a:cubicBezTo>
                <a:lnTo>
                  <a:pt x="187626" y="108856"/>
                </a:lnTo>
                <a:lnTo>
                  <a:pt x="187626" y="105766"/>
                </a:lnTo>
                <a:lnTo>
                  <a:pt x="188288" y="105178"/>
                </a:lnTo>
                <a:cubicBezTo>
                  <a:pt x="193045" y="104884"/>
                  <a:pt x="195729" y="104663"/>
                  <a:pt x="196342" y="104516"/>
                </a:cubicBezTo>
                <a:cubicBezTo>
                  <a:pt x="196955" y="104369"/>
                  <a:pt x="197494" y="104062"/>
                  <a:pt x="197960" y="103597"/>
                </a:cubicBezTo>
                <a:cubicBezTo>
                  <a:pt x="198426" y="103131"/>
                  <a:pt x="198745" y="102420"/>
                  <a:pt x="198916" y="101464"/>
                </a:cubicBezTo>
                <a:cubicBezTo>
                  <a:pt x="199088" y="100508"/>
                  <a:pt x="199284" y="97345"/>
                  <a:pt x="199505" y="91976"/>
                </a:cubicBezTo>
                <a:cubicBezTo>
                  <a:pt x="199726" y="86606"/>
                  <a:pt x="199836" y="82549"/>
                  <a:pt x="199836" y="79803"/>
                </a:cubicBezTo>
                <a:lnTo>
                  <a:pt x="199836" y="41703"/>
                </a:lnTo>
                <a:lnTo>
                  <a:pt x="199542" y="26111"/>
                </a:lnTo>
                <a:cubicBezTo>
                  <a:pt x="199395" y="20668"/>
                  <a:pt x="199235" y="16892"/>
                  <a:pt x="199064" y="14784"/>
                </a:cubicBezTo>
                <a:cubicBezTo>
                  <a:pt x="198892" y="12675"/>
                  <a:pt x="198659" y="11425"/>
                  <a:pt x="198365" y="11033"/>
                </a:cubicBezTo>
                <a:cubicBezTo>
                  <a:pt x="198071" y="10640"/>
                  <a:pt x="197556" y="10346"/>
                  <a:pt x="196820" y="10150"/>
                </a:cubicBezTo>
                <a:cubicBezTo>
                  <a:pt x="196085" y="9954"/>
                  <a:pt x="193118" y="9856"/>
                  <a:pt x="187921" y="9856"/>
                </a:cubicBezTo>
                <a:lnTo>
                  <a:pt x="187259" y="9194"/>
                </a:lnTo>
                <a:lnTo>
                  <a:pt x="187259" y="6105"/>
                </a:lnTo>
                <a:lnTo>
                  <a:pt x="187847" y="5443"/>
                </a:lnTo>
                <a:cubicBezTo>
                  <a:pt x="197213" y="4364"/>
                  <a:pt x="205107" y="2550"/>
                  <a:pt x="21153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86cb941004818"/>
          <a:stretch xmlns:a="http://schemas.openxmlformats.org/drawingml/2006/main"/>
        </p:blipFill>
        <p:spPr>
          <a:xfrm xmlns:a="http://schemas.openxmlformats.org/drawingml/2006/main">
            <a:off x="3400283" y="4136533"/>
            <a:ext cx="1497287" cy="855593"/>
          </a:xfrm>
          <a:prstGeom xmlns:a="http://schemas.openxmlformats.org/drawingml/2006/main" prst="rect">
            <a:avLst/>
          </a:prstGeom>
        </p:spPr>
      </p:pic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1F97E-A231-4EFD-97F1-B82E8437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041" y="4166916"/>
            <a:ext cx="1384439" cy="746133"/>
          </a:xfrm>
          <a:custGeom xmlns:a="http://schemas.openxmlformats.org/drawingml/2006/main">
            <a:pathLst>
              <a:path w="1384439" h="746133">
                <a:moveTo>
                  <a:pt x="0" y="124397"/>
                </a:moveTo>
                <a:cubicBezTo>
                  <a:pt x="0" y="55734"/>
                  <a:pt x="55609" y="0"/>
                  <a:pt x="124272" y="0"/>
                </a:cubicBezTo>
                <a:lnTo>
                  <a:pt x="1260041" y="0"/>
                </a:lnTo>
                <a:cubicBezTo>
                  <a:pt x="1328705" y="0"/>
                  <a:pt x="1384439" y="55734"/>
                  <a:pt x="1384439" y="124397"/>
                </a:cubicBezTo>
                <a:lnTo>
                  <a:pt x="1384439" y="621736"/>
                </a:lnTo>
                <a:cubicBezTo>
                  <a:pt x="1384439" y="690525"/>
                  <a:pt x="1328705" y="746133"/>
                  <a:pt x="1260041" y="746133"/>
                </a:cubicBezTo>
                <a:lnTo>
                  <a:pt x="124272" y="746133"/>
                </a:lnTo>
                <a:cubicBezTo>
                  <a:pt x="55609" y="746133"/>
                  <a:pt x="0" y="690525"/>
                  <a:pt x="0" y="621736"/>
                </a:cubicBezTo>
                <a:lnTo>
                  <a:pt x="0" y="124397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0B93A-D267-44AB-B79A-92056DB0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041" y="4166916"/>
            <a:ext cx="1384439" cy="746133"/>
          </a:xfrm>
          <a:custGeom xmlns:a="http://schemas.openxmlformats.org/drawingml/2006/main">
            <a:pathLst>
              <a:path w="1384439" h="746133" fill="none">
                <a:moveTo>
                  <a:pt x="0" y="124397"/>
                </a:moveTo>
                <a:cubicBezTo>
                  <a:pt x="0" y="55734"/>
                  <a:pt x="55609" y="0"/>
                  <a:pt x="124272" y="0"/>
                </a:cubicBezTo>
                <a:lnTo>
                  <a:pt x="1260041" y="0"/>
                </a:lnTo>
                <a:cubicBezTo>
                  <a:pt x="1328705" y="0"/>
                  <a:pt x="1384439" y="55734"/>
                  <a:pt x="1384439" y="124397"/>
                </a:cubicBezTo>
                <a:lnTo>
                  <a:pt x="1384439" y="621736"/>
                </a:lnTo>
                <a:cubicBezTo>
                  <a:pt x="1384439" y="690525"/>
                  <a:pt x="1328705" y="746133"/>
                  <a:pt x="1260041" y="746133"/>
                </a:cubicBezTo>
                <a:lnTo>
                  <a:pt x="124272" y="746133"/>
                </a:lnTo>
                <a:cubicBezTo>
                  <a:pt x="55609" y="746133"/>
                  <a:pt x="0" y="690525"/>
                  <a:pt x="0" y="621736"/>
                </a:cubicBezTo>
                <a:lnTo>
                  <a:pt x="0" y="1243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d92cc2cf24e2a"/>
          <a:stretch xmlns:a="http://schemas.openxmlformats.org/drawingml/2006/main"/>
        </p:blipFill>
        <p:spPr>
          <a:xfrm xmlns:a="http://schemas.openxmlformats.org/drawingml/2006/main">
            <a:off x="3918728" y="1193970"/>
            <a:ext cx="377513" cy="341898"/>
          </a:xfrm>
          <a:prstGeom xmlns:a="http://schemas.openxmlformats.org/drawingml/2006/main" prst="rect">
            <a:avLst/>
          </a:prstGeom>
        </p:spPr>
      </p:pic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88D85-267D-4A41-840C-C2EA2109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096" y="1226682"/>
            <a:ext cx="264347" cy="227468"/>
          </a:xfrm>
          <a:custGeom xmlns:a="http://schemas.openxmlformats.org/drawingml/2006/main">
            <a:pathLst>
              <a:path w="264347" h="227468">
                <a:moveTo>
                  <a:pt x="0" y="227468"/>
                </a:moveTo>
                <a:lnTo>
                  <a:pt x="0" y="0"/>
                </a:lnTo>
                <a:lnTo>
                  <a:pt x="264347" y="0"/>
                </a:lnTo>
                <a:lnTo>
                  <a:pt x="264347" y="227468"/>
                </a:lnTo>
                <a:lnTo>
                  <a:pt x="0" y="227468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596D0-1ABE-4874-B297-06AFD9B4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096" y="1226682"/>
            <a:ext cx="264347" cy="227468"/>
          </a:xfrm>
          <a:custGeom xmlns:a="http://schemas.openxmlformats.org/drawingml/2006/main">
            <a:pathLst>
              <a:path w="264347" h="227468" fill="none">
                <a:moveTo>
                  <a:pt x="0" y="227468"/>
                </a:moveTo>
                <a:lnTo>
                  <a:pt x="264347" y="227468"/>
                </a:lnTo>
                <a:lnTo>
                  <a:pt x="264347" y="0"/>
                </a:lnTo>
                <a:lnTo>
                  <a:pt x="0" y="0"/>
                </a:lnTo>
                <a:lnTo>
                  <a:pt x="0" y="2274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03EF8-A439-446E-9DEC-B1DEB73C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844" y="1226695"/>
            <a:ext cx="10" cy="227455"/>
          </a:xfrm>
          <a:custGeom xmlns:a="http://schemas.openxmlformats.org/drawingml/2006/main">
            <a:pathLst>
              <a:path w="1" h="227455" fill="none">
                <a:moveTo>
                  <a:pt x="0" y="0"/>
                </a:moveTo>
                <a:lnTo>
                  <a:pt x="0" y="227455"/>
                </a:lnTo>
              </a:path>
            </a:pathLst>
          </a:custGeom>
          <a:noFill xmlns:a="http://schemas.openxmlformats.org/drawingml/2006/main"/>
          <a:ln xmlns:a="http://schemas.openxmlformats.org/drawingml/2006/main" w="6276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12D27-42E6-4086-9393-E6CCBBF8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709" y="1226695"/>
            <a:ext cx="10" cy="227455"/>
          </a:xfrm>
          <a:custGeom xmlns:a="http://schemas.openxmlformats.org/drawingml/2006/main">
            <a:pathLst>
              <a:path w="1" h="227455" fill="none">
                <a:moveTo>
                  <a:pt x="0" y="0"/>
                </a:moveTo>
                <a:lnTo>
                  <a:pt x="0" y="227455"/>
                </a:lnTo>
              </a:path>
            </a:pathLst>
          </a:custGeom>
          <a:noFill xmlns:a="http://schemas.openxmlformats.org/drawingml/2006/main"/>
          <a:ln xmlns:a="http://schemas.openxmlformats.org/drawingml/2006/main" w="6276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1C25E-FF15-4B6A-A7C0-5A03F6E5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096" y="1304898"/>
            <a:ext cx="264360" cy="10"/>
          </a:xfrm>
          <a:custGeom xmlns:a="http://schemas.openxmlformats.org/drawingml/2006/main">
            <a:pathLst>
              <a:path w="264360" h="1" fill="none">
                <a:moveTo>
                  <a:pt x="0" y="0"/>
                </a:moveTo>
                <a:lnTo>
                  <a:pt x="2643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76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C5315-5002-45AF-A3BA-8D8D8965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096" y="1382223"/>
            <a:ext cx="264360" cy="10"/>
          </a:xfrm>
          <a:custGeom xmlns:a="http://schemas.openxmlformats.org/drawingml/2006/main">
            <a:pathLst>
              <a:path w="264360" h="1" fill="none">
                <a:moveTo>
                  <a:pt x="0" y="0"/>
                </a:moveTo>
                <a:lnTo>
                  <a:pt x="2643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76" cap="flat">
            <a:solidFill>
              <a:srgbClr val="000000"/>
            </a:solidFill>
            <a:miter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c14d51945468e"/>
          <a:stretch xmlns:a="http://schemas.openxmlformats.org/drawingml/2006/main"/>
        </p:blipFill>
        <p:spPr>
          <a:xfrm xmlns:a="http://schemas.openxmlformats.org/drawingml/2006/main">
            <a:off x="1529303" y="1406362"/>
            <a:ext cx="1837964" cy="369012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48bd984704fb8"/>
          <a:stretch xmlns:a="http://schemas.openxmlformats.org/drawingml/2006/main"/>
        </p:blipFill>
        <p:spPr>
          <a:xfrm xmlns:a="http://schemas.openxmlformats.org/drawingml/2006/main">
            <a:off x="1698136" y="1406657"/>
            <a:ext cx="1497287" cy="413537"/>
          </a:xfrm>
          <a:prstGeom xmlns:a="http://schemas.openxmlformats.org/drawingml/2006/main" prst="rect">
            <a:avLst/>
          </a:prstGeom>
        </p:spPr>
      </p:pic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B26B9-9562-4585-8A7C-0D40D1CE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168" y="1438070"/>
            <a:ext cx="1733404" cy="256339"/>
          </a:xfrm>
          <a:custGeom xmlns:a="http://schemas.openxmlformats.org/drawingml/2006/main">
            <a:pathLst>
              <a:path w="1733404" h="256339">
                <a:moveTo>
                  <a:pt x="0" y="256339"/>
                </a:moveTo>
                <a:lnTo>
                  <a:pt x="0" y="0"/>
                </a:lnTo>
                <a:lnTo>
                  <a:pt x="1733404" y="0"/>
                </a:lnTo>
                <a:lnTo>
                  <a:pt x="1733404" y="256339"/>
                </a:lnTo>
                <a:lnTo>
                  <a:pt x="0" y="256339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82619-A984-462F-83B7-4CC5921E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168" y="1438070"/>
            <a:ext cx="1733404" cy="256339"/>
          </a:xfrm>
          <a:custGeom xmlns:a="http://schemas.openxmlformats.org/drawingml/2006/main">
            <a:pathLst>
              <a:path w="1733404" h="256339" fill="none">
                <a:moveTo>
                  <a:pt x="0" y="256339"/>
                </a:moveTo>
                <a:lnTo>
                  <a:pt x="1733404" y="256339"/>
                </a:lnTo>
                <a:lnTo>
                  <a:pt x="1733404" y="0"/>
                </a:lnTo>
                <a:lnTo>
                  <a:pt x="0" y="0"/>
                </a:lnTo>
                <a:lnTo>
                  <a:pt x="0" y="2563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59" name="Text Objectivefunction">
            <a:extLst xmlns:a="http://schemas.openxmlformats.org/drawingml/2006/main">
              <a:ext uri="{FF2B5EF4-FFF2-40B4-BE49-F238E27FC236}">
                <a16:creationId xmlns:a16="http://schemas.microsoft.com/office/drawing/2014/main" id="{7F109763-12A6-401F-AE58-72DF77E9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159" y="1506961"/>
            <a:ext cx="1210156" cy="151589"/>
          </a:xfrm>
          <a:custGeom xmlns:a="http://schemas.openxmlformats.org/drawingml/2006/main">
            <a:pathLst>
              <a:path w="1210156" h="151589">
                <a:moveTo>
                  <a:pt x="0" y="58694"/>
                </a:moveTo>
                <a:cubicBezTo>
                  <a:pt x="0" y="51339"/>
                  <a:pt x="1054" y="44474"/>
                  <a:pt x="3163" y="38099"/>
                </a:cubicBezTo>
                <a:cubicBezTo>
                  <a:pt x="5271" y="31725"/>
                  <a:pt x="8863" y="25829"/>
                  <a:pt x="13938" y="20410"/>
                </a:cubicBezTo>
                <a:cubicBezTo>
                  <a:pt x="19013" y="14992"/>
                  <a:pt x="25130" y="10800"/>
                  <a:pt x="32289" y="7833"/>
                </a:cubicBezTo>
                <a:cubicBezTo>
                  <a:pt x="39448" y="4867"/>
                  <a:pt x="47538" y="3383"/>
                  <a:pt x="56561" y="3383"/>
                </a:cubicBezTo>
                <a:cubicBezTo>
                  <a:pt x="73281" y="3383"/>
                  <a:pt x="86594" y="7931"/>
                  <a:pt x="96499" y="17027"/>
                </a:cubicBezTo>
                <a:cubicBezTo>
                  <a:pt x="106404" y="26123"/>
                  <a:pt x="111356" y="38541"/>
                  <a:pt x="111356" y="54281"/>
                </a:cubicBezTo>
                <a:cubicBezTo>
                  <a:pt x="111356" y="65362"/>
                  <a:pt x="108929" y="75316"/>
                  <a:pt x="104075" y="84142"/>
                </a:cubicBezTo>
                <a:cubicBezTo>
                  <a:pt x="99220" y="92969"/>
                  <a:pt x="92270" y="99833"/>
                  <a:pt x="83223" y="104737"/>
                </a:cubicBezTo>
                <a:cubicBezTo>
                  <a:pt x="74176" y="109640"/>
                  <a:pt x="64014" y="112092"/>
                  <a:pt x="52736" y="112092"/>
                </a:cubicBezTo>
                <a:cubicBezTo>
                  <a:pt x="44744" y="112092"/>
                  <a:pt x="37388" y="110756"/>
                  <a:pt x="30671" y="108083"/>
                </a:cubicBezTo>
                <a:cubicBezTo>
                  <a:pt x="23953" y="105411"/>
                  <a:pt x="18228" y="101427"/>
                  <a:pt x="13497" y="96131"/>
                </a:cubicBezTo>
                <a:cubicBezTo>
                  <a:pt x="8765" y="90836"/>
                  <a:pt x="5332" y="84706"/>
                  <a:pt x="3199" y="77743"/>
                </a:cubicBezTo>
                <a:cubicBezTo>
                  <a:pt x="1066" y="70781"/>
                  <a:pt x="0" y="64431"/>
                  <a:pt x="0" y="58694"/>
                </a:cubicBezTo>
                <a:moveTo>
                  <a:pt x="15299" y="53839"/>
                </a:moveTo>
                <a:cubicBezTo>
                  <a:pt x="15299" y="59822"/>
                  <a:pt x="16267" y="66257"/>
                  <a:pt x="18204" y="73147"/>
                </a:cubicBezTo>
                <a:cubicBezTo>
                  <a:pt x="20141" y="80036"/>
                  <a:pt x="23034" y="85944"/>
                  <a:pt x="26883" y="90872"/>
                </a:cubicBezTo>
                <a:cubicBezTo>
                  <a:pt x="30732" y="95800"/>
                  <a:pt x="35170" y="99466"/>
                  <a:pt x="40196" y="101868"/>
                </a:cubicBezTo>
                <a:cubicBezTo>
                  <a:pt x="45222" y="104271"/>
                  <a:pt x="50946" y="105472"/>
                  <a:pt x="57370" y="105472"/>
                </a:cubicBezTo>
                <a:cubicBezTo>
                  <a:pt x="64970" y="105472"/>
                  <a:pt x="71737" y="103731"/>
                  <a:pt x="77670" y="100250"/>
                </a:cubicBezTo>
                <a:cubicBezTo>
                  <a:pt x="83603" y="96769"/>
                  <a:pt x="88114" y="91363"/>
                  <a:pt x="91203" y="84032"/>
                </a:cubicBezTo>
                <a:cubicBezTo>
                  <a:pt x="94292" y="76701"/>
                  <a:pt x="95837" y="68476"/>
                  <a:pt x="95837" y="59356"/>
                </a:cubicBezTo>
                <a:cubicBezTo>
                  <a:pt x="95837" y="49451"/>
                  <a:pt x="94072" y="40502"/>
                  <a:pt x="90541" y="32510"/>
                </a:cubicBezTo>
                <a:cubicBezTo>
                  <a:pt x="87011" y="24517"/>
                  <a:pt x="81985" y="18706"/>
                  <a:pt x="75463" y="15078"/>
                </a:cubicBezTo>
                <a:cubicBezTo>
                  <a:pt x="68942" y="11449"/>
                  <a:pt x="61709" y="9635"/>
                  <a:pt x="53766" y="9635"/>
                </a:cubicBezTo>
                <a:cubicBezTo>
                  <a:pt x="41851" y="9635"/>
                  <a:pt x="32461" y="13362"/>
                  <a:pt x="25596" y="20815"/>
                </a:cubicBezTo>
                <a:cubicBezTo>
                  <a:pt x="18731" y="28268"/>
                  <a:pt x="15299" y="39276"/>
                  <a:pt x="15299" y="53839"/>
                </a:cubicBezTo>
                <a:moveTo>
                  <a:pt x="54575" y="0"/>
                </a:moveTo>
                <a:lnTo>
                  <a:pt x="54575" y="0"/>
                </a:lnTo>
                <a:moveTo>
                  <a:pt x="54943" y="113783"/>
                </a:moveTo>
                <a:lnTo>
                  <a:pt x="54943" y="113783"/>
                </a:lnTo>
                <a:close/>
                <a:moveTo>
                  <a:pt x="114363" y="10297"/>
                </a:moveTo>
                <a:lnTo>
                  <a:pt x="113701" y="9635"/>
                </a:lnTo>
                <a:lnTo>
                  <a:pt x="113701" y="6546"/>
                </a:lnTo>
                <a:lnTo>
                  <a:pt x="114289" y="5884"/>
                </a:lnTo>
                <a:cubicBezTo>
                  <a:pt x="123655" y="4805"/>
                  <a:pt x="131549" y="2991"/>
                  <a:pt x="137973" y="441"/>
                </a:cubicBezTo>
                <a:lnTo>
                  <a:pt x="139370" y="1324"/>
                </a:lnTo>
                <a:cubicBezTo>
                  <a:pt x="138831" y="6963"/>
                  <a:pt x="138561" y="18265"/>
                  <a:pt x="138561" y="35231"/>
                </a:cubicBezTo>
                <a:lnTo>
                  <a:pt x="138561" y="53986"/>
                </a:lnTo>
                <a:cubicBezTo>
                  <a:pt x="139493" y="52761"/>
                  <a:pt x="141233" y="50885"/>
                  <a:pt x="143783" y="48360"/>
                </a:cubicBezTo>
                <a:cubicBezTo>
                  <a:pt x="146333" y="45835"/>
                  <a:pt x="148405" y="44057"/>
                  <a:pt x="149998" y="43027"/>
                </a:cubicBezTo>
                <a:cubicBezTo>
                  <a:pt x="151592" y="41998"/>
                  <a:pt x="153774" y="41091"/>
                  <a:pt x="156544" y="40306"/>
                </a:cubicBezTo>
                <a:cubicBezTo>
                  <a:pt x="159315" y="39521"/>
                  <a:pt x="162220" y="39129"/>
                  <a:pt x="165260" y="39129"/>
                </a:cubicBezTo>
                <a:cubicBezTo>
                  <a:pt x="170801" y="39129"/>
                  <a:pt x="175667" y="40502"/>
                  <a:pt x="179860" y="43248"/>
                </a:cubicBezTo>
                <a:cubicBezTo>
                  <a:pt x="184052" y="45994"/>
                  <a:pt x="187166" y="49659"/>
                  <a:pt x="189201" y="54244"/>
                </a:cubicBezTo>
                <a:cubicBezTo>
                  <a:pt x="191236" y="58829"/>
                  <a:pt x="192253" y="63720"/>
                  <a:pt x="192253" y="68917"/>
                </a:cubicBezTo>
                <a:cubicBezTo>
                  <a:pt x="192253" y="73870"/>
                  <a:pt x="191407" y="78577"/>
                  <a:pt x="189716" y="83039"/>
                </a:cubicBezTo>
                <a:cubicBezTo>
                  <a:pt x="188024" y="87501"/>
                  <a:pt x="186026" y="91179"/>
                  <a:pt x="183721" y="94072"/>
                </a:cubicBezTo>
                <a:cubicBezTo>
                  <a:pt x="182348" y="95739"/>
                  <a:pt x="179921" y="97847"/>
                  <a:pt x="176440" y="100397"/>
                </a:cubicBezTo>
                <a:cubicBezTo>
                  <a:pt x="169624" y="105350"/>
                  <a:pt x="164831" y="108451"/>
                  <a:pt x="162061" y="109701"/>
                </a:cubicBezTo>
                <a:cubicBezTo>
                  <a:pt x="159290" y="110952"/>
                  <a:pt x="155698" y="111577"/>
                  <a:pt x="151285" y="111577"/>
                </a:cubicBezTo>
                <a:cubicBezTo>
                  <a:pt x="147853" y="111577"/>
                  <a:pt x="144739" y="111099"/>
                  <a:pt x="141944" y="110143"/>
                </a:cubicBezTo>
                <a:cubicBezTo>
                  <a:pt x="139149" y="109187"/>
                  <a:pt x="136256" y="107679"/>
                  <a:pt x="133265" y="105619"/>
                </a:cubicBezTo>
                <a:lnTo>
                  <a:pt x="127308" y="111209"/>
                </a:lnTo>
                <a:lnTo>
                  <a:pt x="124880" y="110253"/>
                </a:lnTo>
                <a:cubicBezTo>
                  <a:pt x="125812" y="101329"/>
                  <a:pt x="126278" y="91179"/>
                  <a:pt x="126278" y="79803"/>
                </a:cubicBezTo>
                <a:lnTo>
                  <a:pt x="126278" y="40821"/>
                </a:lnTo>
                <a:lnTo>
                  <a:pt x="125984" y="26699"/>
                </a:lnTo>
                <a:cubicBezTo>
                  <a:pt x="125837" y="21305"/>
                  <a:pt x="125677" y="17517"/>
                  <a:pt x="125506" y="15335"/>
                </a:cubicBezTo>
                <a:cubicBezTo>
                  <a:pt x="125334" y="13153"/>
                  <a:pt x="125101" y="11866"/>
                  <a:pt x="124807" y="11474"/>
                </a:cubicBezTo>
                <a:cubicBezTo>
                  <a:pt x="124513" y="11082"/>
                  <a:pt x="124010" y="10787"/>
                  <a:pt x="123299" y="10591"/>
                </a:cubicBezTo>
                <a:cubicBezTo>
                  <a:pt x="122588" y="10395"/>
                  <a:pt x="119609" y="10297"/>
                  <a:pt x="114363" y="10297"/>
                </a:cubicBezTo>
                <a:moveTo>
                  <a:pt x="138561" y="62813"/>
                </a:moveTo>
                <a:lnTo>
                  <a:pt x="138561" y="90394"/>
                </a:lnTo>
                <a:cubicBezTo>
                  <a:pt x="138561" y="92699"/>
                  <a:pt x="138671" y="94207"/>
                  <a:pt x="138892" y="94918"/>
                </a:cubicBezTo>
                <a:cubicBezTo>
                  <a:pt x="139113" y="95629"/>
                  <a:pt x="140093" y="96707"/>
                  <a:pt x="141834" y="98154"/>
                </a:cubicBezTo>
                <a:cubicBezTo>
                  <a:pt x="143575" y="99600"/>
                  <a:pt x="145818" y="100851"/>
                  <a:pt x="148564" y="101905"/>
                </a:cubicBezTo>
                <a:cubicBezTo>
                  <a:pt x="151310" y="102959"/>
                  <a:pt x="154154" y="103486"/>
                  <a:pt x="157096" y="103486"/>
                </a:cubicBezTo>
                <a:cubicBezTo>
                  <a:pt x="164059" y="103486"/>
                  <a:pt x="169514" y="100789"/>
                  <a:pt x="173461" y="95396"/>
                </a:cubicBezTo>
                <a:cubicBezTo>
                  <a:pt x="177408" y="90002"/>
                  <a:pt x="179382" y="83162"/>
                  <a:pt x="179382" y="74875"/>
                </a:cubicBezTo>
                <a:cubicBezTo>
                  <a:pt x="179382" y="69677"/>
                  <a:pt x="178560" y="65080"/>
                  <a:pt x="176918" y="61084"/>
                </a:cubicBezTo>
                <a:cubicBezTo>
                  <a:pt x="175275" y="57088"/>
                  <a:pt x="172811" y="54035"/>
                  <a:pt x="169526" y="51927"/>
                </a:cubicBezTo>
                <a:cubicBezTo>
                  <a:pt x="166241" y="49819"/>
                  <a:pt x="162539" y="48764"/>
                  <a:pt x="158420" y="48764"/>
                </a:cubicBezTo>
                <a:cubicBezTo>
                  <a:pt x="153565" y="48764"/>
                  <a:pt x="149287" y="50199"/>
                  <a:pt x="145585" y="53067"/>
                </a:cubicBezTo>
                <a:cubicBezTo>
                  <a:pt x="141883" y="55936"/>
                  <a:pt x="139542" y="59184"/>
                  <a:pt x="138561" y="62813"/>
                </a:cubicBezTo>
                <a:close/>
                <a:moveTo>
                  <a:pt x="216418" y="6399"/>
                </a:moveTo>
                <a:cubicBezTo>
                  <a:pt x="218673" y="6399"/>
                  <a:pt x="220610" y="7196"/>
                  <a:pt x="222228" y="8789"/>
                </a:cubicBezTo>
                <a:cubicBezTo>
                  <a:pt x="223846" y="10383"/>
                  <a:pt x="224655" y="12357"/>
                  <a:pt x="224655" y="14710"/>
                </a:cubicBezTo>
                <a:cubicBezTo>
                  <a:pt x="224655" y="16966"/>
                  <a:pt x="223846" y="18903"/>
                  <a:pt x="222228" y="20521"/>
                </a:cubicBezTo>
                <a:cubicBezTo>
                  <a:pt x="220610" y="22139"/>
                  <a:pt x="218673" y="22948"/>
                  <a:pt x="216418" y="22948"/>
                </a:cubicBezTo>
                <a:cubicBezTo>
                  <a:pt x="214113" y="22948"/>
                  <a:pt x="212152" y="22139"/>
                  <a:pt x="210534" y="20521"/>
                </a:cubicBezTo>
                <a:cubicBezTo>
                  <a:pt x="208916" y="18903"/>
                  <a:pt x="208106" y="16966"/>
                  <a:pt x="208106" y="14710"/>
                </a:cubicBezTo>
                <a:cubicBezTo>
                  <a:pt x="208106" y="12406"/>
                  <a:pt x="208916" y="10444"/>
                  <a:pt x="210534" y="8826"/>
                </a:cubicBezTo>
                <a:cubicBezTo>
                  <a:pt x="212152" y="7208"/>
                  <a:pt x="214113" y="6399"/>
                  <a:pt x="216418" y="6399"/>
                </a:cubicBezTo>
                <a:moveTo>
                  <a:pt x="197956" y="45381"/>
                </a:moveTo>
                <a:lnTo>
                  <a:pt x="198618" y="44793"/>
                </a:lnTo>
                <a:cubicBezTo>
                  <a:pt x="207935" y="43665"/>
                  <a:pt x="215829" y="41826"/>
                  <a:pt x="222302" y="39276"/>
                </a:cubicBezTo>
                <a:lnTo>
                  <a:pt x="223626" y="40232"/>
                </a:lnTo>
                <a:cubicBezTo>
                  <a:pt x="223086" y="46656"/>
                  <a:pt x="222817" y="55654"/>
                  <a:pt x="222817" y="67226"/>
                </a:cubicBezTo>
                <a:lnTo>
                  <a:pt x="222817" y="80759"/>
                </a:lnTo>
                <a:lnTo>
                  <a:pt x="223037" y="104222"/>
                </a:lnTo>
                <a:cubicBezTo>
                  <a:pt x="223037" y="112312"/>
                  <a:pt x="222375" y="119790"/>
                  <a:pt x="221051" y="126655"/>
                </a:cubicBezTo>
                <a:cubicBezTo>
                  <a:pt x="219728" y="133520"/>
                  <a:pt x="216761" y="139391"/>
                  <a:pt x="212152" y="144270"/>
                </a:cubicBezTo>
                <a:cubicBezTo>
                  <a:pt x="207543" y="149149"/>
                  <a:pt x="202222" y="151589"/>
                  <a:pt x="196191" y="151589"/>
                </a:cubicBezTo>
                <a:cubicBezTo>
                  <a:pt x="195848" y="151589"/>
                  <a:pt x="195333" y="151564"/>
                  <a:pt x="194647" y="151515"/>
                </a:cubicBezTo>
                <a:lnTo>
                  <a:pt x="193911" y="147323"/>
                </a:lnTo>
                <a:lnTo>
                  <a:pt x="194573" y="146367"/>
                </a:lnTo>
                <a:cubicBezTo>
                  <a:pt x="195652" y="146465"/>
                  <a:pt x="196510" y="146514"/>
                  <a:pt x="197147" y="146514"/>
                </a:cubicBezTo>
                <a:cubicBezTo>
                  <a:pt x="198766" y="146514"/>
                  <a:pt x="200359" y="146060"/>
                  <a:pt x="201928" y="145153"/>
                </a:cubicBezTo>
                <a:cubicBezTo>
                  <a:pt x="203497" y="144246"/>
                  <a:pt x="204919" y="142836"/>
                  <a:pt x="206194" y="140924"/>
                </a:cubicBezTo>
                <a:cubicBezTo>
                  <a:pt x="207469" y="139011"/>
                  <a:pt x="208401" y="136646"/>
                  <a:pt x="208989" y="133826"/>
                </a:cubicBezTo>
                <a:cubicBezTo>
                  <a:pt x="209578" y="131007"/>
                  <a:pt x="209982" y="126594"/>
                  <a:pt x="210203" y="120587"/>
                </a:cubicBezTo>
                <a:cubicBezTo>
                  <a:pt x="210423" y="114580"/>
                  <a:pt x="210534" y="110572"/>
                  <a:pt x="210534" y="108561"/>
                </a:cubicBezTo>
                <a:lnTo>
                  <a:pt x="210534" y="65755"/>
                </a:lnTo>
                <a:cubicBezTo>
                  <a:pt x="210534" y="63793"/>
                  <a:pt x="210448" y="61133"/>
                  <a:pt x="210276" y="57774"/>
                </a:cubicBezTo>
                <a:cubicBezTo>
                  <a:pt x="210105" y="54416"/>
                  <a:pt x="209945" y="52319"/>
                  <a:pt x="209798" y="51486"/>
                </a:cubicBezTo>
                <a:cubicBezTo>
                  <a:pt x="209651" y="50652"/>
                  <a:pt x="209247" y="50064"/>
                  <a:pt x="208585" y="49721"/>
                </a:cubicBezTo>
                <a:cubicBezTo>
                  <a:pt x="207923" y="49377"/>
                  <a:pt x="206685" y="49206"/>
                  <a:pt x="204870" y="49206"/>
                </a:cubicBezTo>
                <a:lnTo>
                  <a:pt x="198618" y="49132"/>
                </a:lnTo>
                <a:lnTo>
                  <a:pt x="197956" y="48544"/>
                </a:lnTo>
                <a:lnTo>
                  <a:pt x="197956" y="45381"/>
                </a:lnTo>
                <a:close/>
                <a:moveTo>
                  <a:pt x="299187" y="98558"/>
                </a:moveTo>
                <a:lnTo>
                  <a:pt x="296833" y="103854"/>
                </a:lnTo>
                <a:cubicBezTo>
                  <a:pt x="291733" y="107139"/>
                  <a:pt x="287185" y="109272"/>
                  <a:pt x="283189" y="110253"/>
                </a:cubicBezTo>
                <a:cubicBezTo>
                  <a:pt x="279193" y="111234"/>
                  <a:pt x="275626" y="111724"/>
                  <a:pt x="272488" y="111724"/>
                </a:cubicBezTo>
                <a:cubicBezTo>
                  <a:pt x="266603" y="111724"/>
                  <a:pt x="261026" y="110572"/>
                  <a:pt x="255755" y="108267"/>
                </a:cubicBezTo>
                <a:cubicBezTo>
                  <a:pt x="250484" y="105963"/>
                  <a:pt x="246193" y="102064"/>
                  <a:pt x="242883" y="96573"/>
                </a:cubicBezTo>
                <a:cubicBezTo>
                  <a:pt x="239573" y="91081"/>
                  <a:pt x="237919" y="84461"/>
                  <a:pt x="237919" y="76714"/>
                </a:cubicBezTo>
                <a:cubicBezTo>
                  <a:pt x="237919" y="71565"/>
                  <a:pt x="238556" y="66919"/>
                  <a:pt x="239831" y="62776"/>
                </a:cubicBezTo>
                <a:cubicBezTo>
                  <a:pt x="241106" y="58632"/>
                  <a:pt x="242442" y="55556"/>
                  <a:pt x="243839" y="53545"/>
                </a:cubicBezTo>
                <a:cubicBezTo>
                  <a:pt x="245237" y="51535"/>
                  <a:pt x="247603" y="49304"/>
                  <a:pt x="250937" y="46852"/>
                </a:cubicBezTo>
                <a:cubicBezTo>
                  <a:pt x="254271" y="44400"/>
                  <a:pt x="257802" y="42439"/>
                  <a:pt x="261528" y="40968"/>
                </a:cubicBezTo>
                <a:cubicBezTo>
                  <a:pt x="265255" y="39497"/>
                  <a:pt x="269276" y="38761"/>
                  <a:pt x="273591" y="38761"/>
                </a:cubicBezTo>
                <a:cubicBezTo>
                  <a:pt x="279475" y="38761"/>
                  <a:pt x="284660" y="40147"/>
                  <a:pt x="289147" y="42917"/>
                </a:cubicBezTo>
                <a:cubicBezTo>
                  <a:pt x="293633" y="45687"/>
                  <a:pt x="296784" y="49230"/>
                  <a:pt x="298598" y="53545"/>
                </a:cubicBezTo>
                <a:cubicBezTo>
                  <a:pt x="300412" y="57860"/>
                  <a:pt x="301320" y="62445"/>
                  <a:pt x="301320" y="67299"/>
                </a:cubicBezTo>
                <a:cubicBezTo>
                  <a:pt x="301320" y="68819"/>
                  <a:pt x="301246" y="70290"/>
                  <a:pt x="301099" y="71712"/>
                </a:cubicBezTo>
                <a:lnTo>
                  <a:pt x="300290" y="72521"/>
                </a:lnTo>
                <a:cubicBezTo>
                  <a:pt x="296956" y="73257"/>
                  <a:pt x="292469" y="73747"/>
                  <a:pt x="286830" y="73992"/>
                </a:cubicBezTo>
                <a:cubicBezTo>
                  <a:pt x="281191" y="74238"/>
                  <a:pt x="277464" y="74360"/>
                  <a:pt x="275650" y="74360"/>
                </a:cubicBezTo>
                <a:lnTo>
                  <a:pt x="252040" y="74360"/>
                </a:lnTo>
                <a:cubicBezTo>
                  <a:pt x="252138" y="84510"/>
                  <a:pt x="254688" y="91988"/>
                  <a:pt x="259690" y="96793"/>
                </a:cubicBezTo>
                <a:cubicBezTo>
                  <a:pt x="264691" y="101599"/>
                  <a:pt x="270820" y="104001"/>
                  <a:pt x="278077" y="104001"/>
                </a:cubicBezTo>
                <a:cubicBezTo>
                  <a:pt x="281510" y="104001"/>
                  <a:pt x="284807" y="103413"/>
                  <a:pt x="287970" y="102236"/>
                </a:cubicBezTo>
                <a:cubicBezTo>
                  <a:pt x="291133" y="101059"/>
                  <a:pt x="294479" y="99416"/>
                  <a:pt x="298010" y="97308"/>
                </a:cubicBezTo>
                <a:lnTo>
                  <a:pt x="299187" y="98558"/>
                </a:lnTo>
                <a:moveTo>
                  <a:pt x="252040" y="68476"/>
                </a:moveTo>
                <a:cubicBezTo>
                  <a:pt x="252923" y="68623"/>
                  <a:pt x="256319" y="68795"/>
                  <a:pt x="262227" y="68991"/>
                </a:cubicBezTo>
                <a:cubicBezTo>
                  <a:pt x="268136" y="69187"/>
                  <a:pt x="272512" y="69285"/>
                  <a:pt x="275356" y="69285"/>
                </a:cubicBezTo>
                <a:cubicBezTo>
                  <a:pt x="282172" y="69285"/>
                  <a:pt x="286315" y="69162"/>
                  <a:pt x="287786" y="68917"/>
                </a:cubicBezTo>
                <a:cubicBezTo>
                  <a:pt x="287835" y="67741"/>
                  <a:pt x="287860" y="66833"/>
                  <a:pt x="287860" y="66196"/>
                </a:cubicBezTo>
                <a:cubicBezTo>
                  <a:pt x="287860" y="58596"/>
                  <a:pt x="286315" y="52944"/>
                  <a:pt x="283226" y="49242"/>
                </a:cubicBezTo>
                <a:cubicBezTo>
                  <a:pt x="280137" y="45540"/>
                  <a:pt x="275920" y="43689"/>
                  <a:pt x="270575" y="43689"/>
                </a:cubicBezTo>
                <a:cubicBezTo>
                  <a:pt x="264740" y="43689"/>
                  <a:pt x="260192" y="45773"/>
                  <a:pt x="256931" y="49941"/>
                </a:cubicBezTo>
                <a:cubicBezTo>
                  <a:pt x="253671" y="54109"/>
                  <a:pt x="252040" y="60287"/>
                  <a:pt x="252040" y="68476"/>
                </a:cubicBezTo>
                <a:moveTo>
                  <a:pt x="272561" y="34643"/>
                </a:moveTo>
                <a:lnTo>
                  <a:pt x="272561" y="34643"/>
                </a:lnTo>
                <a:moveTo>
                  <a:pt x="271678" y="113783"/>
                </a:moveTo>
                <a:lnTo>
                  <a:pt x="271678" y="113783"/>
                </a:lnTo>
                <a:close/>
                <a:moveTo>
                  <a:pt x="370163" y="101500"/>
                </a:moveTo>
                <a:lnTo>
                  <a:pt x="367221" y="106428"/>
                </a:lnTo>
                <a:cubicBezTo>
                  <a:pt x="360895" y="109910"/>
                  <a:pt x="353834" y="111650"/>
                  <a:pt x="346038" y="111650"/>
                </a:cubicBezTo>
                <a:cubicBezTo>
                  <a:pt x="335251" y="111650"/>
                  <a:pt x="326915" y="108439"/>
                  <a:pt x="321031" y="102015"/>
                </a:cubicBezTo>
                <a:cubicBezTo>
                  <a:pt x="315147" y="95592"/>
                  <a:pt x="312205" y="87305"/>
                  <a:pt x="312205" y="77155"/>
                </a:cubicBezTo>
                <a:cubicBezTo>
                  <a:pt x="312205" y="72546"/>
                  <a:pt x="312707" y="68439"/>
                  <a:pt x="313712" y="64835"/>
                </a:cubicBezTo>
                <a:cubicBezTo>
                  <a:pt x="314718" y="61231"/>
                  <a:pt x="315992" y="58252"/>
                  <a:pt x="317537" y="55899"/>
                </a:cubicBezTo>
                <a:cubicBezTo>
                  <a:pt x="319082" y="53545"/>
                  <a:pt x="320785" y="51682"/>
                  <a:pt x="322649" y="50309"/>
                </a:cubicBezTo>
                <a:cubicBezTo>
                  <a:pt x="324512" y="48936"/>
                  <a:pt x="327663" y="47024"/>
                  <a:pt x="332100" y="44572"/>
                </a:cubicBezTo>
                <a:cubicBezTo>
                  <a:pt x="336538" y="42120"/>
                  <a:pt x="339884" y="40514"/>
                  <a:pt x="342140" y="39754"/>
                </a:cubicBezTo>
                <a:cubicBezTo>
                  <a:pt x="344395" y="38994"/>
                  <a:pt x="347509" y="38614"/>
                  <a:pt x="351481" y="38614"/>
                </a:cubicBezTo>
                <a:cubicBezTo>
                  <a:pt x="359081" y="38614"/>
                  <a:pt x="365308" y="40061"/>
                  <a:pt x="370163" y="42954"/>
                </a:cubicBezTo>
                <a:cubicBezTo>
                  <a:pt x="369231" y="48495"/>
                  <a:pt x="368520" y="54673"/>
                  <a:pt x="368030" y="61489"/>
                </a:cubicBezTo>
                <a:lnTo>
                  <a:pt x="367368" y="62077"/>
                </a:lnTo>
                <a:lnTo>
                  <a:pt x="364352" y="62077"/>
                </a:lnTo>
                <a:lnTo>
                  <a:pt x="363690" y="61415"/>
                </a:lnTo>
                <a:cubicBezTo>
                  <a:pt x="363494" y="57296"/>
                  <a:pt x="363224" y="54526"/>
                  <a:pt x="362881" y="53104"/>
                </a:cubicBezTo>
                <a:cubicBezTo>
                  <a:pt x="362538" y="51682"/>
                  <a:pt x="360589" y="50162"/>
                  <a:pt x="357034" y="48544"/>
                </a:cubicBezTo>
                <a:cubicBezTo>
                  <a:pt x="353479" y="46926"/>
                  <a:pt x="349691" y="46117"/>
                  <a:pt x="345670" y="46117"/>
                </a:cubicBezTo>
                <a:cubicBezTo>
                  <a:pt x="341649" y="46117"/>
                  <a:pt x="338070" y="46962"/>
                  <a:pt x="334932" y="48654"/>
                </a:cubicBezTo>
                <a:cubicBezTo>
                  <a:pt x="331794" y="50346"/>
                  <a:pt x="329428" y="53116"/>
                  <a:pt x="327834" y="56965"/>
                </a:cubicBezTo>
                <a:cubicBezTo>
                  <a:pt x="326241" y="60814"/>
                  <a:pt x="325444" y="65411"/>
                  <a:pt x="325444" y="70756"/>
                </a:cubicBezTo>
                <a:cubicBezTo>
                  <a:pt x="325444" y="75267"/>
                  <a:pt x="326081" y="79668"/>
                  <a:pt x="327356" y="83959"/>
                </a:cubicBezTo>
                <a:cubicBezTo>
                  <a:pt x="328631" y="88249"/>
                  <a:pt x="330310" y="91804"/>
                  <a:pt x="332394" y="94623"/>
                </a:cubicBezTo>
                <a:cubicBezTo>
                  <a:pt x="334478" y="97443"/>
                  <a:pt x="337236" y="99711"/>
                  <a:pt x="340669" y="101427"/>
                </a:cubicBezTo>
                <a:cubicBezTo>
                  <a:pt x="344101" y="103143"/>
                  <a:pt x="347926" y="104001"/>
                  <a:pt x="352143" y="104001"/>
                </a:cubicBezTo>
                <a:cubicBezTo>
                  <a:pt x="354791" y="104001"/>
                  <a:pt x="357377" y="103658"/>
                  <a:pt x="359902" y="102971"/>
                </a:cubicBezTo>
                <a:cubicBezTo>
                  <a:pt x="362428" y="102285"/>
                  <a:pt x="365333" y="101157"/>
                  <a:pt x="368618" y="99588"/>
                </a:cubicBezTo>
                <a:lnTo>
                  <a:pt x="370163" y="101500"/>
                </a:lnTo>
                <a:close/>
                <a:moveTo>
                  <a:pt x="376133" y="51633"/>
                </a:moveTo>
                <a:lnTo>
                  <a:pt x="376133" y="49721"/>
                </a:lnTo>
                <a:lnTo>
                  <a:pt x="376648" y="48985"/>
                </a:lnTo>
                <a:cubicBezTo>
                  <a:pt x="381257" y="47269"/>
                  <a:pt x="384984" y="45675"/>
                  <a:pt x="387828" y="44204"/>
                </a:cubicBezTo>
                <a:cubicBezTo>
                  <a:pt x="387828" y="31406"/>
                  <a:pt x="387680" y="23953"/>
                  <a:pt x="387386" y="21845"/>
                </a:cubicBezTo>
                <a:cubicBezTo>
                  <a:pt x="392437" y="20079"/>
                  <a:pt x="396580" y="18192"/>
                  <a:pt x="399816" y="16181"/>
                </a:cubicBezTo>
                <a:lnTo>
                  <a:pt x="401582" y="17652"/>
                </a:lnTo>
                <a:cubicBezTo>
                  <a:pt x="401091" y="20741"/>
                  <a:pt x="400503" y="29715"/>
                  <a:pt x="399816" y="44572"/>
                </a:cubicBezTo>
                <a:cubicBezTo>
                  <a:pt x="402268" y="44621"/>
                  <a:pt x="404916" y="44645"/>
                  <a:pt x="407760" y="44645"/>
                </a:cubicBezTo>
                <a:cubicBezTo>
                  <a:pt x="413546" y="44645"/>
                  <a:pt x="417689" y="44498"/>
                  <a:pt x="420190" y="44204"/>
                </a:cubicBezTo>
                <a:lnTo>
                  <a:pt x="420705" y="44719"/>
                </a:lnTo>
                <a:lnTo>
                  <a:pt x="419307" y="50897"/>
                </a:lnTo>
                <a:lnTo>
                  <a:pt x="418719" y="51559"/>
                </a:lnTo>
                <a:cubicBezTo>
                  <a:pt x="416218" y="51510"/>
                  <a:pt x="413448" y="51486"/>
                  <a:pt x="410408" y="51486"/>
                </a:cubicBezTo>
                <a:cubicBezTo>
                  <a:pt x="407662" y="51486"/>
                  <a:pt x="404131" y="51510"/>
                  <a:pt x="399816" y="51559"/>
                </a:cubicBezTo>
                <a:lnTo>
                  <a:pt x="399375" y="81495"/>
                </a:lnTo>
                <a:cubicBezTo>
                  <a:pt x="399375" y="88408"/>
                  <a:pt x="399534" y="92932"/>
                  <a:pt x="399853" y="95065"/>
                </a:cubicBezTo>
                <a:cubicBezTo>
                  <a:pt x="400172" y="97198"/>
                  <a:pt x="401054" y="98865"/>
                  <a:pt x="402501" y="100066"/>
                </a:cubicBezTo>
                <a:cubicBezTo>
                  <a:pt x="403947" y="101268"/>
                  <a:pt x="406093" y="101868"/>
                  <a:pt x="408937" y="101868"/>
                </a:cubicBezTo>
                <a:cubicBezTo>
                  <a:pt x="412222" y="101868"/>
                  <a:pt x="415262" y="101010"/>
                  <a:pt x="418057" y="99294"/>
                </a:cubicBezTo>
                <a:lnTo>
                  <a:pt x="419822" y="101942"/>
                </a:lnTo>
                <a:cubicBezTo>
                  <a:pt x="418645" y="102775"/>
                  <a:pt x="415826" y="105227"/>
                  <a:pt x="411364" y="109297"/>
                </a:cubicBezTo>
                <a:cubicBezTo>
                  <a:pt x="408814" y="110474"/>
                  <a:pt x="406215" y="111062"/>
                  <a:pt x="403567" y="111062"/>
                </a:cubicBezTo>
                <a:cubicBezTo>
                  <a:pt x="392535" y="111062"/>
                  <a:pt x="387018" y="105717"/>
                  <a:pt x="387018" y="95028"/>
                </a:cubicBezTo>
                <a:cubicBezTo>
                  <a:pt x="387018" y="91105"/>
                  <a:pt x="387117" y="87771"/>
                  <a:pt x="387313" y="85025"/>
                </a:cubicBezTo>
                <a:cubicBezTo>
                  <a:pt x="387362" y="84191"/>
                  <a:pt x="387386" y="83333"/>
                  <a:pt x="387386" y="82451"/>
                </a:cubicBezTo>
                <a:lnTo>
                  <a:pt x="387386" y="51927"/>
                </a:lnTo>
                <a:lnTo>
                  <a:pt x="384371" y="51927"/>
                </a:lnTo>
                <a:cubicBezTo>
                  <a:pt x="382164" y="51927"/>
                  <a:pt x="379639" y="52025"/>
                  <a:pt x="376795" y="52221"/>
                </a:cubicBezTo>
                <a:lnTo>
                  <a:pt x="376133" y="51633"/>
                </a:lnTo>
                <a:close/>
                <a:moveTo>
                  <a:pt x="443490" y="6399"/>
                </a:moveTo>
                <a:cubicBezTo>
                  <a:pt x="445795" y="6399"/>
                  <a:pt x="447756" y="7208"/>
                  <a:pt x="449374" y="8826"/>
                </a:cubicBezTo>
                <a:cubicBezTo>
                  <a:pt x="450992" y="10444"/>
                  <a:pt x="451801" y="12406"/>
                  <a:pt x="451801" y="14710"/>
                </a:cubicBezTo>
                <a:cubicBezTo>
                  <a:pt x="451801" y="16966"/>
                  <a:pt x="450992" y="18903"/>
                  <a:pt x="449374" y="20521"/>
                </a:cubicBezTo>
                <a:cubicBezTo>
                  <a:pt x="447756" y="22139"/>
                  <a:pt x="445795" y="22948"/>
                  <a:pt x="443490" y="22948"/>
                </a:cubicBezTo>
                <a:cubicBezTo>
                  <a:pt x="441235" y="22948"/>
                  <a:pt x="439286" y="22151"/>
                  <a:pt x="437643" y="20558"/>
                </a:cubicBezTo>
                <a:cubicBezTo>
                  <a:pt x="436000" y="18964"/>
                  <a:pt x="435179" y="17015"/>
                  <a:pt x="435179" y="14710"/>
                </a:cubicBezTo>
                <a:cubicBezTo>
                  <a:pt x="435179" y="12406"/>
                  <a:pt x="436000" y="10444"/>
                  <a:pt x="437643" y="8826"/>
                </a:cubicBezTo>
                <a:cubicBezTo>
                  <a:pt x="439286" y="7208"/>
                  <a:pt x="441235" y="6399"/>
                  <a:pt x="443490" y="6399"/>
                </a:cubicBezTo>
                <a:moveTo>
                  <a:pt x="449742" y="39276"/>
                </a:moveTo>
                <a:lnTo>
                  <a:pt x="451140" y="40232"/>
                </a:lnTo>
                <a:cubicBezTo>
                  <a:pt x="450600" y="46656"/>
                  <a:pt x="450330" y="54820"/>
                  <a:pt x="450330" y="64725"/>
                </a:cubicBezTo>
                <a:lnTo>
                  <a:pt x="450330" y="81347"/>
                </a:lnTo>
                <a:cubicBezTo>
                  <a:pt x="450330" y="82426"/>
                  <a:pt x="450429" y="85895"/>
                  <a:pt x="450625" y="91755"/>
                </a:cubicBezTo>
                <a:cubicBezTo>
                  <a:pt x="450821" y="97614"/>
                  <a:pt x="451029" y="101035"/>
                  <a:pt x="451250" y="102015"/>
                </a:cubicBezTo>
                <a:cubicBezTo>
                  <a:pt x="451471" y="102996"/>
                  <a:pt x="451801" y="103707"/>
                  <a:pt x="452243" y="104148"/>
                </a:cubicBezTo>
                <a:cubicBezTo>
                  <a:pt x="452684" y="104590"/>
                  <a:pt x="453223" y="104872"/>
                  <a:pt x="453861" y="104994"/>
                </a:cubicBezTo>
                <a:cubicBezTo>
                  <a:pt x="454498" y="105117"/>
                  <a:pt x="457146" y="105325"/>
                  <a:pt x="461804" y="105619"/>
                </a:cubicBezTo>
                <a:lnTo>
                  <a:pt x="462466" y="106208"/>
                </a:lnTo>
                <a:lnTo>
                  <a:pt x="462466" y="109297"/>
                </a:lnTo>
                <a:lnTo>
                  <a:pt x="461878" y="109959"/>
                </a:lnTo>
                <a:cubicBezTo>
                  <a:pt x="455749" y="109567"/>
                  <a:pt x="449840" y="109370"/>
                  <a:pt x="444152" y="109370"/>
                </a:cubicBezTo>
                <a:cubicBezTo>
                  <a:pt x="438513" y="109370"/>
                  <a:pt x="432629" y="109567"/>
                  <a:pt x="426500" y="109959"/>
                </a:cubicBezTo>
                <a:lnTo>
                  <a:pt x="425838" y="109297"/>
                </a:lnTo>
                <a:lnTo>
                  <a:pt x="425838" y="106208"/>
                </a:lnTo>
                <a:lnTo>
                  <a:pt x="426500" y="105619"/>
                </a:lnTo>
                <a:cubicBezTo>
                  <a:pt x="431256" y="105325"/>
                  <a:pt x="433941" y="105104"/>
                  <a:pt x="434554" y="104957"/>
                </a:cubicBezTo>
                <a:cubicBezTo>
                  <a:pt x="435167" y="104810"/>
                  <a:pt x="435706" y="104504"/>
                  <a:pt x="436172" y="104038"/>
                </a:cubicBezTo>
                <a:cubicBezTo>
                  <a:pt x="436638" y="103572"/>
                  <a:pt x="436956" y="102861"/>
                  <a:pt x="437128" y="101905"/>
                </a:cubicBezTo>
                <a:cubicBezTo>
                  <a:pt x="437300" y="100949"/>
                  <a:pt x="437496" y="97786"/>
                  <a:pt x="437716" y="92417"/>
                </a:cubicBezTo>
                <a:cubicBezTo>
                  <a:pt x="437937" y="87048"/>
                  <a:pt x="438047" y="82990"/>
                  <a:pt x="438047" y="80244"/>
                </a:cubicBezTo>
                <a:lnTo>
                  <a:pt x="438047" y="65755"/>
                </a:lnTo>
                <a:cubicBezTo>
                  <a:pt x="438047" y="63793"/>
                  <a:pt x="437949" y="61121"/>
                  <a:pt x="437753" y="57738"/>
                </a:cubicBezTo>
                <a:cubicBezTo>
                  <a:pt x="437557" y="54354"/>
                  <a:pt x="437398" y="52270"/>
                  <a:pt x="437275" y="51486"/>
                </a:cubicBezTo>
                <a:cubicBezTo>
                  <a:pt x="437153" y="50701"/>
                  <a:pt x="436773" y="50125"/>
                  <a:pt x="436135" y="49757"/>
                </a:cubicBezTo>
                <a:cubicBezTo>
                  <a:pt x="435498" y="49390"/>
                  <a:pt x="434223" y="49206"/>
                  <a:pt x="432310" y="49206"/>
                </a:cubicBezTo>
                <a:lnTo>
                  <a:pt x="426132" y="49132"/>
                </a:lnTo>
                <a:lnTo>
                  <a:pt x="425470" y="48544"/>
                </a:lnTo>
                <a:lnTo>
                  <a:pt x="425470" y="45381"/>
                </a:lnTo>
                <a:lnTo>
                  <a:pt x="426059" y="44793"/>
                </a:lnTo>
                <a:cubicBezTo>
                  <a:pt x="435424" y="43665"/>
                  <a:pt x="443319" y="41826"/>
                  <a:pt x="449742" y="39276"/>
                </a:cubicBezTo>
                <a:moveTo>
                  <a:pt x="444005" y="113783"/>
                </a:moveTo>
                <a:lnTo>
                  <a:pt x="444005" y="113783"/>
                </a:lnTo>
                <a:close/>
                <a:moveTo>
                  <a:pt x="501996" y="110694"/>
                </a:moveTo>
                <a:lnTo>
                  <a:pt x="497436" y="99147"/>
                </a:lnTo>
                <a:lnTo>
                  <a:pt x="491993" y="86570"/>
                </a:lnTo>
                <a:lnTo>
                  <a:pt x="476915" y="51486"/>
                </a:lnTo>
                <a:cubicBezTo>
                  <a:pt x="475935" y="49181"/>
                  <a:pt x="475064" y="47661"/>
                  <a:pt x="474304" y="46926"/>
                </a:cubicBezTo>
                <a:cubicBezTo>
                  <a:pt x="473544" y="46190"/>
                  <a:pt x="472772" y="45749"/>
                  <a:pt x="471987" y="45602"/>
                </a:cubicBezTo>
                <a:cubicBezTo>
                  <a:pt x="471203" y="45455"/>
                  <a:pt x="469634" y="45332"/>
                  <a:pt x="467280" y="45234"/>
                </a:cubicBezTo>
                <a:lnTo>
                  <a:pt x="466692" y="44645"/>
                </a:lnTo>
                <a:lnTo>
                  <a:pt x="466692" y="41483"/>
                </a:lnTo>
                <a:lnTo>
                  <a:pt x="467354" y="40821"/>
                </a:lnTo>
                <a:cubicBezTo>
                  <a:pt x="474218" y="41164"/>
                  <a:pt x="479661" y="41336"/>
                  <a:pt x="483682" y="41336"/>
                </a:cubicBezTo>
                <a:cubicBezTo>
                  <a:pt x="489370" y="41336"/>
                  <a:pt x="495082" y="41164"/>
                  <a:pt x="500819" y="40821"/>
                </a:cubicBezTo>
                <a:lnTo>
                  <a:pt x="501408" y="41409"/>
                </a:lnTo>
                <a:lnTo>
                  <a:pt x="501408" y="44645"/>
                </a:lnTo>
                <a:lnTo>
                  <a:pt x="500819" y="45234"/>
                </a:lnTo>
                <a:cubicBezTo>
                  <a:pt x="495720" y="45381"/>
                  <a:pt x="492753" y="45736"/>
                  <a:pt x="491920" y="46300"/>
                </a:cubicBezTo>
                <a:cubicBezTo>
                  <a:pt x="491086" y="46864"/>
                  <a:pt x="490669" y="47588"/>
                  <a:pt x="490669" y="48470"/>
                </a:cubicBezTo>
                <a:cubicBezTo>
                  <a:pt x="490669" y="49941"/>
                  <a:pt x="491650" y="53104"/>
                  <a:pt x="493611" y="57958"/>
                </a:cubicBezTo>
                <a:lnTo>
                  <a:pt x="502585" y="80318"/>
                </a:lnTo>
                <a:lnTo>
                  <a:pt x="509645" y="97014"/>
                </a:lnTo>
                <a:lnTo>
                  <a:pt x="517001" y="80318"/>
                </a:lnTo>
                <a:lnTo>
                  <a:pt x="523105" y="65166"/>
                </a:lnTo>
                <a:cubicBezTo>
                  <a:pt x="525459" y="59429"/>
                  <a:pt x="526979" y="55359"/>
                  <a:pt x="527665" y="52957"/>
                </a:cubicBezTo>
                <a:cubicBezTo>
                  <a:pt x="528352" y="50554"/>
                  <a:pt x="528695" y="48960"/>
                  <a:pt x="528695" y="48176"/>
                </a:cubicBezTo>
                <a:cubicBezTo>
                  <a:pt x="528695" y="47244"/>
                  <a:pt x="528156" y="46570"/>
                  <a:pt x="527077" y="46153"/>
                </a:cubicBezTo>
                <a:cubicBezTo>
                  <a:pt x="525998" y="45736"/>
                  <a:pt x="523277" y="45430"/>
                  <a:pt x="518913" y="45234"/>
                </a:cubicBezTo>
                <a:lnTo>
                  <a:pt x="518324" y="44645"/>
                </a:lnTo>
                <a:lnTo>
                  <a:pt x="518324" y="41483"/>
                </a:lnTo>
                <a:lnTo>
                  <a:pt x="518986" y="40821"/>
                </a:lnTo>
                <a:cubicBezTo>
                  <a:pt x="525067" y="41164"/>
                  <a:pt x="529627" y="41336"/>
                  <a:pt x="532667" y="41336"/>
                </a:cubicBezTo>
                <a:cubicBezTo>
                  <a:pt x="535217" y="41336"/>
                  <a:pt x="539581" y="41164"/>
                  <a:pt x="545759" y="40821"/>
                </a:cubicBezTo>
                <a:lnTo>
                  <a:pt x="546421" y="41483"/>
                </a:lnTo>
                <a:lnTo>
                  <a:pt x="546421" y="44645"/>
                </a:lnTo>
                <a:lnTo>
                  <a:pt x="545833" y="45234"/>
                </a:lnTo>
                <a:cubicBezTo>
                  <a:pt x="542940" y="45479"/>
                  <a:pt x="541015" y="45896"/>
                  <a:pt x="540059" y="46484"/>
                </a:cubicBezTo>
                <a:cubicBezTo>
                  <a:pt x="539103" y="47073"/>
                  <a:pt x="538171" y="48213"/>
                  <a:pt x="537264" y="49904"/>
                </a:cubicBezTo>
                <a:cubicBezTo>
                  <a:pt x="536357" y="51596"/>
                  <a:pt x="533746" y="56855"/>
                  <a:pt x="529431" y="65681"/>
                </a:cubicBezTo>
                <a:lnTo>
                  <a:pt x="522370" y="80759"/>
                </a:lnTo>
                <a:cubicBezTo>
                  <a:pt x="521193" y="83309"/>
                  <a:pt x="516951" y="93287"/>
                  <a:pt x="509645" y="110694"/>
                </a:cubicBezTo>
                <a:lnTo>
                  <a:pt x="501996" y="110694"/>
                </a:lnTo>
                <a:close/>
                <a:moveTo>
                  <a:pt x="612352" y="98558"/>
                </a:moveTo>
                <a:lnTo>
                  <a:pt x="609998" y="103854"/>
                </a:lnTo>
                <a:cubicBezTo>
                  <a:pt x="604899" y="107139"/>
                  <a:pt x="600351" y="109272"/>
                  <a:pt x="596355" y="110253"/>
                </a:cubicBezTo>
                <a:cubicBezTo>
                  <a:pt x="592358" y="111234"/>
                  <a:pt x="588791" y="111724"/>
                  <a:pt x="585653" y="111724"/>
                </a:cubicBezTo>
                <a:cubicBezTo>
                  <a:pt x="579769" y="111724"/>
                  <a:pt x="574191" y="110572"/>
                  <a:pt x="568920" y="108267"/>
                </a:cubicBezTo>
                <a:cubicBezTo>
                  <a:pt x="563649" y="105963"/>
                  <a:pt x="559358" y="102064"/>
                  <a:pt x="556049" y="96573"/>
                </a:cubicBezTo>
                <a:cubicBezTo>
                  <a:pt x="552739" y="91081"/>
                  <a:pt x="551084" y="84461"/>
                  <a:pt x="551084" y="76714"/>
                </a:cubicBezTo>
                <a:cubicBezTo>
                  <a:pt x="551084" y="71565"/>
                  <a:pt x="551721" y="66919"/>
                  <a:pt x="552996" y="62776"/>
                </a:cubicBezTo>
                <a:cubicBezTo>
                  <a:pt x="554271" y="58632"/>
                  <a:pt x="555607" y="55556"/>
                  <a:pt x="557005" y="53545"/>
                </a:cubicBezTo>
                <a:cubicBezTo>
                  <a:pt x="558402" y="51535"/>
                  <a:pt x="560768" y="49304"/>
                  <a:pt x="564102" y="46852"/>
                </a:cubicBezTo>
                <a:cubicBezTo>
                  <a:pt x="567437" y="44400"/>
                  <a:pt x="570967" y="42439"/>
                  <a:pt x="574694" y="40968"/>
                </a:cubicBezTo>
                <a:cubicBezTo>
                  <a:pt x="578420" y="39497"/>
                  <a:pt x="582441" y="38761"/>
                  <a:pt x="586756" y="38761"/>
                </a:cubicBezTo>
                <a:cubicBezTo>
                  <a:pt x="592640" y="38761"/>
                  <a:pt x="597826" y="40147"/>
                  <a:pt x="602312" y="42917"/>
                </a:cubicBezTo>
                <a:cubicBezTo>
                  <a:pt x="606799" y="45687"/>
                  <a:pt x="609949" y="49230"/>
                  <a:pt x="611763" y="53545"/>
                </a:cubicBezTo>
                <a:cubicBezTo>
                  <a:pt x="613578" y="57860"/>
                  <a:pt x="614485" y="62445"/>
                  <a:pt x="614485" y="67299"/>
                </a:cubicBezTo>
                <a:cubicBezTo>
                  <a:pt x="614485" y="68819"/>
                  <a:pt x="614411" y="70290"/>
                  <a:pt x="614264" y="71712"/>
                </a:cubicBezTo>
                <a:lnTo>
                  <a:pt x="613455" y="72521"/>
                </a:lnTo>
                <a:cubicBezTo>
                  <a:pt x="610121" y="73257"/>
                  <a:pt x="605634" y="73747"/>
                  <a:pt x="599995" y="73992"/>
                </a:cubicBezTo>
                <a:cubicBezTo>
                  <a:pt x="594356" y="74238"/>
                  <a:pt x="590630" y="74360"/>
                  <a:pt x="588816" y="74360"/>
                </a:cubicBezTo>
                <a:lnTo>
                  <a:pt x="565206" y="74360"/>
                </a:lnTo>
                <a:cubicBezTo>
                  <a:pt x="565304" y="84510"/>
                  <a:pt x="567854" y="91988"/>
                  <a:pt x="572855" y="96793"/>
                </a:cubicBezTo>
                <a:cubicBezTo>
                  <a:pt x="577856" y="101599"/>
                  <a:pt x="583986" y="104001"/>
                  <a:pt x="591243" y="104001"/>
                </a:cubicBezTo>
                <a:cubicBezTo>
                  <a:pt x="594675" y="104001"/>
                  <a:pt x="597973" y="103413"/>
                  <a:pt x="601135" y="102236"/>
                </a:cubicBezTo>
                <a:cubicBezTo>
                  <a:pt x="604298" y="101059"/>
                  <a:pt x="607645" y="99416"/>
                  <a:pt x="611175" y="97308"/>
                </a:cubicBezTo>
                <a:lnTo>
                  <a:pt x="612352" y="98558"/>
                </a:lnTo>
                <a:moveTo>
                  <a:pt x="565206" y="68476"/>
                </a:moveTo>
                <a:cubicBezTo>
                  <a:pt x="566088" y="68623"/>
                  <a:pt x="569484" y="68795"/>
                  <a:pt x="575392" y="68991"/>
                </a:cubicBezTo>
                <a:cubicBezTo>
                  <a:pt x="581301" y="69187"/>
                  <a:pt x="585677" y="69285"/>
                  <a:pt x="588521" y="69285"/>
                </a:cubicBezTo>
                <a:cubicBezTo>
                  <a:pt x="595337" y="69285"/>
                  <a:pt x="599480" y="69162"/>
                  <a:pt x="600951" y="68917"/>
                </a:cubicBezTo>
                <a:cubicBezTo>
                  <a:pt x="601001" y="67741"/>
                  <a:pt x="601025" y="66833"/>
                  <a:pt x="601025" y="66196"/>
                </a:cubicBezTo>
                <a:cubicBezTo>
                  <a:pt x="601025" y="58596"/>
                  <a:pt x="599480" y="52944"/>
                  <a:pt x="596391" y="49242"/>
                </a:cubicBezTo>
                <a:cubicBezTo>
                  <a:pt x="593302" y="45540"/>
                  <a:pt x="589085" y="43689"/>
                  <a:pt x="583741" y="43689"/>
                </a:cubicBezTo>
                <a:cubicBezTo>
                  <a:pt x="577905" y="43689"/>
                  <a:pt x="573358" y="45773"/>
                  <a:pt x="570097" y="49941"/>
                </a:cubicBezTo>
                <a:cubicBezTo>
                  <a:pt x="566836" y="54109"/>
                  <a:pt x="565206" y="60287"/>
                  <a:pt x="565206" y="68476"/>
                </a:cubicBezTo>
                <a:moveTo>
                  <a:pt x="585726" y="34643"/>
                </a:moveTo>
                <a:lnTo>
                  <a:pt x="585726" y="34643"/>
                </a:lnTo>
                <a:moveTo>
                  <a:pt x="584844" y="113783"/>
                </a:moveTo>
                <a:lnTo>
                  <a:pt x="584844" y="113783"/>
                </a:lnTo>
                <a:close/>
                <a:moveTo>
                  <a:pt x="698153" y="105619"/>
                </a:moveTo>
                <a:lnTo>
                  <a:pt x="698742" y="106208"/>
                </a:lnTo>
                <a:lnTo>
                  <a:pt x="698742" y="109297"/>
                </a:lnTo>
                <a:lnTo>
                  <a:pt x="698153" y="109959"/>
                </a:lnTo>
                <a:cubicBezTo>
                  <a:pt x="696633" y="109959"/>
                  <a:pt x="693765" y="109861"/>
                  <a:pt x="689548" y="109665"/>
                </a:cubicBezTo>
                <a:cubicBezTo>
                  <a:pt x="685723" y="109468"/>
                  <a:pt x="681776" y="109370"/>
                  <a:pt x="677706" y="109370"/>
                </a:cubicBezTo>
                <a:cubicBezTo>
                  <a:pt x="672410" y="109370"/>
                  <a:pt x="666502" y="109567"/>
                  <a:pt x="659980" y="109959"/>
                </a:cubicBezTo>
                <a:lnTo>
                  <a:pt x="659392" y="109297"/>
                </a:lnTo>
                <a:lnTo>
                  <a:pt x="659392" y="106208"/>
                </a:lnTo>
                <a:lnTo>
                  <a:pt x="659980" y="105619"/>
                </a:lnTo>
                <a:cubicBezTo>
                  <a:pt x="664737" y="105325"/>
                  <a:pt x="667433" y="105104"/>
                  <a:pt x="668071" y="104957"/>
                </a:cubicBezTo>
                <a:cubicBezTo>
                  <a:pt x="668708" y="104810"/>
                  <a:pt x="669248" y="104504"/>
                  <a:pt x="669689" y="104038"/>
                </a:cubicBezTo>
                <a:cubicBezTo>
                  <a:pt x="670130" y="103572"/>
                  <a:pt x="670437" y="102861"/>
                  <a:pt x="670608" y="101905"/>
                </a:cubicBezTo>
                <a:cubicBezTo>
                  <a:pt x="670780" y="100949"/>
                  <a:pt x="670976" y="97786"/>
                  <a:pt x="671197" y="92417"/>
                </a:cubicBezTo>
                <a:cubicBezTo>
                  <a:pt x="671417" y="87048"/>
                  <a:pt x="671528" y="82990"/>
                  <a:pt x="671528" y="80244"/>
                </a:cubicBezTo>
                <a:lnTo>
                  <a:pt x="671528" y="51853"/>
                </a:lnTo>
                <a:lnTo>
                  <a:pt x="662040" y="52368"/>
                </a:lnTo>
                <a:lnTo>
                  <a:pt x="661378" y="51780"/>
                </a:lnTo>
                <a:lnTo>
                  <a:pt x="661378" y="49941"/>
                </a:lnTo>
                <a:lnTo>
                  <a:pt x="661893" y="49206"/>
                </a:lnTo>
                <a:lnTo>
                  <a:pt x="671528" y="44278"/>
                </a:lnTo>
                <a:lnTo>
                  <a:pt x="671528" y="39865"/>
                </a:lnTo>
                <a:cubicBezTo>
                  <a:pt x="671528" y="34961"/>
                  <a:pt x="671748" y="31247"/>
                  <a:pt x="672190" y="28722"/>
                </a:cubicBezTo>
                <a:cubicBezTo>
                  <a:pt x="672631" y="26196"/>
                  <a:pt x="673452" y="23867"/>
                  <a:pt x="674654" y="21734"/>
                </a:cubicBezTo>
                <a:cubicBezTo>
                  <a:pt x="675855" y="19601"/>
                  <a:pt x="677951" y="16904"/>
                  <a:pt x="680942" y="13644"/>
                </a:cubicBezTo>
                <a:cubicBezTo>
                  <a:pt x="683933" y="10383"/>
                  <a:pt x="686557" y="7711"/>
                  <a:pt x="688812" y="5627"/>
                </a:cubicBezTo>
                <a:cubicBezTo>
                  <a:pt x="691068" y="3543"/>
                  <a:pt x="693029" y="2145"/>
                  <a:pt x="694696" y="1434"/>
                </a:cubicBezTo>
                <a:cubicBezTo>
                  <a:pt x="696364" y="723"/>
                  <a:pt x="698325" y="368"/>
                  <a:pt x="700580" y="368"/>
                </a:cubicBezTo>
                <a:cubicBezTo>
                  <a:pt x="702444" y="368"/>
                  <a:pt x="704454" y="736"/>
                  <a:pt x="706612" y="1471"/>
                </a:cubicBezTo>
                <a:lnTo>
                  <a:pt x="706538" y="13533"/>
                </a:lnTo>
                <a:lnTo>
                  <a:pt x="704846" y="14195"/>
                </a:lnTo>
                <a:cubicBezTo>
                  <a:pt x="702100" y="11744"/>
                  <a:pt x="698913" y="10518"/>
                  <a:pt x="695285" y="10518"/>
                </a:cubicBezTo>
                <a:cubicBezTo>
                  <a:pt x="692735" y="10518"/>
                  <a:pt x="690528" y="11045"/>
                  <a:pt x="688665" y="12099"/>
                </a:cubicBezTo>
                <a:cubicBezTo>
                  <a:pt x="686802" y="13153"/>
                  <a:pt x="685527" y="14870"/>
                  <a:pt x="684841" y="17248"/>
                </a:cubicBezTo>
                <a:cubicBezTo>
                  <a:pt x="684154" y="19626"/>
                  <a:pt x="683811" y="23561"/>
                  <a:pt x="683811" y="29053"/>
                </a:cubicBezTo>
                <a:lnTo>
                  <a:pt x="683811" y="44278"/>
                </a:lnTo>
                <a:lnTo>
                  <a:pt x="691681" y="44278"/>
                </a:lnTo>
                <a:cubicBezTo>
                  <a:pt x="695751" y="44278"/>
                  <a:pt x="699600" y="44131"/>
                  <a:pt x="703228" y="43836"/>
                </a:cubicBezTo>
                <a:lnTo>
                  <a:pt x="703890" y="44645"/>
                </a:lnTo>
                <a:lnTo>
                  <a:pt x="702566" y="51118"/>
                </a:lnTo>
                <a:lnTo>
                  <a:pt x="701904" y="51853"/>
                </a:lnTo>
                <a:cubicBezTo>
                  <a:pt x="700433" y="51804"/>
                  <a:pt x="699477" y="51780"/>
                  <a:pt x="699036" y="51780"/>
                </a:cubicBezTo>
                <a:lnTo>
                  <a:pt x="689474" y="51706"/>
                </a:lnTo>
                <a:lnTo>
                  <a:pt x="683811" y="51706"/>
                </a:lnTo>
                <a:lnTo>
                  <a:pt x="683811" y="81347"/>
                </a:lnTo>
                <a:cubicBezTo>
                  <a:pt x="683811" y="82917"/>
                  <a:pt x="683921" y="86508"/>
                  <a:pt x="684142" y="92123"/>
                </a:cubicBezTo>
                <a:cubicBezTo>
                  <a:pt x="684362" y="97737"/>
                  <a:pt x="684571" y="101035"/>
                  <a:pt x="684767" y="102015"/>
                </a:cubicBezTo>
                <a:cubicBezTo>
                  <a:pt x="684963" y="102996"/>
                  <a:pt x="685294" y="103707"/>
                  <a:pt x="685760" y="104148"/>
                </a:cubicBezTo>
                <a:cubicBezTo>
                  <a:pt x="686226" y="104590"/>
                  <a:pt x="686986" y="104908"/>
                  <a:pt x="688040" y="105104"/>
                </a:cubicBezTo>
                <a:cubicBezTo>
                  <a:pt x="689094" y="105301"/>
                  <a:pt x="692465" y="105472"/>
                  <a:pt x="698153" y="105619"/>
                </a:cubicBezTo>
                <a:close/>
                <a:moveTo>
                  <a:pt x="731397" y="39276"/>
                </a:moveTo>
                <a:lnTo>
                  <a:pt x="732795" y="40232"/>
                </a:lnTo>
                <a:cubicBezTo>
                  <a:pt x="732255" y="46656"/>
                  <a:pt x="731985" y="54820"/>
                  <a:pt x="731985" y="64725"/>
                </a:cubicBezTo>
                <a:lnTo>
                  <a:pt x="731985" y="81862"/>
                </a:lnTo>
                <a:cubicBezTo>
                  <a:pt x="731985" y="88139"/>
                  <a:pt x="732464" y="92503"/>
                  <a:pt x="733420" y="94954"/>
                </a:cubicBezTo>
                <a:cubicBezTo>
                  <a:pt x="734376" y="97406"/>
                  <a:pt x="736031" y="99282"/>
                  <a:pt x="738384" y="100581"/>
                </a:cubicBezTo>
                <a:cubicBezTo>
                  <a:pt x="740738" y="101880"/>
                  <a:pt x="743533" y="102530"/>
                  <a:pt x="746769" y="102530"/>
                </a:cubicBezTo>
                <a:cubicBezTo>
                  <a:pt x="750349" y="102530"/>
                  <a:pt x="753609" y="101831"/>
                  <a:pt x="756552" y="100434"/>
                </a:cubicBezTo>
                <a:cubicBezTo>
                  <a:pt x="759494" y="99036"/>
                  <a:pt x="761958" y="97063"/>
                  <a:pt x="763943" y="94513"/>
                </a:cubicBezTo>
                <a:cubicBezTo>
                  <a:pt x="765929" y="91963"/>
                  <a:pt x="767069" y="90247"/>
                  <a:pt x="767364" y="89365"/>
                </a:cubicBezTo>
                <a:cubicBezTo>
                  <a:pt x="767658" y="88482"/>
                  <a:pt x="767854" y="86006"/>
                  <a:pt x="767952" y="81936"/>
                </a:cubicBezTo>
                <a:lnTo>
                  <a:pt x="768173" y="73698"/>
                </a:lnTo>
                <a:lnTo>
                  <a:pt x="768173" y="65755"/>
                </a:lnTo>
                <a:cubicBezTo>
                  <a:pt x="768173" y="63793"/>
                  <a:pt x="768075" y="61121"/>
                  <a:pt x="767878" y="57738"/>
                </a:cubicBezTo>
                <a:cubicBezTo>
                  <a:pt x="767682" y="54354"/>
                  <a:pt x="767523" y="52270"/>
                  <a:pt x="767400" y="51486"/>
                </a:cubicBezTo>
                <a:cubicBezTo>
                  <a:pt x="767278" y="50701"/>
                  <a:pt x="766898" y="50125"/>
                  <a:pt x="766260" y="49757"/>
                </a:cubicBezTo>
                <a:cubicBezTo>
                  <a:pt x="765623" y="49390"/>
                  <a:pt x="764348" y="49206"/>
                  <a:pt x="762436" y="49206"/>
                </a:cubicBezTo>
                <a:lnTo>
                  <a:pt x="756257" y="49132"/>
                </a:lnTo>
                <a:lnTo>
                  <a:pt x="755595" y="48544"/>
                </a:lnTo>
                <a:lnTo>
                  <a:pt x="755595" y="45381"/>
                </a:lnTo>
                <a:lnTo>
                  <a:pt x="756184" y="44793"/>
                </a:lnTo>
                <a:cubicBezTo>
                  <a:pt x="765549" y="43665"/>
                  <a:pt x="773444" y="41826"/>
                  <a:pt x="779867" y="39276"/>
                </a:cubicBezTo>
                <a:lnTo>
                  <a:pt x="781265" y="40232"/>
                </a:lnTo>
                <a:cubicBezTo>
                  <a:pt x="780725" y="46656"/>
                  <a:pt x="780456" y="54820"/>
                  <a:pt x="780456" y="64725"/>
                </a:cubicBezTo>
                <a:lnTo>
                  <a:pt x="780456" y="77670"/>
                </a:lnTo>
                <a:cubicBezTo>
                  <a:pt x="780456" y="78405"/>
                  <a:pt x="780578" y="84412"/>
                  <a:pt x="780823" y="95690"/>
                </a:cubicBezTo>
                <a:cubicBezTo>
                  <a:pt x="780921" y="99858"/>
                  <a:pt x="781179" y="102395"/>
                  <a:pt x="781596" y="103302"/>
                </a:cubicBezTo>
                <a:cubicBezTo>
                  <a:pt x="782012" y="104210"/>
                  <a:pt x="782589" y="104847"/>
                  <a:pt x="783324" y="105215"/>
                </a:cubicBezTo>
                <a:cubicBezTo>
                  <a:pt x="784060" y="105583"/>
                  <a:pt x="786242" y="105766"/>
                  <a:pt x="789870" y="105766"/>
                </a:cubicBezTo>
                <a:lnTo>
                  <a:pt x="791930" y="105766"/>
                </a:lnTo>
                <a:lnTo>
                  <a:pt x="792592" y="106355"/>
                </a:lnTo>
                <a:lnTo>
                  <a:pt x="792592" y="109297"/>
                </a:lnTo>
                <a:lnTo>
                  <a:pt x="792003" y="109959"/>
                </a:lnTo>
                <a:cubicBezTo>
                  <a:pt x="785089" y="109567"/>
                  <a:pt x="780456" y="109370"/>
                  <a:pt x="778102" y="109370"/>
                </a:cubicBezTo>
                <a:cubicBezTo>
                  <a:pt x="775111" y="109370"/>
                  <a:pt x="771654" y="109542"/>
                  <a:pt x="767731" y="109885"/>
                </a:cubicBezTo>
                <a:lnTo>
                  <a:pt x="767069" y="109297"/>
                </a:lnTo>
                <a:cubicBezTo>
                  <a:pt x="767364" y="104295"/>
                  <a:pt x="767584" y="100054"/>
                  <a:pt x="767731" y="96573"/>
                </a:cubicBezTo>
                <a:cubicBezTo>
                  <a:pt x="764642" y="98975"/>
                  <a:pt x="761112" y="102187"/>
                  <a:pt x="757140" y="106208"/>
                </a:cubicBezTo>
                <a:cubicBezTo>
                  <a:pt x="755620" y="107728"/>
                  <a:pt x="753438" y="109003"/>
                  <a:pt x="750594" y="110032"/>
                </a:cubicBezTo>
                <a:cubicBezTo>
                  <a:pt x="747750" y="111062"/>
                  <a:pt x="744514" y="111577"/>
                  <a:pt x="740885" y="111577"/>
                </a:cubicBezTo>
                <a:cubicBezTo>
                  <a:pt x="735393" y="111577"/>
                  <a:pt x="731115" y="110707"/>
                  <a:pt x="728050" y="108966"/>
                </a:cubicBezTo>
                <a:cubicBezTo>
                  <a:pt x="724986" y="107225"/>
                  <a:pt x="722816" y="104822"/>
                  <a:pt x="721541" y="101758"/>
                </a:cubicBezTo>
                <a:cubicBezTo>
                  <a:pt x="720266" y="98693"/>
                  <a:pt x="719629" y="93410"/>
                  <a:pt x="719629" y="85908"/>
                </a:cubicBezTo>
                <a:lnTo>
                  <a:pt x="719702" y="80097"/>
                </a:lnTo>
                <a:lnTo>
                  <a:pt x="719702" y="65755"/>
                </a:lnTo>
                <a:cubicBezTo>
                  <a:pt x="719702" y="63793"/>
                  <a:pt x="719604" y="61121"/>
                  <a:pt x="719408" y="57738"/>
                </a:cubicBezTo>
                <a:cubicBezTo>
                  <a:pt x="719212" y="54354"/>
                  <a:pt x="719053" y="52270"/>
                  <a:pt x="718930" y="51486"/>
                </a:cubicBezTo>
                <a:cubicBezTo>
                  <a:pt x="718808" y="50701"/>
                  <a:pt x="718428" y="50125"/>
                  <a:pt x="717790" y="49757"/>
                </a:cubicBezTo>
                <a:cubicBezTo>
                  <a:pt x="717153" y="49390"/>
                  <a:pt x="715878" y="49206"/>
                  <a:pt x="713965" y="49206"/>
                </a:cubicBezTo>
                <a:lnTo>
                  <a:pt x="707787" y="49132"/>
                </a:lnTo>
                <a:lnTo>
                  <a:pt x="707125" y="48544"/>
                </a:lnTo>
                <a:lnTo>
                  <a:pt x="707125" y="45381"/>
                </a:lnTo>
                <a:lnTo>
                  <a:pt x="707714" y="44793"/>
                </a:lnTo>
                <a:cubicBezTo>
                  <a:pt x="717079" y="43665"/>
                  <a:pt x="724974" y="41826"/>
                  <a:pt x="731397" y="39276"/>
                </a:cubicBezTo>
                <a:moveTo>
                  <a:pt x="748976" y="34643"/>
                </a:moveTo>
                <a:lnTo>
                  <a:pt x="748976" y="34643"/>
                </a:lnTo>
                <a:moveTo>
                  <a:pt x="749711" y="113783"/>
                </a:moveTo>
                <a:lnTo>
                  <a:pt x="749711" y="113783"/>
                </a:lnTo>
                <a:close/>
                <a:moveTo>
                  <a:pt x="821031" y="39276"/>
                </a:moveTo>
                <a:lnTo>
                  <a:pt x="822428" y="40232"/>
                </a:lnTo>
                <a:cubicBezTo>
                  <a:pt x="822134" y="43518"/>
                  <a:pt x="821938" y="47833"/>
                  <a:pt x="821840" y="53177"/>
                </a:cubicBezTo>
                <a:cubicBezTo>
                  <a:pt x="825762" y="49941"/>
                  <a:pt x="829489" y="46656"/>
                  <a:pt x="833019" y="43322"/>
                </a:cubicBezTo>
                <a:cubicBezTo>
                  <a:pt x="834049" y="42390"/>
                  <a:pt x="835018" y="41703"/>
                  <a:pt x="835925" y="41262"/>
                </a:cubicBezTo>
                <a:cubicBezTo>
                  <a:pt x="836832" y="40821"/>
                  <a:pt x="838340" y="40355"/>
                  <a:pt x="840448" y="39865"/>
                </a:cubicBezTo>
                <a:cubicBezTo>
                  <a:pt x="842557" y="39374"/>
                  <a:pt x="844714" y="39129"/>
                  <a:pt x="846921" y="39129"/>
                </a:cubicBezTo>
                <a:cubicBezTo>
                  <a:pt x="850647" y="39129"/>
                  <a:pt x="854263" y="39889"/>
                  <a:pt x="857769" y="41409"/>
                </a:cubicBezTo>
                <a:cubicBezTo>
                  <a:pt x="861275" y="42929"/>
                  <a:pt x="863923" y="44731"/>
                  <a:pt x="865713" y="46815"/>
                </a:cubicBezTo>
                <a:cubicBezTo>
                  <a:pt x="867503" y="48899"/>
                  <a:pt x="868741" y="51363"/>
                  <a:pt x="869427" y="54207"/>
                </a:cubicBezTo>
                <a:cubicBezTo>
                  <a:pt x="870114" y="57051"/>
                  <a:pt x="870457" y="60557"/>
                  <a:pt x="870457" y="64725"/>
                </a:cubicBezTo>
                <a:lnTo>
                  <a:pt x="870457" y="77670"/>
                </a:lnTo>
                <a:cubicBezTo>
                  <a:pt x="870457" y="78503"/>
                  <a:pt x="870580" y="84608"/>
                  <a:pt x="870825" y="95984"/>
                </a:cubicBezTo>
                <a:cubicBezTo>
                  <a:pt x="870923" y="100642"/>
                  <a:pt x="871438" y="103413"/>
                  <a:pt x="872369" y="104295"/>
                </a:cubicBezTo>
                <a:cubicBezTo>
                  <a:pt x="873301" y="105178"/>
                  <a:pt x="876341" y="105619"/>
                  <a:pt x="881490" y="105619"/>
                </a:cubicBezTo>
                <a:lnTo>
                  <a:pt x="882078" y="106208"/>
                </a:lnTo>
                <a:lnTo>
                  <a:pt x="882078" y="109370"/>
                </a:lnTo>
                <a:lnTo>
                  <a:pt x="881490" y="109959"/>
                </a:lnTo>
                <a:cubicBezTo>
                  <a:pt x="875262" y="109567"/>
                  <a:pt x="871045" y="109370"/>
                  <a:pt x="868839" y="109370"/>
                </a:cubicBezTo>
                <a:cubicBezTo>
                  <a:pt x="867564" y="109370"/>
                  <a:pt x="863984" y="109567"/>
                  <a:pt x="858100" y="109959"/>
                </a:cubicBezTo>
                <a:lnTo>
                  <a:pt x="857218" y="109150"/>
                </a:lnTo>
                <a:cubicBezTo>
                  <a:pt x="857855" y="102775"/>
                  <a:pt x="858174" y="94464"/>
                  <a:pt x="858174" y="84216"/>
                </a:cubicBezTo>
                <a:lnTo>
                  <a:pt x="858174" y="74581"/>
                </a:lnTo>
                <a:cubicBezTo>
                  <a:pt x="858174" y="68795"/>
                  <a:pt x="858039" y="64627"/>
                  <a:pt x="857769" y="62077"/>
                </a:cubicBezTo>
                <a:cubicBezTo>
                  <a:pt x="857500" y="59527"/>
                  <a:pt x="856678" y="57210"/>
                  <a:pt x="855305" y="55127"/>
                </a:cubicBezTo>
                <a:cubicBezTo>
                  <a:pt x="853932" y="53043"/>
                  <a:pt x="852094" y="51424"/>
                  <a:pt x="849789" y="50272"/>
                </a:cubicBezTo>
                <a:cubicBezTo>
                  <a:pt x="847485" y="49120"/>
                  <a:pt x="844739" y="48544"/>
                  <a:pt x="841551" y="48544"/>
                </a:cubicBezTo>
                <a:cubicBezTo>
                  <a:pt x="839002" y="48544"/>
                  <a:pt x="836820" y="48801"/>
                  <a:pt x="835005" y="49316"/>
                </a:cubicBezTo>
                <a:cubicBezTo>
                  <a:pt x="833191" y="49831"/>
                  <a:pt x="831156" y="50885"/>
                  <a:pt x="828901" y="52479"/>
                </a:cubicBezTo>
                <a:cubicBezTo>
                  <a:pt x="826645" y="54072"/>
                  <a:pt x="824978" y="55568"/>
                  <a:pt x="823899" y="56965"/>
                </a:cubicBezTo>
                <a:cubicBezTo>
                  <a:pt x="822820" y="58363"/>
                  <a:pt x="822171" y="59662"/>
                  <a:pt x="821950" y="60863"/>
                </a:cubicBezTo>
                <a:cubicBezTo>
                  <a:pt x="821729" y="62065"/>
                  <a:pt x="821619" y="64627"/>
                  <a:pt x="821619" y="68550"/>
                </a:cubicBezTo>
                <a:lnTo>
                  <a:pt x="821619" y="81347"/>
                </a:lnTo>
                <a:cubicBezTo>
                  <a:pt x="821619" y="82426"/>
                  <a:pt x="821717" y="85895"/>
                  <a:pt x="821913" y="91755"/>
                </a:cubicBezTo>
                <a:cubicBezTo>
                  <a:pt x="822109" y="97614"/>
                  <a:pt x="822318" y="101035"/>
                  <a:pt x="822538" y="102015"/>
                </a:cubicBezTo>
                <a:cubicBezTo>
                  <a:pt x="822759" y="102996"/>
                  <a:pt x="823090" y="103707"/>
                  <a:pt x="823531" y="104148"/>
                </a:cubicBezTo>
                <a:cubicBezTo>
                  <a:pt x="823973" y="104590"/>
                  <a:pt x="824512" y="104872"/>
                  <a:pt x="825150" y="104994"/>
                </a:cubicBezTo>
                <a:cubicBezTo>
                  <a:pt x="825787" y="105117"/>
                  <a:pt x="828435" y="105325"/>
                  <a:pt x="833093" y="105619"/>
                </a:cubicBezTo>
                <a:lnTo>
                  <a:pt x="833755" y="106208"/>
                </a:lnTo>
                <a:lnTo>
                  <a:pt x="833755" y="109297"/>
                </a:lnTo>
                <a:lnTo>
                  <a:pt x="833167" y="109959"/>
                </a:lnTo>
                <a:cubicBezTo>
                  <a:pt x="827037" y="109567"/>
                  <a:pt x="821129" y="109370"/>
                  <a:pt x="815441" y="109370"/>
                </a:cubicBezTo>
                <a:cubicBezTo>
                  <a:pt x="809802" y="109370"/>
                  <a:pt x="803918" y="109567"/>
                  <a:pt x="797789" y="109959"/>
                </a:cubicBezTo>
                <a:lnTo>
                  <a:pt x="797127" y="109297"/>
                </a:lnTo>
                <a:lnTo>
                  <a:pt x="797127" y="106208"/>
                </a:lnTo>
                <a:lnTo>
                  <a:pt x="797789" y="105619"/>
                </a:lnTo>
                <a:cubicBezTo>
                  <a:pt x="802545" y="105325"/>
                  <a:pt x="805229" y="105104"/>
                  <a:pt x="805842" y="104957"/>
                </a:cubicBezTo>
                <a:cubicBezTo>
                  <a:pt x="806455" y="104810"/>
                  <a:pt x="806995" y="104504"/>
                  <a:pt x="807460" y="104038"/>
                </a:cubicBezTo>
                <a:cubicBezTo>
                  <a:pt x="807926" y="103572"/>
                  <a:pt x="808245" y="102861"/>
                  <a:pt x="808417" y="101905"/>
                </a:cubicBezTo>
                <a:cubicBezTo>
                  <a:pt x="808588" y="100949"/>
                  <a:pt x="808784" y="97786"/>
                  <a:pt x="809005" y="92417"/>
                </a:cubicBezTo>
                <a:cubicBezTo>
                  <a:pt x="809226" y="87048"/>
                  <a:pt x="809336" y="82990"/>
                  <a:pt x="809336" y="80244"/>
                </a:cubicBezTo>
                <a:lnTo>
                  <a:pt x="809336" y="65755"/>
                </a:lnTo>
                <a:cubicBezTo>
                  <a:pt x="809336" y="63793"/>
                  <a:pt x="809238" y="61121"/>
                  <a:pt x="809042" y="57738"/>
                </a:cubicBezTo>
                <a:cubicBezTo>
                  <a:pt x="808846" y="54354"/>
                  <a:pt x="808686" y="52270"/>
                  <a:pt x="808564" y="51486"/>
                </a:cubicBezTo>
                <a:cubicBezTo>
                  <a:pt x="808441" y="50701"/>
                  <a:pt x="808061" y="50125"/>
                  <a:pt x="807424" y="49757"/>
                </a:cubicBezTo>
                <a:cubicBezTo>
                  <a:pt x="806786" y="49390"/>
                  <a:pt x="805511" y="49206"/>
                  <a:pt x="803599" y="49206"/>
                </a:cubicBezTo>
                <a:lnTo>
                  <a:pt x="797421" y="49132"/>
                </a:lnTo>
                <a:lnTo>
                  <a:pt x="796759" y="48544"/>
                </a:lnTo>
                <a:lnTo>
                  <a:pt x="796759" y="45381"/>
                </a:lnTo>
                <a:lnTo>
                  <a:pt x="797347" y="44793"/>
                </a:lnTo>
                <a:cubicBezTo>
                  <a:pt x="806713" y="43665"/>
                  <a:pt x="814607" y="41826"/>
                  <a:pt x="821031" y="39276"/>
                </a:cubicBezTo>
                <a:close/>
                <a:moveTo>
                  <a:pt x="947387" y="101500"/>
                </a:moveTo>
                <a:lnTo>
                  <a:pt x="944445" y="106428"/>
                </a:lnTo>
                <a:cubicBezTo>
                  <a:pt x="938119" y="109910"/>
                  <a:pt x="931059" y="111650"/>
                  <a:pt x="923262" y="111650"/>
                </a:cubicBezTo>
                <a:cubicBezTo>
                  <a:pt x="912475" y="111650"/>
                  <a:pt x="904139" y="108439"/>
                  <a:pt x="898255" y="102015"/>
                </a:cubicBezTo>
                <a:cubicBezTo>
                  <a:pt x="892371" y="95592"/>
                  <a:pt x="889429" y="87305"/>
                  <a:pt x="889429" y="77155"/>
                </a:cubicBezTo>
                <a:cubicBezTo>
                  <a:pt x="889429" y="72546"/>
                  <a:pt x="889931" y="68439"/>
                  <a:pt x="890936" y="64835"/>
                </a:cubicBezTo>
                <a:cubicBezTo>
                  <a:pt x="891942" y="61231"/>
                  <a:pt x="893217" y="58252"/>
                  <a:pt x="894761" y="55899"/>
                </a:cubicBezTo>
                <a:cubicBezTo>
                  <a:pt x="896306" y="53545"/>
                  <a:pt x="898010" y="51682"/>
                  <a:pt x="899873" y="50309"/>
                </a:cubicBezTo>
                <a:cubicBezTo>
                  <a:pt x="901736" y="48936"/>
                  <a:pt x="904887" y="47024"/>
                  <a:pt x="909324" y="44572"/>
                </a:cubicBezTo>
                <a:cubicBezTo>
                  <a:pt x="913762" y="42120"/>
                  <a:pt x="917108" y="40514"/>
                  <a:pt x="919364" y="39754"/>
                </a:cubicBezTo>
                <a:cubicBezTo>
                  <a:pt x="921620" y="38994"/>
                  <a:pt x="924733" y="38614"/>
                  <a:pt x="928705" y="38614"/>
                </a:cubicBezTo>
                <a:cubicBezTo>
                  <a:pt x="936305" y="38614"/>
                  <a:pt x="942533" y="40061"/>
                  <a:pt x="947387" y="42954"/>
                </a:cubicBezTo>
                <a:cubicBezTo>
                  <a:pt x="946455" y="48495"/>
                  <a:pt x="945744" y="54673"/>
                  <a:pt x="945254" y="61489"/>
                </a:cubicBezTo>
                <a:lnTo>
                  <a:pt x="944592" y="62077"/>
                </a:lnTo>
                <a:lnTo>
                  <a:pt x="941576" y="62077"/>
                </a:lnTo>
                <a:lnTo>
                  <a:pt x="940914" y="61415"/>
                </a:lnTo>
                <a:cubicBezTo>
                  <a:pt x="940718" y="57296"/>
                  <a:pt x="940449" y="54526"/>
                  <a:pt x="940105" y="53104"/>
                </a:cubicBezTo>
                <a:cubicBezTo>
                  <a:pt x="939762" y="51682"/>
                  <a:pt x="937813" y="50162"/>
                  <a:pt x="934258" y="48544"/>
                </a:cubicBezTo>
                <a:cubicBezTo>
                  <a:pt x="930703" y="46926"/>
                  <a:pt x="926915" y="46117"/>
                  <a:pt x="922894" y="46117"/>
                </a:cubicBezTo>
                <a:cubicBezTo>
                  <a:pt x="918874" y="46117"/>
                  <a:pt x="915294" y="46962"/>
                  <a:pt x="912156" y="48654"/>
                </a:cubicBezTo>
                <a:cubicBezTo>
                  <a:pt x="909018" y="50346"/>
                  <a:pt x="906652" y="53116"/>
                  <a:pt x="905058" y="56965"/>
                </a:cubicBezTo>
                <a:cubicBezTo>
                  <a:pt x="903465" y="60814"/>
                  <a:pt x="902668" y="65411"/>
                  <a:pt x="902668" y="70756"/>
                </a:cubicBezTo>
                <a:cubicBezTo>
                  <a:pt x="902668" y="75267"/>
                  <a:pt x="903305" y="79668"/>
                  <a:pt x="904580" y="83959"/>
                </a:cubicBezTo>
                <a:cubicBezTo>
                  <a:pt x="905855" y="88249"/>
                  <a:pt x="907534" y="91804"/>
                  <a:pt x="909618" y="94623"/>
                </a:cubicBezTo>
                <a:cubicBezTo>
                  <a:pt x="911702" y="97443"/>
                  <a:pt x="914461" y="99711"/>
                  <a:pt x="917893" y="101427"/>
                </a:cubicBezTo>
                <a:cubicBezTo>
                  <a:pt x="921325" y="103143"/>
                  <a:pt x="925150" y="104001"/>
                  <a:pt x="929367" y="104001"/>
                </a:cubicBezTo>
                <a:cubicBezTo>
                  <a:pt x="932015" y="104001"/>
                  <a:pt x="934601" y="103658"/>
                  <a:pt x="937127" y="102971"/>
                </a:cubicBezTo>
                <a:cubicBezTo>
                  <a:pt x="939652" y="102285"/>
                  <a:pt x="942557" y="101157"/>
                  <a:pt x="945842" y="99588"/>
                </a:cubicBezTo>
                <a:lnTo>
                  <a:pt x="947387" y="101500"/>
                </a:lnTo>
                <a:close/>
                <a:moveTo>
                  <a:pt x="952905" y="51633"/>
                </a:moveTo>
                <a:lnTo>
                  <a:pt x="952905" y="49721"/>
                </a:lnTo>
                <a:lnTo>
                  <a:pt x="953420" y="48985"/>
                </a:lnTo>
                <a:cubicBezTo>
                  <a:pt x="958029" y="47269"/>
                  <a:pt x="961756" y="45675"/>
                  <a:pt x="964600" y="44204"/>
                </a:cubicBezTo>
                <a:cubicBezTo>
                  <a:pt x="964600" y="31406"/>
                  <a:pt x="964453" y="23953"/>
                  <a:pt x="964158" y="21845"/>
                </a:cubicBezTo>
                <a:cubicBezTo>
                  <a:pt x="969209" y="20079"/>
                  <a:pt x="973352" y="18192"/>
                  <a:pt x="976588" y="16181"/>
                </a:cubicBezTo>
                <a:lnTo>
                  <a:pt x="978354" y="17652"/>
                </a:lnTo>
                <a:cubicBezTo>
                  <a:pt x="977863" y="20741"/>
                  <a:pt x="977275" y="29715"/>
                  <a:pt x="976588" y="44572"/>
                </a:cubicBezTo>
                <a:cubicBezTo>
                  <a:pt x="979040" y="44621"/>
                  <a:pt x="981688" y="44645"/>
                  <a:pt x="984532" y="44645"/>
                </a:cubicBezTo>
                <a:cubicBezTo>
                  <a:pt x="990318" y="44645"/>
                  <a:pt x="994461" y="44498"/>
                  <a:pt x="996962" y="44204"/>
                </a:cubicBezTo>
                <a:lnTo>
                  <a:pt x="997477" y="44719"/>
                </a:lnTo>
                <a:lnTo>
                  <a:pt x="996080" y="50897"/>
                </a:lnTo>
                <a:lnTo>
                  <a:pt x="995491" y="51559"/>
                </a:lnTo>
                <a:cubicBezTo>
                  <a:pt x="992990" y="51510"/>
                  <a:pt x="990220" y="51486"/>
                  <a:pt x="987180" y="51486"/>
                </a:cubicBezTo>
                <a:cubicBezTo>
                  <a:pt x="984434" y="51486"/>
                  <a:pt x="980903" y="51510"/>
                  <a:pt x="976588" y="51559"/>
                </a:cubicBezTo>
                <a:lnTo>
                  <a:pt x="976147" y="81495"/>
                </a:lnTo>
                <a:cubicBezTo>
                  <a:pt x="976147" y="88408"/>
                  <a:pt x="976307" y="92932"/>
                  <a:pt x="976625" y="95065"/>
                </a:cubicBezTo>
                <a:cubicBezTo>
                  <a:pt x="976944" y="97198"/>
                  <a:pt x="977827" y="98865"/>
                  <a:pt x="979273" y="100066"/>
                </a:cubicBezTo>
                <a:cubicBezTo>
                  <a:pt x="980720" y="101268"/>
                  <a:pt x="982865" y="101868"/>
                  <a:pt x="985709" y="101868"/>
                </a:cubicBezTo>
                <a:cubicBezTo>
                  <a:pt x="988994" y="101868"/>
                  <a:pt x="992034" y="101010"/>
                  <a:pt x="994829" y="99294"/>
                </a:cubicBezTo>
                <a:lnTo>
                  <a:pt x="996594" y="101942"/>
                </a:lnTo>
                <a:cubicBezTo>
                  <a:pt x="995418" y="102775"/>
                  <a:pt x="992598" y="105227"/>
                  <a:pt x="988136" y="109297"/>
                </a:cubicBezTo>
                <a:cubicBezTo>
                  <a:pt x="985586" y="110474"/>
                  <a:pt x="982987" y="111062"/>
                  <a:pt x="980340" y="111062"/>
                </a:cubicBezTo>
                <a:cubicBezTo>
                  <a:pt x="969307" y="111062"/>
                  <a:pt x="963791" y="105717"/>
                  <a:pt x="963791" y="95028"/>
                </a:cubicBezTo>
                <a:cubicBezTo>
                  <a:pt x="963791" y="91105"/>
                  <a:pt x="963889" y="87771"/>
                  <a:pt x="964085" y="85025"/>
                </a:cubicBezTo>
                <a:cubicBezTo>
                  <a:pt x="964134" y="84191"/>
                  <a:pt x="964158" y="83333"/>
                  <a:pt x="964158" y="82451"/>
                </a:cubicBezTo>
                <a:lnTo>
                  <a:pt x="964158" y="51927"/>
                </a:lnTo>
                <a:lnTo>
                  <a:pt x="961143" y="51927"/>
                </a:lnTo>
                <a:cubicBezTo>
                  <a:pt x="958936" y="51927"/>
                  <a:pt x="956411" y="52025"/>
                  <a:pt x="953567" y="52221"/>
                </a:cubicBezTo>
                <a:lnTo>
                  <a:pt x="952905" y="51633"/>
                </a:lnTo>
                <a:close/>
                <a:moveTo>
                  <a:pt x="1020263" y="6399"/>
                </a:moveTo>
                <a:cubicBezTo>
                  <a:pt x="1022567" y="6399"/>
                  <a:pt x="1024529" y="7208"/>
                  <a:pt x="1026147" y="8826"/>
                </a:cubicBezTo>
                <a:cubicBezTo>
                  <a:pt x="1027765" y="10444"/>
                  <a:pt x="1028574" y="12406"/>
                  <a:pt x="1028574" y="14710"/>
                </a:cubicBezTo>
                <a:cubicBezTo>
                  <a:pt x="1028574" y="16966"/>
                  <a:pt x="1027765" y="18903"/>
                  <a:pt x="1026147" y="20521"/>
                </a:cubicBezTo>
                <a:cubicBezTo>
                  <a:pt x="1024529" y="22139"/>
                  <a:pt x="1022567" y="22948"/>
                  <a:pt x="1020263" y="22948"/>
                </a:cubicBezTo>
                <a:cubicBezTo>
                  <a:pt x="1018007" y="22948"/>
                  <a:pt x="1016058" y="22151"/>
                  <a:pt x="1014415" y="20558"/>
                </a:cubicBezTo>
                <a:cubicBezTo>
                  <a:pt x="1012773" y="18964"/>
                  <a:pt x="1011951" y="17015"/>
                  <a:pt x="1011951" y="14710"/>
                </a:cubicBezTo>
                <a:cubicBezTo>
                  <a:pt x="1011951" y="12406"/>
                  <a:pt x="1012773" y="10444"/>
                  <a:pt x="1014415" y="8826"/>
                </a:cubicBezTo>
                <a:cubicBezTo>
                  <a:pt x="1016058" y="7208"/>
                  <a:pt x="1018007" y="6399"/>
                  <a:pt x="1020263" y="6399"/>
                </a:cubicBezTo>
                <a:moveTo>
                  <a:pt x="1026514" y="39276"/>
                </a:moveTo>
                <a:lnTo>
                  <a:pt x="1027912" y="40232"/>
                </a:lnTo>
                <a:cubicBezTo>
                  <a:pt x="1027373" y="46656"/>
                  <a:pt x="1027103" y="54820"/>
                  <a:pt x="1027103" y="64725"/>
                </a:cubicBezTo>
                <a:lnTo>
                  <a:pt x="1027103" y="81347"/>
                </a:lnTo>
                <a:cubicBezTo>
                  <a:pt x="1027103" y="82426"/>
                  <a:pt x="1027201" y="85895"/>
                  <a:pt x="1027397" y="91755"/>
                </a:cubicBezTo>
                <a:cubicBezTo>
                  <a:pt x="1027593" y="97614"/>
                  <a:pt x="1027802" y="101035"/>
                  <a:pt x="1028022" y="102015"/>
                </a:cubicBezTo>
                <a:cubicBezTo>
                  <a:pt x="1028243" y="102996"/>
                  <a:pt x="1028574" y="103707"/>
                  <a:pt x="1029015" y="104148"/>
                </a:cubicBezTo>
                <a:cubicBezTo>
                  <a:pt x="1029456" y="104590"/>
                  <a:pt x="1029996" y="104872"/>
                  <a:pt x="1030633" y="104994"/>
                </a:cubicBezTo>
                <a:cubicBezTo>
                  <a:pt x="1031271" y="105117"/>
                  <a:pt x="1033919" y="105325"/>
                  <a:pt x="1038577" y="105619"/>
                </a:cubicBezTo>
                <a:lnTo>
                  <a:pt x="1039239" y="106208"/>
                </a:lnTo>
                <a:lnTo>
                  <a:pt x="1039239" y="109297"/>
                </a:lnTo>
                <a:lnTo>
                  <a:pt x="1038650" y="109959"/>
                </a:lnTo>
                <a:cubicBezTo>
                  <a:pt x="1032521" y="109567"/>
                  <a:pt x="1026612" y="109370"/>
                  <a:pt x="1020925" y="109370"/>
                </a:cubicBezTo>
                <a:cubicBezTo>
                  <a:pt x="1015286" y="109370"/>
                  <a:pt x="1009402" y="109567"/>
                  <a:pt x="1003272" y="109959"/>
                </a:cubicBezTo>
                <a:lnTo>
                  <a:pt x="1002610" y="109297"/>
                </a:lnTo>
                <a:lnTo>
                  <a:pt x="1002610" y="106208"/>
                </a:lnTo>
                <a:lnTo>
                  <a:pt x="1003272" y="105619"/>
                </a:lnTo>
                <a:cubicBezTo>
                  <a:pt x="1008029" y="105325"/>
                  <a:pt x="1010713" y="105104"/>
                  <a:pt x="1011326" y="104957"/>
                </a:cubicBezTo>
                <a:cubicBezTo>
                  <a:pt x="1011939" y="104810"/>
                  <a:pt x="1012478" y="104504"/>
                  <a:pt x="1012944" y="104038"/>
                </a:cubicBezTo>
                <a:cubicBezTo>
                  <a:pt x="1013410" y="103572"/>
                  <a:pt x="1013729" y="102861"/>
                  <a:pt x="1013900" y="101905"/>
                </a:cubicBezTo>
                <a:cubicBezTo>
                  <a:pt x="1014072" y="100949"/>
                  <a:pt x="1014268" y="97786"/>
                  <a:pt x="1014489" y="92417"/>
                </a:cubicBezTo>
                <a:cubicBezTo>
                  <a:pt x="1014709" y="87048"/>
                  <a:pt x="1014820" y="82990"/>
                  <a:pt x="1014820" y="80244"/>
                </a:cubicBezTo>
                <a:lnTo>
                  <a:pt x="1014820" y="65755"/>
                </a:lnTo>
                <a:cubicBezTo>
                  <a:pt x="1014820" y="63793"/>
                  <a:pt x="1014722" y="61121"/>
                  <a:pt x="1014526" y="57738"/>
                </a:cubicBezTo>
                <a:cubicBezTo>
                  <a:pt x="1014329" y="54354"/>
                  <a:pt x="1014170" y="52270"/>
                  <a:pt x="1014048" y="51486"/>
                </a:cubicBezTo>
                <a:cubicBezTo>
                  <a:pt x="1013925" y="50701"/>
                  <a:pt x="1013545" y="50125"/>
                  <a:pt x="1012907" y="49757"/>
                </a:cubicBezTo>
                <a:cubicBezTo>
                  <a:pt x="1012270" y="49390"/>
                  <a:pt x="1010995" y="49206"/>
                  <a:pt x="1009083" y="49206"/>
                </a:cubicBezTo>
                <a:lnTo>
                  <a:pt x="1002905" y="49132"/>
                </a:lnTo>
                <a:lnTo>
                  <a:pt x="1002243" y="48544"/>
                </a:lnTo>
                <a:lnTo>
                  <a:pt x="1002243" y="45381"/>
                </a:lnTo>
                <a:lnTo>
                  <a:pt x="1002831" y="44793"/>
                </a:lnTo>
                <a:cubicBezTo>
                  <a:pt x="1012196" y="43665"/>
                  <a:pt x="1020091" y="41826"/>
                  <a:pt x="1026514" y="39276"/>
                </a:cubicBezTo>
                <a:moveTo>
                  <a:pt x="1020777" y="113783"/>
                </a:moveTo>
                <a:lnTo>
                  <a:pt x="1020777" y="113783"/>
                </a:lnTo>
                <a:close/>
                <a:moveTo>
                  <a:pt x="1046258" y="75684"/>
                </a:moveTo>
                <a:cubicBezTo>
                  <a:pt x="1046258" y="69849"/>
                  <a:pt x="1047460" y="64222"/>
                  <a:pt x="1049862" y="58804"/>
                </a:cubicBezTo>
                <a:cubicBezTo>
                  <a:pt x="1052265" y="53386"/>
                  <a:pt x="1056445" y="48703"/>
                  <a:pt x="1062403" y="44756"/>
                </a:cubicBezTo>
                <a:cubicBezTo>
                  <a:pt x="1068360" y="40809"/>
                  <a:pt x="1075434" y="38835"/>
                  <a:pt x="1083622" y="38835"/>
                </a:cubicBezTo>
                <a:cubicBezTo>
                  <a:pt x="1093919" y="38835"/>
                  <a:pt x="1102304" y="42083"/>
                  <a:pt x="1108777" y="48580"/>
                </a:cubicBezTo>
                <a:cubicBezTo>
                  <a:pt x="1115249" y="55077"/>
                  <a:pt x="1118485" y="63426"/>
                  <a:pt x="1118485" y="73625"/>
                </a:cubicBezTo>
                <a:cubicBezTo>
                  <a:pt x="1118485" y="84853"/>
                  <a:pt x="1114771" y="94096"/>
                  <a:pt x="1107342" y="101353"/>
                </a:cubicBezTo>
                <a:cubicBezTo>
                  <a:pt x="1099914" y="108610"/>
                  <a:pt x="1090953" y="112239"/>
                  <a:pt x="1080460" y="112239"/>
                </a:cubicBezTo>
                <a:cubicBezTo>
                  <a:pt x="1073595" y="112239"/>
                  <a:pt x="1067466" y="110388"/>
                  <a:pt x="1062072" y="106686"/>
                </a:cubicBezTo>
                <a:cubicBezTo>
                  <a:pt x="1056678" y="102984"/>
                  <a:pt x="1052694" y="98460"/>
                  <a:pt x="1050120" y="93116"/>
                </a:cubicBezTo>
                <a:cubicBezTo>
                  <a:pt x="1047545" y="87771"/>
                  <a:pt x="1046258" y="81960"/>
                  <a:pt x="1046258" y="75684"/>
                </a:cubicBezTo>
                <a:moveTo>
                  <a:pt x="1060159" y="70609"/>
                </a:moveTo>
                <a:cubicBezTo>
                  <a:pt x="1060159" y="77474"/>
                  <a:pt x="1061042" y="83615"/>
                  <a:pt x="1062807" y="89034"/>
                </a:cubicBezTo>
                <a:cubicBezTo>
                  <a:pt x="1064573" y="94452"/>
                  <a:pt x="1067367" y="98804"/>
                  <a:pt x="1071192" y="102089"/>
                </a:cubicBezTo>
                <a:cubicBezTo>
                  <a:pt x="1075017" y="105374"/>
                  <a:pt x="1079381" y="107017"/>
                  <a:pt x="1084284" y="107017"/>
                </a:cubicBezTo>
                <a:cubicBezTo>
                  <a:pt x="1090070" y="107017"/>
                  <a:pt x="1094851" y="104724"/>
                  <a:pt x="1098627" y="100140"/>
                </a:cubicBezTo>
                <a:cubicBezTo>
                  <a:pt x="1102402" y="95555"/>
                  <a:pt x="1104290" y="88654"/>
                  <a:pt x="1104290" y="79435"/>
                </a:cubicBezTo>
                <a:cubicBezTo>
                  <a:pt x="1104290" y="68991"/>
                  <a:pt x="1102243" y="60434"/>
                  <a:pt x="1098149" y="53766"/>
                </a:cubicBezTo>
                <a:cubicBezTo>
                  <a:pt x="1094054" y="47097"/>
                  <a:pt x="1088158" y="43763"/>
                  <a:pt x="1080460" y="43763"/>
                </a:cubicBezTo>
                <a:cubicBezTo>
                  <a:pt x="1074085" y="43763"/>
                  <a:pt x="1069108" y="46067"/>
                  <a:pt x="1065529" y="50677"/>
                </a:cubicBezTo>
                <a:cubicBezTo>
                  <a:pt x="1061949" y="55286"/>
                  <a:pt x="1060159" y="61930"/>
                  <a:pt x="1060159" y="70609"/>
                </a:cubicBezTo>
                <a:moveTo>
                  <a:pt x="1082445" y="34643"/>
                </a:moveTo>
                <a:lnTo>
                  <a:pt x="1082445" y="34643"/>
                </a:lnTo>
                <a:moveTo>
                  <a:pt x="1081342" y="113783"/>
                </a:moveTo>
                <a:lnTo>
                  <a:pt x="1081342" y="113783"/>
                </a:lnTo>
                <a:close/>
                <a:moveTo>
                  <a:pt x="1149109" y="39276"/>
                </a:moveTo>
                <a:lnTo>
                  <a:pt x="1150507" y="40232"/>
                </a:lnTo>
                <a:cubicBezTo>
                  <a:pt x="1150212" y="43518"/>
                  <a:pt x="1150016" y="47833"/>
                  <a:pt x="1149918" y="53177"/>
                </a:cubicBezTo>
                <a:cubicBezTo>
                  <a:pt x="1153841" y="49941"/>
                  <a:pt x="1157567" y="46656"/>
                  <a:pt x="1161098" y="43322"/>
                </a:cubicBezTo>
                <a:cubicBezTo>
                  <a:pt x="1162128" y="42390"/>
                  <a:pt x="1163096" y="41703"/>
                  <a:pt x="1164003" y="41262"/>
                </a:cubicBezTo>
                <a:cubicBezTo>
                  <a:pt x="1164910" y="40821"/>
                  <a:pt x="1166418" y="40355"/>
                  <a:pt x="1168527" y="39865"/>
                </a:cubicBezTo>
                <a:cubicBezTo>
                  <a:pt x="1170635" y="39374"/>
                  <a:pt x="1172793" y="39129"/>
                  <a:pt x="1174999" y="39129"/>
                </a:cubicBezTo>
                <a:cubicBezTo>
                  <a:pt x="1178726" y="39129"/>
                  <a:pt x="1182342" y="39889"/>
                  <a:pt x="1185848" y="41409"/>
                </a:cubicBezTo>
                <a:cubicBezTo>
                  <a:pt x="1189354" y="42929"/>
                  <a:pt x="1192002" y="44731"/>
                  <a:pt x="1193791" y="46815"/>
                </a:cubicBezTo>
                <a:cubicBezTo>
                  <a:pt x="1195581" y="48899"/>
                  <a:pt x="1196819" y="51363"/>
                  <a:pt x="1197506" y="54207"/>
                </a:cubicBezTo>
                <a:cubicBezTo>
                  <a:pt x="1198192" y="57051"/>
                  <a:pt x="1198535" y="60557"/>
                  <a:pt x="1198535" y="64725"/>
                </a:cubicBezTo>
                <a:lnTo>
                  <a:pt x="1198535" y="77670"/>
                </a:lnTo>
                <a:cubicBezTo>
                  <a:pt x="1198535" y="78503"/>
                  <a:pt x="1198658" y="84608"/>
                  <a:pt x="1198903" y="95984"/>
                </a:cubicBezTo>
                <a:cubicBezTo>
                  <a:pt x="1199001" y="100642"/>
                  <a:pt x="1199516" y="103413"/>
                  <a:pt x="1200448" y="104295"/>
                </a:cubicBezTo>
                <a:cubicBezTo>
                  <a:pt x="1201379" y="105178"/>
                  <a:pt x="1204419" y="105619"/>
                  <a:pt x="1209568" y="105619"/>
                </a:cubicBezTo>
                <a:lnTo>
                  <a:pt x="1210156" y="106208"/>
                </a:lnTo>
                <a:lnTo>
                  <a:pt x="1210156" y="109370"/>
                </a:lnTo>
                <a:lnTo>
                  <a:pt x="1209568" y="109959"/>
                </a:lnTo>
                <a:cubicBezTo>
                  <a:pt x="1203341" y="109567"/>
                  <a:pt x="1199124" y="109370"/>
                  <a:pt x="1196917" y="109370"/>
                </a:cubicBezTo>
                <a:cubicBezTo>
                  <a:pt x="1195642" y="109370"/>
                  <a:pt x="1192063" y="109567"/>
                  <a:pt x="1186179" y="109959"/>
                </a:cubicBezTo>
                <a:lnTo>
                  <a:pt x="1185296" y="109150"/>
                </a:lnTo>
                <a:cubicBezTo>
                  <a:pt x="1185934" y="102775"/>
                  <a:pt x="1186252" y="94464"/>
                  <a:pt x="1186252" y="84216"/>
                </a:cubicBezTo>
                <a:lnTo>
                  <a:pt x="1186252" y="74581"/>
                </a:lnTo>
                <a:cubicBezTo>
                  <a:pt x="1186252" y="68795"/>
                  <a:pt x="1186118" y="64627"/>
                  <a:pt x="1185848" y="62077"/>
                </a:cubicBezTo>
                <a:cubicBezTo>
                  <a:pt x="1185578" y="59527"/>
                  <a:pt x="1184757" y="57210"/>
                  <a:pt x="1183384" y="55127"/>
                </a:cubicBezTo>
                <a:cubicBezTo>
                  <a:pt x="1182011" y="53043"/>
                  <a:pt x="1180172" y="51424"/>
                  <a:pt x="1177868" y="50272"/>
                </a:cubicBezTo>
                <a:cubicBezTo>
                  <a:pt x="1175563" y="49120"/>
                  <a:pt x="1172817" y="48544"/>
                  <a:pt x="1169630" y="48544"/>
                </a:cubicBezTo>
                <a:cubicBezTo>
                  <a:pt x="1167080" y="48544"/>
                  <a:pt x="1164898" y="48801"/>
                  <a:pt x="1163084" y="49316"/>
                </a:cubicBezTo>
                <a:cubicBezTo>
                  <a:pt x="1161270" y="49831"/>
                  <a:pt x="1159235" y="50885"/>
                  <a:pt x="1156979" y="52479"/>
                </a:cubicBezTo>
                <a:cubicBezTo>
                  <a:pt x="1154723" y="54072"/>
                  <a:pt x="1153056" y="55568"/>
                  <a:pt x="1151978" y="56965"/>
                </a:cubicBezTo>
                <a:cubicBezTo>
                  <a:pt x="1150899" y="58363"/>
                  <a:pt x="1150249" y="59662"/>
                  <a:pt x="1150028" y="60863"/>
                </a:cubicBezTo>
                <a:cubicBezTo>
                  <a:pt x="1149808" y="62065"/>
                  <a:pt x="1149698" y="64627"/>
                  <a:pt x="1149698" y="68550"/>
                </a:cubicBezTo>
                <a:lnTo>
                  <a:pt x="1149698" y="81347"/>
                </a:lnTo>
                <a:cubicBezTo>
                  <a:pt x="1149698" y="82426"/>
                  <a:pt x="1149796" y="85895"/>
                  <a:pt x="1149992" y="91755"/>
                </a:cubicBezTo>
                <a:cubicBezTo>
                  <a:pt x="1150188" y="97614"/>
                  <a:pt x="1150396" y="101035"/>
                  <a:pt x="1150617" y="102015"/>
                </a:cubicBezTo>
                <a:cubicBezTo>
                  <a:pt x="1150838" y="102996"/>
                  <a:pt x="1151169" y="103707"/>
                  <a:pt x="1151610" y="104148"/>
                </a:cubicBezTo>
                <a:cubicBezTo>
                  <a:pt x="1152051" y="104590"/>
                  <a:pt x="1152591" y="104872"/>
                  <a:pt x="1153228" y="104994"/>
                </a:cubicBezTo>
                <a:cubicBezTo>
                  <a:pt x="1153865" y="105117"/>
                  <a:pt x="1156513" y="105325"/>
                  <a:pt x="1161171" y="105619"/>
                </a:cubicBezTo>
                <a:lnTo>
                  <a:pt x="1161833" y="106208"/>
                </a:lnTo>
                <a:lnTo>
                  <a:pt x="1161833" y="109297"/>
                </a:lnTo>
                <a:lnTo>
                  <a:pt x="1161245" y="109959"/>
                </a:lnTo>
                <a:cubicBezTo>
                  <a:pt x="1155116" y="109567"/>
                  <a:pt x="1149207" y="109370"/>
                  <a:pt x="1143519" y="109370"/>
                </a:cubicBezTo>
                <a:cubicBezTo>
                  <a:pt x="1137880" y="109370"/>
                  <a:pt x="1131996" y="109567"/>
                  <a:pt x="1125867" y="109959"/>
                </a:cubicBezTo>
                <a:lnTo>
                  <a:pt x="1125205" y="109297"/>
                </a:lnTo>
                <a:lnTo>
                  <a:pt x="1125205" y="106208"/>
                </a:lnTo>
                <a:lnTo>
                  <a:pt x="1125867" y="105619"/>
                </a:lnTo>
                <a:cubicBezTo>
                  <a:pt x="1130623" y="105325"/>
                  <a:pt x="1133308" y="105104"/>
                  <a:pt x="1133921" y="104957"/>
                </a:cubicBezTo>
                <a:cubicBezTo>
                  <a:pt x="1134534" y="104810"/>
                  <a:pt x="1135073" y="104504"/>
                  <a:pt x="1135539" y="104038"/>
                </a:cubicBezTo>
                <a:cubicBezTo>
                  <a:pt x="1136005" y="103572"/>
                  <a:pt x="1136323" y="102861"/>
                  <a:pt x="1136495" y="101905"/>
                </a:cubicBezTo>
                <a:cubicBezTo>
                  <a:pt x="1136667" y="100949"/>
                  <a:pt x="1136863" y="97786"/>
                  <a:pt x="1137084" y="92417"/>
                </a:cubicBezTo>
                <a:cubicBezTo>
                  <a:pt x="1137304" y="87048"/>
                  <a:pt x="1137414" y="82990"/>
                  <a:pt x="1137414" y="80244"/>
                </a:cubicBezTo>
                <a:lnTo>
                  <a:pt x="1137414" y="65755"/>
                </a:lnTo>
                <a:cubicBezTo>
                  <a:pt x="1137414" y="63793"/>
                  <a:pt x="1137316" y="61121"/>
                  <a:pt x="1137120" y="57738"/>
                </a:cubicBezTo>
                <a:cubicBezTo>
                  <a:pt x="1136924" y="54354"/>
                  <a:pt x="1136765" y="52270"/>
                  <a:pt x="1136642" y="51486"/>
                </a:cubicBezTo>
                <a:cubicBezTo>
                  <a:pt x="1136520" y="50701"/>
                  <a:pt x="1136140" y="50125"/>
                  <a:pt x="1135502" y="49757"/>
                </a:cubicBezTo>
                <a:cubicBezTo>
                  <a:pt x="1134865" y="49390"/>
                  <a:pt x="1133590" y="49206"/>
                  <a:pt x="1131677" y="49206"/>
                </a:cubicBezTo>
                <a:lnTo>
                  <a:pt x="1125499" y="49132"/>
                </a:lnTo>
                <a:lnTo>
                  <a:pt x="1124837" y="48544"/>
                </a:lnTo>
                <a:lnTo>
                  <a:pt x="1124837" y="45381"/>
                </a:lnTo>
                <a:lnTo>
                  <a:pt x="1125426" y="44793"/>
                </a:lnTo>
                <a:cubicBezTo>
                  <a:pt x="1134791" y="43665"/>
                  <a:pt x="1142686" y="41826"/>
                  <a:pt x="1149109" y="392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ef9ca42e546b3"/>
          <a:stretch xmlns:a="http://schemas.openxmlformats.org/drawingml/2006/main"/>
        </p:blipFill>
        <p:spPr>
          <a:xfrm xmlns:a="http://schemas.openxmlformats.org/drawingml/2006/main">
            <a:off x="1532354" y="1755792"/>
            <a:ext cx="1825837" cy="375075"/>
          </a:xfrm>
          <a:prstGeom xmlns:a="http://schemas.openxmlformats.org/drawingml/2006/main" prst="rect">
            <a:avLst/>
          </a:prstGeom>
        </p:spPr>
      </p:pic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431158f7140b0"/>
          <a:stretch xmlns:a="http://schemas.openxmlformats.org/drawingml/2006/main"/>
        </p:blipFill>
        <p:spPr>
          <a:xfrm xmlns:a="http://schemas.openxmlformats.org/drawingml/2006/main">
            <a:off x="1753869" y="1758972"/>
            <a:ext cx="1384313" cy="413867"/>
          </a:xfrm>
          <a:prstGeom xmlns:a="http://schemas.openxmlformats.org/drawingml/2006/main" prst="rect">
            <a:avLst/>
          </a:prstGeom>
        </p:spPr>
      </p:pic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22EE1-21CF-447E-96CA-3CD16150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671" y="1787613"/>
            <a:ext cx="1727002" cy="262791"/>
          </a:xfrm>
          <a:custGeom xmlns:a="http://schemas.openxmlformats.org/drawingml/2006/main">
            <a:pathLst>
              <a:path w="1727002" h="262791">
                <a:moveTo>
                  <a:pt x="0" y="262791"/>
                </a:moveTo>
                <a:lnTo>
                  <a:pt x="0" y="0"/>
                </a:lnTo>
                <a:lnTo>
                  <a:pt x="1727002" y="0"/>
                </a:lnTo>
                <a:lnTo>
                  <a:pt x="1727002" y="262791"/>
                </a:lnTo>
                <a:lnTo>
                  <a:pt x="0" y="262791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E0835-E395-43F1-98E7-5E97F8F8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671" y="1787613"/>
            <a:ext cx="1727002" cy="262791"/>
          </a:xfrm>
          <a:custGeom xmlns:a="http://schemas.openxmlformats.org/drawingml/2006/main">
            <a:pathLst>
              <a:path w="1727002" h="262791" fill="none">
                <a:moveTo>
                  <a:pt x="0" y="262791"/>
                </a:moveTo>
                <a:lnTo>
                  <a:pt x="1727002" y="262791"/>
                </a:lnTo>
                <a:lnTo>
                  <a:pt x="1727002" y="0"/>
                </a:lnTo>
                <a:lnTo>
                  <a:pt x="0" y="0"/>
                </a:lnTo>
                <a:lnTo>
                  <a:pt x="0" y="2627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64" name="Text mDPconstraints">
            <a:extLst xmlns:a="http://schemas.openxmlformats.org/drawingml/2006/main">
              <a:ext uri="{FF2B5EF4-FFF2-40B4-BE49-F238E27FC236}">
                <a16:creationId xmlns:a16="http://schemas.microsoft.com/office/drawing/2014/main" id="{8264EF17-CCEC-4DFB-98CA-39BDD39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79" y="1864987"/>
            <a:ext cx="1094805" cy="108488"/>
          </a:xfrm>
          <a:custGeom xmlns:a="http://schemas.openxmlformats.org/drawingml/2006/main">
            <a:pathLst>
              <a:path w="1094805" h="108488">
                <a:moveTo>
                  <a:pt x="24272" y="33981"/>
                </a:moveTo>
                <a:lnTo>
                  <a:pt x="25669" y="34937"/>
                </a:lnTo>
                <a:cubicBezTo>
                  <a:pt x="25375" y="38173"/>
                  <a:pt x="25179" y="42047"/>
                  <a:pt x="25081" y="46558"/>
                </a:cubicBezTo>
                <a:lnTo>
                  <a:pt x="32068" y="40159"/>
                </a:lnTo>
                <a:cubicBezTo>
                  <a:pt x="34030" y="38345"/>
                  <a:pt x="35329" y="37180"/>
                  <a:pt x="35966" y="36665"/>
                </a:cubicBezTo>
                <a:cubicBezTo>
                  <a:pt x="36604" y="36150"/>
                  <a:pt x="38099" y="35550"/>
                  <a:pt x="40453" y="34863"/>
                </a:cubicBezTo>
                <a:cubicBezTo>
                  <a:pt x="42807" y="34177"/>
                  <a:pt x="45283" y="33833"/>
                  <a:pt x="47882" y="33833"/>
                </a:cubicBezTo>
                <a:cubicBezTo>
                  <a:pt x="52785" y="33833"/>
                  <a:pt x="57076" y="35047"/>
                  <a:pt x="60753" y="37474"/>
                </a:cubicBezTo>
                <a:cubicBezTo>
                  <a:pt x="64431" y="39901"/>
                  <a:pt x="67152" y="43248"/>
                  <a:pt x="68917" y="47514"/>
                </a:cubicBezTo>
                <a:cubicBezTo>
                  <a:pt x="75537" y="41238"/>
                  <a:pt x="79398" y="37756"/>
                  <a:pt x="80502" y="37070"/>
                </a:cubicBezTo>
                <a:cubicBezTo>
                  <a:pt x="81605" y="36383"/>
                  <a:pt x="83358" y="35685"/>
                  <a:pt x="85761" y="34974"/>
                </a:cubicBezTo>
                <a:cubicBezTo>
                  <a:pt x="88163" y="34263"/>
                  <a:pt x="90566" y="33907"/>
                  <a:pt x="92969" y="33907"/>
                </a:cubicBezTo>
                <a:cubicBezTo>
                  <a:pt x="96842" y="33907"/>
                  <a:pt x="100397" y="34741"/>
                  <a:pt x="103633" y="36408"/>
                </a:cubicBezTo>
                <a:cubicBezTo>
                  <a:pt x="106870" y="38075"/>
                  <a:pt x="109444" y="40257"/>
                  <a:pt x="111356" y="42954"/>
                </a:cubicBezTo>
                <a:cubicBezTo>
                  <a:pt x="113269" y="45651"/>
                  <a:pt x="114384" y="48568"/>
                  <a:pt x="114703" y="51706"/>
                </a:cubicBezTo>
                <a:cubicBezTo>
                  <a:pt x="115022" y="54845"/>
                  <a:pt x="115181" y="59160"/>
                  <a:pt x="115181" y="64651"/>
                </a:cubicBezTo>
                <a:lnTo>
                  <a:pt x="115181" y="72374"/>
                </a:lnTo>
                <a:cubicBezTo>
                  <a:pt x="115181" y="73208"/>
                  <a:pt x="115328" y="79313"/>
                  <a:pt x="115622" y="90688"/>
                </a:cubicBezTo>
                <a:cubicBezTo>
                  <a:pt x="115720" y="95347"/>
                  <a:pt x="116235" y="98117"/>
                  <a:pt x="117167" y="99000"/>
                </a:cubicBezTo>
                <a:cubicBezTo>
                  <a:pt x="118098" y="99882"/>
                  <a:pt x="121114" y="100324"/>
                  <a:pt x="126214" y="100324"/>
                </a:cubicBezTo>
                <a:lnTo>
                  <a:pt x="126802" y="100912"/>
                </a:lnTo>
                <a:lnTo>
                  <a:pt x="126802" y="104075"/>
                </a:lnTo>
                <a:lnTo>
                  <a:pt x="126214" y="104663"/>
                </a:lnTo>
                <a:cubicBezTo>
                  <a:pt x="119986" y="104271"/>
                  <a:pt x="115769" y="104075"/>
                  <a:pt x="113563" y="104075"/>
                </a:cubicBezTo>
                <a:cubicBezTo>
                  <a:pt x="112337" y="104075"/>
                  <a:pt x="108782" y="104271"/>
                  <a:pt x="102898" y="104663"/>
                </a:cubicBezTo>
                <a:lnTo>
                  <a:pt x="101942" y="103854"/>
                </a:lnTo>
                <a:cubicBezTo>
                  <a:pt x="102579" y="97480"/>
                  <a:pt x="102898" y="89168"/>
                  <a:pt x="102898" y="78920"/>
                </a:cubicBezTo>
                <a:lnTo>
                  <a:pt x="102898" y="70094"/>
                </a:lnTo>
                <a:cubicBezTo>
                  <a:pt x="102898" y="62298"/>
                  <a:pt x="102530" y="56843"/>
                  <a:pt x="101795" y="53729"/>
                </a:cubicBezTo>
                <a:cubicBezTo>
                  <a:pt x="101059" y="50615"/>
                  <a:pt x="99343" y="48066"/>
                  <a:pt x="96646" y="46080"/>
                </a:cubicBezTo>
                <a:cubicBezTo>
                  <a:pt x="93949" y="44094"/>
                  <a:pt x="90737" y="43101"/>
                  <a:pt x="87011" y="43101"/>
                </a:cubicBezTo>
                <a:cubicBezTo>
                  <a:pt x="84363" y="43101"/>
                  <a:pt x="81887" y="43628"/>
                  <a:pt x="79582" y="44682"/>
                </a:cubicBezTo>
                <a:cubicBezTo>
                  <a:pt x="77278" y="45736"/>
                  <a:pt x="75206" y="47306"/>
                  <a:pt x="73367" y="49390"/>
                </a:cubicBezTo>
                <a:cubicBezTo>
                  <a:pt x="71528" y="51473"/>
                  <a:pt x="70511" y="53410"/>
                  <a:pt x="70315" y="55200"/>
                </a:cubicBezTo>
                <a:cubicBezTo>
                  <a:pt x="70119" y="56990"/>
                  <a:pt x="70021" y="60287"/>
                  <a:pt x="70021" y="65093"/>
                </a:cubicBezTo>
                <a:lnTo>
                  <a:pt x="70021" y="74287"/>
                </a:lnTo>
                <a:cubicBezTo>
                  <a:pt x="70021" y="76444"/>
                  <a:pt x="70119" y="80489"/>
                  <a:pt x="70315" y="86422"/>
                </a:cubicBezTo>
                <a:cubicBezTo>
                  <a:pt x="70511" y="92356"/>
                  <a:pt x="70719" y="95812"/>
                  <a:pt x="70940" y="96793"/>
                </a:cubicBezTo>
                <a:cubicBezTo>
                  <a:pt x="71161" y="97774"/>
                  <a:pt x="71504" y="98473"/>
                  <a:pt x="71970" y="98889"/>
                </a:cubicBezTo>
                <a:cubicBezTo>
                  <a:pt x="72436" y="99306"/>
                  <a:pt x="72975" y="99576"/>
                  <a:pt x="73588" y="99698"/>
                </a:cubicBezTo>
                <a:cubicBezTo>
                  <a:pt x="74201" y="99821"/>
                  <a:pt x="76836" y="100029"/>
                  <a:pt x="81495" y="100324"/>
                </a:cubicBezTo>
                <a:lnTo>
                  <a:pt x="82157" y="100912"/>
                </a:lnTo>
                <a:lnTo>
                  <a:pt x="82157" y="104001"/>
                </a:lnTo>
                <a:lnTo>
                  <a:pt x="81568" y="104663"/>
                </a:lnTo>
                <a:cubicBezTo>
                  <a:pt x="75439" y="104271"/>
                  <a:pt x="69530" y="104075"/>
                  <a:pt x="63842" y="104075"/>
                </a:cubicBezTo>
                <a:cubicBezTo>
                  <a:pt x="58596" y="104075"/>
                  <a:pt x="52712" y="104271"/>
                  <a:pt x="46190" y="104663"/>
                </a:cubicBezTo>
                <a:lnTo>
                  <a:pt x="45528" y="104001"/>
                </a:lnTo>
                <a:lnTo>
                  <a:pt x="45528" y="100912"/>
                </a:lnTo>
                <a:lnTo>
                  <a:pt x="46190" y="100324"/>
                </a:lnTo>
                <a:cubicBezTo>
                  <a:pt x="50946" y="100029"/>
                  <a:pt x="53631" y="99809"/>
                  <a:pt x="54244" y="99662"/>
                </a:cubicBezTo>
                <a:cubicBezTo>
                  <a:pt x="54857" y="99515"/>
                  <a:pt x="55396" y="99208"/>
                  <a:pt x="55862" y="98742"/>
                </a:cubicBezTo>
                <a:cubicBezTo>
                  <a:pt x="56328" y="98276"/>
                  <a:pt x="56647" y="97565"/>
                  <a:pt x="56818" y="96609"/>
                </a:cubicBezTo>
                <a:cubicBezTo>
                  <a:pt x="56990" y="95653"/>
                  <a:pt x="57186" y="92490"/>
                  <a:pt x="57407" y="87121"/>
                </a:cubicBezTo>
                <a:cubicBezTo>
                  <a:pt x="57627" y="81752"/>
                  <a:pt x="57738" y="77694"/>
                  <a:pt x="57738" y="74949"/>
                </a:cubicBezTo>
                <a:lnTo>
                  <a:pt x="57738" y="66564"/>
                </a:lnTo>
                <a:cubicBezTo>
                  <a:pt x="57738" y="61023"/>
                  <a:pt x="57358" y="56757"/>
                  <a:pt x="56598" y="53766"/>
                </a:cubicBezTo>
                <a:cubicBezTo>
                  <a:pt x="55838" y="50775"/>
                  <a:pt x="54207" y="48249"/>
                  <a:pt x="51706" y="46190"/>
                </a:cubicBezTo>
                <a:cubicBezTo>
                  <a:pt x="49206" y="44131"/>
                  <a:pt x="46067" y="43101"/>
                  <a:pt x="42292" y="43101"/>
                </a:cubicBezTo>
                <a:cubicBezTo>
                  <a:pt x="39350" y="43101"/>
                  <a:pt x="36665" y="43677"/>
                  <a:pt x="34238" y="44829"/>
                </a:cubicBezTo>
                <a:cubicBezTo>
                  <a:pt x="31811" y="45982"/>
                  <a:pt x="29825" y="47404"/>
                  <a:pt x="28280" y="49095"/>
                </a:cubicBezTo>
                <a:cubicBezTo>
                  <a:pt x="26736" y="50787"/>
                  <a:pt x="25780" y="52368"/>
                  <a:pt x="25412" y="53839"/>
                </a:cubicBezTo>
                <a:cubicBezTo>
                  <a:pt x="25044" y="55310"/>
                  <a:pt x="24860" y="58498"/>
                  <a:pt x="24860" y="63401"/>
                </a:cubicBezTo>
                <a:lnTo>
                  <a:pt x="24860" y="74287"/>
                </a:lnTo>
                <a:cubicBezTo>
                  <a:pt x="24860" y="76444"/>
                  <a:pt x="24958" y="80489"/>
                  <a:pt x="25154" y="86422"/>
                </a:cubicBezTo>
                <a:cubicBezTo>
                  <a:pt x="25351" y="92356"/>
                  <a:pt x="25559" y="95812"/>
                  <a:pt x="25780" y="96793"/>
                </a:cubicBezTo>
                <a:cubicBezTo>
                  <a:pt x="26000" y="97774"/>
                  <a:pt x="26344" y="98473"/>
                  <a:pt x="26809" y="98889"/>
                </a:cubicBezTo>
                <a:cubicBezTo>
                  <a:pt x="27275" y="99306"/>
                  <a:pt x="27815" y="99576"/>
                  <a:pt x="28427" y="99698"/>
                </a:cubicBezTo>
                <a:cubicBezTo>
                  <a:pt x="29040" y="99821"/>
                  <a:pt x="31676" y="100029"/>
                  <a:pt x="36334" y="100324"/>
                </a:cubicBezTo>
                <a:lnTo>
                  <a:pt x="36996" y="100912"/>
                </a:lnTo>
                <a:lnTo>
                  <a:pt x="36996" y="104001"/>
                </a:lnTo>
                <a:lnTo>
                  <a:pt x="36408" y="104663"/>
                </a:lnTo>
                <a:cubicBezTo>
                  <a:pt x="30279" y="104271"/>
                  <a:pt x="24370" y="104075"/>
                  <a:pt x="18682" y="104075"/>
                </a:cubicBezTo>
                <a:cubicBezTo>
                  <a:pt x="13043" y="104075"/>
                  <a:pt x="7159" y="104271"/>
                  <a:pt x="1030" y="104663"/>
                </a:cubicBezTo>
                <a:lnTo>
                  <a:pt x="368" y="104001"/>
                </a:lnTo>
                <a:lnTo>
                  <a:pt x="368" y="100912"/>
                </a:lnTo>
                <a:lnTo>
                  <a:pt x="1030" y="100324"/>
                </a:lnTo>
                <a:cubicBezTo>
                  <a:pt x="5786" y="100029"/>
                  <a:pt x="8471" y="99809"/>
                  <a:pt x="9084" y="99662"/>
                </a:cubicBezTo>
                <a:cubicBezTo>
                  <a:pt x="9696" y="99515"/>
                  <a:pt x="10236" y="99208"/>
                  <a:pt x="10702" y="98742"/>
                </a:cubicBezTo>
                <a:cubicBezTo>
                  <a:pt x="11168" y="98276"/>
                  <a:pt x="11486" y="97565"/>
                  <a:pt x="11658" y="96609"/>
                </a:cubicBezTo>
                <a:cubicBezTo>
                  <a:pt x="11829" y="95653"/>
                  <a:pt x="12026" y="92490"/>
                  <a:pt x="12246" y="87121"/>
                </a:cubicBezTo>
                <a:cubicBezTo>
                  <a:pt x="12467" y="81752"/>
                  <a:pt x="12577" y="77694"/>
                  <a:pt x="12577" y="74949"/>
                </a:cubicBezTo>
                <a:lnTo>
                  <a:pt x="12577" y="60459"/>
                </a:lnTo>
                <a:cubicBezTo>
                  <a:pt x="12577" y="58498"/>
                  <a:pt x="12479" y="55825"/>
                  <a:pt x="12283" y="52442"/>
                </a:cubicBezTo>
                <a:cubicBezTo>
                  <a:pt x="12087" y="49059"/>
                  <a:pt x="11928" y="46975"/>
                  <a:pt x="11805" y="46190"/>
                </a:cubicBezTo>
                <a:cubicBezTo>
                  <a:pt x="11682" y="45406"/>
                  <a:pt x="11302" y="44829"/>
                  <a:pt x="10665" y="44462"/>
                </a:cubicBezTo>
                <a:cubicBezTo>
                  <a:pt x="10027" y="44094"/>
                  <a:pt x="8753" y="43910"/>
                  <a:pt x="6840" y="43910"/>
                </a:cubicBezTo>
                <a:lnTo>
                  <a:pt x="662" y="43836"/>
                </a:lnTo>
                <a:lnTo>
                  <a:pt x="0" y="43248"/>
                </a:lnTo>
                <a:lnTo>
                  <a:pt x="0" y="40085"/>
                </a:lnTo>
                <a:lnTo>
                  <a:pt x="588" y="39497"/>
                </a:lnTo>
                <a:cubicBezTo>
                  <a:pt x="9954" y="38369"/>
                  <a:pt x="17848" y="36530"/>
                  <a:pt x="24272" y="33981"/>
                </a:cubicBezTo>
                <a:close/>
                <a:moveTo>
                  <a:pt x="131968" y="662"/>
                </a:moveTo>
                <a:lnTo>
                  <a:pt x="132557" y="147"/>
                </a:lnTo>
                <a:cubicBezTo>
                  <a:pt x="141039" y="539"/>
                  <a:pt x="146825" y="736"/>
                  <a:pt x="149915" y="736"/>
                </a:cubicBezTo>
                <a:lnTo>
                  <a:pt x="184337" y="0"/>
                </a:lnTo>
                <a:cubicBezTo>
                  <a:pt x="194143" y="0"/>
                  <a:pt x="202185" y="919"/>
                  <a:pt x="208461" y="2758"/>
                </a:cubicBezTo>
                <a:cubicBezTo>
                  <a:pt x="214738" y="4597"/>
                  <a:pt x="220315" y="7784"/>
                  <a:pt x="225194" y="12320"/>
                </a:cubicBezTo>
                <a:cubicBezTo>
                  <a:pt x="230073" y="16855"/>
                  <a:pt x="233775" y="22127"/>
                  <a:pt x="236300" y="28133"/>
                </a:cubicBezTo>
                <a:cubicBezTo>
                  <a:pt x="238826" y="34140"/>
                  <a:pt x="240088" y="40551"/>
                  <a:pt x="240088" y="47367"/>
                </a:cubicBezTo>
                <a:cubicBezTo>
                  <a:pt x="240088" y="53986"/>
                  <a:pt x="238936" y="60533"/>
                  <a:pt x="236631" y="67005"/>
                </a:cubicBezTo>
                <a:cubicBezTo>
                  <a:pt x="234327" y="73477"/>
                  <a:pt x="231054" y="79276"/>
                  <a:pt x="226812" y="84400"/>
                </a:cubicBezTo>
                <a:cubicBezTo>
                  <a:pt x="222571" y="89524"/>
                  <a:pt x="217741" y="93655"/>
                  <a:pt x="212323" y="96793"/>
                </a:cubicBezTo>
                <a:cubicBezTo>
                  <a:pt x="206904" y="99931"/>
                  <a:pt x="201474" y="102028"/>
                  <a:pt x="196031" y="103082"/>
                </a:cubicBezTo>
                <a:cubicBezTo>
                  <a:pt x="190588" y="104136"/>
                  <a:pt x="185023" y="104663"/>
                  <a:pt x="179335" y="104663"/>
                </a:cubicBezTo>
                <a:cubicBezTo>
                  <a:pt x="175510" y="104663"/>
                  <a:pt x="168302" y="104516"/>
                  <a:pt x="157711" y="104222"/>
                </a:cubicBezTo>
                <a:cubicBezTo>
                  <a:pt x="154230" y="104124"/>
                  <a:pt x="151925" y="104075"/>
                  <a:pt x="150797" y="104075"/>
                </a:cubicBezTo>
                <a:cubicBezTo>
                  <a:pt x="147414" y="104075"/>
                  <a:pt x="143320" y="104271"/>
                  <a:pt x="138514" y="104663"/>
                </a:cubicBezTo>
                <a:lnTo>
                  <a:pt x="137926" y="104075"/>
                </a:lnTo>
                <a:lnTo>
                  <a:pt x="137926" y="101648"/>
                </a:lnTo>
                <a:lnTo>
                  <a:pt x="138514" y="100912"/>
                </a:lnTo>
                <a:cubicBezTo>
                  <a:pt x="141407" y="99441"/>
                  <a:pt x="143062" y="98522"/>
                  <a:pt x="143479" y="98154"/>
                </a:cubicBezTo>
                <a:cubicBezTo>
                  <a:pt x="143896" y="97786"/>
                  <a:pt x="144239" y="93496"/>
                  <a:pt x="144509" y="85282"/>
                </a:cubicBezTo>
                <a:cubicBezTo>
                  <a:pt x="144778" y="77069"/>
                  <a:pt x="144913" y="70805"/>
                  <a:pt x="144913" y="66490"/>
                </a:cubicBezTo>
                <a:lnTo>
                  <a:pt x="144913" y="39497"/>
                </a:lnTo>
                <a:lnTo>
                  <a:pt x="144840" y="22801"/>
                </a:lnTo>
                <a:cubicBezTo>
                  <a:pt x="144840" y="19172"/>
                  <a:pt x="144791" y="16218"/>
                  <a:pt x="144693" y="13938"/>
                </a:cubicBezTo>
                <a:cubicBezTo>
                  <a:pt x="144594" y="11658"/>
                  <a:pt x="144423" y="10027"/>
                  <a:pt x="144178" y="9047"/>
                </a:cubicBezTo>
                <a:cubicBezTo>
                  <a:pt x="143932" y="8066"/>
                  <a:pt x="143651" y="7380"/>
                  <a:pt x="143332" y="6987"/>
                </a:cubicBezTo>
                <a:cubicBezTo>
                  <a:pt x="143013" y="6595"/>
                  <a:pt x="142498" y="6264"/>
                  <a:pt x="141787" y="5994"/>
                </a:cubicBezTo>
                <a:cubicBezTo>
                  <a:pt x="141076" y="5725"/>
                  <a:pt x="139863" y="5492"/>
                  <a:pt x="138146" y="5296"/>
                </a:cubicBezTo>
                <a:lnTo>
                  <a:pt x="132557" y="4854"/>
                </a:lnTo>
                <a:lnTo>
                  <a:pt x="131968" y="4340"/>
                </a:lnTo>
                <a:lnTo>
                  <a:pt x="131968" y="662"/>
                </a:lnTo>
                <a:moveTo>
                  <a:pt x="159182" y="96646"/>
                </a:moveTo>
                <a:cubicBezTo>
                  <a:pt x="164184" y="97627"/>
                  <a:pt x="169945" y="98117"/>
                  <a:pt x="176467" y="98117"/>
                </a:cubicBezTo>
                <a:cubicBezTo>
                  <a:pt x="187891" y="98117"/>
                  <a:pt x="197024" y="96205"/>
                  <a:pt x="203864" y="92380"/>
                </a:cubicBezTo>
                <a:cubicBezTo>
                  <a:pt x="210705" y="88555"/>
                  <a:pt x="215816" y="82892"/>
                  <a:pt x="219200" y="75390"/>
                </a:cubicBezTo>
                <a:cubicBezTo>
                  <a:pt x="222583" y="67888"/>
                  <a:pt x="224275" y="59429"/>
                  <a:pt x="224275" y="50015"/>
                </a:cubicBezTo>
                <a:cubicBezTo>
                  <a:pt x="224275" y="36138"/>
                  <a:pt x="220573" y="25375"/>
                  <a:pt x="213169" y="17726"/>
                </a:cubicBezTo>
                <a:cubicBezTo>
                  <a:pt x="205764" y="10076"/>
                  <a:pt x="194094" y="6252"/>
                  <a:pt x="178158" y="6252"/>
                </a:cubicBezTo>
                <a:cubicBezTo>
                  <a:pt x="171588" y="6252"/>
                  <a:pt x="165262" y="6742"/>
                  <a:pt x="159182" y="7723"/>
                </a:cubicBezTo>
                <a:cubicBezTo>
                  <a:pt x="158790" y="15764"/>
                  <a:pt x="158594" y="24836"/>
                  <a:pt x="158594" y="34937"/>
                </a:cubicBezTo>
                <a:lnTo>
                  <a:pt x="158594" y="58032"/>
                </a:lnTo>
                <a:lnTo>
                  <a:pt x="158741" y="79656"/>
                </a:lnTo>
                <a:cubicBezTo>
                  <a:pt x="158741" y="83873"/>
                  <a:pt x="158888" y="89536"/>
                  <a:pt x="159182" y="96646"/>
                </a:cubicBezTo>
                <a:close/>
                <a:moveTo>
                  <a:pt x="250088" y="147"/>
                </a:moveTo>
                <a:cubicBezTo>
                  <a:pt x="262445" y="539"/>
                  <a:pt x="270314" y="736"/>
                  <a:pt x="273698" y="736"/>
                </a:cubicBezTo>
                <a:cubicBezTo>
                  <a:pt x="278307" y="736"/>
                  <a:pt x="283480" y="613"/>
                  <a:pt x="289217" y="368"/>
                </a:cubicBezTo>
                <a:cubicBezTo>
                  <a:pt x="295297" y="172"/>
                  <a:pt x="299048" y="74"/>
                  <a:pt x="300470" y="74"/>
                </a:cubicBezTo>
                <a:cubicBezTo>
                  <a:pt x="307335" y="74"/>
                  <a:pt x="313011" y="785"/>
                  <a:pt x="317497" y="2207"/>
                </a:cubicBezTo>
                <a:cubicBezTo>
                  <a:pt x="321984" y="3629"/>
                  <a:pt x="325698" y="6227"/>
                  <a:pt x="328640" y="10003"/>
                </a:cubicBezTo>
                <a:cubicBezTo>
                  <a:pt x="331583" y="13779"/>
                  <a:pt x="333054" y="18339"/>
                  <a:pt x="333054" y="23683"/>
                </a:cubicBezTo>
                <a:cubicBezTo>
                  <a:pt x="333054" y="28096"/>
                  <a:pt x="332024" y="32362"/>
                  <a:pt x="329964" y="36481"/>
                </a:cubicBezTo>
                <a:cubicBezTo>
                  <a:pt x="327905" y="40600"/>
                  <a:pt x="325036" y="44106"/>
                  <a:pt x="321359" y="46999"/>
                </a:cubicBezTo>
                <a:cubicBezTo>
                  <a:pt x="317681" y="49892"/>
                  <a:pt x="313955" y="51964"/>
                  <a:pt x="310179" y="53214"/>
                </a:cubicBezTo>
                <a:cubicBezTo>
                  <a:pt x="306404" y="54465"/>
                  <a:pt x="302481" y="55090"/>
                  <a:pt x="298411" y="55090"/>
                </a:cubicBezTo>
                <a:cubicBezTo>
                  <a:pt x="295371" y="55090"/>
                  <a:pt x="291988" y="54746"/>
                  <a:pt x="288261" y="54060"/>
                </a:cubicBezTo>
                <a:lnTo>
                  <a:pt x="287011" y="49573"/>
                </a:lnTo>
                <a:lnTo>
                  <a:pt x="287673" y="48838"/>
                </a:lnTo>
                <a:cubicBezTo>
                  <a:pt x="291350" y="49671"/>
                  <a:pt x="294341" y="50088"/>
                  <a:pt x="296646" y="50088"/>
                </a:cubicBezTo>
                <a:cubicBezTo>
                  <a:pt x="303069" y="50088"/>
                  <a:pt x="308230" y="47968"/>
                  <a:pt x="312128" y="43726"/>
                </a:cubicBezTo>
                <a:cubicBezTo>
                  <a:pt x="316026" y="39485"/>
                  <a:pt x="317976" y="34054"/>
                  <a:pt x="317976" y="27435"/>
                </a:cubicBezTo>
                <a:cubicBezTo>
                  <a:pt x="317976" y="20766"/>
                  <a:pt x="315953" y="15446"/>
                  <a:pt x="311908" y="11474"/>
                </a:cubicBezTo>
                <a:cubicBezTo>
                  <a:pt x="307862" y="7502"/>
                  <a:pt x="301745" y="5516"/>
                  <a:pt x="293557" y="5516"/>
                </a:cubicBezTo>
                <a:cubicBezTo>
                  <a:pt x="289095" y="5516"/>
                  <a:pt x="284191" y="6350"/>
                  <a:pt x="278846" y="8017"/>
                </a:cubicBezTo>
                <a:cubicBezTo>
                  <a:pt x="278405" y="11793"/>
                  <a:pt x="278184" y="20913"/>
                  <a:pt x="278184" y="35378"/>
                </a:cubicBezTo>
                <a:lnTo>
                  <a:pt x="278184" y="69432"/>
                </a:lnTo>
                <a:lnTo>
                  <a:pt x="278258" y="83775"/>
                </a:lnTo>
                <a:cubicBezTo>
                  <a:pt x="278307" y="89315"/>
                  <a:pt x="278454" y="92895"/>
                  <a:pt x="278699" y="94513"/>
                </a:cubicBezTo>
                <a:cubicBezTo>
                  <a:pt x="278944" y="96131"/>
                  <a:pt x="279300" y="97210"/>
                  <a:pt x="279766" y="97749"/>
                </a:cubicBezTo>
                <a:cubicBezTo>
                  <a:pt x="280232" y="98289"/>
                  <a:pt x="281126" y="98742"/>
                  <a:pt x="282450" y="99110"/>
                </a:cubicBezTo>
                <a:cubicBezTo>
                  <a:pt x="283774" y="99478"/>
                  <a:pt x="287035" y="99760"/>
                  <a:pt x="292233" y="99956"/>
                </a:cubicBezTo>
                <a:lnTo>
                  <a:pt x="292821" y="100397"/>
                </a:lnTo>
                <a:lnTo>
                  <a:pt x="292821" y="104075"/>
                </a:lnTo>
                <a:lnTo>
                  <a:pt x="292233" y="104663"/>
                </a:lnTo>
                <a:cubicBezTo>
                  <a:pt x="279729" y="104271"/>
                  <a:pt x="272693" y="104075"/>
                  <a:pt x="271124" y="104075"/>
                </a:cubicBezTo>
                <a:cubicBezTo>
                  <a:pt x="269456" y="104075"/>
                  <a:pt x="262445" y="104271"/>
                  <a:pt x="250088" y="104663"/>
                </a:cubicBezTo>
                <a:lnTo>
                  <a:pt x="249500" y="104075"/>
                </a:lnTo>
                <a:lnTo>
                  <a:pt x="249500" y="100397"/>
                </a:lnTo>
                <a:lnTo>
                  <a:pt x="250088" y="99956"/>
                </a:lnTo>
                <a:cubicBezTo>
                  <a:pt x="254648" y="99760"/>
                  <a:pt x="257688" y="99515"/>
                  <a:pt x="259208" y="99220"/>
                </a:cubicBezTo>
                <a:cubicBezTo>
                  <a:pt x="260728" y="98926"/>
                  <a:pt x="261746" y="98546"/>
                  <a:pt x="262261" y="98080"/>
                </a:cubicBezTo>
                <a:cubicBezTo>
                  <a:pt x="262776" y="97614"/>
                  <a:pt x="263192" y="96622"/>
                  <a:pt x="263511" y="95102"/>
                </a:cubicBezTo>
                <a:cubicBezTo>
                  <a:pt x="263830" y="93581"/>
                  <a:pt x="264014" y="90198"/>
                  <a:pt x="264063" y="84951"/>
                </a:cubicBezTo>
                <a:lnTo>
                  <a:pt x="264136" y="69432"/>
                </a:lnTo>
                <a:lnTo>
                  <a:pt x="264136" y="35378"/>
                </a:lnTo>
                <a:lnTo>
                  <a:pt x="263989" y="21036"/>
                </a:lnTo>
                <a:cubicBezTo>
                  <a:pt x="263940" y="15446"/>
                  <a:pt x="263805" y="11842"/>
                  <a:pt x="263585" y="10224"/>
                </a:cubicBezTo>
                <a:cubicBezTo>
                  <a:pt x="263364" y="8605"/>
                  <a:pt x="263021" y="7527"/>
                  <a:pt x="262555" y="6987"/>
                </a:cubicBezTo>
                <a:cubicBezTo>
                  <a:pt x="262089" y="6448"/>
                  <a:pt x="261194" y="6007"/>
                  <a:pt x="259870" y="5663"/>
                </a:cubicBezTo>
                <a:cubicBezTo>
                  <a:pt x="258546" y="5320"/>
                  <a:pt x="255286" y="5051"/>
                  <a:pt x="250088" y="4854"/>
                </a:cubicBezTo>
                <a:lnTo>
                  <a:pt x="249500" y="4340"/>
                </a:lnTo>
                <a:lnTo>
                  <a:pt x="249500" y="662"/>
                </a:lnTo>
                <a:lnTo>
                  <a:pt x="250088" y="147"/>
                </a:lnTo>
                <a:close/>
                <a:moveTo>
                  <a:pt x="436123" y="96205"/>
                </a:moveTo>
                <a:lnTo>
                  <a:pt x="433181" y="101133"/>
                </a:lnTo>
                <a:cubicBezTo>
                  <a:pt x="426855" y="104614"/>
                  <a:pt x="419794" y="106355"/>
                  <a:pt x="411998" y="106355"/>
                </a:cubicBezTo>
                <a:cubicBezTo>
                  <a:pt x="401210" y="106355"/>
                  <a:pt x="392875" y="103143"/>
                  <a:pt x="386990" y="96720"/>
                </a:cubicBezTo>
                <a:cubicBezTo>
                  <a:pt x="381106" y="90296"/>
                  <a:pt x="378164" y="82009"/>
                  <a:pt x="378164" y="71859"/>
                </a:cubicBezTo>
                <a:cubicBezTo>
                  <a:pt x="378164" y="67250"/>
                  <a:pt x="378667" y="63144"/>
                  <a:pt x="379672" y="59540"/>
                </a:cubicBezTo>
                <a:cubicBezTo>
                  <a:pt x="380677" y="55936"/>
                  <a:pt x="381952" y="52957"/>
                  <a:pt x="383497" y="50603"/>
                </a:cubicBezTo>
                <a:cubicBezTo>
                  <a:pt x="385041" y="48249"/>
                  <a:pt x="386745" y="46386"/>
                  <a:pt x="388609" y="45013"/>
                </a:cubicBezTo>
                <a:cubicBezTo>
                  <a:pt x="390472" y="43640"/>
                  <a:pt x="393622" y="41728"/>
                  <a:pt x="398060" y="39276"/>
                </a:cubicBezTo>
                <a:cubicBezTo>
                  <a:pt x="402497" y="36825"/>
                  <a:pt x="405844" y="35219"/>
                  <a:pt x="408100" y="34459"/>
                </a:cubicBezTo>
                <a:cubicBezTo>
                  <a:pt x="410355" y="33699"/>
                  <a:pt x="413469" y="33319"/>
                  <a:pt x="417441" y="33319"/>
                </a:cubicBezTo>
                <a:cubicBezTo>
                  <a:pt x="425041" y="33319"/>
                  <a:pt x="431268" y="34765"/>
                  <a:pt x="436123" y="37658"/>
                </a:cubicBezTo>
                <a:cubicBezTo>
                  <a:pt x="435191" y="43199"/>
                  <a:pt x="434480" y="49377"/>
                  <a:pt x="433990" y="56193"/>
                </a:cubicBezTo>
                <a:lnTo>
                  <a:pt x="433328" y="56781"/>
                </a:lnTo>
                <a:lnTo>
                  <a:pt x="430312" y="56781"/>
                </a:lnTo>
                <a:lnTo>
                  <a:pt x="429650" y="56119"/>
                </a:lnTo>
                <a:cubicBezTo>
                  <a:pt x="429454" y="52001"/>
                  <a:pt x="429184" y="49230"/>
                  <a:pt x="428841" y="47808"/>
                </a:cubicBezTo>
                <a:cubicBezTo>
                  <a:pt x="428498" y="46386"/>
                  <a:pt x="426549" y="44866"/>
                  <a:pt x="422994" y="43248"/>
                </a:cubicBezTo>
                <a:cubicBezTo>
                  <a:pt x="419439" y="41630"/>
                  <a:pt x="415651" y="40821"/>
                  <a:pt x="411630" y="40821"/>
                </a:cubicBezTo>
                <a:cubicBezTo>
                  <a:pt x="407609" y="40821"/>
                  <a:pt x="404030" y="41667"/>
                  <a:pt x="400892" y="43358"/>
                </a:cubicBezTo>
                <a:cubicBezTo>
                  <a:pt x="397753" y="45050"/>
                  <a:pt x="395388" y="47820"/>
                  <a:pt x="393794" y="51670"/>
                </a:cubicBezTo>
                <a:cubicBezTo>
                  <a:pt x="392200" y="55519"/>
                  <a:pt x="391404" y="60116"/>
                  <a:pt x="391404" y="65460"/>
                </a:cubicBezTo>
                <a:cubicBezTo>
                  <a:pt x="391404" y="69972"/>
                  <a:pt x="392041" y="74372"/>
                  <a:pt x="393316" y="78663"/>
                </a:cubicBezTo>
                <a:cubicBezTo>
                  <a:pt x="394591" y="82953"/>
                  <a:pt x="396270" y="86508"/>
                  <a:pt x="398354" y="89328"/>
                </a:cubicBezTo>
                <a:cubicBezTo>
                  <a:pt x="400438" y="92147"/>
                  <a:pt x="403196" y="94415"/>
                  <a:pt x="406629" y="96131"/>
                </a:cubicBezTo>
                <a:cubicBezTo>
                  <a:pt x="410061" y="97847"/>
                  <a:pt x="413886" y="98706"/>
                  <a:pt x="418103" y="98706"/>
                </a:cubicBezTo>
                <a:cubicBezTo>
                  <a:pt x="420750" y="98706"/>
                  <a:pt x="423337" y="98362"/>
                  <a:pt x="425862" y="97676"/>
                </a:cubicBezTo>
                <a:cubicBezTo>
                  <a:pt x="428387" y="96989"/>
                  <a:pt x="431293" y="95862"/>
                  <a:pt x="434578" y="94292"/>
                </a:cubicBezTo>
                <a:lnTo>
                  <a:pt x="436123" y="96205"/>
                </a:lnTo>
                <a:close/>
                <a:moveTo>
                  <a:pt x="443560" y="70388"/>
                </a:moveTo>
                <a:cubicBezTo>
                  <a:pt x="443560" y="64553"/>
                  <a:pt x="444761" y="58927"/>
                  <a:pt x="447164" y="53508"/>
                </a:cubicBezTo>
                <a:cubicBezTo>
                  <a:pt x="449566" y="48090"/>
                  <a:pt x="453747" y="43407"/>
                  <a:pt x="459704" y="39460"/>
                </a:cubicBezTo>
                <a:cubicBezTo>
                  <a:pt x="465662" y="35513"/>
                  <a:pt x="472735" y="33539"/>
                  <a:pt x="480924" y="33539"/>
                </a:cubicBezTo>
                <a:cubicBezTo>
                  <a:pt x="491221" y="33539"/>
                  <a:pt x="499606" y="36788"/>
                  <a:pt x="506078" y="43285"/>
                </a:cubicBezTo>
                <a:cubicBezTo>
                  <a:pt x="512551" y="49782"/>
                  <a:pt x="515787" y="58130"/>
                  <a:pt x="515787" y="68329"/>
                </a:cubicBezTo>
                <a:cubicBezTo>
                  <a:pt x="515787" y="79558"/>
                  <a:pt x="512073" y="88801"/>
                  <a:pt x="504644" y="96058"/>
                </a:cubicBezTo>
                <a:cubicBezTo>
                  <a:pt x="497215" y="103315"/>
                  <a:pt x="488254" y="106943"/>
                  <a:pt x="477761" y="106943"/>
                </a:cubicBezTo>
                <a:cubicBezTo>
                  <a:pt x="470896" y="106943"/>
                  <a:pt x="464767" y="105092"/>
                  <a:pt x="459373" y="101390"/>
                </a:cubicBezTo>
                <a:cubicBezTo>
                  <a:pt x="453979" y="97688"/>
                  <a:pt x="449995" y="93165"/>
                  <a:pt x="447421" y="87820"/>
                </a:cubicBezTo>
                <a:cubicBezTo>
                  <a:pt x="444847" y="82475"/>
                  <a:pt x="443560" y="76665"/>
                  <a:pt x="443560" y="70388"/>
                </a:cubicBezTo>
                <a:moveTo>
                  <a:pt x="457461" y="65313"/>
                </a:moveTo>
                <a:cubicBezTo>
                  <a:pt x="457461" y="72178"/>
                  <a:pt x="458343" y="78320"/>
                  <a:pt x="460109" y="83738"/>
                </a:cubicBezTo>
                <a:cubicBezTo>
                  <a:pt x="461874" y="89156"/>
                  <a:pt x="464669" y="93508"/>
                  <a:pt x="468494" y="96793"/>
                </a:cubicBezTo>
                <a:cubicBezTo>
                  <a:pt x="472318" y="100078"/>
                  <a:pt x="476682" y="101721"/>
                  <a:pt x="481586" y="101721"/>
                </a:cubicBezTo>
                <a:cubicBezTo>
                  <a:pt x="487372" y="101721"/>
                  <a:pt x="492152" y="99429"/>
                  <a:pt x="495928" y="94844"/>
                </a:cubicBezTo>
                <a:cubicBezTo>
                  <a:pt x="499704" y="90259"/>
                  <a:pt x="501591" y="83358"/>
                  <a:pt x="501591" y="74139"/>
                </a:cubicBezTo>
                <a:cubicBezTo>
                  <a:pt x="501591" y="63695"/>
                  <a:pt x="499544" y="55139"/>
                  <a:pt x="495450" y="48470"/>
                </a:cubicBezTo>
                <a:cubicBezTo>
                  <a:pt x="491356" y="41802"/>
                  <a:pt x="485459" y="38467"/>
                  <a:pt x="477761" y="38467"/>
                </a:cubicBezTo>
                <a:cubicBezTo>
                  <a:pt x="471387" y="38467"/>
                  <a:pt x="466410" y="40772"/>
                  <a:pt x="462830" y="45381"/>
                </a:cubicBezTo>
                <a:cubicBezTo>
                  <a:pt x="459251" y="49990"/>
                  <a:pt x="457461" y="56634"/>
                  <a:pt x="457461" y="65313"/>
                </a:cubicBezTo>
                <a:moveTo>
                  <a:pt x="479747" y="29347"/>
                </a:moveTo>
                <a:lnTo>
                  <a:pt x="479747" y="29347"/>
                </a:lnTo>
                <a:moveTo>
                  <a:pt x="478644" y="108488"/>
                </a:moveTo>
                <a:lnTo>
                  <a:pt x="478644" y="108488"/>
                </a:lnTo>
                <a:close/>
                <a:moveTo>
                  <a:pt x="546410" y="33981"/>
                </a:moveTo>
                <a:lnTo>
                  <a:pt x="547808" y="34937"/>
                </a:lnTo>
                <a:cubicBezTo>
                  <a:pt x="547514" y="38222"/>
                  <a:pt x="547318" y="42537"/>
                  <a:pt x="547220" y="47882"/>
                </a:cubicBezTo>
                <a:cubicBezTo>
                  <a:pt x="551142" y="44645"/>
                  <a:pt x="554869" y="41360"/>
                  <a:pt x="558399" y="38026"/>
                </a:cubicBezTo>
                <a:cubicBezTo>
                  <a:pt x="559429" y="37094"/>
                  <a:pt x="560397" y="36408"/>
                  <a:pt x="561305" y="35966"/>
                </a:cubicBezTo>
                <a:cubicBezTo>
                  <a:pt x="562212" y="35525"/>
                  <a:pt x="563719" y="35059"/>
                  <a:pt x="565828" y="34569"/>
                </a:cubicBezTo>
                <a:cubicBezTo>
                  <a:pt x="567936" y="34079"/>
                  <a:pt x="570094" y="33833"/>
                  <a:pt x="572300" y="33833"/>
                </a:cubicBezTo>
                <a:cubicBezTo>
                  <a:pt x="576027" y="33833"/>
                  <a:pt x="579643" y="34594"/>
                  <a:pt x="583149" y="36114"/>
                </a:cubicBezTo>
                <a:cubicBezTo>
                  <a:pt x="586655" y="37634"/>
                  <a:pt x="589303" y="39436"/>
                  <a:pt x="591093" y="41520"/>
                </a:cubicBezTo>
                <a:cubicBezTo>
                  <a:pt x="592882" y="43604"/>
                  <a:pt x="594121" y="46067"/>
                  <a:pt x="594807" y="48911"/>
                </a:cubicBezTo>
                <a:cubicBezTo>
                  <a:pt x="595494" y="51755"/>
                  <a:pt x="595837" y="55261"/>
                  <a:pt x="595837" y="59429"/>
                </a:cubicBezTo>
                <a:lnTo>
                  <a:pt x="595837" y="72374"/>
                </a:lnTo>
                <a:cubicBezTo>
                  <a:pt x="595837" y="73208"/>
                  <a:pt x="595959" y="79313"/>
                  <a:pt x="596205" y="90688"/>
                </a:cubicBezTo>
                <a:cubicBezTo>
                  <a:pt x="596303" y="95347"/>
                  <a:pt x="596817" y="98117"/>
                  <a:pt x="597749" y="99000"/>
                </a:cubicBezTo>
                <a:cubicBezTo>
                  <a:pt x="598681" y="99882"/>
                  <a:pt x="601721" y="100324"/>
                  <a:pt x="606869" y="100324"/>
                </a:cubicBezTo>
                <a:lnTo>
                  <a:pt x="607458" y="100912"/>
                </a:lnTo>
                <a:lnTo>
                  <a:pt x="607458" y="104075"/>
                </a:lnTo>
                <a:lnTo>
                  <a:pt x="606869" y="104663"/>
                </a:lnTo>
                <a:cubicBezTo>
                  <a:pt x="600642" y="104271"/>
                  <a:pt x="596425" y="104075"/>
                  <a:pt x="594219" y="104075"/>
                </a:cubicBezTo>
                <a:cubicBezTo>
                  <a:pt x="592944" y="104075"/>
                  <a:pt x="589364" y="104271"/>
                  <a:pt x="583480" y="104663"/>
                </a:cubicBezTo>
                <a:lnTo>
                  <a:pt x="582598" y="103854"/>
                </a:lnTo>
                <a:cubicBezTo>
                  <a:pt x="583235" y="97480"/>
                  <a:pt x="583554" y="89168"/>
                  <a:pt x="583554" y="78920"/>
                </a:cubicBezTo>
                <a:lnTo>
                  <a:pt x="583554" y="69285"/>
                </a:lnTo>
                <a:cubicBezTo>
                  <a:pt x="583554" y="63499"/>
                  <a:pt x="583419" y="59331"/>
                  <a:pt x="583149" y="56781"/>
                </a:cubicBezTo>
                <a:cubicBezTo>
                  <a:pt x="582880" y="54232"/>
                  <a:pt x="582058" y="51915"/>
                  <a:pt x="580685" y="49831"/>
                </a:cubicBezTo>
                <a:cubicBezTo>
                  <a:pt x="579312" y="47747"/>
                  <a:pt x="577474" y="46129"/>
                  <a:pt x="575169" y="44976"/>
                </a:cubicBezTo>
                <a:cubicBezTo>
                  <a:pt x="572864" y="43824"/>
                  <a:pt x="570118" y="43248"/>
                  <a:pt x="566931" y="43248"/>
                </a:cubicBezTo>
                <a:cubicBezTo>
                  <a:pt x="564381" y="43248"/>
                  <a:pt x="562199" y="43505"/>
                  <a:pt x="560385" y="44020"/>
                </a:cubicBezTo>
                <a:cubicBezTo>
                  <a:pt x="558571" y="44535"/>
                  <a:pt x="556536" y="45589"/>
                  <a:pt x="554280" y="47183"/>
                </a:cubicBezTo>
                <a:cubicBezTo>
                  <a:pt x="552025" y="48777"/>
                  <a:pt x="550358" y="50272"/>
                  <a:pt x="549279" y="51670"/>
                </a:cubicBezTo>
                <a:cubicBezTo>
                  <a:pt x="548200" y="53067"/>
                  <a:pt x="547551" y="54366"/>
                  <a:pt x="547330" y="55568"/>
                </a:cubicBezTo>
                <a:cubicBezTo>
                  <a:pt x="547109" y="56769"/>
                  <a:pt x="546999" y="59331"/>
                  <a:pt x="546999" y="63254"/>
                </a:cubicBezTo>
                <a:lnTo>
                  <a:pt x="546999" y="76052"/>
                </a:lnTo>
                <a:cubicBezTo>
                  <a:pt x="546999" y="77131"/>
                  <a:pt x="547097" y="80600"/>
                  <a:pt x="547293" y="86459"/>
                </a:cubicBezTo>
                <a:cubicBezTo>
                  <a:pt x="547489" y="92319"/>
                  <a:pt x="547698" y="95739"/>
                  <a:pt x="547918" y="96720"/>
                </a:cubicBezTo>
                <a:cubicBezTo>
                  <a:pt x="548139" y="97700"/>
                  <a:pt x="548470" y="98411"/>
                  <a:pt x="548911" y="98853"/>
                </a:cubicBezTo>
                <a:cubicBezTo>
                  <a:pt x="549353" y="99294"/>
                  <a:pt x="549892" y="99576"/>
                  <a:pt x="550529" y="99698"/>
                </a:cubicBezTo>
                <a:cubicBezTo>
                  <a:pt x="551167" y="99821"/>
                  <a:pt x="553815" y="100029"/>
                  <a:pt x="558473" y="100324"/>
                </a:cubicBezTo>
                <a:lnTo>
                  <a:pt x="559135" y="100912"/>
                </a:lnTo>
                <a:lnTo>
                  <a:pt x="559135" y="104001"/>
                </a:lnTo>
                <a:lnTo>
                  <a:pt x="558546" y="104663"/>
                </a:lnTo>
                <a:cubicBezTo>
                  <a:pt x="552417" y="104271"/>
                  <a:pt x="546509" y="104075"/>
                  <a:pt x="540821" y="104075"/>
                </a:cubicBezTo>
                <a:cubicBezTo>
                  <a:pt x="535182" y="104075"/>
                  <a:pt x="529298" y="104271"/>
                  <a:pt x="523168" y="104663"/>
                </a:cubicBezTo>
                <a:lnTo>
                  <a:pt x="522506" y="104001"/>
                </a:lnTo>
                <a:lnTo>
                  <a:pt x="522506" y="100912"/>
                </a:lnTo>
                <a:lnTo>
                  <a:pt x="523168" y="100324"/>
                </a:lnTo>
                <a:cubicBezTo>
                  <a:pt x="527925" y="100029"/>
                  <a:pt x="530609" y="99809"/>
                  <a:pt x="531222" y="99662"/>
                </a:cubicBezTo>
                <a:cubicBezTo>
                  <a:pt x="531835" y="99515"/>
                  <a:pt x="532374" y="99208"/>
                  <a:pt x="532840" y="98742"/>
                </a:cubicBezTo>
                <a:cubicBezTo>
                  <a:pt x="533306" y="98276"/>
                  <a:pt x="533625" y="97565"/>
                  <a:pt x="533796" y="96609"/>
                </a:cubicBezTo>
                <a:cubicBezTo>
                  <a:pt x="533968" y="95653"/>
                  <a:pt x="534164" y="92490"/>
                  <a:pt x="534385" y="87121"/>
                </a:cubicBezTo>
                <a:cubicBezTo>
                  <a:pt x="534606" y="81752"/>
                  <a:pt x="534716" y="77694"/>
                  <a:pt x="534716" y="74949"/>
                </a:cubicBezTo>
                <a:lnTo>
                  <a:pt x="534716" y="60459"/>
                </a:lnTo>
                <a:cubicBezTo>
                  <a:pt x="534716" y="58498"/>
                  <a:pt x="534618" y="55825"/>
                  <a:pt x="534422" y="52442"/>
                </a:cubicBezTo>
                <a:cubicBezTo>
                  <a:pt x="534226" y="49059"/>
                  <a:pt x="534066" y="46975"/>
                  <a:pt x="533944" y="46190"/>
                </a:cubicBezTo>
                <a:cubicBezTo>
                  <a:pt x="533821" y="45406"/>
                  <a:pt x="533441" y="44829"/>
                  <a:pt x="532804" y="44462"/>
                </a:cubicBezTo>
                <a:cubicBezTo>
                  <a:pt x="532166" y="44094"/>
                  <a:pt x="530891" y="43910"/>
                  <a:pt x="528979" y="43910"/>
                </a:cubicBezTo>
                <a:lnTo>
                  <a:pt x="522801" y="43836"/>
                </a:lnTo>
                <a:lnTo>
                  <a:pt x="522139" y="43248"/>
                </a:lnTo>
                <a:lnTo>
                  <a:pt x="522139" y="40085"/>
                </a:lnTo>
                <a:lnTo>
                  <a:pt x="522727" y="39497"/>
                </a:lnTo>
                <a:cubicBezTo>
                  <a:pt x="532093" y="38369"/>
                  <a:pt x="539987" y="36530"/>
                  <a:pt x="546410" y="33981"/>
                </a:cubicBezTo>
                <a:close/>
                <a:moveTo>
                  <a:pt x="616352" y="82451"/>
                </a:moveTo>
                <a:lnTo>
                  <a:pt x="619515" y="82451"/>
                </a:lnTo>
                <a:lnTo>
                  <a:pt x="620177" y="83113"/>
                </a:lnTo>
                <a:cubicBezTo>
                  <a:pt x="620275" y="87232"/>
                  <a:pt x="620520" y="90762"/>
                  <a:pt x="620913" y="93704"/>
                </a:cubicBezTo>
                <a:cubicBezTo>
                  <a:pt x="622433" y="96009"/>
                  <a:pt x="625056" y="97884"/>
                  <a:pt x="628783" y="99331"/>
                </a:cubicBezTo>
                <a:cubicBezTo>
                  <a:pt x="632509" y="100777"/>
                  <a:pt x="636187" y="101500"/>
                  <a:pt x="639815" y="101500"/>
                </a:cubicBezTo>
                <a:cubicBezTo>
                  <a:pt x="645013" y="101500"/>
                  <a:pt x="649169" y="100103"/>
                  <a:pt x="652282" y="97308"/>
                </a:cubicBezTo>
                <a:cubicBezTo>
                  <a:pt x="655396" y="94513"/>
                  <a:pt x="656953" y="91179"/>
                  <a:pt x="656953" y="87305"/>
                </a:cubicBezTo>
                <a:cubicBezTo>
                  <a:pt x="656953" y="85197"/>
                  <a:pt x="656389" y="83370"/>
                  <a:pt x="655261" y="81826"/>
                </a:cubicBezTo>
                <a:cubicBezTo>
                  <a:pt x="654133" y="80281"/>
                  <a:pt x="652429" y="79006"/>
                  <a:pt x="650149" y="78001"/>
                </a:cubicBezTo>
                <a:cubicBezTo>
                  <a:pt x="647869" y="76996"/>
                  <a:pt x="643787" y="75807"/>
                  <a:pt x="637903" y="74434"/>
                </a:cubicBezTo>
                <a:cubicBezTo>
                  <a:pt x="632852" y="73257"/>
                  <a:pt x="629322" y="72337"/>
                  <a:pt x="627312" y="71675"/>
                </a:cubicBezTo>
                <a:cubicBezTo>
                  <a:pt x="625301" y="71014"/>
                  <a:pt x="623364" y="69898"/>
                  <a:pt x="621501" y="68329"/>
                </a:cubicBezTo>
                <a:cubicBezTo>
                  <a:pt x="619638" y="66760"/>
                  <a:pt x="618216" y="64835"/>
                  <a:pt x="617235" y="62555"/>
                </a:cubicBezTo>
                <a:cubicBezTo>
                  <a:pt x="616254" y="60275"/>
                  <a:pt x="615764" y="57762"/>
                  <a:pt x="615764" y="55016"/>
                </a:cubicBezTo>
                <a:cubicBezTo>
                  <a:pt x="615764" y="48446"/>
                  <a:pt x="618375" y="43187"/>
                  <a:pt x="623597" y="39239"/>
                </a:cubicBezTo>
                <a:cubicBezTo>
                  <a:pt x="628819" y="35292"/>
                  <a:pt x="635329" y="33319"/>
                  <a:pt x="643125" y="33319"/>
                </a:cubicBezTo>
                <a:cubicBezTo>
                  <a:pt x="646410" y="33319"/>
                  <a:pt x="649990" y="33772"/>
                  <a:pt x="653864" y="34679"/>
                </a:cubicBezTo>
                <a:cubicBezTo>
                  <a:pt x="657737" y="35586"/>
                  <a:pt x="660679" y="36457"/>
                  <a:pt x="662690" y="37290"/>
                </a:cubicBezTo>
                <a:lnTo>
                  <a:pt x="663352" y="38320"/>
                </a:lnTo>
                <a:cubicBezTo>
                  <a:pt x="662959" y="40281"/>
                  <a:pt x="662714" y="45430"/>
                  <a:pt x="662616" y="53766"/>
                </a:cubicBezTo>
                <a:lnTo>
                  <a:pt x="661954" y="54428"/>
                </a:lnTo>
                <a:lnTo>
                  <a:pt x="659012" y="54428"/>
                </a:lnTo>
                <a:lnTo>
                  <a:pt x="658350" y="53766"/>
                </a:lnTo>
                <a:cubicBezTo>
                  <a:pt x="658154" y="50775"/>
                  <a:pt x="657884" y="48679"/>
                  <a:pt x="657541" y="47477"/>
                </a:cubicBezTo>
                <a:cubicBezTo>
                  <a:pt x="657198" y="46276"/>
                  <a:pt x="656315" y="44976"/>
                  <a:pt x="654893" y="43579"/>
                </a:cubicBezTo>
                <a:cubicBezTo>
                  <a:pt x="653471" y="42182"/>
                  <a:pt x="651461" y="41005"/>
                  <a:pt x="648862" y="40049"/>
                </a:cubicBezTo>
                <a:cubicBezTo>
                  <a:pt x="646263" y="39092"/>
                  <a:pt x="643517" y="38614"/>
                  <a:pt x="640624" y="38614"/>
                </a:cubicBezTo>
                <a:cubicBezTo>
                  <a:pt x="637633" y="38614"/>
                  <a:pt x="635120" y="39056"/>
                  <a:pt x="633085" y="39938"/>
                </a:cubicBezTo>
                <a:cubicBezTo>
                  <a:pt x="631050" y="40821"/>
                  <a:pt x="629408" y="42157"/>
                  <a:pt x="628157" y="43947"/>
                </a:cubicBezTo>
                <a:cubicBezTo>
                  <a:pt x="626907" y="45736"/>
                  <a:pt x="626282" y="47906"/>
                  <a:pt x="626282" y="50456"/>
                </a:cubicBezTo>
                <a:cubicBezTo>
                  <a:pt x="626282" y="52319"/>
                  <a:pt x="626662" y="53986"/>
                  <a:pt x="627422" y="55457"/>
                </a:cubicBezTo>
                <a:cubicBezTo>
                  <a:pt x="628182" y="56929"/>
                  <a:pt x="629347" y="58118"/>
                  <a:pt x="630916" y="59025"/>
                </a:cubicBezTo>
                <a:cubicBezTo>
                  <a:pt x="632485" y="59932"/>
                  <a:pt x="634127" y="60582"/>
                  <a:pt x="635844" y="60974"/>
                </a:cubicBezTo>
                <a:lnTo>
                  <a:pt x="643861" y="63033"/>
                </a:lnTo>
                <a:cubicBezTo>
                  <a:pt x="650725" y="64700"/>
                  <a:pt x="655641" y="66147"/>
                  <a:pt x="658608" y="67373"/>
                </a:cubicBezTo>
                <a:cubicBezTo>
                  <a:pt x="661574" y="68599"/>
                  <a:pt x="663866" y="70450"/>
                  <a:pt x="665485" y="72926"/>
                </a:cubicBezTo>
                <a:cubicBezTo>
                  <a:pt x="667103" y="75402"/>
                  <a:pt x="667912" y="78405"/>
                  <a:pt x="667912" y="81936"/>
                </a:cubicBezTo>
                <a:cubicBezTo>
                  <a:pt x="667912" y="88703"/>
                  <a:pt x="665117" y="94513"/>
                  <a:pt x="659527" y="99367"/>
                </a:cubicBezTo>
                <a:cubicBezTo>
                  <a:pt x="653937" y="104222"/>
                  <a:pt x="646754" y="106649"/>
                  <a:pt x="637976" y="106649"/>
                </a:cubicBezTo>
                <a:cubicBezTo>
                  <a:pt x="634887" y="106649"/>
                  <a:pt x="631050" y="106306"/>
                  <a:pt x="626466" y="105619"/>
                </a:cubicBezTo>
                <a:cubicBezTo>
                  <a:pt x="621881" y="104933"/>
                  <a:pt x="617971" y="104173"/>
                  <a:pt x="614734" y="103339"/>
                </a:cubicBezTo>
                <a:lnTo>
                  <a:pt x="614367" y="102383"/>
                </a:lnTo>
                <a:lnTo>
                  <a:pt x="615102" y="97455"/>
                </a:lnTo>
                <a:cubicBezTo>
                  <a:pt x="615347" y="95935"/>
                  <a:pt x="615494" y="94403"/>
                  <a:pt x="615543" y="92858"/>
                </a:cubicBezTo>
                <a:cubicBezTo>
                  <a:pt x="615592" y="91314"/>
                  <a:pt x="615641" y="88065"/>
                  <a:pt x="615691" y="83113"/>
                </a:cubicBezTo>
                <a:lnTo>
                  <a:pt x="616352" y="82451"/>
                </a:lnTo>
                <a:close/>
                <a:moveTo>
                  <a:pt x="675272" y="46337"/>
                </a:moveTo>
                <a:lnTo>
                  <a:pt x="675272" y="44425"/>
                </a:lnTo>
                <a:lnTo>
                  <a:pt x="675787" y="43689"/>
                </a:lnTo>
                <a:cubicBezTo>
                  <a:pt x="680396" y="41973"/>
                  <a:pt x="684123" y="40380"/>
                  <a:pt x="686967" y="38909"/>
                </a:cubicBezTo>
                <a:cubicBezTo>
                  <a:pt x="686967" y="26111"/>
                  <a:pt x="686819" y="18657"/>
                  <a:pt x="686525" y="16549"/>
                </a:cubicBezTo>
                <a:cubicBezTo>
                  <a:pt x="691576" y="14784"/>
                  <a:pt x="695719" y="12896"/>
                  <a:pt x="698955" y="10886"/>
                </a:cubicBezTo>
                <a:lnTo>
                  <a:pt x="700721" y="12357"/>
                </a:lnTo>
                <a:cubicBezTo>
                  <a:pt x="700230" y="15446"/>
                  <a:pt x="699642" y="24419"/>
                  <a:pt x="698955" y="39276"/>
                </a:cubicBezTo>
                <a:cubicBezTo>
                  <a:pt x="701407" y="39325"/>
                  <a:pt x="704055" y="39350"/>
                  <a:pt x="706899" y="39350"/>
                </a:cubicBezTo>
                <a:cubicBezTo>
                  <a:pt x="712685" y="39350"/>
                  <a:pt x="716828" y="39203"/>
                  <a:pt x="719329" y="38909"/>
                </a:cubicBezTo>
                <a:lnTo>
                  <a:pt x="719844" y="39423"/>
                </a:lnTo>
                <a:lnTo>
                  <a:pt x="718446" y="45602"/>
                </a:lnTo>
                <a:lnTo>
                  <a:pt x="717858" y="46264"/>
                </a:lnTo>
                <a:cubicBezTo>
                  <a:pt x="715357" y="46215"/>
                  <a:pt x="712587" y="46190"/>
                  <a:pt x="709547" y="46190"/>
                </a:cubicBezTo>
                <a:cubicBezTo>
                  <a:pt x="706801" y="46190"/>
                  <a:pt x="703270" y="46215"/>
                  <a:pt x="698955" y="46264"/>
                </a:cubicBezTo>
                <a:lnTo>
                  <a:pt x="698514" y="76199"/>
                </a:lnTo>
                <a:cubicBezTo>
                  <a:pt x="698514" y="83113"/>
                  <a:pt x="698673" y="87636"/>
                  <a:pt x="698992" y="89769"/>
                </a:cubicBezTo>
                <a:cubicBezTo>
                  <a:pt x="699311" y="91902"/>
                  <a:pt x="700193" y="93569"/>
                  <a:pt x="701640" y="94771"/>
                </a:cubicBezTo>
                <a:cubicBezTo>
                  <a:pt x="703086" y="95972"/>
                  <a:pt x="705232" y="96573"/>
                  <a:pt x="708076" y="96573"/>
                </a:cubicBezTo>
                <a:cubicBezTo>
                  <a:pt x="711361" y="96573"/>
                  <a:pt x="714401" y="95714"/>
                  <a:pt x="717196" y="93998"/>
                </a:cubicBezTo>
                <a:lnTo>
                  <a:pt x="718961" y="96646"/>
                </a:lnTo>
                <a:cubicBezTo>
                  <a:pt x="717784" y="97480"/>
                  <a:pt x="714965" y="99931"/>
                  <a:pt x="710503" y="104001"/>
                </a:cubicBezTo>
                <a:cubicBezTo>
                  <a:pt x="707953" y="105178"/>
                  <a:pt x="705354" y="105766"/>
                  <a:pt x="702706" y="105766"/>
                </a:cubicBezTo>
                <a:cubicBezTo>
                  <a:pt x="691674" y="105766"/>
                  <a:pt x="686157" y="100422"/>
                  <a:pt x="686157" y="89732"/>
                </a:cubicBezTo>
                <a:cubicBezTo>
                  <a:pt x="686157" y="85810"/>
                  <a:pt x="686256" y="82475"/>
                  <a:pt x="686452" y="79729"/>
                </a:cubicBezTo>
                <a:cubicBezTo>
                  <a:pt x="686501" y="78896"/>
                  <a:pt x="686525" y="78038"/>
                  <a:pt x="686525" y="77155"/>
                </a:cubicBezTo>
                <a:lnTo>
                  <a:pt x="686525" y="46631"/>
                </a:lnTo>
                <a:lnTo>
                  <a:pt x="683510" y="46631"/>
                </a:lnTo>
                <a:cubicBezTo>
                  <a:pt x="681303" y="46631"/>
                  <a:pt x="678778" y="46729"/>
                  <a:pt x="675934" y="46926"/>
                </a:cubicBezTo>
                <a:lnTo>
                  <a:pt x="675272" y="46337"/>
                </a:lnTo>
                <a:close/>
                <a:moveTo>
                  <a:pt x="749690" y="33981"/>
                </a:moveTo>
                <a:lnTo>
                  <a:pt x="751088" y="34937"/>
                </a:lnTo>
                <a:cubicBezTo>
                  <a:pt x="750794" y="37781"/>
                  <a:pt x="750573" y="42831"/>
                  <a:pt x="750426" y="50088"/>
                </a:cubicBezTo>
                <a:lnTo>
                  <a:pt x="755942" y="43101"/>
                </a:lnTo>
                <a:cubicBezTo>
                  <a:pt x="757756" y="40796"/>
                  <a:pt x="759362" y="39019"/>
                  <a:pt x="760760" y="37768"/>
                </a:cubicBezTo>
                <a:cubicBezTo>
                  <a:pt x="762157" y="36518"/>
                  <a:pt x="763788" y="35550"/>
                  <a:pt x="765651" y="34863"/>
                </a:cubicBezTo>
                <a:cubicBezTo>
                  <a:pt x="767514" y="34177"/>
                  <a:pt x="769427" y="33833"/>
                  <a:pt x="771388" y="33833"/>
                </a:cubicBezTo>
                <a:cubicBezTo>
                  <a:pt x="773545" y="33833"/>
                  <a:pt x="775580" y="34275"/>
                  <a:pt x="777493" y="35157"/>
                </a:cubicBezTo>
                <a:lnTo>
                  <a:pt x="778008" y="36187"/>
                </a:lnTo>
                <a:cubicBezTo>
                  <a:pt x="777223" y="42709"/>
                  <a:pt x="776782" y="48446"/>
                  <a:pt x="776684" y="53398"/>
                </a:cubicBezTo>
                <a:lnTo>
                  <a:pt x="773374" y="53398"/>
                </a:lnTo>
                <a:cubicBezTo>
                  <a:pt x="771412" y="48887"/>
                  <a:pt x="768250" y="46631"/>
                  <a:pt x="763886" y="46631"/>
                </a:cubicBezTo>
                <a:cubicBezTo>
                  <a:pt x="760846" y="46631"/>
                  <a:pt x="758198" y="47600"/>
                  <a:pt x="755942" y="49537"/>
                </a:cubicBezTo>
                <a:cubicBezTo>
                  <a:pt x="753687" y="51473"/>
                  <a:pt x="752179" y="53901"/>
                  <a:pt x="751419" y="56818"/>
                </a:cubicBezTo>
                <a:cubicBezTo>
                  <a:pt x="750659" y="59736"/>
                  <a:pt x="750279" y="63426"/>
                  <a:pt x="750279" y="67888"/>
                </a:cubicBezTo>
                <a:lnTo>
                  <a:pt x="750279" y="76052"/>
                </a:lnTo>
                <a:cubicBezTo>
                  <a:pt x="750279" y="77523"/>
                  <a:pt x="750377" y="81127"/>
                  <a:pt x="750573" y="86864"/>
                </a:cubicBezTo>
                <a:cubicBezTo>
                  <a:pt x="750769" y="92601"/>
                  <a:pt x="750977" y="95911"/>
                  <a:pt x="751198" y="96793"/>
                </a:cubicBezTo>
                <a:cubicBezTo>
                  <a:pt x="751419" y="97676"/>
                  <a:pt x="751762" y="98325"/>
                  <a:pt x="752228" y="98742"/>
                </a:cubicBezTo>
                <a:cubicBezTo>
                  <a:pt x="752694" y="99159"/>
                  <a:pt x="753307" y="99441"/>
                  <a:pt x="754067" y="99588"/>
                </a:cubicBezTo>
                <a:cubicBezTo>
                  <a:pt x="754827" y="99735"/>
                  <a:pt x="758320" y="99980"/>
                  <a:pt x="764548" y="100324"/>
                </a:cubicBezTo>
                <a:lnTo>
                  <a:pt x="765210" y="100912"/>
                </a:lnTo>
                <a:lnTo>
                  <a:pt x="765210" y="104001"/>
                </a:lnTo>
                <a:lnTo>
                  <a:pt x="764548" y="104663"/>
                </a:lnTo>
                <a:cubicBezTo>
                  <a:pt x="758026" y="104271"/>
                  <a:pt x="751210" y="104075"/>
                  <a:pt x="744100" y="104075"/>
                </a:cubicBezTo>
                <a:cubicBezTo>
                  <a:pt x="738462" y="104075"/>
                  <a:pt x="732577" y="104271"/>
                  <a:pt x="726448" y="104663"/>
                </a:cubicBezTo>
                <a:lnTo>
                  <a:pt x="725786" y="104001"/>
                </a:lnTo>
                <a:lnTo>
                  <a:pt x="725786" y="100912"/>
                </a:lnTo>
                <a:lnTo>
                  <a:pt x="726448" y="100324"/>
                </a:lnTo>
                <a:cubicBezTo>
                  <a:pt x="731205" y="100029"/>
                  <a:pt x="733889" y="99809"/>
                  <a:pt x="734502" y="99662"/>
                </a:cubicBezTo>
                <a:cubicBezTo>
                  <a:pt x="735115" y="99515"/>
                  <a:pt x="735654" y="99208"/>
                  <a:pt x="736120" y="98742"/>
                </a:cubicBezTo>
                <a:cubicBezTo>
                  <a:pt x="736586" y="98276"/>
                  <a:pt x="736905" y="97565"/>
                  <a:pt x="737076" y="96609"/>
                </a:cubicBezTo>
                <a:cubicBezTo>
                  <a:pt x="737248" y="95653"/>
                  <a:pt x="737444" y="92490"/>
                  <a:pt x="737665" y="87121"/>
                </a:cubicBezTo>
                <a:cubicBezTo>
                  <a:pt x="737885" y="81752"/>
                  <a:pt x="737996" y="77694"/>
                  <a:pt x="737996" y="74949"/>
                </a:cubicBezTo>
                <a:lnTo>
                  <a:pt x="737996" y="60459"/>
                </a:lnTo>
                <a:cubicBezTo>
                  <a:pt x="737996" y="58498"/>
                  <a:pt x="737898" y="55825"/>
                  <a:pt x="737702" y="52442"/>
                </a:cubicBezTo>
                <a:cubicBezTo>
                  <a:pt x="737505" y="49059"/>
                  <a:pt x="737346" y="46975"/>
                  <a:pt x="737223" y="46190"/>
                </a:cubicBezTo>
                <a:cubicBezTo>
                  <a:pt x="737101" y="45406"/>
                  <a:pt x="736721" y="44829"/>
                  <a:pt x="736083" y="44462"/>
                </a:cubicBezTo>
                <a:cubicBezTo>
                  <a:pt x="735446" y="44094"/>
                  <a:pt x="734171" y="43910"/>
                  <a:pt x="732259" y="43910"/>
                </a:cubicBezTo>
                <a:lnTo>
                  <a:pt x="726080" y="43836"/>
                </a:lnTo>
                <a:lnTo>
                  <a:pt x="725419" y="43248"/>
                </a:lnTo>
                <a:lnTo>
                  <a:pt x="725419" y="40085"/>
                </a:lnTo>
                <a:lnTo>
                  <a:pt x="726007" y="39497"/>
                </a:lnTo>
                <a:cubicBezTo>
                  <a:pt x="735372" y="38369"/>
                  <a:pt x="743267" y="36530"/>
                  <a:pt x="749690" y="33981"/>
                </a:cubicBezTo>
                <a:close/>
                <a:moveTo>
                  <a:pt x="797142" y="54207"/>
                </a:moveTo>
                <a:lnTo>
                  <a:pt x="794273" y="53472"/>
                </a:lnTo>
                <a:lnTo>
                  <a:pt x="793685" y="52736"/>
                </a:lnTo>
                <a:lnTo>
                  <a:pt x="793685" y="43616"/>
                </a:lnTo>
                <a:cubicBezTo>
                  <a:pt x="802413" y="37143"/>
                  <a:pt x="810896" y="33907"/>
                  <a:pt x="819134" y="33907"/>
                </a:cubicBezTo>
                <a:cubicBezTo>
                  <a:pt x="824773" y="33907"/>
                  <a:pt x="829455" y="34961"/>
                  <a:pt x="833182" y="37070"/>
                </a:cubicBezTo>
                <a:cubicBezTo>
                  <a:pt x="836908" y="39178"/>
                  <a:pt x="839605" y="41814"/>
                  <a:pt x="841272" y="44976"/>
                </a:cubicBezTo>
                <a:cubicBezTo>
                  <a:pt x="842940" y="48139"/>
                  <a:pt x="843773" y="51829"/>
                  <a:pt x="843773" y="56046"/>
                </a:cubicBezTo>
                <a:lnTo>
                  <a:pt x="843405" y="70830"/>
                </a:lnTo>
                <a:lnTo>
                  <a:pt x="843405" y="92748"/>
                </a:lnTo>
                <a:cubicBezTo>
                  <a:pt x="843405" y="95739"/>
                  <a:pt x="843614" y="97553"/>
                  <a:pt x="844031" y="98191"/>
                </a:cubicBezTo>
                <a:cubicBezTo>
                  <a:pt x="844447" y="98828"/>
                  <a:pt x="844926" y="99257"/>
                  <a:pt x="845465" y="99478"/>
                </a:cubicBezTo>
                <a:cubicBezTo>
                  <a:pt x="846004" y="99698"/>
                  <a:pt x="847009" y="99882"/>
                  <a:pt x="848480" y="100029"/>
                </a:cubicBezTo>
                <a:lnTo>
                  <a:pt x="852673" y="100397"/>
                </a:lnTo>
                <a:lnTo>
                  <a:pt x="853261" y="101059"/>
                </a:lnTo>
                <a:lnTo>
                  <a:pt x="853261" y="104001"/>
                </a:lnTo>
                <a:lnTo>
                  <a:pt x="852673" y="104590"/>
                </a:lnTo>
                <a:cubicBezTo>
                  <a:pt x="849093" y="104295"/>
                  <a:pt x="845759" y="104148"/>
                  <a:pt x="842670" y="104148"/>
                </a:cubicBezTo>
                <a:cubicBezTo>
                  <a:pt x="839728" y="104148"/>
                  <a:pt x="836197" y="104295"/>
                  <a:pt x="832079" y="104590"/>
                </a:cubicBezTo>
                <a:lnTo>
                  <a:pt x="830975" y="103560"/>
                </a:lnTo>
                <a:lnTo>
                  <a:pt x="831270" y="91718"/>
                </a:lnTo>
                <a:lnTo>
                  <a:pt x="815235" y="104222"/>
                </a:lnTo>
                <a:cubicBezTo>
                  <a:pt x="812539" y="105350"/>
                  <a:pt x="809596" y="105914"/>
                  <a:pt x="806409" y="105914"/>
                </a:cubicBezTo>
                <a:cubicBezTo>
                  <a:pt x="802487" y="105914"/>
                  <a:pt x="799115" y="105203"/>
                  <a:pt x="796296" y="103781"/>
                </a:cubicBezTo>
                <a:cubicBezTo>
                  <a:pt x="793477" y="102359"/>
                  <a:pt x="791319" y="100373"/>
                  <a:pt x="789824" y="97823"/>
                </a:cubicBezTo>
                <a:cubicBezTo>
                  <a:pt x="788328" y="95273"/>
                  <a:pt x="787580" y="92184"/>
                  <a:pt x="787580" y="88555"/>
                </a:cubicBezTo>
                <a:cubicBezTo>
                  <a:pt x="787580" y="81347"/>
                  <a:pt x="789836" y="75721"/>
                  <a:pt x="794347" y="71675"/>
                </a:cubicBezTo>
                <a:cubicBezTo>
                  <a:pt x="798858" y="67630"/>
                  <a:pt x="811166" y="64186"/>
                  <a:pt x="831270" y="61342"/>
                </a:cubicBezTo>
                <a:cubicBezTo>
                  <a:pt x="831270" y="54085"/>
                  <a:pt x="829651" y="48973"/>
                  <a:pt x="826415" y="46006"/>
                </a:cubicBezTo>
                <a:cubicBezTo>
                  <a:pt x="823179" y="43040"/>
                  <a:pt x="818839" y="41556"/>
                  <a:pt x="813397" y="41556"/>
                </a:cubicBezTo>
                <a:cubicBezTo>
                  <a:pt x="810553" y="41556"/>
                  <a:pt x="807966" y="41973"/>
                  <a:pt x="805637" y="42807"/>
                </a:cubicBezTo>
                <a:cubicBezTo>
                  <a:pt x="803308" y="43640"/>
                  <a:pt x="801972" y="44315"/>
                  <a:pt x="801628" y="44829"/>
                </a:cubicBezTo>
                <a:cubicBezTo>
                  <a:pt x="801285" y="45344"/>
                  <a:pt x="799961" y="48348"/>
                  <a:pt x="797657" y="53839"/>
                </a:cubicBezTo>
                <a:lnTo>
                  <a:pt x="797142" y="54207"/>
                </a:lnTo>
                <a:moveTo>
                  <a:pt x="831270" y="65828"/>
                </a:moveTo>
                <a:cubicBezTo>
                  <a:pt x="817540" y="68133"/>
                  <a:pt x="808984" y="70609"/>
                  <a:pt x="805600" y="73257"/>
                </a:cubicBezTo>
                <a:cubicBezTo>
                  <a:pt x="802217" y="75905"/>
                  <a:pt x="800525" y="79999"/>
                  <a:pt x="800525" y="85540"/>
                </a:cubicBezTo>
                <a:cubicBezTo>
                  <a:pt x="800525" y="93189"/>
                  <a:pt x="804325" y="97014"/>
                  <a:pt x="811926" y="97014"/>
                </a:cubicBezTo>
                <a:cubicBezTo>
                  <a:pt x="818447" y="97014"/>
                  <a:pt x="824895" y="93238"/>
                  <a:pt x="831270" y="85687"/>
                </a:cubicBezTo>
                <a:lnTo>
                  <a:pt x="831270" y="65828"/>
                </a:lnTo>
                <a:moveTo>
                  <a:pt x="818766" y="29347"/>
                </a:moveTo>
                <a:lnTo>
                  <a:pt x="818766" y="29347"/>
                </a:lnTo>
                <a:moveTo>
                  <a:pt x="817221" y="108488"/>
                </a:moveTo>
                <a:lnTo>
                  <a:pt x="817221" y="108488"/>
                </a:lnTo>
                <a:close/>
                <a:moveTo>
                  <a:pt x="878048" y="1103"/>
                </a:moveTo>
                <a:cubicBezTo>
                  <a:pt x="880353" y="1103"/>
                  <a:pt x="882314" y="1912"/>
                  <a:pt x="883932" y="3530"/>
                </a:cubicBezTo>
                <a:cubicBezTo>
                  <a:pt x="885550" y="5149"/>
                  <a:pt x="886359" y="7110"/>
                  <a:pt x="886359" y="9415"/>
                </a:cubicBezTo>
                <a:cubicBezTo>
                  <a:pt x="886359" y="11670"/>
                  <a:pt x="885550" y="13607"/>
                  <a:pt x="883932" y="15225"/>
                </a:cubicBezTo>
                <a:cubicBezTo>
                  <a:pt x="882314" y="16843"/>
                  <a:pt x="880353" y="17652"/>
                  <a:pt x="878048" y="17652"/>
                </a:cubicBezTo>
                <a:cubicBezTo>
                  <a:pt x="875792" y="17652"/>
                  <a:pt x="873843" y="16855"/>
                  <a:pt x="872201" y="15262"/>
                </a:cubicBezTo>
                <a:cubicBezTo>
                  <a:pt x="870558" y="13668"/>
                  <a:pt x="869737" y="11719"/>
                  <a:pt x="869737" y="9415"/>
                </a:cubicBezTo>
                <a:cubicBezTo>
                  <a:pt x="869737" y="7110"/>
                  <a:pt x="870558" y="5149"/>
                  <a:pt x="872201" y="3530"/>
                </a:cubicBezTo>
                <a:cubicBezTo>
                  <a:pt x="873843" y="1912"/>
                  <a:pt x="875792" y="1103"/>
                  <a:pt x="878048" y="1103"/>
                </a:cubicBezTo>
                <a:moveTo>
                  <a:pt x="884300" y="33981"/>
                </a:moveTo>
                <a:lnTo>
                  <a:pt x="885697" y="34937"/>
                </a:lnTo>
                <a:cubicBezTo>
                  <a:pt x="885158" y="41360"/>
                  <a:pt x="884888" y="49524"/>
                  <a:pt x="884888" y="59429"/>
                </a:cubicBezTo>
                <a:lnTo>
                  <a:pt x="884888" y="76052"/>
                </a:lnTo>
                <a:cubicBezTo>
                  <a:pt x="884888" y="77131"/>
                  <a:pt x="884986" y="80600"/>
                  <a:pt x="885183" y="86459"/>
                </a:cubicBezTo>
                <a:cubicBezTo>
                  <a:pt x="885379" y="92319"/>
                  <a:pt x="885587" y="95739"/>
                  <a:pt x="885808" y="96720"/>
                </a:cubicBezTo>
                <a:cubicBezTo>
                  <a:pt x="886028" y="97700"/>
                  <a:pt x="886359" y="98411"/>
                  <a:pt x="886801" y="98853"/>
                </a:cubicBezTo>
                <a:cubicBezTo>
                  <a:pt x="887242" y="99294"/>
                  <a:pt x="887781" y="99576"/>
                  <a:pt x="888419" y="99698"/>
                </a:cubicBezTo>
                <a:cubicBezTo>
                  <a:pt x="889056" y="99821"/>
                  <a:pt x="891704" y="100029"/>
                  <a:pt x="896362" y="100324"/>
                </a:cubicBezTo>
                <a:lnTo>
                  <a:pt x="897024" y="100912"/>
                </a:lnTo>
                <a:lnTo>
                  <a:pt x="897024" y="104001"/>
                </a:lnTo>
                <a:lnTo>
                  <a:pt x="896436" y="104663"/>
                </a:lnTo>
                <a:cubicBezTo>
                  <a:pt x="890307" y="104271"/>
                  <a:pt x="884398" y="104075"/>
                  <a:pt x="878710" y="104075"/>
                </a:cubicBezTo>
                <a:cubicBezTo>
                  <a:pt x="873071" y="104075"/>
                  <a:pt x="867187" y="104271"/>
                  <a:pt x="861058" y="104663"/>
                </a:cubicBezTo>
                <a:lnTo>
                  <a:pt x="860396" y="104001"/>
                </a:lnTo>
                <a:lnTo>
                  <a:pt x="860396" y="100912"/>
                </a:lnTo>
                <a:lnTo>
                  <a:pt x="861058" y="100324"/>
                </a:lnTo>
                <a:cubicBezTo>
                  <a:pt x="865814" y="100029"/>
                  <a:pt x="868499" y="99809"/>
                  <a:pt x="869112" y="99662"/>
                </a:cubicBezTo>
                <a:cubicBezTo>
                  <a:pt x="869725" y="99515"/>
                  <a:pt x="870264" y="99208"/>
                  <a:pt x="870730" y="98742"/>
                </a:cubicBezTo>
                <a:cubicBezTo>
                  <a:pt x="871196" y="98276"/>
                  <a:pt x="871514" y="97565"/>
                  <a:pt x="871686" y="96609"/>
                </a:cubicBezTo>
                <a:cubicBezTo>
                  <a:pt x="871858" y="95653"/>
                  <a:pt x="872054" y="92490"/>
                  <a:pt x="872274" y="87121"/>
                </a:cubicBezTo>
                <a:cubicBezTo>
                  <a:pt x="872495" y="81752"/>
                  <a:pt x="872605" y="77694"/>
                  <a:pt x="872605" y="74949"/>
                </a:cubicBezTo>
                <a:lnTo>
                  <a:pt x="872605" y="60459"/>
                </a:lnTo>
                <a:cubicBezTo>
                  <a:pt x="872605" y="58498"/>
                  <a:pt x="872507" y="55825"/>
                  <a:pt x="872311" y="52442"/>
                </a:cubicBezTo>
                <a:cubicBezTo>
                  <a:pt x="872115" y="49059"/>
                  <a:pt x="871956" y="46975"/>
                  <a:pt x="871833" y="46190"/>
                </a:cubicBezTo>
                <a:cubicBezTo>
                  <a:pt x="871710" y="45406"/>
                  <a:pt x="871330" y="44829"/>
                  <a:pt x="870693" y="44462"/>
                </a:cubicBezTo>
                <a:cubicBezTo>
                  <a:pt x="870056" y="44094"/>
                  <a:pt x="868781" y="43910"/>
                  <a:pt x="866868" y="43910"/>
                </a:cubicBezTo>
                <a:lnTo>
                  <a:pt x="860690" y="43836"/>
                </a:lnTo>
                <a:lnTo>
                  <a:pt x="860028" y="43248"/>
                </a:lnTo>
                <a:lnTo>
                  <a:pt x="860028" y="40085"/>
                </a:lnTo>
                <a:lnTo>
                  <a:pt x="860616" y="39497"/>
                </a:lnTo>
                <a:cubicBezTo>
                  <a:pt x="869982" y="38369"/>
                  <a:pt x="877876" y="36530"/>
                  <a:pt x="884300" y="33981"/>
                </a:cubicBezTo>
                <a:moveTo>
                  <a:pt x="878563" y="108488"/>
                </a:moveTo>
                <a:lnTo>
                  <a:pt x="878563" y="108488"/>
                </a:lnTo>
                <a:close/>
                <a:moveTo>
                  <a:pt x="924197" y="33981"/>
                </a:moveTo>
                <a:lnTo>
                  <a:pt x="925595" y="34937"/>
                </a:lnTo>
                <a:cubicBezTo>
                  <a:pt x="925301" y="38222"/>
                  <a:pt x="925104" y="42537"/>
                  <a:pt x="925006" y="47882"/>
                </a:cubicBezTo>
                <a:cubicBezTo>
                  <a:pt x="928929" y="44645"/>
                  <a:pt x="932656" y="41360"/>
                  <a:pt x="936186" y="38026"/>
                </a:cubicBezTo>
                <a:cubicBezTo>
                  <a:pt x="937216" y="37094"/>
                  <a:pt x="938184" y="36408"/>
                  <a:pt x="939091" y="35966"/>
                </a:cubicBezTo>
                <a:cubicBezTo>
                  <a:pt x="939999" y="35525"/>
                  <a:pt x="941506" y="35059"/>
                  <a:pt x="943615" y="34569"/>
                </a:cubicBezTo>
                <a:cubicBezTo>
                  <a:pt x="945723" y="34079"/>
                  <a:pt x="947881" y="33833"/>
                  <a:pt x="950087" y="33833"/>
                </a:cubicBezTo>
                <a:cubicBezTo>
                  <a:pt x="953814" y="33833"/>
                  <a:pt x="957430" y="34594"/>
                  <a:pt x="960936" y="36114"/>
                </a:cubicBezTo>
                <a:cubicBezTo>
                  <a:pt x="964442" y="37634"/>
                  <a:pt x="967090" y="39436"/>
                  <a:pt x="968880" y="41520"/>
                </a:cubicBezTo>
                <a:cubicBezTo>
                  <a:pt x="970669" y="43604"/>
                  <a:pt x="971907" y="46067"/>
                  <a:pt x="972594" y="48911"/>
                </a:cubicBezTo>
                <a:cubicBezTo>
                  <a:pt x="973280" y="51755"/>
                  <a:pt x="973624" y="55261"/>
                  <a:pt x="973624" y="59429"/>
                </a:cubicBezTo>
                <a:lnTo>
                  <a:pt x="973624" y="72374"/>
                </a:lnTo>
                <a:cubicBezTo>
                  <a:pt x="973624" y="73208"/>
                  <a:pt x="973746" y="79313"/>
                  <a:pt x="973991" y="90688"/>
                </a:cubicBezTo>
                <a:cubicBezTo>
                  <a:pt x="974089" y="95347"/>
                  <a:pt x="974604" y="98117"/>
                  <a:pt x="975536" y="99000"/>
                </a:cubicBezTo>
                <a:cubicBezTo>
                  <a:pt x="976468" y="99882"/>
                  <a:pt x="979508" y="100324"/>
                  <a:pt x="984656" y="100324"/>
                </a:cubicBezTo>
                <a:lnTo>
                  <a:pt x="985245" y="100912"/>
                </a:lnTo>
                <a:lnTo>
                  <a:pt x="985245" y="104075"/>
                </a:lnTo>
                <a:lnTo>
                  <a:pt x="984656" y="104663"/>
                </a:lnTo>
                <a:cubicBezTo>
                  <a:pt x="978429" y="104271"/>
                  <a:pt x="974212" y="104075"/>
                  <a:pt x="972006" y="104075"/>
                </a:cubicBezTo>
                <a:cubicBezTo>
                  <a:pt x="970731" y="104075"/>
                  <a:pt x="967151" y="104271"/>
                  <a:pt x="961267" y="104663"/>
                </a:cubicBezTo>
                <a:lnTo>
                  <a:pt x="960384" y="103854"/>
                </a:lnTo>
                <a:cubicBezTo>
                  <a:pt x="961022" y="97480"/>
                  <a:pt x="961341" y="89168"/>
                  <a:pt x="961341" y="78920"/>
                </a:cubicBezTo>
                <a:lnTo>
                  <a:pt x="961341" y="69285"/>
                </a:lnTo>
                <a:cubicBezTo>
                  <a:pt x="961341" y="63499"/>
                  <a:pt x="961206" y="59331"/>
                  <a:pt x="960936" y="56781"/>
                </a:cubicBezTo>
                <a:cubicBezTo>
                  <a:pt x="960666" y="54232"/>
                  <a:pt x="959845" y="51915"/>
                  <a:pt x="958472" y="49831"/>
                </a:cubicBezTo>
                <a:cubicBezTo>
                  <a:pt x="957099" y="47747"/>
                  <a:pt x="955260" y="46129"/>
                  <a:pt x="952956" y="44976"/>
                </a:cubicBezTo>
                <a:cubicBezTo>
                  <a:pt x="950651" y="43824"/>
                  <a:pt x="947905" y="43248"/>
                  <a:pt x="944718" y="43248"/>
                </a:cubicBezTo>
                <a:cubicBezTo>
                  <a:pt x="942168" y="43248"/>
                  <a:pt x="939986" y="43505"/>
                  <a:pt x="938172" y="44020"/>
                </a:cubicBezTo>
                <a:cubicBezTo>
                  <a:pt x="936358" y="44535"/>
                  <a:pt x="934323" y="45589"/>
                  <a:pt x="932067" y="47183"/>
                </a:cubicBezTo>
                <a:cubicBezTo>
                  <a:pt x="929812" y="48777"/>
                  <a:pt x="928145" y="50272"/>
                  <a:pt x="927066" y="51670"/>
                </a:cubicBezTo>
                <a:cubicBezTo>
                  <a:pt x="925987" y="53067"/>
                  <a:pt x="925337" y="54366"/>
                  <a:pt x="925117" y="55568"/>
                </a:cubicBezTo>
                <a:cubicBezTo>
                  <a:pt x="924896" y="56769"/>
                  <a:pt x="924786" y="59331"/>
                  <a:pt x="924786" y="63254"/>
                </a:cubicBezTo>
                <a:lnTo>
                  <a:pt x="924786" y="76052"/>
                </a:lnTo>
                <a:cubicBezTo>
                  <a:pt x="924786" y="77131"/>
                  <a:pt x="924884" y="80600"/>
                  <a:pt x="925080" y="86459"/>
                </a:cubicBezTo>
                <a:cubicBezTo>
                  <a:pt x="925276" y="92319"/>
                  <a:pt x="925484" y="95739"/>
                  <a:pt x="925705" y="96720"/>
                </a:cubicBezTo>
                <a:cubicBezTo>
                  <a:pt x="925926" y="97700"/>
                  <a:pt x="926257" y="98411"/>
                  <a:pt x="926698" y="98853"/>
                </a:cubicBezTo>
                <a:cubicBezTo>
                  <a:pt x="927139" y="99294"/>
                  <a:pt x="927679" y="99576"/>
                  <a:pt x="928316" y="99698"/>
                </a:cubicBezTo>
                <a:cubicBezTo>
                  <a:pt x="928954" y="99821"/>
                  <a:pt x="931601" y="100029"/>
                  <a:pt x="936260" y="100324"/>
                </a:cubicBezTo>
                <a:lnTo>
                  <a:pt x="936922" y="100912"/>
                </a:lnTo>
                <a:lnTo>
                  <a:pt x="936922" y="104001"/>
                </a:lnTo>
                <a:lnTo>
                  <a:pt x="936333" y="104663"/>
                </a:lnTo>
                <a:cubicBezTo>
                  <a:pt x="930204" y="104271"/>
                  <a:pt x="924295" y="104075"/>
                  <a:pt x="918607" y="104075"/>
                </a:cubicBezTo>
                <a:cubicBezTo>
                  <a:pt x="912969" y="104075"/>
                  <a:pt x="907084" y="104271"/>
                  <a:pt x="900955" y="104663"/>
                </a:cubicBezTo>
                <a:lnTo>
                  <a:pt x="900293" y="104001"/>
                </a:lnTo>
                <a:lnTo>
                  <a:pt x="900293" y="100912"/>
                </a:lnTo>
                <a:lnTo>
                  <a:pt x="900955" y="100324"/>
                </a:lnTo>
                <a:cubicBezTo>
                  <a:pt x="905712" y="100029"/>
                  <a:pt x="908396" y="99809"/>
                  <a:pt x="909009" y="99662"/>
                </a:cubicBezTo>
                <a:cubicBezTo>
                  <a:pt x="909622" y="99515"/>
                  <a:pt x="910161" y="99208"/>
                  <a:pt x="910627" y="98742"/>
                </a:cubicBezTo>
                <a:cubicBezTo>
                  <a:pt x="911093" y="98276"/>
                  <a:pt x="911412" y="97565"/>
                  <a:pt x="911583" y="96609"/>
                </a:cubicBezTo>
                <a:cubicBezTo>
                  <a:pt x="911755" y="95653"/>
                  <a:pt x="911951" y="92490"/>
                  <a:pt x="912172" y="87121"/>
                </a:cubicBezTo>
                <a:cubicBezTo>
                  <a:pt x="912392" y="81752"/>
                  <a:pt x="912503" y="77694"/>
                  <a:pt x="912503" y="74949"/>
                </a:cubicBezTo>
                <a:lnTo>
                  <a:pt x="912503" y="60459"/>
                </a:lnTo>
                <a:cubicBezTo>
                  <a:pt x="912503" y="58498"/>
                  <a:pt x="912405" y="55825"/>
                  <a:pt x="912209" y="52442"/>
                </a:cubicBezTo>
                <a:cubicBezTo>
                  <a:pt x="912012" y="49059"/>
                  <a:pt x="911853" y="46975"/>
                  <a:pt x="911730" y="46190"/>
                </a:cubicBezTo>
                <a:cubicBezTo>
                  <a:pt x="911608" y="45406"/>
                  <a:pt x="911228" y="44829"/>
                  <a:pt x="910590" y="44462"/>
                </a:cubicBezTo>
                <a:cubicBezTo>
                  <a:pt x="909953" y="44094"/>
                  <a:pt x="908678" y="43910"/>
                  <a:pt x="906766" y="43910"/>
                </a:cubicBezTo>
                <a:lnTo>
                  <a:pt x="900587" y="43836"/>
                </a:lnTo>
                <a:lnTo>
                  <a:pt x="899926" y="43248"/>
                </a:lnTo>
                <a:lnTo>
                  <a:pt x="899926" y="40085"/>
                </a:lnTo>
                <a:lnTo>
                  <a:pt x="900514" y="39497"/>
                </a:lnTo>
                <a:cubicBezTo>
                  <a:pt x="909879" y="38369"/>
                  <a:pt x="917774" y="36530"/>
                  <a:pt x="924197" y="33981"/>
                </a:cubicBezTo>
                <a:close/>
                <a:moveTo>
                  <a:pt x="990094" y="46337"/>
                </a:moveTo>
                <a:lnTo>
                  <a:pt x="990094" y="44425"/>
                </a:lnTo>
                <a:lnTo>
                  <a:pt x="990609" y="43689"/>
                </a:lnTo>
                <a:cubicBezTo>
                  <a:pt x="995218" y="41973"/>
                  <a:pt x="998945" y="40380"/>
                  <a:pt x="1001789" y="38909"/>
                </a:cubicBezTo>
                <a:cubicBezTo>
                  <a:pt x="1001789" y="26111"/>
                  <a:pt x="1001642" y="18657"/>
                  <a:pt x="1001348" y="16549"/>
                </a:cubicBezTo>
                <a:cubicBezTo>
                  <a:pt x="1006398" y="14784"/>
                  <a:pt x="1010542" y="12896"/>
                  <a:pt x="1013778" y="10886"/>
                </a:cubicBezTo>
                <a:lnTo>
                  <a:pt x="1015543" y="12357"/>
                </a:lnTo>
                <a:cubicBezTo>
                  <a:pt x="1015053" y="15446"/>
                  <a:pt x="1014464" y="24419"/>
                  <a:pt x="1013778" y="39276"/>
                </a:cubicBezTo>
                <a:cubicBezTo>
                  <a:pt x="1016230" y="39325"/>
                  <a:pt x="1018877" y="39350"/>
                  <a:pt x="1021721" y="39350"/>
                </a:cubicBezTo>
                <a:cubicBezTo>
                  <a:pt x="1027507" y="39350"/>
                  <a:pt x="1031651" y="39203"/>
                  <a:pt x="1034151" y="38909"/>
                </a:cubicBezTo>
                <a:lnTo>
                  <a:pt x="1034666" y="39423"/>
                </a:lnTo>
                <a:lnTo>
                  <a:pt x="1033269" y="45602"/>
                </a:lnTo>
                <a:lnTo>
                  <a:pt x="1032680" y="46264"/>
                </a:lnTo>
                <a:cubicBezTo>
                  <a:pt x="1030180" y="46215"/>
                  <a:pt x="1027409" y="46190"/>
                  <a:pt x="1024369" y="46190"/>
                </a:cubicBezTo>
                <a:cubicBezTo>
                  <a:pt x="1021623" y="46190"/>
                  <a:pt x="1018093" y="46215"/>
                  <a:pt x="1013778" y="46264"/>
                </a:cubicBezTo>
                <a:lnTo>
                  <a:pt x="1013337" y="76199"/>
                </a:lnTo>
                <a:cubicBezTo>
                  <a:pt x="1013337" y="83113"/>
                  <a:pt x="1013496" y="87636"/>
                  <a:pt x="1013815" y="89769"/>
                </a:cubicBezTo>
                <a:cubicBezTo>
                  <a:pt x="1014133" y="91902"/>
                  <a:pt x="1015016" y="93569"/>
                  <a:pt x="1016462" y="94771"/>
                </a:cubicBezTo>
                <a:cubicBezTo>
                  <a:pt x="1017909" y="95972"/>
                  <a:pt x="1020054" y="96573"/>
                  <a:pt x="1022898" y="96573"/>
                </a:cubicBezTo>
                <a:cubicBezTo>
                  <a:pt x="1026183" y="96573"/>
                  <a:pt x="1029224" y="95714"/>
                  <a:pt x="1032018" y="93998"/>
                </a:cubicBezTo>
                <a:lnTo>
                  <a:pt x="1033784" y="96646"/>
                </a:lnTo>
                <a:cubicBezTo>
                  <a:pt x="1032607" y="97480"/>
                  <a:pt x="1029787" y="99931"/>
                  <a:pt x="1025325" y="104001"/>
                </a:cubicBezTo>
                <a:cubicBezTo>
                  <a:pt x="1022776" y="105178"/>
                  <a:pt x="1020177" y="105766"/>
                  <a:pt x="1017529" y="105766"/>
                </a:cubicBezTo>
                <a:cubicBezTo>
                  <a:pt x="1006496" y="105766"/>
                  <a:pt x="1000980" y="100422"/>
                  <a:pt x="1000980" y="89732"/>
                </a:cubicBezTo>
                <a:cubicBezTo>
                  <a:pt x="1000980" y="85810"/>
                  <a:pt x="1001078" y="82475"/>
                  <a:pt x="1001274" y="79729"/>
                </a:cubicBezTo>
                <a:cubicBezTo>
                  <a:pt x="1001323" y="78896"/>
                  <a:pt x="1001348" y="78038"/>
                  <a:pt x="1001348" y="77155"/>
                </a:cubicBezTo>
                <a:lnTo>
                  <a:pt x="1001348" y="46631"/>
                </a:lnTo>
                <a:lnTo>
                  <a:pt x="998332" y="46631"/>
                </a:lnTo>
                <a:cubicBezTo>
                  <a:pt x="996126" y="46631"/>
                  <a:pt x="993600" y="46729"/>
                  <a:pt x="990756" y="46926"/>
                </a:cubicBezTo>
                <a:lnTo>
                  <a:pt x="990094" y="46337"/>
                </a:lnTo>
                <a:close/>
                <a:moveTo>
                  <a:pt x="1043246" y="82451"/>
                </a:moveTo>
                <a:lnTo>
                  <a:pt x="1046408" y="82451"/>
                </a:lnTo>
                <a:lnTo>
                  <a:pt x="1047070" y="83113"/>
                </a:lnTo>
                <a:cubicBezTo>
                  <a:pt x="1047168" y="87232"/>
                  <a:pt x="1047413" y="90762"/>
                  <a:pt x="1047806" y="93704"/>
                </a:cubicBezTo>
                <a:cubicBezTo>
                  <a:pt x="1049326" y="96009"/>
                  <a:pt x="1051949" y="97884"/>
                  <a:pt x="1055676" y="99331"/>
                </a:cubicBezTo>
                <a:cubicBezTo>
                  <a:pt x="1059402" y="100777"/>
                  <a:pt x="1063080" y="101500"/>
                  <a:pt x="1066708" y="101500"/>
                </a:cubicBezTo>
                <a:cubicBezTo>
                  <a:pt x="1071906" y="101500"/>
                  <a:pt x="1076062" y="100103"/>
                  <a:pt x="1079175" y="97308"/>
                </a:cubicBezTo>
                <a:cubicBezTo>
                  <a:pt x="1082289" y="94513"/>
                  <a:pt x="1083846" y="91179"/>
                  <a:pt x="1083846" y="87305"/>
                </a:cubicBezTo>
                <a:cubicBezTo>
                  <a:pt x="1083846" y="85197"/>
                  <a:pt x="1083282" y="83370"/>
                  <a:pt x="1082154" y="81826"/>
                </a:cubicBezTo>
                <a:cubicBezTo>
                  <a:pt x="1081026" y="80281"/>
                  <a:pt x="1079322" y="79006"/>
                  <a:pt x="1077042" y="78001"/>
                </a:cubicBezTo>
                <a:cubicBezTo>
                  <a:pt x="1074762" y="76996"/>
                  <a:pt x="1070680" y="75807"/>
                  <a:pt x="1064796" y="74434"/>
                </a:cubicBezTo>
                <a:cubicBezTo>
                  <a:pt x="1059746" y="73257"/>
                  <a:pt x="1056215" y="72337"/>
                  <a:pt x="1054205" y="71675"/>
                </a:cubicBezTo>
                <a:cubicBezTo>
                  <a:pt x="1052194" y="71014"/>
                  <a:pt x="1050257" y="69898"/>
                  <a:pt x="1048394" y="68329"/>
                </a:cubicBezTo>
                <a:cubicBezTo>
                  <a:pt x="1046531" y="66760"/>
                  <a:pt x="1045109" y="64835"/>
                  <a:pt x="1044128" y="62555"/>
                </a:cubicBezTo>
                <a:cubicBezTo>
                  <a:pt x="1043147" y="60275"/>
                  <a:pt x="1042657" y="57762"/>
                  <a:pt x="1042657" y="55016"/>
                </a:cubicBezTo>
                <a:cubicBezTo>
                  <a:pt x="1042657" y="48446"/>
                  <a:pt x="1045268" y="43187"/>
                  <a:pt x="1050490" y="39239"/>
                </a:cubicBezTo>
                <a:cubicBezTo>
                  <a:pt x="1055712" y="35292"/>
                  <a:pt x="1062222" y="33319"/>
                  <a:pt x="1070018" y="33319"/>
                </a:cubicBezTo>
                <a:cubicBezTo>
                  <a:pt x="1073303" y="33319"/>
                  <a:pt x="1076883" y="33772"/>
                  <a:pt x="1080757" y="34679"/>
                </a:cubicBezTo>
                <a:cubicBezTo>
                  <a:pt x="1084630" y="35586"/>
                  <a:pt x="1087572" y="36457"/>
                  <a:pt x="1089583" y="37290"/>
                </a:cubicBezTo>
                <a:lnTo>
                  <a:pt x="1090245" y="38320"/>
                </a:lnTo>
                <a:cubicBezTo>
                  <a:pt x="1089852" y="40281"/>
                  <a:pt x="1089607" y="45430"/>
                  <a:pt x="1089509" y="53766"/>
                </a:cubicBezTo>
                <a:lnTo>
                  <a:pt x="1088847" y="54428"/>
                </a:lnTo>
                <a:lnTo>
                  <a:pt x="1085905" y="54428"/>
                </a:lnTo>
                <a:lnTo>
                  <a:pt x="1085243" y="53766"/>
                </a:lnTo>
                <a:cubicBezTo>
                  <a:pt x="1085047" y="50775"/>
                  <a:pt x="1084777" y="48679"/>
                  <a:pt x="1084434" y="47477"/>
                </a:cubicBezTo>
                <a:cubicBezTo>
                  <a:pt x="1084091" y="46276"/>
                  <a:pt x="1083208" y="44976"/>
                  <a:pt x="1081786" y="43579"/>
                </a:cubicBezTo>
                <a:cubicBezTo>
                  <a:pt x="1080364" y="42182"/>
                  <a:pt x="1078354" y="41005"/>
                  <a:pt x="1075755" y="40049"/>
                </a:cubicBezTo>
                <a:cubicBezTo>
                  <a:pt x="1073156" y="39092"/>
                  <a:pt x="1070410" y="38614"/>
                  <a:pt x="1067517" y="38614"/>
                </a:cubicBezTo>
                <a:cubicBezTo>
                  <a:pt x="1064526" y="38614"/>
                  <a:pt x="1062013" y="39056"/>
                  <a:pt x="1059978" y="39938"/>
                </a:cubicBezTo>
                <a:cubicBezTo>
                  <a:pt x="1057944" y="40821"/>
                  <a:pt x="1056301" y="42157"/>
                  <a:pt x="1055050" y="43947"/>
                </a:cubicBezTo>
                <a:cubicBezTo>
                  <a:pt x="1053800" y="45736"/>
                  <a:pt x="1053175" y="47906"/>
                  <a:pt x="1053175" y="50456"/>
                </a:cubicBezTo>
                <a:cubicBezTo>
                  <a:pt x="1053175" y="52319"/>
                  <a:pt x="1053555" y="53986"/>
                  <a:pt x="1054315" y="55457"/>
                </a:cubicBezTo>
                <a:cubicBezTo>
                  <a:pt x="1055075" y="56929"/>
                  <a:pt x="1056240" y="58118"/>
                  <a:pt x="1057809" y="59025"/>
                </a:cubicBezTo>
                <a:cubicBezTo>
                  <a:pt x="1059378" y="59932"/>
                  <a:pt x="1061020" y="60582"/>
                  <a:pt x="1062737" y="60974"/>
                </a:cubicBezTo>
                <a:lnTo>
                  <a:pt x="1070754" y="63033"/>
                </a:lnTo>
                <a:cubicBezTo>
                  <a:pt x="1077618" y="64700"/>
                  <a:pt x="1082534" y="66147"/>
                  <a:pt x="1085501" y="67373"/>
                </a:cubicBezTo>
                <a:cubicBezTo>
                  <a:pt x="1088467" y="68599"/>
                  <a:pt x="1090760" y="70450"/>
                  <a:pt x="1092378" y="72926"/>
                </a:cubicBezTo>
                <a:cubicBezTo>
                  <a:pt x="1093996" y="75402"/>
                  <a:pt x="1094805" y="78405"/>
                  <a:pt x="1094805" y="81936"/>
                </a:cubicBezTo>
                <a:cubicBezTo>
                  <a:pt x="1094805" y="88703"/>
                  <a:pt x="1092010" y="94513"/>
                  <a:pt x="1086420" y="99367"/>
                </a:cubicBezTo>
                <a:cubicBezTo>
                  <a:pt x="1080830" y="104222"/>
                  <a:pt x="1073647" y="106649"/>
                  <a:pt x="1064870" y="106649"/>
                </a:cubicBezTo>
                <a:cubicBezTo>
                  <a:pt x="1061780" y="106649"/>
                  <a:pt x="1057944" y="106306"/>
                  <a:pt x="1053359" y="105619"/>
                </a:cubicBezTo>
                <a:cubicBezTo>
                  <a:pt x="1048774" y="104933"/>
                  <a:pt x="1044864" y="104173"/>
                  <a:pt x="1041627" y="103339"/>
                </a:cubicBezTo>
                <a:lnTo>
                  <a:pt x="1041260" y="102383"/>
                </a:lnTo>
                <a:lnTo>
                  <a:pt x="1041995" y="97455"/>
                </a:lnTo>
                <a:cubicBezTo>
                  <a:pt x="1042240" y="95935"/>
                  <a:pt x="1042387" y="94403"/>
                  <a:pt x="1042436" y="92858"/>
                </a:cubicBezTo>
                <a:cubicBezTo>
                  <a:pt x="1042486" y="91314"/>
                  <a:pt x="1042535" y="88065"/>
                  <a:pt x="1042584" y="83113"/>
                </a:cubicBezTo>
                <a:lnTo>
                  <a:pt x="1043246" y="82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Ph-II-②">
            <a:extLst xmlns:a="http://schemas.openxmlformats.org/drawingml/2006/main">
              <a:ext uri="{FF2B5EF4-FFF2-40B4-BE49-F238E27FC236}">
                <a16:creationId xmlns:a16="http://schemas.microsoft.com/office/drawing/2014/main" id="{609E69CD-DEDF-4477-9BEE-406980D9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621" y="4473051"/>
            <a:ext cx="667720" cy="194398"/>
          </a:xfrm>
          <a:custGeom xmlns:a="http://schemas.openxmlformats.org/drawingml/2006/main">
            <a:pathLst>
              <a:path w="667720" h="194398">
                <a:moveTo>
                  <a:pt x="97586" y="61443"/>
                </a:moveTo>
                <a:cubicBezTo>
                  <a:pt x="97586" y="73261"/>
                  <a:pt x="93556" y="82483"/>
                  <a:pt x="85495" y="89110"/>
                </a:cubicBezTo>
                <a:cubicBezTo>
                  <a:pt x="77435" y="95736"/>
                  <a:pt x="68327" y="99049"/>
                  <a:pt x="58173" y="99049"/>
                </a:cubicBezTo>
                <a:cubicBezTo>
                  <a:pt x="54731" y="99049"/>
                  <a:pt x="51260" y="98647"/>
                  <a:pt x="47760" y="97844"/>
                </a:cubicBezTo>
                <a:cubicBezTo>
                  <a:pt x="47244" y="96295"/>
                  <a:pt x="46240" y="94230"/>
                  <a:pt x="44748" y="91648"/>
                </a:cubicBezTo>
                <a:lnTo>
                  <a:pt x="46556" y="89755"/>
                </a:lnTo>
                <a:cubicBezTo>
                  <a:pt x="48965" y="90558"/>
                  <a:pt x="51174" y="90960"/>
                  <a:pt x="53182" y="90960"/>
                </a:cubicBezTo>
                <a:cubicBezTo>
                  <a:pt x="58976" y="90960"/>
                  <a:pt x="63623" y="88909"/>
                  <a:pt x="67123" y="84807"/>
                </a:cubicBezTo>
                <a:cubicBezTo>
                  <a:pt x="70622" y="80705"/>
                  <a:pt x="72372" y="74954"/>
                  <a:pt x="72372" y="67553"/>
                </a:cubicBezTo>
                <a:cubicBezTo>
                  <a:pt x="72372" y="51547"/>
                  <a:pt x="65172" y="43544"/>
                  <a:pt x="50772" y="43544"/>
                </a:cubicBezTo>
                <a:cubicBezTo>
                  <a:pt x="49051" y="43544"/>
                  <a:pt x="45609" y="43888"/>
                  <a:pt x="40446" y="44576"/>
                </a:cubicBezTo>
                <a:cubicBezTo>
                  <a:pt x="39929" y="45953"/>
                  <a:pt x="39671" y="55333"/>
                  <a:pt x="39671" y="72716"/>
                </a:cubicBezTo>
                <a:lnTo>
                  <a:pt x="39671" y="118239"/>
                </a:lnTo>
                <a:cubicBezTo>
                  <a:pt x="39671" y="131893"/>
                  <a:pt x="40044" y="140786"/>
                  <a:pt x="40790" y="144916"/>
                </a:cubicBezTo>
                <a:cubicBezTo>
                  <a:pt x="41077" y="146580"/>
                  <a:pt x="42052" y="147641"/>
                  <a:pt x="43716" y="148100"/>
                </a:cubicBezTo>
                <a:cubicBezTo>
                  <a:pt x="44232" y="148215"/>
                  <a:pt x="48162" y="148502"/>
                  <a:pt x="55505" y="148961"/>
                </a:cubicBezTo>
                <a:lnTo>
                  <a:pt x="56452" y="149907"/>
                </a:lnTo>
                <a:lnTo>
                  <a:pt x="56452" y="155587"/>
                </a:lnTo>
                <a:lnTo>
                  <a:pt x="55591" y="156447"/>
                </a:lnTo>
                <a:cubicBezTo>
                  <a:pt x="47732" y="156103"/>
                  <a:pt x="38323" y="155931"/>
                  <a:pt x="27365" y="155931"/>
                </a:cubicBezTo>
                <a:cubicBezTo>
                  <a:pt x="15031" y="155931"/>
                  <a:pt x="6196" y="156103"/>
                  <a:pt x="861" y="156447"/>
                </a:cubicBezTo>
                <a:lnTo>
                  <a:pt x="0" y="155673"/>
                </a:lnTo>
                <a:lnTo>
                  <a:pt x="0" y="149907"/>
                </a:lnTo>
                <a:lnTo>
                  <a:pt x="947" y="148961"/>
                </a:lnTo>
                <a:cubicBezTo>
                  <a:pt x="6741" y="148617"/>
                  <a:pt x="10068" y="148330"/>
                  <a:pt x="10929" y="148100"/>
                </a:cubicBezTo>
                <a:cubicBezTo>
                  <a:pt x="12593" y="147641"/>
                  <a:pt x="13568" y="146580"/>
                  <a:pt x="13855" y="144916"/>
                </a:cubicBezTo>
                <a:cubicBezTo>
                  <a:pt x="14601" y="140786"/>
                  <a:pt x="14974" y="131893"/>
                  <a:pt x="14974" y="118239"/>
                </a:cubicBezTo>
                <a:lnTo>
                  <a:pt x="14974" y="72716"/>
                </a:lnTo>
                <a:cubicBezTo>
                  <a:pt x="14974" y="59062"/>
                  <a:pt x="14601" y="50170"/>
                  <a:pt x="13855" y="46039"/>
                </a:cubicBezTo>
                <a:cubicBezTo>
                  <a:pt x="13568" y="44376"/>
                  <a:pt x="12593" y="43314"/>
                  <a:pt x="10929" y="42855"/>
                </a:cubicBezTo>
                <a:cubicBezTo>
                  <a:pt x="10068" y="42626"/>
                  <a:pt x="6712" y="42339"/>
                  <a:pt x="861" y="41995"/>
                </a:cubicBezTo>
                <a:lnTo>
                  <a:pt x="0" y="41048"/>
                </a:lnTo>
                <a:lnTo>
                  <a:pt x="0" y="35368"/>
                </a:lnTo>
                <a:lnTo>
                  <a:pt x="947" y="34508"/>
                </a:lnTo>
                <a:cubicBezTo>
                  <a:pt x="6569" y="34852"/>
                  <a:pt x="15203" y="35024"/>
                  <a:pt x="26849" y="35024"/>
                </a:cubicBezTo>
                <a:cubicBezTo>
                  <a:pt x="31668" y="35024"/>
                  <a:pt x="38610" y="34938"/>
                  <a:pt x="47674" y="34766"/>
                </a:cubicBezTo>
                <a:cubicBezTo>
                  <a:pt x="56739" y="34594"/>
                  <a:pt x="61959" y="34508"/>
                  <a:pt x="63336" y="34508"/>
                </a:cubicBezTo>
                <a:cubicBezTo>
                  <a:pt x="79056" y="34508"/>
                  <a:pt x="89267" y="38495"/>
                  <a:pt x="93972" y="46470"/>
                </a:cubicBezTo>
                <a:cubicBezTo>
                  <a:pt x="96381" y="50600"/>
                  <a:pt x="97586" y="55591"/>
                  <a:pt x="97586" y="61443"/>
                </a:cubicBezTo>
                <a:close/>
                <a:moveTo>
                  <a:pt x="205697" y="155587"/>
                </a:moveTo>
                <a:lnTo>
                  <a:pt x="204837" y="156534"/>
                </a:lnTo>
                <a:cubicBezTo>
                  <a:pt x="198526" y="156132"/>
                  <a:pt x="193191" y="155931"/>
                  <a:pt x="188830" y="155931"/>
                </a:cubicBezTo>
                <a:cubicBezTo>
                  <a:pt x="184815" y="155931"/>
                  <a:pt x="178963" y="156132"/>
                  <a:pt x="171275" y="156534"/>
                </a:cubicBezTo>
                <a:lnTo>
                  <a:pt x="170415" y="155673"/>
                </a:lnTo>
                <a:cubicBezTo>
                  <a:pt x="171447" y="142880"/>
                  <a:pt x="171964" y="133012"/>
                  <a:pt x="171964" y="126070"/>
                </a:cubicBezTo>
                <a:lnTo>
                  <a:pt x="171964" y="109203"/>
                </a:lnTo>
                <a:cubicBezTo>
                  <a:pt x="171964" y="95205"/>
                  <a:pt x="166915" y="88206"/>
                  <a:pt x="156818" y="88206"/>
                </a:cubicBezTo>
                <a:cubicBezTo>
                  <a:pt x="151425" y="88206"/>
                  <a:pt x="147237" y="90071"/>
                  <a:pt x="144254" y="93800"/>
                </a:cubicBezTo>
                <a:cubicBezTo>
                  <a:pt x="141845" y="96783"/>
                  <a:pt x="140640" y="100627"/>
                  <a:pt x="140640" y="105331"/>
                </a:cubicBezTo>
                <a:lnTo>
                  <a:pt x="140640" y="115485"/>
                </a:lnTo>
                <a:cubicBezTo>
                  <a:pt x="140640" y="127132"/>
                  <a:pt x="140841" y="136684"/>
                  <a:pt x="141242" y="144142"/>
                </a:cubicBezTo>
                <a:cubicBezTo>
                  <a:pt x="141357" y="146379"/>
                  <a:pt x="141988" y="147756"/>
                  <a:pt x="143135" y="148272"/>
                </a:cubicBezTo>
                <a:cubicBezTo>
                  <a:pt x="144455" y="148961"/>
                  <a:pt x="147868" y="149391"/>
                  <a:pt x="153376" y="149563"/>
                </a:cubicBezTo>
                <a:lnTo>
                  <a:pt x="154322" y="150424"/>
                </a:lnTo>
                <a:lnTo>
                  <a:pt x="154322" y="155673"/>
                </a:lnTo>
                <a:lnTo>
                  <a:pt x="153462" y="156534"/>
                </a:lnTo>
                <a:cubicBezTo>
                  <a:pt x="148012" y="156132"/>
                  <a:pt x="140152" y="155931"/>
                  <a:pt x="129883" y="155931"/>
                </a:cubicBezTo>
                <a:cubicBezTo>
                  <a:pt x="119614" y="155931"/>
                  <a:pt x="111783" y="156132"/>
                  <a:pt x="106390" y="156534"/>
                </a:cubicBezTo>
                <a:lnTo>
                  <a:pt x="105529" y="155673"/>
                </a:lnTo>
                <a:lnTo>
                  <a:pt x="105529" y="150424"/>
                </a:lnTo>
                <a:lnTo>
                  <a:pt x="106390" y="149563"/>
                </a:lnTo>
                <a:cubicBezTo>
                  <a:pt x="111898" y="149391"/>
                  <a:pt x="115311" y="148961"/>
                  <a:pt x="116631" y="148272"/>
                </a:cubicBezTo>
                <a:cubicBezTo>
                  <a:pt x="117778" y="147756"/>
                  <a:pt x="118409" y="146379"/>
                  <a:pt x="118524" y="144142"/>
                </a:cubicBezTo>
                <a:cubicBezTo>
                  <a:pt x="118925" y="136684"/>
                  <a:pt x="119126" y="123632"/>
                  <a:pt x="119126" y="104987"/>
                </a:cubicBezTo>
                <a:lnTo>
                  <a:pt x="119126" y="76158"/>
                </a:lnTo>
                <a:cubicBezTo>
                  <a:pt x="119126" y="64111"/>
                  <a:pt x="118925" y="54358"/>
                  <a:pt x="118524" y="46900"/>
                </a:cubicBezTo>
                <a:cubicBezTo>
                  <a:pt x="118409" y="44777"/>
                  <a:pt x="117778" y="43386"/>
                  <a:pt x="116631" y="42726"/>
                </a:cubicBezTo>
                <a:cubicBezTo>
                  <a:pt x="115483" y="42066"/>
                  <a:pt x="112156" y="41650"/>
                  <a:pt x="106648" y="41478"/>
                </a:cubicBezTo>
                <a:lnTo>
                  <a:pt x="105788" y="40532"/>
                </a:lnTo>
                <a:lnTo>
                  <a:pt x="105788" y="35799"/>
                </a:lnTo>
                <a:lnTo>
                  <a:pt x="106648" y="34852"/>
                </a:lnTo>
                <a:cubicBezTo>
                  <a:pt x="117721" y="33647"/>
                  <a:pt x="128822" y="31267"/>
                  <a:pt x="139951" y="27710"/>
                </a:cubicBezTo>
                <a:lnTo>
                  <a:pt x="141758" y="28742"/>
                </a:lnTo>
                <a:cubicBezTo>
                  <a:pt x="141758" y="30291"/>
                  <a:pt x="141672" y="33131"/>
                  <a:pt x="141500" y="37262"/>
                </a:cubicBezTo>
                <a:cubicBezTo>
                  <a:pt x="140927" y="50973"/>
                  <a:pt x="140640" y="66147"/>
                  <a:pt x="140640" y="82785"/>
                </a:cubicBezTo>
                <a:lnTo>
                  <a:pt x="140640" y="87604"/>
                </a:lnTo>
                <a:lnTo>
                  <a:pt x="155785" y="74868"/>
                </a:lnTo>
                <a:cubicBezTo>
                  <a:pt x="159572" y="73319"/>
                  <a:pt x="163731" y="72544"/>
                  <a:pt x="168263" y="72544"/>
                </a:cubicBezTo>
                <a:cubicBezTo>
                  <a:pt x="177385" y="72544"/>
                  <a:pt x="184212" y="75298"/>
                  <a:pt x="188744" y="80805"/>
                </a:cubicBezTo>
                <a:cubicBezTo>
                  <a:pt x="192416" y="85280"/>
                  <a:pt x="194252" y="91849"/>
                  <a:pt x="194252" y="100512"/>
                </a:cubicBezTo>
                <a:cubicBezTo>
                  <a:pt x="194252" y="101487"/>
                  <a:pt x="194137" y="104987"/>
                  <a:pt x="193908" y="111011"/>
                </a:cubicBezTo>
                <a:cubicBezTo>
                  <a:pt x="193678" y="117034"/>
                  <a:pt x="193563" y="122513"/>
                  <a:pt x="193563" y="127447"/>
                </a:cubicBezTo>
                <a:cubicBezTo>
                  <a:pt x="193563" y="136110"/>
                  <a:pt x="193707" y="141632"/>
                  <a:pt x="193994" y="144013"/>
                </a:cubicBezTo>
                <a:cubicBezTo>
                  <a:pt x="194281" y="146393"/>
                  <a:pt x="194940" y="147899"/>
                  <a:pt x="195973" y="148530"/>
                </a:cubicBezTo>
                <a:cubicBezTo>
                  <a:pt x="197006" y="149162"/>
                  <a:pt x="199989" y="149534"/>
                  <a:pt x="204923" y="149649"/>
                </a:cubicBezTo>
                <a:lnTo>
                  <a:pt x="205697" y="150510"/>
                </a:lnTo>
                <a:lnTo>
                  <a:pt x="205697" y="155587"/>
                </a:lnTo>
                <a:close/>
                <a:moveTo>
                  <a:pt x="258639" y="122198"/>
                </a:moveTo>
                <a:lnTo>
                  <a:pt x="212858" y="122198"/>
                </a:lnTo>
                <a:lnTo>
                  <a:pt x="211567" y="120821"/>
                </a:lnTo>
                <a:cubicBezTo>
                  <a:pt x="212485" y="119329"/>
                  <a:pt x="213604" y="116375"/>
                  <a:pt x="214924" y="111957"/>
                </a:cubicBezTo>
                <a:cubicBezTo>
                  <a:pt x="216243" y="107540"/>
                  <a:pt x="217046" y="104470"/>
                  <a:pt x="217333" y="102749"/>
                </a:cubicBezTo>
                <a:lnTo>
                  <a:pt x="262684" y="102749"/>
                </a:lnTo>
                <a:lnTo>
                  <a:pt x="264319" y="104470"/>
                </a:lnTo>
                <a:cubicBezTo>
                  <a:pt x="262082" y="108257"/>
                  <a:pt x="260188" y="114166"/>
                  <a:pt x="258639" y="122198"/>
                </a:cubicBezTo>
                <a:close/>
                <a:moveTo>
                  <a:pt x="329003" y="155587"/>
                </a:moveTo>
                <a:lnTo>
                  <a:pt x="328229" y="156447"/>
                </a:lnTo>
                <a:cubicBezTo>
                  <a:pt x="322492" y="156103"/>
                  <a:pt x="313628" y="155931"/>
                  <a:pt x="301638" y="155931"/>
                </a:cubicBezTo>
                <a:cubicBezTo>
                  <a:pt x="289705" y="155931"/>
                  <a:pt x="280870" y="156103"/>
                  <a:pt x="275133" y="156447"/>
                </a:cubicBezTo>
                <a:lnTo>
                  <a:pt x="274358" y="155587"/>
                </a:lnTo>
                <a:lnTo>
                  <a:pt x="274358" y="149821"/>
                </a:lnTo>
                <a:lnTo>
                  <a:pt x="275219" y="148961"/>
                </a:lnTo>
                <a:cubicBezTo>
                  <a:pt x="281071" y="148617"/>
                  <a:pt x="284427" y="148330"/>
                  <a:pt x="285287" y="148100"/>
                </a:cubicBezTo>
                <a:cubicBezTo>
                  <a:pt x="286951" y="147641"/>
                  <a:pt x="287926" y="146580"/>
                  <a:pt x="288213" y="144916"/>
                </a:cubicBezTo>
                <a:cubicBezTo>
                  <a:pt x="288959" y="140786"/>
                  <a:pt x="289332" y="131893"/>
                  <a:pt x="289332" y="118239"/>
                </a:cubicBezTo>
                <a:lnTo>
                  <a:pt x="289332" y="72716"/>
                </a:lnTo>
                <a:cubicBezTo>
                  <a:pt x="289332" y="59062"/>
                  <a:pt x="288959" y="50170"/>
                  <a:pt x="288213" y="46039"/>
                </a:cubicBezTo>
                <a:cubicBezTo>
                  <a:pt x="287926" y="44376"/>
                  <a:pt x="286951" y="43314"/>
                  <a:pt x="285287" y="42855"/>
                </a:cubicBezTo>
                <a:cubicBezTo>
                  <a:pt x="284427" y="42626"/>
                  <a:pt x="281071" y="42339"/>
                  <a:pt x="275219" y="41995"/>
                </a:cubicBezTo>
                <a:lnTo>
                  <a:pt x="274358" y="41134"/>
                </a:lnTo>
                <a:lnTo>
                  <a:pt x="274358" y="35282"/>
                </a:lnTo>
                <a:lnTo>
                  <a:pt x="275219" y="34508"/>
                </a:lnTo>
                <a:cubicBezTo>
                  <a:pt x="280727" y="34852"/>
                  <a:pt x="289561" y="35024"/>
                  <a:pt x="301724" y="35024"/>
                </a:cubicBezTo>
                <a:cubicBezTo>
                  <a:pt x="313829" y="35024"/>
                  <a:pt x="322635" y="34852"/>
                  <a:pt x="328143" y="34508"/>
                </a:cubicBezTo>
                <a:lnTo>
                  <a:pt x="329003" y="35282"/>
                </a:lnTo>
                <a:lnTo>
                  <a:pt x="329003" y="41134"/>
                </a:lnTo>
                <a:lnTo>
                  <a:pt x="328143" y="41995"/>
                </a:lnTo>
                <a:cubicBezTo>
                  <a:pt x="322291" y="42339"/>
                  <a:pt x="318935" y="42626"/>
                  <a:pt x="318074" y="42855"/>
                </a:cubicBezTo>
                <a:cubicBezTo>
                  <a:pt x="316411" y="43314"/>
                  <a:pt x="315435" y="44376"/>
                  <a:pt x="315148" y="46039"/>
                </a:cubicBezTo>
                <a:cubicBezTo>
                  <a:pt x="314403" y="50170"/>
                  <a:pt x="314030" y="59062"/>
                  <a:pt x="314030" y="72716"/>
                </a:cubicBezTo>
                <a:lnTo>
                  <a:pt x="314030" y="118239"/>
                </a:lnTo>
                <a:cubicBezTo>
                  <a:pt x="314030" y="131893"/>
                  <a:pt x="314403" y="140786"/>
                  <a:pt x="315148" y="144916"/>
                </a:cubicBezTo>
                <a:cubicBezTo>
                  <a:pt x="315435" y="146580"/>
                  <a:pt x="316411" y="147641"/>
                  <a:pt x="318074" y="148100"/>
                </a:cubicBezTo>
                <a:cubicBezTo>
                  <a:pt x="318935" y="148330"/>
                  <a:pt x="322291" y="148617"/>
                  <a:pt x="328143" y="148961"/>
                </a:cubicBezTo>
                <a:lnTo>
                  <a:pt x="329003" y="149821"/>
                </a:lnTo>
                <a:lnTo>
                  <a:pt x="329003" y="155587"/>
                </a:lnTo>
                <a:moveTo>
                  <a:pt x="301638" y="29603"/>
                </a:moveTo>
                <a:lnTo>
                  <a:pt x="301638" y="29603"/>
                </a:lnTo>
                <a:moveTo>
                  <a:pt x="301638" y="162643"/>
                </a:moveTo>
                <a:lnTo>
                  <a:pt x="301638" y="162643"/>
                </a:lnTo>
                <a:close/>
                <a:moveTo>
                  <a:pt x="398294" y="155587"/>
                </a:moveTo>
                <a:lnTo>
                  <a:pt x="397520" y="156447"/>
                </a:lnTo>
                <a:cubicBezTo>
                  <a:pt x="391783" y="156103"/>
                  <a:pt x="382919" y="155931"/>
                  <a:pt x="370929" y="155931"/>
                </a:cubicBezTo>
                <a:cubicBezTo>
                  <a:pt x="358996" y="155931"/>
                  <a:pt x="350161" y="156103"/>
                  <a:pt x="344424" y="156447"/>
                </a:cubicBezTo>
                <a:lnTo>
                  <a:pt x="343650" y="155587"/>
                </a:lnTo>
                <a:lnTo>
                  <a:pt x="343650" y="149821"/>
                </a:lnTo>
                <a:lnTo>
                  <a:pt x="344510" y="148961"/>
                </a:lnTo>
                <a:cubicBezTo>
                  <a:pt x="350362" y="148617"/>
                  <a:pt x="353718" y="148330"/>
                  <a:pt x="354579" y="148100"/>
                </a:cubicBezTo>
                <a:cubicBezTo>
                  <a:pt x="356242" y="147641"/>
                  <a:pt x="357218" y="146580"/>
                  <a:pt x="357505" y="144916"/>
                </a:cubicBezTo>
                <a:cubicBezTo>
                  <a:pt x="358250" y="140786"/>
                  <a:pt x="358623" y="131893"/>
                  <a:pt x="358623" y="118239"/>
                </a:cubicBezTo>
                <a:lnTo>
                  <a:pt x="358623" y="72716"/>
                </a:lnTo>
                <a:cubicBezTo>
                  <a:pt x="358623" y="59062"/>
                  <a:pt x="358250" y="50170"/>
                  <a:pt x="357505" y="46039"/>
                </a:cubicBezTo>
                <a:cubicBezTo>
                  <a:pt x="357218" y="44376"/>
                  <a:pt x="356242" y="43314"/>
                  <a:pt x="354579" y="42855"/>
                </a:cubicBezTo>
                <a:cubicBezTo>
                  <a:pt x="353718" y="42626"/>
                  <a:pt x="350362" y="42339"/>
                  <a:pt x="344510" y="41995"/>
                </a:cubicBezTo>
                <a:lnTo>
                  <a:pt x="343650" y="41134"/>
                </a:lnTo>
                <a:lnTo>
                  <a:pt x="343650" y="35282"/>
                </a:lnTo>
                <a:lnTo>
                  <a:pt x="344510" y="34508"/>
                </a:lnTo>
                <a:cubicBezTo>
                  <a:pt x="350018" y="34852"/>
                  <a:pt x="358853" y="35024"/>
                  <a:pt x="371015" y="35024"/>
                </a:cubicBezTo>
                <a:cubicBezTo>
                  <a:pt x="383120" y="35024"/>
                  <a:pt x="391926" y="34852"/>
                  <a:pt x="397434" y="34508"/>
                </a:cubicBezTo>
                <a:lnTo>
                  <a:pt x="398294" y="35282"/>
                </a:lnTo>
                <a:lnTo>
                  <a:pt x="398294" y="41134"/>
                </a:lnTo>
                <a:lnTo>
                  <a:pt x="397434" y="41995"/>
                </a:lnTo>
                <a:cubicBezTo>
                  <a:pt x="391582" y="42339"/>
                  <a:pt x="388226" y="42626"/>
                  <a:pt x="387366" y="42855"/>
                </a:cubicBezTo>
                <a:cubicBezTo>
                  <a:pt x="385702" y="43314"/>
                  <a:pt x="384726" y="44376"/>
                  <a:pt x="384440" y="46039"/>
                </a:cubicBezTo>
                <a:cubicBezTo>
                  <a:pt x="383694" y="50170"/>
                  <a:pt x="383321" y="59062"/>
                  <a:pt x="383321" y="72716"/>
                </a:cubicBezTo>
                <a:lnTo>
                  <a:pt x="383321" y="118239"/>
                </a:lnTo>
                <a:cubicBezTo>
                  <a:pt x="383321" y="131893"/>
                  <a:pt x="383694" y="140786"/>
                  <a:pt x="384440" y="144916"/>
                </a:cubicBezTo>
                <a:cubicBezTo>
                  <a:pt x="384726" y="146580"/>
                  <a:pt x="385702" y="147641"/>
                  <a:pt x="387366" y="148100"/>
                </a:cubicBezTo>
                <a:cubicBezTo>
                  <a:pt x="388226" y="148330"/>
                  <a:pt x="391582" y="148617"/>
                  <a:pt x="397434" y="148961"/>
                </a:cubicBezTo>
                <a:lnTo>
                  <a:pt x="398294" y="149821"/>
                </a:lnTo>
                <a:lnTo>
                  <a:pt x="398294" y="155587"/>
                </a:lnTo>
                <a:moveTo>
                  <a:pt x="370929" y="29603"/>
                </a:moveTo>
                <a:lnTo>
                  <a:pt x="370929" y="29603"/>
                </a:lnTo>
                <a:moveTo>
                  <a:pt x="370929" y="162643"/>
                </a:moveTo>
                <a:lnTo>
                  <a:pt x="370929" y="162643"/>
                </a:lnTo>
                <a:close/>
                <a:moveTo>
                  <a:pt x="455968" y="122198"/>
                </a:moveTo>
                <a:lnTo>
                  <a:pt x="410187" y="122198"/>
                </a:lnTo>
                <a:lnTo>
                  <a:pt x="408896" y="120821"/>
                </a:lnTo>
                <a:cubicBezTo>
                  <a:pt x="409814" y="119329"/>
                  <a:pt x="410933" y="116375"/>
                  <a:pt x="412252" y="111957"/>
                </a:cubicBezTo>
                <a:cubicBezTo>
                  <a:pt x="413572" y="107540"/>
                  <a:pt x="414375" y="104470"/>
                  <a:pt x="414662" y="102749"/>
                </a:cubicBezTo>
                <a:lnTo>
                  <a:pt x="460013" y="102749"/>
                </a:lnTo>
                <a:lnTo>
                  <a:pt x="461648" y="104470"/>
                </a:lnTo>
                <a:cubicBezTo>
                  <a:pt x="459410" y="108257"/>
                  <a:pt x="457517" y="114166"/>
                  <a:pt x="455968" y="122198"/>
                </a:cubicBezTo>
                <a:close/>
                <a:moveTo>
                  <a:pt x="473322" y="97242"/>
                </a:moveTo>
                <a:cubicBezTo>
                  <a:pt x="473322" y="88292"/>
                  <a:pt x="474484" y="79672"/>
                  <a:pt x="476808" y="71382"/>
                </a:cubicBezTo>
                <a:cubicBezTo>
                  <a:pt x="479131" y="63092"/>
                  <a:pt x="482387" y="55348"/>
                  <a:pt x="486575" y="48148"/>
                </a:cubicBezTo>
                <a:cubicBezTo>
                  <a:pt x="490763" y="40948"/>
                  <a:pt x="495826" y="34393"/>
                  <a:pt x="501764" y="28484"/>
                </a:cubicBezTo>
                <a:cubicBezTo>
                  <a:pt x="507701" y="22575"/>
                  <a:pt x="514256" y="17512"/>
                  <a:pt x="521427" y="13295"/>
                </a:cubicBezTo>
                <a:cubicBezTo>
                  <a:pt x="528598" y="9079"/>
                  <a:pt x="536329" y="5809"/>
                  <a:pt x="544619" y="3485"/>
                </a:cubicBezTo>
                <a:cubicBezTo>
                  <a:pt x="552909" y="1162"/>
                  <a:pt x="561529" y="0"/>
                  <a:pt x="570478" y="0"/>
                </a:cubicBezTo>
                <a:cubicBezTo>
                  <a:pt x="579428" y="0"/>
                  <a:pt x="588048" y="1162"/>
                  <a:pt x="596338" y="3485"/>
                </a:cubicBezTo>
                <a:cubicBezTo>
                  <a:pt x="604628" y="5809"/>
                  <a:pt x="612373" y="9079"/>
                  <a:pt x="619572" y="13295"/>
                </a:cubicBezTo>
                <a:cubicBezTo>
                  <a:pt x="626772" y="17512"/>
                  <a:pt x="633327" y="22575"/>
                  <a:pt x="639236" y="28484"/>
                </a:cubicBezTo>
                <a:cubicBezTo>
                  <a:pt x="645145" y="34393"/>
                  <a:pt x="650208" y="40948"/>
                  <a:pt x="654425" y="48148"/>
                </a:cubicBezTo>
                <a:cubicBezTo>
                  <a:pt x="658641" y="55348"/>
                  <a:pt x="661911" y="63092"/>
                  <a:pt x="664235" y="71382"/>
                </a:cubicBezTo>
                <a:cubicBezTo>
                  <a:pt x="666558" y="79672"/>
                  <a:pt x="667720" y="88292"/>
                  <a:pt x="667720" y="97242"/>
                </a:cubicBezTo>
                <a:cubicBezTo>
                  <a:pt x="667720" y="106192"/>
                  <a:pt x="666558" y="114811"/>
                  <a:pt x="664235" y="123101"/>
                </a:cubicBezTo>
                <a:cubicBezTo>
                  <a:pt x="661911" y="131391"/>
                  <a:pt x="658641" y="139122"/>
                  <a:pt x="654425" y="146293"/>
                </a:cubicBezTo>
                <a:cubicBezTo>
                  <a:pt x="650208" y="153464"/>
                  <a:pt x="645145" y="160019"/>
                  <a:pt x="639236" y="165957"/>
                </a:cubicBezTo>
                <a:cubicBezTo>
                  <a:pt x="633327" y="171894"/>
                  <a:pt x="626772" y="176957"/>
                  <a:pt x="619572" y="181145"/>
                </a:cubicBezTo>
                <a:cubicBezTo>
                  <a:pt x="612373" y="185333"/>
                  <a:pt x="604628" y="188589"/>
                  <a:pt x="596338" y="190912"/>
                </a:cubicBezTo>
                <a:cubicBezTo>
                  <a:pt x="588048" y="193236"/>
                  <a:pt x="579428" y="194398"/>
                  <a:pt x="570478" y="194398"/>
                </a:cubicBezTo>
                <a:cubicBezTo>
                  <a:pt x="561529" y="194398"/>
                  <a:pt x="552909" y="193236"/>
                  <a:pt x="544619" y="190912"/>
                </a:cubicBezTo>
                <a:cubicBezTo>
                  <a:pt x="536329" y="188589"/>
                  <a:pt x="528598" y="185333"/>
                  <a:pt x="521427" y="181145"/>
                </a:cubicBezTo>
                <a:cubicBezTo>
                  <a:pt x="514256" y="176957"/>
                  <a:pt x="507701" y="171894"/>
                  <a:pt x="501764" y="165957"/>
                </a:cubicBezTo>
                <a:cubicBezTo>
                  <a:pt x="495826" y="160019"/>
                  <a:pt x="490763" y="153464"/>
                  <a:pt x="486575" y="146293"/>
                </a:cubicBezTo>
                <a:cubicBezTo>
                  <a:pt x="482387" y="139122"/>
                  <a:pt x="479131" y="131391"/>
                  <a:pt x="476808" y="123101"/>
                </a:cubicBezTo>
                <a:cubicBezTo>
                  <a:pt x="474484" y="114811"/>
                  <a:pt x="473322" y="106192"/>
                  <a:pt x="473322" y="97242"/>
                </a:cubicBezTo>
                <a:moveTo>
                  <a:pt x="481067" y="97242"/>
                </a:moveTo>
                <a:cubicBezTo>
                  <a:pt x="481067" y="105560"/>
                  <a:pt x="482129" y="113564"/>
                  <a:pt x="484251" y="121251"/>
                </a:cubicBezTo>
                <a:cubicBezTo>
                  <a:pt x="486374" y="128939"/>
                  <a:pt x="489372" y="136124"/>
                  <a:pt x="493244" y="142808"/>
                </a:cubicBezTo>
                <a:cubicBezTo>
                  <a:pt x="497117" y="149491"/>
                  <a:pt x="501778" y="155587"/>
                  <a:pt x="507228" y="161094"/>
                </a:cubicBezTo>
                <a:cubicBezTo>
                  <a:pt x="512678" y="166602"/>
                  <a:pt x="518716" y="171306"/>
                  <a:pt x="525343" y="175207"/>
                </a:cubicBezTo>
                <a:cubicBezTo>
                  <a:pt x="531969" y="179109"/>
                  <a:pt x="539083" y="182135"/>
                  <a:pt x="546684" y="184286"/>
                </a:cubicBezTo>
                <a:cubicBezTo>
                  <a:pt x="554286" y="186438"/>
                  <a:pt x="562217" y="187513"/>
                  <a:pt x="570478" y="187513"/>
                </a:cubicBezTo>
                <a:cubicBezTo>
                  <a:pt x="578682" y="187513"/>
                  <a:pt x="586599" y="186438"/>
                  <a:pt x="594229" y="184286"/>
                </a:cubicBezTo>
                <a:cubicBezTo>
                  <a:pt x="601860" y="182135"/>
                  <a:pt x="608988" y="179109"/>
                  <a:pt x="615614" y="175207"/>
                </a:cubicBezTo>
                <a:cubicBezTo>
                  <a:pt x="622240" y="171306"/>
                  <a:pt x="628278" y="166602"/>
                  <a:pt x="633728" y="161094"/>
                </a:cubicBezTo>
                <a:cubicBezTo>
                  <a:pt x="639179" y="155587"/>
                  <a:pt x="643854" y="149491"/>
                  <a:pt x="647755" y="142808"/>
                </a:cubicBezTo>
                <a:cubicBezTo>
                  <a:pt x="651657" y="136124"/>
                  <a:pt x="654668" y="128939"/>
                  <a:pt x="656791" y="121251"/>
                </a:cubicBezTo>
                <a:cubicBezTo>
                  <a:pt x="658914" y="113564"/>
                  <a:pt x="659975" y="105560"/>
                  <a:pt x="659975" y="97242"/>
                </a:cubicBezTo>
                <a:cubicBezTo>
                  <a:pt x="659975" y="88923"/>
                  <a:pt x="658914" y="80920"/>
                  <a:pt x="656791" y="73233"/>
                </a:cubicBezTo>
                <a:cubicBezTo>
                  <a:pt x="654668" y="65545"/>
                  <a:pt x="651657" y="58345"/>
                  <a:pt x="647755" y="51633"/>
                </a:cubicBezTo>
                <a:cubicBezTo>
                  <a:pt x="643854" y="44921"/>
                  <a:pt x="639179" y="38825"/>
                  <a:pt x="633728" y="33346"/>
                </a:cubicBezTo>
                <a:cubicBezTo>
                  <a:pt x="628278" y="27867"/>
                  <a:pt x="622240" y="23163"/>
                  <a:pt x="615614" y="19233"/>
                </a:cubicBezTo>
                <a:cubicBezTo>
                  <a:pt x="608988" y="15303"/>
                  <a:pt x="601860" y="12263"/>
                  <a:pt x="594229" y="10111"/>
                </a:cubicBezTo>
                <a:cubicBezTo>
                  <a:pt x="586599" y="7960"/>
                  <a:pt x="578682" y="6884"/>
                  <a:pt x="570478" y="6884"/>
                </a:cubicBezTo>
                <a:cubicBezTo>
                  <a:pt x="562217" y="6884"/>
                  <a:pt x="554286" y="7960"/>
                  <a:pt x="546684" y="10111"/>
                </a:cubicBezTo>
                <a:cubicBezTo>
                  <a:pt x="539083" y="12263"/>
                  <a:pt x="531969" y="15303"/>
                  <a:pt x="525343" y="19233"/>
                </a:cubicBezTo>
                <a:cubicBezTo>
                  <a:pt x="518716" y="23163"/>
                  <a:pt x="512678" y="27867"/>
                  <a:pt x="507228" y="33346"/>
                </a:cubicBezTo>
                <a:cubicBezTo>
                  <a:pt x="501778" y="38825"/>
                  <a:pt x="497117" y="44921"/>
                  <a:pt x="493244" y="51633"/>
                </a:cubicBezTo>
                <a:cubicBezTo>
                  <a:pt x="489372" y="58345"/>
                  <a:pt x="486374" y="65545"/>
                  <a:pt x="484251" y="73233"/>
                </a:cubicBezTo>
                <a:cubicBezTo>
                  <a:pt x="482129" y="80920"/>
                  <a:pt x="481067" y="88923"/>
                  <a:pt x="481067" y="97242"/>
                </a:cubicBezTo>
                <a:moveTo>
                  <a:pt x="579772" y="133471"/>
                </a:moveTo>
                <a:cubicBezTo>
                  <a:pt x="582067" y="133471"/>
                  <a:pt x="583946" y="133370"/>
                  <a:pt x="585409" y="133170"/>
                </a:cubicBezTo>
                <a:cubicBezTo>
                  <a:pt x="586872" y="132969"/>
                  <a:pt x="588005" y="132553"/>
                  <a:pt x="588808" y="131922"/>
                </a:cubicBezTo>
                <a:cubicBezTo>
                  <a:pt x="589209" y="131635"/>
                  <a:pt x="589554" y="131276"/>
                  <a:pt x="589841" y="130846"/>
                </a:cubicBezTo>
                <a:cubicBezTo>
                  <a:pt x="590127" y="130416"/>
                  <a:pt x="590414" y="129900"/>
                  <a:pt x="590701" y="129297"/>
                </a:cubicBezTo>
                <a:cubicBezTo>
                  <a:pt x="590988" y="128695"/>
                  <a:pt x="591275" y="127963"/>
                  <a:pt x="591562" y="127103"/>
                </a:cubicBezTo>
                <a:cubicBezTo>
                  <a:pt x="591849" y="126242"/>
                  <a:pt x="592193" y="125210"/>
                  <a:pt x="592594" y="124005"/>
                </a:cubicBezTo>
                <a:lnTo>
                  <a:pt x="600425" y="124005"/>
                </a:lnTo>
                <a:lnTo>
                  <a:pt x="599134" y="146121"/>
                </a:lnTo>
                <a:lnTo>
                  <a:pt x="536573" y="146121"/>
                </a:lnTo>
                <a:lnTo>
                  <a:pt x="536573" y="142076"/>
                </a:lnTo>
                <a:cubicBezTo>
                  <a:pt x="537663" y="139437"/>
                  <a:pt x="538896" y="136856"/>
                  <a:pt x="540273" y="134331"/>
                </a:cubicBezTo>
                <a:cubicBezTo>
                  <a:pt x="541650" y="131807"/>
                  <a:pt x="543271" y="129182"/>
                  <a:pt x="545135" y="126457"/>
                </a:cubicBezTo>
                <a:cubicBezTo>
                  <a:pt x="547000" y="123732"/>
                  <a:pt x="549194" y="120835"/>
                  <a:pt x="551718" y="117766"/>
                </a:cubicBezTo>
                <a:cubicBezTo>
                  <a:pt x="554243" y="114697"/>
                  <a:pt x="557226" y="111297"/>
                  <a:pt x="560668" y="107568"/>
                </a:cubicBezTo>
                <a:cubicBezTo>
                  <a:pt x="565430" y="102405"/>
                  <a:pt x="569259" y="98002"/>
                  <a:pt x="572156" y="94359"/>
                </a:cubicBezTo>
                <a:cubicBezTo>
                  <a:pt x="575053" y="90716"/>
                  <a:pt x="577291" y="87532"/>
                  <a:pt x="578869" y="84807"/>
                </a:cubicBezTo>
                <a:cubicBezTo>
                  <a:pt x="580446" y="82082"/>
                  <a:pt x="581493" y="79658"/>
                  <a:pt x="582010" y="77535"/>
                </a:cubicBezTo>
                <a:cubicBezTo>
                  <a:pt x="582526" y="75413"/>
                  <a:pt x="582784" y="73233"/>
                  <a:pt x="582784" y="70995"/>
                </a:cubicBezTo>
                <a:cubicBezTo>
                  <a:pt x="582784" y="68356"/>
                  <a:pt x="582469" y="65947"/>
                  <a:pt x="581837" y="63767"/>
                </a:cubicBezTo>
                <a:cubicBezTo>
                  <a:pt x="581206" y="61586"/>
                  <a:pt x="580245" y="59693"/>
                  <a:pt x="578955" y="58087"/>
                </a:cubicBezTo>
                <a:cubicBezTo>
                  <a:pt x="577664" y="56481"/>
                  <a:pt x="576043" y="55233"/>
                  <a:pt x="574093" y="54344"/>
                </a:cubicBezTo>
                <a:cubicBezTo>
                  <a:pt x="572142" y="53454"/>
                  <a:pt x="569847" y="53010"/>
                  <a:pt x="567208" y="53010"/>
                </a:cubicBezTo>
                <a:cubicBezTo>
                  <a:pt x="558431" y="53010"/>
                  <a:pt x="552464" y="58030"/>
                  <a:pt x="549309" y="68069"/>
                </a:cubicBezTo>
                <a:lnTo>
                  <a:pt x="538810" y="68069"/>
                </a:lnTo>
                <a:lnTo>
                  <a:pt x="538810" y="53440"/>
                </a:lnTo>
                <a:cubicBezTo>
                  <a:pt x="545006" y="50571"/>
                  <a:pt x="550757" y="48506"/>
                  <a:pt x="556064" y="47244"/>
                </a:cubicBezTo>
                <a:cubicBezTo>
                  <a:pt x="561371" y="45982"/>
                  <a:pt x="566147" y="45351"/>
                  <a:pt x="570392" y="45351"/>
                </a:cubicBezTo>
                <a:cubicBezTo>
                  <a:pt x="579916" y="45351"/>
                  <a:pt x="587087" y="47344"/>
                  <a:pt x="591906" y="51332"/>
                </a:cubicBezTo>
                <a:cubicBezTo>
                  <a:pt x="596725" y="55319"/>
                  <a:pt x="599134" y="61156"/>
                  <a:pt x="599134" y="68844"/>
                </a:cubicBezTo>
                <a:cubicBezTo>
                  <a:pt x="599134" y="71368"/>
                  <a:pt x="598891" y="73720"/>
                  <a:pt x="598403" y="75900"/>
                </a:cubicBezTo>
                <a:cubicBezTo>
                  <a:pt x="597915" y="78080"/>
                  <a:pt x="597112" y="80246"/>
                  <a:pt x="595993" y="82397"/>
                </a:cubicBezTo>
                <a:cubicBezTo>
                  <a:pt x="594875" y="84549"/>
                  <a:pt x="593412" y="86772"/>
                  <a:pt x="591605" y="89067"/>
                </a:cubicBezTo>
                <a:cubicBezTo>
                  <a:pt x="589798" y="91361"/>
                  <a:pt x="587574" y="93914"/>
                  <a:pt x="584935" y="96726"/>
                </a:cubicBezTo>
                <a:lnTo>
                  <a:pt x="573232" y="109031"/>
                </a:lnTo>
                <a:cubicBezTo>
                  <a:pt x="568757" y="113678"/>
                  <a:pt x="564842" y="118010"/>
                  <a:pt x="561486" y="122026"/>
                </a:cubicBezTo>
                <a:cubicBezTo>
                  <a:pt x="558129" y="126041"/>
                  <a:pt x="555361" y="129857"/>
                  <a:pt x="553181" y="133471"/>
                </a:cubicBezTo>
                <a:lnTo>
                  <a:pt x="579772" y="13347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②">
            <a:extLst xmlns:a="http://schemas.openxmlformats.org/drawingml/2006/main">
              <a:ext uri="{FF2B5EF4-FFF2-40B4-BE49-F238E27FC236}">
                <a16:creationId xmlns:a16="http://schemas.microsoft.com/office/drawing/2014/main" id="{CB9A2BE6-6468-4E34-AEE2-0845E7C6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943" y="4473051"/>
            <a:ext cx="194398" cy="194398"/>
          </a:xfrm>
          <a:custGeom xmlns:a="http://schemas.openxmlformats.org/drawingml/2006/main">
            <a:pathLst>
              <a:path w="194398" h="194398" fill="none">
                <a:moveTo>
                  <a:pt x="0" y="97242"/>
                </a:moveTo>
                <a:cubicBezTo>
                  <a:pt x="0" y="88292"/>
                  <a:pt x="1162" y="79672"/>
                  <a:pt x="3485" y="71382"/>
                </a:cubicBezTo>
                <a:cubicBezTo>
                  <a:pt x="5809" y="63092"/>
                  <a:pt x="9064" y="55348"/>
                  <a:pt x="13252" y="48148"/>
                </a:cubicBezTo>
                <a:cubicBezTo>
                  <a:pt x="17440" y="40948"/>
                  <a:pt x="22503" y="34393"/>
                  <a:pt x="28441" y="28484"/>
                </a:cubicBezTo>
                <a:cubicBezTo>
                  <a:pt x="34379" y="22575"/>
                  <a:pt x="40933" y="17512"/>
                  <a:pt x="48105" y="13295"/>
                </a:cubicBezTo>
                <a:cubicBezTo>
                  <a:pt x="55276" y="9079"/>
                  <a:pt x="63006" y="5809"/>
                  <a:pt x="71296" y="3485"/>
                </a:cubicBezTo>
                <a:cubicBezTo>
                  <a:pt x="79586" y="1162"/>
                  <a:pt x="88206" y="0"/>
                  <a:pt x="97156" y="0"/>
                </a:cubicBezTo>
                <a:cubicBezTo>
                  <a:pt x="106105" y="0"/>
                  <a:pt x="114725" y="1162"/>
                  <a:pt x="123015" y="3485"/>
                </a:cubicBezTo>
                <a:cubicBezTo>
                  <a:pt x="131305" y="5809"/>
                  <a:pt x="139050" y="9079"/>
                  <a:pt x="146250" y="13295"/>
                </a:cubicBezTo>
                <a:cubicBezTo>
                  <a:pt x="153450" y="17512"/>
                  <a:pt x="160004" y="22575"/>
                  <a:pt x="165914" y="28484"/>
                </a:cubicBezTo>
                <a:cubicBezTo>
                  <a:pt x="171823" y="34393"/>
                  <a:pt x="176885" y="40948"/>
                  <a:pt x="181102" y="48148"/>
                </a:cubicBezTo>
                <a:cubicBezTo>
                  <a:pt x="185319" y="55348"/>
                  <a:pt x="188589" y="63092"/>
                  <a:pt x="190912" y="71382"/>
                </a:cubicBezTo>
                <a:cubicBezTo>
                  <a:pt x="193236" y="79672"/>
                  <a:pt x="194398" y="88292"/>
                  <a:pt x="194398" y="97242"/>
                </a:cubicBezTo>
                <a:cubicBezTo>
                  <a:pt x="194398" y="106192"/>
                  <a:pt x="193236" y="114811"/>
                  <a:pt x="190912" y="123101"/>
                </a:cubicBezTo>
                <a:cubicBezTo>
                  <a:pt x="188589" y="131391"/>
                  <a:pt x="185319" y="139122"/>
                  <a:pt x="181102" y="146293"/>
                </a:cubicBezTo>
                <a:cubicBezTo>
                  <a:pt x="176885" y="153464"/>
                  <a:pt x="171823" y="160019"/>
                  <a:pt x="165914" y="165957"/>
                </a:cubicBezTo>
                <a:cubicBezTo>
                  <a:pt x="160004" y="171894"/>
                  <a:pt x="153450" y="176957"/>
                  <a:pt x="146250" y="181145"/>
                </a:cubicBezTo>
                <a:cubicBezTo>
                  <a:pt x="139050" y="185333"/>
                  <a:pt x="131305" y="188589"/>
                  <a:pt x="123015" y="190912"/>
                </a:cubicBezTo>
                <a:cubicBezTo>
                  <a:pt x="114725" y="193236"/>
                  <a:pt x="106105" y="194398"/>
                  <a:pt x="97156" y="194398"/>
                </a:cubicBezTo>
                <a:cubicBezTo>
                  <a:pt x="88206" y="194398"/>
                  <a:pt x="79586" y="193236"/>
                  <a:pt x="71296" y="190912"/>
                </a:cubicBezTo>
                <a:cubicBezTo>
                  <a:pt x="63006" y="188589"/>
                  <a:pt x="55276" y="185333"/>
                  <a:pt x="48105" y="181145"/>
                </a:cubicBezTo>
                <a:cubicBezTo>
                  <a:pt x="40933" y="176957"/>
                  <a:pt x="34379" y="171894"/>
                  <a:pt x="28441" y="165957"/>
                </a:cubicBezTo>
                <a:cubicBezTo>
                  <a:pt x="22503" y="160019"/>
                  <a:pt x="17440" y="153464"/>
                  <a:pt x="13252" y="146293"/>
                </a:cubicBezTo>
                <a:cubicBezTo>
                  <a:pt x="9064" y="139122"/>
                  <a:pt x="5809" y="131391"/>
                  <a:pt x="3485" y="123101"/>
                </a:cubicBezTo>
                <a:cubicBezTo>
                  <a:pt x="1162" y="114811"/>
                  <a:pt x="0" y="106192"/>
                  <a:pt x="0" y="97242"/>
                </a:cubicBezTo>
                <a:moveTo>
                  <a:pt x="7745" y="97242"/>
                </a:moveTo>
                <a:cubicBezTo>
                  <a:pt x="7745" y="105560"/>
                  <a:pt x="8806" y="113564"/>
                  <a:pt x="10929" y="121251"/>
                </a:cubicBezTo>
                <a:cubicBezTo>
                  <a:pt x="13052" y="128939"/>
                  <a:pt x="16049" y="136124"/>
                  <a:pt x="19922" y="142808"/>
                </a:cubicBezTo>
                <a:cubicBezTo>
                  <a:pt x="23794" y="149491"/>
                  <a:pt x="28455" y="155587"/>
                  <a:pt x="33906" y="161094"/>
                </a:cubicBezTo>
                <a:cubicBezTo>
                  <a:pt x="39356" y="166602"/>
                  <a:pt x="45394" y="171306"/>
                  <a:pt x="52020" y="175207"/>
                </a:cubicBezTo>
                <a:cubicBezTo>
                  <a:pt x="58646" y="179109"/>
                  <a:pt x="65760" y="182135"/>
                  <a:pt x="73362" y="184286"/>
                </a:cubicBezTo>
                <a:cubicBezTo>
                  <a:pt x="80963" y="186438"/>
                  <a:pt x="88895" y="187513"/>
                  <a:pt x="97156" y="187513"/>
                </a:cubicBezTo>
                <a:cubicBezTo>
                  <a:pt x="105360" y="187513"/>
                  <a:pt x="113277" y="186438"/>
                  <a:pt x="120907" y="184286"/>
                </a:cubicBezTo>
                <a:cubicBezTo>
                  <a:pt x="128537" y="182135"/>
                  <a:pt x="135665" y="179109"/>
                  <a:pt x="142291" y="175207"/>
                </a:cubicBezTo>
                <a:cubicBezTo>
                  <a:pt x="148918" y="171306"/>
                  <a:pt x="154956" y="166602"/>
                  <a:pt x="160406" y="161094"/>
                </a:cubicBezTo>
                <a:cubicBezTo>
                  <a:pt x="165856" y="155587"/>
                  <a:pt x="170532" y="149491"/>
                  <a:pt x="174433" y="142808"/>
                </a:cubicBezTo>
                <a:cubicBezTo>
                  <a:pt x="178334" y="136124"/>
                  <a:pt x="181346" y="128939"/>
                  <a:pt x="183469" y="121251"/>
                </a:cubicBezTo>
                <a:cubicBezTo>
                  <a:pt x="185591" y="113564"/>
                  <a:pt x="186653" y="105560"/>
                  <a:pt x="186653" y="97242"/>
                </a:cubicBezTo>
                <a:cubicBezTo>
                  <a:pt x="186653" y="88923"/>
                  <a:pt x="185591" y="80920"/>
                  <a:pt x="183469" y="73233"/>
                </a:cubicBezTo>
                <a:cubicBezTo>
                  <a:pt x="181346" y="65545"/>
                  <a:pt x="178334" y="58345"/>
                  <a:pt x="174433" y="51633"/>
                </a:cubicBezTo>
                <a:cubicBezTo>
                  <a:pt x="170532" y="44921"/>
                  <a:pt x="165856" y="38825"/>
                  <a:pt x="160406" y="33346"/>
                </a:cubicBezTo>
                <a:cubicBezTo>
                  <a:pt x="154956" y="27867"/>
                  <a:pt x="148918" y="23163"/>
                  <a:pt x="142291" y="19233"/>
                </a:cubicBezTo>
                <a:cubicBezTo>
                  <a:pt x="135665" y="15303"/>
                  <a:pt x="128537" y="12263"/>
                  <a:pt x="120907" y="10111"/>
                </a:cubicBezTo>
                <a:cubicBezTo>
                  <a:pt x="113277" y="7960"/>
                  <a:pt x="105360" y="6884"/>
                  <a:pt x="97156" y="6884"/>
                </a:cubicBezTo>
                <a:cubicBezTo>
                  <a:pt x="88895" y="6884"/>
                  <a:pt x="80963" y="7960"/>
                  <a:pt x="73362" y="10111"/>
                </a:cubicBezTo>
                <a:cubicBezTo>
                  <a:pt x="65760" y="12263"/>
                  <a:pt x="58646" y="15303"/>
                  <a:pt x="52020" y="19233"/>
                </a:cubicBezTo>
                <a:cubicBezTo>
                  <a:pt x="45394" y="23163"/>
                  <a:pt x="39356" y="27867"/>
                  <a:pt x="33906" y="33346"/>
                </a:cubicBezTo>
                <a:cubicBezTo>
                  <a:pt x="28455" y="38825"/>
                  <a:pt x="23794" y="44921"/>
                  <a:pt x="19922" y="51633"/>
                </a:cubicBezTo>
                <a:cubicBezTo>
                  <a:pt x="16049" y="58345"/>
                  <a:pt x="13052" y="65545"/>
                  <a:pt x="10929" y="73233"/>
                </a:cubicBezTo>
                <a:cubicBezTo>
                  <a:pt x="8806" y="80920"/>
                  <a:pt x="7745" y="88923"/>
                  <a:pt x="7745" y="97242"/>
                </a:cubicBezTo>
                <a:moveTo>
                  <a:pt x="106450" y="133471"/>
                </a:moveTo>
                <a:cubicBezTo>
                  <a:pt x="108744" y="133471"/>
                  <a:pt x="110623" y="133370"/>
                  <a:pt x="112086" y="133170"/>
                </a:cubicBezTo>
                <a:cubicBezTo>
                  <a:pt x="113549" y="132969"/>
                  <a:pt x="114682" y="132553"/>
                  <a:pt x="115485" y="131922"/>
                </a:cubicBezTo>
                <a:cubicBezTo>
                  <a:pt x="115887" y="131635"/>
                  <a:pt x="116231" y="131276"/>
                  <a:pt x="116518" y="130846"/>
                </a:cubicBezTo>
                <a:cubicBezTo>
                  <a:pt x="116805" y="130416"/>
                  <a:pt x="117092" y="129900"/>
                  <a:pt x="117379" y="129297"/>
                </a:cubicBezTo>
                <a:cubicBezTo>
                  <a:pt x="117666" y="128695"/>
                  <a:pt x="117952" y="127963"/>
                  <a:pt x="118239" y="127103"/>
                </a:cubicBezTo>
                <a:cubicBezTo>
                  <a:pt x="118526" y="126242"/>
                  <a:pt x="118870" y="125210"/>
                  <a:pt x="119272" y="124005"/>
                </a:cubicBezTo>
                <a:lnTo>
                  <a:pt x="127103" y="124005"/>
                </a:lnTo>
                <a:lnTo>
                  <a:pt x="125812" y="146121"/>
                </a:lnTo>
                <a:lnTo>
                  <a:pt x="63250" y="146121"/>
                </a:lnTo>
                <a:lnTo>
                  <a:pt x="63250" y="142076"/>
                </a:lnTo>
                <a:cubicBezTo>
                  <a:pt x="64340" y="139437"/>
                  <a:pt x="65574" y="136856"/>
                  <a:pt x="66951" y="134331"/>
                </a:cubicBezTo>
                <a:cubicBezTo>
                  <a:pt x="68327" y="131807"/>
                  <a:pt x="69948" y="129182"/>
                  <a:pt x="71813" y="126457"/>
                </a:cubicBezTo>
                <a:cubicBezTo>
                  <a:pt x="73677" y="123732"/>
                  <a:pt x="75872" y="120835"/>
                  <a:pt x="78396" y="117766"/>
                </a:cubicBezTo>
                <a:cubicBezTo>
                  <a:pt x="80920" y="114697"/>
                  <a:pt x="83903" y="111297"/>
                  <a:pt x="87346" y="107568"/>
                </a:cubicBezTo>
                <a:cubicBezTo>
                  <a:pt x="92107" y="102405"/>
                  <a:pt x="95937" y="98002"/>
                  <a:pt x="98834" y="94359"/>
                </a:cubicBezTo>
                <a:cubicBezTo>
                  <a:pt x="101731" y="90716"/>
                  <a:pt x="103968" y="87532"/>
                  <a:pt x="105546" y="84807"/>
                </a:cubicBezTo>
                <a:cubicBezTo>
                  <a:pt x="107124" y="82082"/>
                  <a:pt x="108171" y="79658"/>
                  <a:pt x="108687" y="77535"/>
                </a:cubicBezTo>
                <a:cubicBezTo>
                  <a:pt x="109203" y="75413"/>
                  <a:pt x="109462" y="73233"/>
                  <a:pt x="109462" y="70995"/>
                </a:cubicBezTo>
                <a:cubicBezTo>
                  <a:pt x="109462" y="68356"/>
                  <a:pt x="109146" y="65947"/>
                  <a:pt x="108515" y="63767"/>
                </a:cubicBezTo>
                <a:cubicBezTo>
                  <a:pt x="107884" y="61586"/>
                  <a:pt x="106923" y="59693"/>
                  <a:pt x="105632" y="58087"/>
                </a:cubicBezTo>
                <a:cubicBezTo>
                  <a:pt x="104341" y="56481"/>
                  <a:pt x="102721" y="55233"/>
                  <a:pt x="100770" y="54344"/>
                </a:cubicBezTo>
                <a:cubicBezTo>
                  <a:pt x="98820" y="53454"/>
                  <a:pt x="96525" y="53010"/>
                  <a:pt x="93886" y="53010"/>
                </a:cubicBezTo>
                <a:cubicBezTo>
                  <a:pt x="85108" y="53010"/>
                  <a:pt x="79142" y="58030"/>
                  <a:pt x="75986" y="68069"/>
                </a:cubicBezTo>
                <a:lnTo>
                  <a:pt x="65488" y="68069"/>
                </a:lnTo>
                <a:lnTo>
                  <a:pt x="65488" y="53440"/>
                </a:lnTo>
                <a:cubicBezTo>
                  <a:pt x="71684" y="50571"/>
                  <a:pt x="77435" y="48506"/>
                  <a:pt x="82742" y="47244"/>
                </a:cubicBezTo>
                <a:cubicBezTo>
                  <a:pt x="88048" y="45982"/>
                  <a:pt x="92824" y="45351"/>
                  <a:pt x="97070" y="45351"/>
                </a:cubicBezTo>
                <a:cubicBezTo>
                  <a:pt x="106593" y="45351"/>
                  <a:pt x="113764" y="47344"/>
                  <a:pt x="118583" y="51332"/>
                </a:cubicBezTo>
                <a:cubicBezTo>
                  <a:pt x="123402" y="55319"/>
                  <a:pt x="125812" y="61156"/>
                  <a:pt x="125812" y="68844"/>
                </a:cubicBezTo>
                <a:cubicBezTo>
                  <a:pt x="125812" y="71368"/>
                  <a:pt x="125568" y="73720"/>
                  <a:pt x="125081" y="75900"/>
                </a:cubicBezTo>
                <a:cubicBezTo>
                  <a:pt x="124593" y="78080"/>
                  <a:pt x="123790" y="80246"/>
                  <a:pt x="122671" y="82397"/>
                </a:cubicBezTo>
                <a:cubicBezTo>
                  <a:pt x="121552" y="84549"/>
                  <a:pt x="120089" y="86772"/>
                  <a:pt x="118282" y="89067"/>
                </a:cubicBezTo>
                <a:cubicBezTo>
                  <a:pt x="116475" y="91361"/>
                  <a:pt x="114252" y="93914"/>
                  <a:pt x="111613" y="96726"/>
                </a:cubicBezTo>
                <a:lnTo>
                  <a:pt x="99910" y="109031"/>
                </a:lnTo>
                <a:cubicBezTo>
                  <a:pt x="95435" y="113678"/>
                  <a:pt x="91519" y="118010"/>
                  <a:pt x="88163" y="122026"/>
                </a:cubicBezTo>
                <a:cubicBezTo>
                  <a:pt x="84807" y="126041"/>
                  <a:pt x="82039" y="129857"/>
                  <a:pt x="79859" y="133471"/>
                </a:cubicBezTo>
                <a:lnTo>
                  <a:pt x="106450" y="133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9" cap="flat">
            <a:solidFill>
              <a:srgbClr val="C00000"/>
            </a:solidFill>
            <a:miter/>
          </a:ln>
        </p:spPr>
      </p:sp>
      <p:sp>
        <p:nvSpPr>
          <p:cNvPr id="67" name="Text Data">
            <a:extLst xmlns:a="http://schemas.openxmlformats.org/drawingml/2006/main">
              <a:ext uri="{FF2B5EF4-FFF2-40B4-BE49-F238E27FC236}">
                <a16:creationId xmlns:a16="http://schemas.microsoft.com/office/drawing/2014/main" id="{8C6CCBCA-05CD-48C9-B2FB-C2CE9594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364" y="4507300"/>
            <a:ext cx="371831" cy="128394"/>
          </a:xfrm>
          <a:custGeom xmlns:a="http://schemas.openxmlformats.org/drawingml/2006/main">
            <a:pathLst>
              <a:path w="371831" h="128394">
                <a:moveTo>
                  <a:pt x="132869" y="54042"/>
                </a:moveTo>
                <a:cubicBezTo>
                  <a:pt x="132869" y="73491"/>
                  <a:pt x="126529" y="89612"/>
                  <a:pt x="113850" y="102405"/>
                </a:cubicBezTo>
                <a:cubicBezTo>
                  <a:pt x="107654" y="108658"/>
                  <a:pt x="100139" y="113506"/>
                  <a:pt x="91304" y="116948"/>
                </a:cubicBezTo>
                <a:cubicBezTo>
                  <a:pt x="81838" y="120677"/>
                  <a:pt x="70794" y="122427"/>
                  <a:pt x="58173" y="122198"/>
                </a:cubicBezTo>
                <a:lnTo>
                  <a:pt x="27796" y="121681"/>
                </a:lnTo>
                <a:cubicBezTo>
                  <a:pt x="19534" y="121567"/>
                  <a:pt x="12707" y="121739"/>
                  <a:pt x="7315" y="122198"/>
                </a:cubicBezTo>
                <a:lnTo>
                  <a:pt x="6454" y="121337"/>
                </a:lnTo>
                <a:lnTo>
                  <a:pt x="6454" y="118928"/>
                </a:lnTo>
                <a:lnTo>
                  <a:pt x="6884" y="117895"/>
                </a:lnTo>
                <a:cubicBezTo>
                  <a:pt x="11130" y="115199"/>
                  <a:pt x="13425" y="113506"/>
                  <a:pt x="13769" y="112818"/>
                </a:cubicBezTo>
                <a:cubicBezTo>
                  <a:pt x="14285" y="111785"/>
                  <a:pt x="14601" y="107970"/>
                  <a:pt x="14715" y="101372"/>
                </a:cubicBezTo>
                <a:lnTo>
                  <a:pt x="14974" y="82096"/>
                </a:lnTo>
                <a:lnTo>
                  <a:pt x="14974" y="38466"/>
                </a:lnTo>
                <a:cubicBezTo>
                  <a:pt x="14974" y="24812"/>
                  <a:pt x="14601" y="15920"/>
                  <a:pt x="13855" y="11789"/>
                </a:cubicBezTo>
                <a:cubicBezTo>
                  <a:pt x="13568" y="10126"/>
                  <a:pt x="12593" y="9064"/>
                  <a:pt x="10929" y="8605"/>
                </a:cubicBezTo>
                <a:cubicBezTo>
                  <a:pt x="10068" y="8376"/>
                  <a:pt x="6712" y="8089"/>
                  <a:pt x="861" y="7745"/>
                </a:cubicBezTo>
                <a:lnTo>
                  <a:pt x="0" y="6884"/>
                </a:lnTo>
                <a:lnTo>
                  <a:pt x="0" y="1033"/>
                </a:lnTo>
                <a:lnTo>
                  <a:pt x="861" y="258"/>
                </a:lnTo>
                <a:cubicBezTo>
                  <a:pt x="6942" y="602"/>
                  <a:pt x="12736" y="774"/>
                  <a:pt x="18244" y="774"/>
                </a:cubicBezTo>
                <a:cubicBezTo>
                  <a:pt x="31611" y="774"/>
                  <a:pt x="43658" y="602"/>
                  <a:pt x="54387" y="258"/>
                </a:cubicBezTo>
                <a:cubicBezTo>
                  <a:pt x="59722" y="86"/>
                  <a:pt x="65086" y="0"/>
                  <a:pt x="70479" y="0"/>
                </a:cubicBezTo>
                <a:cubicBezTo>
                  <a:pt x="85395" y="0"/>
                  <a:pt x="96840" y="1692"/>
                  <a:pt x="104815" y="5077"/>
                </a:cubicBezTo>
                <a:cubicBezTo>
                  <a:pt x="113535" y="8806"/>
                  <a:pt x="120362" y="14658"/>
                  <a:pt x="125296" y="22632"/>
                </a:cubicBezTo>
                <a:cubicBezTo>
                  <a:pt x="130344" y="30836"/>
                  <a:pt x="132869" y="41306"/>
                  <a:pt x="132869" y="54042"/>
                </a:cubicBezTo>
                <a:moveTo>
                  <a:pt x="106450" y="58173"/>
                </a:moveTo>
                <a:cubicBezTo>
                  <a:pt x="106450" y="42282"/>
                  <a:pt x="102606" y="30062"/>
                  <a:pt x="94918" y="21514"/>
                </a:cubicBezTo>
                <a:cubicBezTo>
                  <a:pt x="90902" y="17039"/>
                  <a:pt x="85883" y="13884"/>
                  <a:pt x="79859" y="12048"/>
                </a:cubicBezTo>
                <a:cubicBezTo>
                  <a:pt x="74122" y="10327"/>
                  <a:pt x="66119" y="9466"/>
                  <a:pt x="55850" y="9466"/>
                </a:cubicBezTo>
                <a:cubicBezTo>
                  <a:pt x="50514" y="9466"/>
                  <a:pt x="45408" y="9839"/>
                  <a:pt x="40532" y="10585"/>
                </a:cubicBezTo>
                <a:cubicBezTo>
                  <a:pt x="39958" y="17010"/>
                  <a:pt x="39671" y="32557"/>
                  <a:pt x="39671" y="57226"/>
                </a:cubicBezTo>
                <a:lnTo>
                  <a:pt x="39843" y="94832"/>
                </a:lnTo>
                <a:cubicBezTo>
                  <a:pt x="39901" y="103208"/>
                  <a:pt x="40130" y="108773"/>
                  <a:pt x="40532" y="111527"/>
                </a:cubicBezTo>
                <a:cubicBezTo>
                  <a:pt x="45580" y="112330"/>
                  <a:pt x="50744" y="112732"/>
                  <a:pt x="56022" y="112732"/>
                </a:cubicBezTo>
                <a:cubicBezTo>
                  <a:pt x="67438" y="112732"/>
                  <a:pt x="76445" y="111068"/>
                  <a:pt x="83043" y="107741"/>
                </a:cubicBezTo>
                <a:cubicBezTo>
                  <a:pt x="90157" y="104126"/>
                  <a:pt x="95808" y="97988"/>
                  <a:pt x="99996" y="89325"/>
                </a:cubicBezTo>
                <a:cubicBezTo>
                  <a:pt x="104298" y="80375"/>
                  <a:pt x="106450" y="69991"/>
                  <a:pt x="106450" y="58173"/>
                </a:cubicBezTo>
                <a:close/>
                <a:moveTo>
                  <a:pt x="225023" y="121165"/>
                </a:moveTo>
                <a:lnTo>
                  <a:pt x="224077" y="122112"/>
                </a:lnTo>
                <a:cubicBezTo>
                  <a:pt x="219258" y="121825"/>
                  <a:pt x="213722" y="121681"/>
                  <a:pt x="207468" y="121681"/>
                </a:cubicBezTo>
                <a:cubicBezTo>
                  <a:pt x="202592" y="121681"/>
                  <a:pt x="197916" y="121825"/>
                  <a:pt x="193441" y="122112"/>
                </a:cubicBezTo>
                <a:lnTo>
                  <a:pt x="192667" y="121165"/>
                </a:lnTo>
                <a:lnTo>
                  <a:pt x="193441" y="109634"/>
                </a:lnTo>
                <a:lnTo>
                  <a:pt x="176747" y="122370"/>
                </a:lnTo>
                <a:cubicBezTo>
                  <a:pt x="175427" y="123345"/>
                  <a:pt x="173534" y="123947"/>
                  <a:pt x="171067" y="124177"/>
                </a:cubicBezTo>
                <a:cubicBezTo>
                  <a:pt x="170092" y="124292"/>
                  <a:pt x="168944" y="124349"/>
                  <a:pt x="167625" y="124349"/>
                </a:cubicBezTo>
                <a:cubicBezTo>
                  <a:pt x="161257" y="124349"/>
                  <a:pt x="156366" y="122427"/>
                  <a:pt x="152953" y="118583"/>
                </a:cubicBezTo>
                <a:cubicBezTo>
                  <a:pt x="149539" y="114740"/>
                  <a:pt x="147832" y="109433"/>
                  <a:pt x="147832" y="102663"/>
                </a:cubicBezTo>
                <a:cubicBezTo>
                  <a:pt x="147832" y="93714"/>
                  <a:pt x="150672" y="87374"/>
                  <a:pt x="156352" y="83645"/>
                </a:cubicBezTo>
                <a:cubicBezTo>
                  <a:pt x="162490" y="79572"/>
                  <a:pt x="174854" y="75900"/>
                  <a:pt x="193441" y="72630"/>
                </a:cubicBezTo>
                <a:cubicBezTo>
                  <a:pt x="193441" y="63508"/>
                  <a:pt x="191032" y="57399"/>
                  <a:pt x="186213" y="54301"/>
                </a:cubicBezTo>
                <a:cubicBezTo>
                  <a:pt x="183287" y="52407"/>
                  <a:pt x="179787" y="51461"/>
                  <a:pt x="175714" y="51461"/>
                </a:cubicBezTo>
                <a:cubicBezTo>
                  <a:pt x="171239" y="51461"/>
                  <a:pt x="167711" y="52379"/>
                  <a:pt x="165129" y="54214"/>
                </a:cubicBezTo>
                <a:lnTo>
                  <a:pt x="161859" y="62218"/>
                </a:lnTo>
                <a:lnTo>
                  <a:pt x="160741" y="62820"/>
                </a:lnTo>
                <a:lnTo>
                  <a:pt x="156352" y="61787"/>
                </a:lnTo>
                <a:lnTo>
                  <a:pt x="155749" y="60583"/>
                </a:lnTo>
                <a:lnTo>
                  <a:pt x="156180" y="50428"/>
                </a:lnTo>
                <a:cubicBezTo>
                  <a:pt x="165646" y="43429"/>
                  <a:pt x="172760" y="39470"/>
                  <a:pt x="177521" y="38553"/>
                </a:cubicBezTo>
                <a:cubicBezTo>
                  <a:pt x="179529" y="38151"/>
                  <a:pt x="182139" y="37950"/>
                  <a:pt x="185352" y="37950"/>
                </a:cubicBezTo>
                <a:cubicBezTo>
                  <a:pt x="196654" y="37950"/>
                  <a:pt x="204714" y="40905"/>
                  <a:pt x="209534" y="46814"/>
                </a:cubicBezTo>
                <a:cubicBezTo>
                  <a:pt x="213033" y="51117"/>
                  <a:pt x="214783" y="57714"/>
                  <a:pt x="214783" y="66606"/>
                </a:cubicBezTo>
                <a:cubicBezTo>
                  <a:pt x="214783" y="68786"/>
                  <a:pt x="214697" y="72286"/>
                  <a:pt x="214525" y="77105"/>
                </a:cubicBezTo>
                <a:cubicBezTo>
                  <a:pt x="214238" y="85137"/>
                  <a:pt x="214094" y="90501"/>
                  <a:pt x="214094" y="93197"/>
                </a:cubicBezTo>
                <a:cubicBezTo>
                  <a:pt x="214094" y="101860"/>
                  <a:pt x="214238" y="107382"/>
                  <a:pt x="214525" y="109763"/>
                </a:cubicBezTo>
                <a:cubicBezTo>
                  <a:pt x="214812" y="112144"/>
                  <a:pt x="215486" y="113650"/>
                  <a:pt x="216547" y="114281"/>
                </a:cubicBezTo>
                <a:cubicBezTo>
                  <a:pt x="217608" y="114912"/>
                  <a:pt x="220147" y="115285"/>
                  <a:pt x="224163" y="115399"/>
                </a:cubicBezTo>
                <a:lnTo>
                  <a:pt x="225023" y="116346"/>
                </a:lnTo>
                <a:lnTo>
                  <a:pt x="225023" y="121165"/>
                </a:lnTo>
                <a:moveTo>
                  <a:pt x="193441" y="101114"/>
                </a:moveTo>
                <a:lnTo>
                  <a:pt x="193441" y="79945"/>
                </a:lnTo>
                <a:cubicBezTo>
                  <a:pt x="183975" y="82010"/>
                  <a:pt x="177593" y="84233"/>
                  <a:pt x="174294" y="86614"/>
                </a:cubicBezTo>
                <a:cubicBezTo>
                  <a:pt x="170995" y="88995"/>
                  <a:pt x="169346" y="92624"/>
                  <a:pt x="169346" y="97500"/>
                </a:cubicBezTo>
                <a:cubicBezTo>
                  <a:pt x="169346" y="105302"/>
                  <a:pt x="172760" y="109203"/>
                  <a:pt x="179587" y="109203"/>
                </a:cubicBezTo>
                <a:cubicBezTo>
                  <a:pt x="185381" y="109203"/>
                  <a:pt x="189999" y="106507"/>
                  <a:pt x="193441" y="101114"/>
                </a:cubicBezTo>
                <a:moveTo>
                  <a:pt x="186557" y="34078"/>
                </a:moveTo>
                <a:lnTo>
                  <a:pt x="186557" y="34078"/>
                </a:lnTo>
                <a:moveTo>
                  <a:pt x="186557" y="128394"/>
                </a:moveTo>
                <a:lnTo>
                  <a:pt x="186557" y="128394"/>
                </a:lnTo>
                <a:close/>
                <a:moveTo>
                  <a:pt x="286381" y="110408"/>
                </a:moveTo>
                <a:cubicBezTo>
                  <a:pt x="285979" y="110867"/>
                  <a:pt x="284746" y="112072"/>
                  <a:pt x="282680" y="114023"/>
                </a:cubicBezTo>
                <a:cubicBezTo>
                  <a:pt x="279296" y="117235"/>
                  <a:pt x="276398" y="120161"/>
                  <a:pt x="273989" y="122800"/>
                </a:cubicBezTo>
                <a:cubicBezTo>
                  <a:pt x="271178" y="123718"/>
                  <a:pt x="268338" y="124177"/>
                  <a:pt x="265470" y="124177"/>
                </a:cubicBezTo>
                <a:cubicBezTo>
                  <a:pt x="257495" y="124177"/>
                  <a:pt x="251672" y="121853"/>
                  <a:pt x="248000" y="117207"/>
                </a:cubicBezTo>
                <a:cubicBezTo>
                  <a:pt x="246451" y="115199"/>
                  <a:pt x="245419" y="112875"/>
                  <a:pt x="244902" y="110236"/>
                </a:cubicBezTo>
                <a:cubicBezTo>
                  <a:pt x="244329" y="107081"/>
                  <a:pt x="244071" y="102950"/>
                  <a:pt x="244128" y="97844"/>
                </a:cubicBezTo>
                <a:lnTo>
                  <a:pt x="244386" y="77277"/>
                </a:lnTo>
                <a:lnTo>
                  <a:pt x="244386" y="55763"/>
                </a:lnTo>
                <a:lnTo>
                  <a:pt x="242063" y="55763"/>
                </a:lnTo>
                <a:lnTo>
                  <a:pt x="237502" y="55936"/>
                </a:lnTo>
                <a:lnTo>
                  <a:pt x="233974" y="55936"/>
                </a:lnTo>
                <a:lnTo>
                  <a:pt x="233027" y="55161"/>
                </a:lnTo>
                <a:lnTo>
                  <a:pt x="233027" y="52924"/>
                </a:lnTo>
                <a:lnTo>
                  <a:pt x="233715" y="51633"/>
                </a:lnTo>
                <a:cubicBezTo>
                  <a:pt x="234748" y="50944"/>
                  <a:pt x="236354" y="49912"/>
                  <a:pt x="238534" y="48535"/>
                </a:cubicBezTo>
                <a:cubicBezTo>
                  <a:pt x="241116" y="46929"/>
                  <a:pt x="243067" y="45580"/>
                  <a:pt x="244386" y="44490"/>
                </a:cubicBezTo>
                <a:lnTo>
                  <a:pt x="244386" y="32787"/>
                </a:lnTo>
                <a:cubicBezTo>
                  <a:pt x="244386" y="27910"/>
                  <a:pt x="244157" y="22747"/>
                  <a:pt x="243698" y="17297"/>
                </a:cubicBezTo>
                <a:cubicBezTo>
                  <a:pt x="248000" y="15920"/>
                  <a:pt x="251486" y="14701"/>
                  <a:pt x="254153" y="13640"/>
                </a:cubicBezTo>
                <a:cubicBezTo>
                  <a:pt x="256821" y="12578"/>
                  <a:pt x="260593" y="10843"/>
                  <a:pt x="265470" y="8433"/>
                </a:cubicBezTo>
                <a:lnTo>
                  <a:pt x="267707" y="10154"/>
                </a:lnTo>
                <a:cubicBezTo>
                  <a:pt x="267019" y="17268"/>
                  <a:pt x="266531" y="23636"/>
                  <a:pt x="266244" y="29259"/>
                </a:cubicBezTo>
                <a:lnTo>
                  <a:pt x="265470" y="44146"/>
                </a:lnTo>
                <a:lnTo>
                  <a:pt x="268309" y="44146"/>
                </a:lnTo>
                <a:cubicBezTo>
                  <a:pt x="274563" y="44146"/>
                  <a:pt x="279955" y="43945"/>
                  <a:pt x="284488" y="43544"/>
                </a:cubicBezTo>
                <a:lnTo>
                  <a:pt x="285434" y="44490"/>
                </a:lnTo>
                <a:lnTo>
                  <a:pt x="284229" y="54559"/>
                </a:lnTo>
                <a:lnTo>
                  <a:pt x="283369" y="55419"/>
                </a:lnTo>
                <a:lnTo>
                  <a:pt x="265470" y="55419"/>
                </a:lnTo>
                <a:lnTo>
                  <a:pt x="265470" y="84592"/>
                </a:lnTo>
                <a:cubicBezTo>
                  <a:pt x="265470" y="93943"/>
                  <a:pt x="265584" y="99451"/>
                  <a:pt x="265814" y="101114"/>
                </a:cubicBezTo>
                <a:cubicBezTo>
                  <a:pt x="266101" y="103524"/>
                  <a:pt x="267119" y="105474"/>
                  <a:pt x="268869" y="106966"/>
                </a:cubicBezTo>
                <a:cubicBezTo>
                  <a:pt x="270618" y="108458"/>
                  <a:pt x="272985" y="109203"/>
                  <a:pt x="275968" y="109203"/>
                </a:cubicBezTo>
                <a:cubicBezTo>
                  <a:pt x="278320" y="109203"/>
                  <a:pt x="281160" y="108572"/>
                  <a:pt x="284488" y="107310"/>
                </a:cubicBezTo>
                <a:lnTo>
                  <a:pt x="286381" y="110408"/>
                </a:lnTo>
                <a:close/>
                <a:moveTo>
                  <a:pt x="371831" y="121165"/>
                </a:moveTo>
                <a:lnTo>
                  <a:pt x="370885" y="122112"/>
                </a:lnTo>
                <a:cubicBezTo>
                  <a:pt x="366066" y="121825"/>
                  <a:pt x="360530" y="121681"/>
                  <a:pt x="354276" y="121681"/>
                </a:cubicBezTo>
                <a:cubicBezTo>
                  <a:pt x="349400" y="121681"/>
                  <a:pt x="344724" y="121825"/>
                  <a:pt x="340249" y="122112"/>
                </a:cubicBezTo>
                <a:lnTo>
                  <a:pt x="339475" y="121165"/>
                </a:lnTo>
                <a:lnTo>
                  <a:pt x="340249" y="109634"/>
                </a:lnTo>
                <a:lnTo>
                  <a:pt x="323555" y="122370"/>
                </a:lnTo>
                <a:cubicBezTo>
                  <a:pt x="322235" y="123345"/>
                  <a:pt x="320342" y="123947"/>
                  <a:pt x="317875" y="124177"/>
                </a:cubicBezTo>
                <a:cubicBezTo>
                  <a:pt x="316900" y="124292"/>
                  <a:pt x="315752" y="124349"/>
                  <a:pt x="314433" y="124349"/>
                </a:cubicBezTo>
                <a:cubicBezTo>
                  <a:pt x="308065" y="124349"/>
                  <a:pt x="303174" y="122427"/>
                  <a:pt x="299761" y="118583"/>
                </a:cubicBezTo>
                <a:cubicBezTo>
                  <a:pt x="296347" y="114740"/>
                  <a:pt x="294640" y="109433"/>
                  <a:pt x="294640" y="102663"/>
                </a:cubicBezTo>
                <a:cubicBezTo>
                  <a:pt x="294640" y="93714"/>
                  <a:pt x="297480" y="87374"/>
                  <a:pt x="303160" y="83645"/>
                </a:cubicBezTo>
                <a:cubicBezTo>
                  <a:pt x="309298" y="79572"/>
                  <a:pt x="321662" y="75900"/>
                  <a:pt x="340249" y="72630"/>
                </a:cubicBezTo>
                <a:cubicBezTo>
                  <a:pt x="340249" y="63508"/>
                  <a:pt x="337840" y="57399"/>
                  <a:pt x="333021" y="54301"/>
                </a:cubicBezTo>
                <a:cubicBezTo>
                  <a:pt x="330095" y="52407"/>
                  <a:pt x="326595" y="51461"/>
                  <a:pt x="322522" y="51461"/>
                </a:cubicBezTo>
                <a:cubicBezTo>
                  <a:pt x="318047" y="51461"/>
                  <a:pt x="314519" y="52379"/>
                  <a:pt x="311937" y="54214"/>
                </a:cubicBezTo>
                <a:lnTo>
                  <a:pt x="308667" y="62218"/>
                </a:lnTo>
                <a:lnTo>
                  <a:pt x="307549" y="62820"/>
                </a:lnTo>
                <a:lnTo>
                  <a:pt x="303160" y="61787"/>
                </a:lnTo>
                <a:lnTo>
                  <a:pt x="302557" y="60583"/>
                </a:lnTo>
                <a:lnTo>
                  <a:pt x="302988" y="50428"/>
                </a:lnTo>
                <a:cubicBezTo>
                  <a:pt x="312454" y="43429"/>
                  <a:pt x="319568" y="39470"/>
                  <a:pt x="324329" y="38553"/>
                </a:cubicBezTo>
                <a:cubicBezTo>
                  <a:pt x="326337" y="38151"/>
                  <a:pt x="328948" y="37950"/>
                  <a:pt x="332160" y="37950"/>
                </a:cubicBezTo>
                <a:cubicBezTo>
                  <a:pt x="343462" y="37950"/>
                  <a:pt x="351523" y="40905"/>
                  <a:pt x="356342" y="46814"/>
                </a:cubicBezTo>
                <a:cubicBezTo>
                  <a:pt x="359841" y="51117"/>
                  <a:pt x="361591" y="57714"/>
                  <a:pt x="361591" y="66606"/>
                </a:cubicBezTo>
                <a:cubicBezTo>
                  <a:pt x="361591" y="68786"/>
                  <a:pt x="361505" y="72286"/>
                  <a:pt x="361333" y="77105"/>
                </a:cubicBezTo>
                <a:cubicBezTo>
                  <a:pt x="361046" y="85137"/>
                  <a:pt x="360903" y="90501"/>
                  <a:pt x="360903" y="93197"/>
                </a:cubicBezTo>
                <a:cubicBezTo>
                  <a:pt x="360903" y="101860"/>
                  <a:pt x="361046" y="107382"/>
                  <a:pt x="361333" y="109763"/>
                </a:cubicBezTo>
                <a:cubicBezTo>
                  <a:pt x="361620" y="112144"/>
                  <a:pt x="362294" y="113650"/>
                  <a:pt x="363355" y="114281"/>
                </a:cubicBezTo>
                <a:cubicBezTo>
                  <a:pt x="364416" y="114912"/>
                  <a:pt x="366955" y="115285"/>
                  <a:pt x="370971" y="115399"/>
                </a:cubicBezTo>
                <a:lnTo>
                  <a:pt x="371831" y="116346"/>
                </a:lnTo>
                <a:lnTo>
                  <a:pt x="371831" y="121165"/>
                </a:lnTo>
                <a:moveTo>
                  <a:pt x="340249" y="101114"/>
                </a:moveTo>
                <a:lnTo>
                  <a:pt x="340249" y="79945"/>
                </a:lnTo>
                <a:cubicBezTo>
                  <a:pt x="330783" y="82010"/>
                  <a:pt x="324401" y="84233"/>
                  <a:pt x="321102" y="86614"/>
                </a:cubicBezTo>
                <a:cubicBezTo>
                  <a:pt x="317803" y="88995"/>
                  <a:pt x="316154" y="92624"/>
                  <a:pt x="316154" y="97500"/>
                </a:cubicBezTo>
                <a:cubicBezTo>
                  <a:pt x="316154" y="105302"/>
                  <a:pt x="319568" y="109203"/>
                  <a:pt x="326395" y="109203"/>
                </a:cubicBezTo>
                <a:cubicBezTo>
                  <a:pt x="332189" y="109203"/>
                  <a:pt x="336807" y="106507"/>
                  <a:pt x="340249" y="101114"/>
                </a:cubicBezTo>
                <a:moveTo>
                  <a:pt x="333365" y="34078"/>
                </a:moveTo>
                <a:lnTo>
                  <a:pt x="333365" y="34078"/>
                </a:lnTo>
                <a:moveTo>
                  <a:pt x="333365" y="128394"/>
                </a:moveTo>
                <a:lnTo>
                  <a:pt x="333365" y="128394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perturbation">
            <a:extLst xmlns:a="http://schemas.openxmlformats.org/drawingml/2006/main">
              <a:ext uri="{FF2B5EF4-FFF2-40B4-BE49-F238E27FC236}">
                <a16:creationId xmlns:a16="http://schemas.microsoft.com/office/drawing/2014/main" id="{E390AD3B-E438-405A-8858-7702DD7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573" y="4710139"/>
            <a:ext cx="1008955" cy="175035"/>
          </a:xfrm>
          <a:custGeom xmlns:a="http://schemas.openxmlformats.org/drawingml/2006/main">
            <a:pathLst>
              <a:path w="1008955" h="175035">
                <a:moveTo>
                  <a:pt x="95435" y="78310"/>
                </a:moveTo>
                <a:cubicBezTo>
                  <a:pt x="95435" y="85366"/>
                  <a:pt x="94173" y="92107"/>
                  <a:pt x="91648" y="98533"/>
                </a:cubicBezTo>
                <a:cubicBezTo>
                  <a:pt x="89812" y="103237"/>
                  <a:pt x="87403" y="107224"/>
                  <a:pt x="84420" y="110494"/>
                </a:cubicBezTo>
                <a:cubicBezTo>
                  <a:pt x="83100" y="111929"/>
                  <a:pt x="80633" y="113994"/>
                  <a:pt x="77019" y="116690"/>
                </a:cubicBezTo>
                <a:cubicBezTo>
                  <a:pt x="73233" y="119731"/>
                  <a:pt x="68500" y="123402"/>
                  <a:pt x="62820" y="127705"/>
                </a:cubicBezTo>
                <a:cubicBezTo>
                  <a:pt x="59435" y="129943"/>
                  <a:pt x="55132" y="131061"/>
                  <a:pt x="49912" y="131061"/>
                </a:cubicBezTo>
                <a:cubicBezTo>
                  <a:pt x="44921" y="131061"/>
                  <a:pt x="39929" y="130143"/>
                  <a:pt x="34938" y="128308"/>
                </a:cubicBezTo>
                <a:lnTo>
                  <a:pt x="34938" y="160578"/>
                </a:lnTo>
                <a:cubicBezTo>
                  <a:pt x="34938" y="163217"/>
                  <a:pt x="35254" y="164967"/>
                  <a:pt x="35885" y="165827"/>
                </a:cubicBezTo>
                <a:cubicBezTo>
                  <a:pt x="36229" y="166286"/>
                  <a:pt x="37004" y="166659"/>
                  <a:pt x="38208" y="166946"/>
                </a:cubicBezTo>
                <a:cubicBezTo>
                  <a:pt x="39126" y="167176"/>
                  <a:pt x="42798" y="167520"/>
                  <a:pt x="49223" y="167979"/>
                </a:cubicBezTo>
                <a:lnTo>
                  <a:pt x="50170" y="168839"/>
                </a:lnTo>
                <a:lnTo>
                  <a:pt x="50170" y="174175"/>
                </a:lnTo>
                <a:lnTo>
                  <a:pt x="49309" y="175035"/>
                </a:lnTo>
                <a:cubicBezTo>
                  <a:pt x="41564" y="174576"/>
                  <a:pt x="32758" y="174347"/>
                  <a:pt x="22891" y="174347"/>
                </a:cubicBezTo>
                <a:cubicBezTo>
                  <a:pt x="15662" y="174347"/>
                  <a:pt x="8433" y="174576"/>
                  <a:pt x="1205" y="175035"/>
                </a:cubicBezTo>
                <a:lnTo>
                  <a:pt x="344" y="174175"/>
                </a:lnTo>
                <a:lnTo>
                  <a:pt x="344" y="169011"/>
                </a:lnTo>
                <a:lnTo>
                  <a:pt x="1205" y="168065"/>
                </a:lnTo>
                <a:cubicBezTo>
                  <a:pt x="6999" y="167893"/>
                  <a:pt x="10327" y="167434"/>
                  <a:pt x="11187" y="166688"/>
                </a:cubicBezTo>
                <a:cubicBezTo>
                  <a:pt x="11761" y="166172"/>
                  <a:pt x="12105" y="165627"/>
                  <a:pt x="12220" y="165053"/>
                </a:cubicBezTo>
                <a:cubicBezTo>
                  <a:pt x="12449" y="163963"/>
                  <a:pt x="12679" y="161152"/>
                  <a:pt x="12908" y="156620"/>
                </a:cubicBezTo>
                <a:cubicBezTo>
                  <a:pt x="13080" y="153177"/>
                  <a:pt x="13195" y="148789"/>
                  <a:pt x="13252" y="143453"/>
                </a:cubicBezTo>
                <a:lnTo>
                  <a:pt x="13425" y="130115"/>
                </a:lnTo>
                <a:lnTo>
                  <a:pt x="13425" y="80117"/>
                </a:lnTo>
                <a:cubicBezTo>
                  <a:pt x="13425" y="79543"/>
                  <a:pt x="13252" y="75298"/>
                  <a:pt x="12908" y="67381"/>
                </a:cubicBezTo>
                <a:cubicBezTo>
                  <a:pt x="12736" y="63652"/>
                  <a:pt x="12435" y="61257"/>
                  <a:pt x="12005" y="60195"/>
                </a:cubicBezTo>
                <a:cubicBezTo>
                  <a:pt x="11574" y="59134"/>
                  <a:pt x="10384" y="58460"/>
                  <a:pt x="8433" y="58173"/>
                </a:cubicBezTo>
                <a:cubicBezTo>
                  <a:pt x="7745" y="58058"/>
                  <a:pt x="5221" y="57915"/>
                  <a:pt x="861" y="57743"/>
                </a:cubicBezTo>
                <a:lnTo>
                  <a:pt x="0" y="56882"/>
                </a:lnTo>
                <a:lnTo>
                  <a:pt x="0" y="52063"/>
                </a:lnTo>
                <a:lnTo>
                  <a:pt x="861" y="51117"/>
                </a:lnTo>
                <a:cubicBezTo>
                  <a:pt x="11818" y="50141"/>
                  <a:pt x="22919" y="47760"/>
                  <a:pt x="34164" y="43974"/>
                </a:cubicBezTo>
                <a:lnTo>
                  <a:pt x="36057" y="45093"/>
                </a:lnTo>
                <a:cubicBezTo>
                  <a:pt x="36057" y="47560"/>
                  <a:pt x="35799" y="52522"/>
                  <a:pt x="35282" y="59980"/>
                </a:cubicBezTo>
                <a:cubicBezTo>
                  <a:pt x="39126" y="56767"/>
                  <a:pt x="43974" y="52780"/>
                  <a:pt x="49826" y="48019"/>
                </a:cubicBezTo>
                <a:cubicBezTo>
                  <a:pt x="52637" y="45896"/>
                  <a:pt x="56968" y="44835"/>
                  <a:pt x="62820" y="44835"/>
                </a:cubicBezTo>
                <a:cubicBezTo>
                  <a:pt x="77048" y="44835"/>
                  <a:pt x="86743" y="50285"/>
                  <a:pt x="91906" y="61185"/>
                </a:cubicBezTo>
                <a:cubicBezTo>
                  <a:pt x="94259" y="66176"/>
                  <a:pt x="95435" y="71884"/>
                  <a:pt x="95435" y="78310"/>
                </a:cubicBezTo>
                <a:moveTo>
                  <a:pt x="73319" y="88895"/>
                </a:moveTo>
                <a:cubicBezTo>
                  <a:pt x="73319" y="76388"/>
                  <a:pt x="70020" y="67955"/>
                  <a:pt x="63422" y="63594"/>
                </a:cubicBezTo>
                <a:cubicBezTo>
                  <a:pt x="59923" y="61300"/>
                  <a:pt x="56280" y="60152"/>
                  <a:pt x="52493" y="60152"/>
                </a:cubicBezTo>
                <a:cubicBezTo>
                  <a:pt x="45437" y="60152"/>
                  <a:pt x="39585" y="63049"/>
                  <a:pt x="34938" y="68844"/>
                </a:cubicBezTo>
                <a:lnTo>
                  <a:pt x="34938" y="111527"/>
                </a:lnTo>
                <a:cubicBezTo>
                  <a:pt x="40159" y="117034"/>
                  <a:pt x="45896" y="119788"/>
                  <a:pt x="52149" y="119788"/>
                </a:cubicBezTo>
                <a:cubicBezTo>
                  <a:pt x="61500" y="119788"/>
                  <a:pt x="67754" y="114940"/>
                  <a:pt x="70909" y="105245"/>
                </a:cubicBezTo>
                <a:cubicBezTo>
                  <a:pt x="72515" y="100369"/>
                  <a:pt x="73319" y="94918"/>
                  <a:pt x="73319" y="88895"/>
                </a:cubicBezTo>
                <a:close/>
                <a:moveTo>
                  <a:pt x="184857" y="79945"/>
                </a:moveTo>
                <a:cubicBezTo>
                  <a:pt x="184857" y="80920"/>
                  <a:pt x="184829" y="82383"/>
                  <a:pt x="184771" y="84334"/>
                </a:cubicBezTo>
                <a:lnTo>
                  <a:pt x="183825" y="85538"/>
                </a:lnTo>
                <a:cubicBezTo>
                  <a:pt x="176252" y="87604"/>
                  <a:pt x="166212" y="88636"/>
                  <a:pt x="153705" y="88636"/>
                </a:cubicBezTo>
                <a:cubicBezTo>
                  <a:pt x="151468" y="88636"/>
                  <a:pt x="148083" y="88679"/>
                  <a:pt x="143551" y="88765"/>
                </a:cubicBezTo>
                <a:cubicBezTo>
                  <a:pt x="139019" y="88852"/>
                  <a:pt x="135605" y="88895"/>
                  <a:pt x="133310" y="88895"/>
                </a:cubicBezTo>
                <a:cubicBezTo>
                  <a:pt x="133655" y="97328"/>
                  <a:pt x="136265" y="104298"/>
                  <a:pt x="141141" y="109806"/>
                </a:cubicBezTo>
                <a:cubicBezTo>
                  <a:pt x="146247" y="115715"/>
                  <a:pt x="152902" y="118669"/>
                  <a:pt x="161106" y="118669"/>
                </a:cubicBezTo>
                <a:cubicBezTo>
                  <a:pt x="166614" y="118669"/>
                  <a:pt x="173154" y="116776"/>
                  <a:pt x="180727" y="112990"/>
                </a:cubicBezTo>
                <a:lnTo>
                  <a:pt x="182792" y="115485"/>
                </a:lnTo>
                <a:lnTo>
                  <a:pt x="179005" y="124005"/>
                </a:lnTo>
                <a:cubicBezTo>
                  <a:pt x="170629" y="129340"/>
                  <a:pt x="161536" y="132008"/>
                  <a:pt x="151726" y="132008"/>
                </a:cubicBezTo>
                <a:cubicBezTo>
                  <a:pt x="138818" y="132008"/>
                  <a:pt x="128793" y="128365"/>
                  <a:pt x="121650" y="121079"/>
                </a:cubicBezTo>
                <a:cubicBezTo>
                  <a:pt x="114507" y="113793"/>
                  <a:pt x="110936" y="103409"/>
                  <a:pt x="110936" y="89927"/>
                </a:cubicBezTo>
                <a:cubicBezTo>
                  <a:pt x="110936" y="73921"/>
                  <a:pt x="114751" y="62963"/>
                  <a:pt x="122381" y="57054"/>
                </a:cubicBezTo>
                <a:cubicBezTo>
                  <a:pt x="132937" y="48908"/>
                  <a:pt x="142949" y="44835"/>
                  <a:pt x="152415" y="44835"/>
                </a:cubicBezTo>
                <a:cubicBezTo>
                  <a:pt x="162684" y="44835"/>
                  <a:pt x="170629" y="47789"/>
                  <a:pt x="176252" y="53698"/>
                </a:cubicBezTo>
                <a:cubicBezTo>
                  <a:pt x="181989" y="59779"/>
                  <a:pt x="184857" y="68528"/>
                  <a:pt x="184857" y="79945"/>
                </a:cubicBezTo>
                <a:moveTo>
                  <a:pt x="162397" y="77707"/>
                </a:moveTo>
                <a:cubicBezTo>
                  <a:pt x="162397" y="62218"/>
                  <a:pt x="157578" y="54473"/>
                  <a:pt x="147940" y="54473"/>
                </a:cubicBezTo>
                <a:cubicBezTo>
                  <a:pt x="137785" y="54473"/>
                  <a:pt x="132708" y="62160"/>
                  <a:pt x="132708" y="77535"/>
                </a:cubicBezTo>
                <a:lnTo>
                  <a:pt x="132708" y="79429"/>
                </a:lnTo>
                <a:cubicBezTo>
                  <a:pt x="136035" y="79945"/>
                  <a:pt x="141945" y="80203"/>
                  <a:pt x="150435" y="80203"/>
                </a:cubicBezTo>
                <a:cubicBezTo>
                  <a:pt x="154853" y="80203"/>
                  <a:pt x="158811" y="79945"/>
                  <a:pt x="162311" y="79429"/>
                </a:cubicBezTo>
                <a:cubicBezTo>
                  <a:pt x="162368" y="78625"/>
                  <a:pt x="162397" y="78052"/>
                  <a:pt x="162397" y="77707"/>
                </a:cubicBezTo>
                <a:moveTo>
                  <a:pt x="151984" y="134934"/>
                </a:moveTo>
                <a:lnTo>
                  <a:pt x="151984" y="134934"/>
                </a:lnTo>
                <a:moveTo>
                  <a:pt x="151984" y="40618"/>
                </a:moveTo>
                <a:lnTo>
                  <a:pt x="151984" y="40618"/>
                </a:lnTo>
                <a:close/>
                <a:moveTo>
                  <a:pt x="259995" y="45093"/>
                </a:moveTo>
                <a:lnTo>
                  <a:pt x="259393" y="60410"/>
                </a:lnTo>
                <a:cubicBezTo>
                  <a:pt x="259335" y="62935"/>
                  <a:pt x="259221" y="65803"/>
                  <a:pt x="259048" y="69016"/>
                </a:cubicBezTo>
                <a:lnTo>
                  <a:pt x="255434" y="70135"/>
                </a:lnTo>
                <a:cubicBezTo>
                  <a:pt x="252738" y="66233"/>
                  <a:pt x="249009" y="64283"/>
                  <a:pt x="244247" y="64283"/>
                </a:cubicBezTo>
                <a:cubicBezTo>
                  <a:pt x="239944" y="64283"/>
                  <a:pt x="236387" y="66004"/>
                  <a:pt x="233576" y="69446"/>
                </a:cubicBezTo>
                <a:cubicBezTo>
                  <a:pt x="231855" y="71569"/>
                  <a:pt x="230995" y="74696"/>
                  <a:pt x="230995" y="78826"/>
                </a:cubicBezTo>
                <a:lnTo>
                  <a:pt x="230995" y="98963"/>
                </a:lnTo>
                <a:cubicBezTo>
                  <a:pt x="230995" y="103151"/>
                  <a:pt x="231195" y="108974"/>
                  <a:pt x="231597" y="116432"/>
                </a:cubicBezTo>
                <a:cubicBezTo>
                  <a:pt x="231712" y="118555"/>
                  <a:pt x="232314" y="119932"/>
                  <a:pt x="233404" y="120563"/>
                </a:cubicBezTo>
                <a:cubicBezTo>
                  <a:pt x="234494" y="121194"/>
                  <a:pt x="238481" y="121624"/>
                  <a:pt x="245366" y="121853"/>
                </a:cubicBezTo>
                <a:lnTo>
                  <a:pt x="246226" y="122628"/>
                </a:lnTo>
                <a:lnTo>
                  <a:pt x="246226" y="127877"/>
                </a:lnTo>
                <a:lnTo>
                  <a:pt x="245366" y="128738"/>
                </a:lnTo>
                <a:cubicBezTo>
                  <a:pt x="236932" y="128394"/>
                  <a:pt x="228556" y="128222"/>
                  <a:pt x="220238" y="128222"/>
                </a:cubicBezTo>
                <a:cubicBezTo>
                  <a:pt x="209969" y="128222"/>
                  <a:pt x="202138" y="128422"/>
                  <a:pt x="196745" y="128824"/>
                </a:cubicBezTo>
                <a:lnTo>
                  <a:pt x="195884" y="127963"/>
                </a:lnTo>
                <a:lnTo>
                  <a:pt x="195884" y="122714"/>
                </a:lnTo>
                <a:lnTo>
                  <a:pt x="196745" y="121853"/>
                </a:lnTo>
                <a:cubicBezTo>
                  <a:pt x="202252" y="121681"/>
                  <a:pt x="205666" y="121251"/>
                  <a:pt x="206985" y="120563"/>
                </a:cubicBezTo>
                <a:cubicBezTo>
                  <a:pt x="208133" y="120046"/>
                  <a:pt x="208764" y="118669"/>
                  <a:pt x="208879" y="116432"/>
                </a:cubicBezTo>
                <a:cubicBezTo>
                  <a:pt x="209280" y="108974"/>
                  <a:pt x="209481" y="100971"/>
                  <a:pt x="209481" y="92423"/>
                </a:cubicBezTo>
                <a:lnTo>
                  <a:pt x="209481" y="80117"/>
                </a:lnTo>
                <a:cubicBezTo>
                  <a:pt x="209481" y="68643"/>
                  <a:pt x="209051" y="62045"/>
                  <a:pt x="208190" y="60324"/>
                </a:cubicBezTo>
                <a:cubicBezTo>
                  <a:pt x="207616" y="59177"/>
                  <a:pt x="206383" y="58460"/>
                  <a:pt x="204490" y="58173"/>
                </a:cubicBezTo>
                <a:cubicBezTo>
                  <a:pt x="203801" y="58058"/>
                  <a:pt x="201306" y="57915"/>
                  <a:pt x="197003" y="57743"/>
                </a:cubicBezTo>
                <a:lnTo>
                  <a:pt x="196142" y="56882"/>
                </a:lnTo>
                <a:lnTo>
                  <a:pt x="196142" y="52063"/>
                </a:lnTo>
                <a:lnTo>
                  <a:pt x="197003" y="51117"/>
                </a:lnTo>
                <a:cubicBezTo>
                  <a:pt x="207330" y="50141"/>
                  <a:pt x="218201" y="47760"/>
                  <a:pt x="229618" y="43974"/>
                </a:cubicBezTo>
                <a:lnTo>
                  <a:pt x="231511" y="45093"/>
                </a:lnTo>
                <a:lnTo>
                  <a:pt x="231339" y="61959"/>
                </a:lnTo>
                <a:cubicBezTo>
                  <a:pt x="234896" y="57829"/>
                  <a:pt x="239199" y="53010"/>
                  <a:pt x="244247" y="47502"/>
                </a:cubicBezTo>
                <a:cubicBezTo>
                  <a:pt x="246599" y="45207"/>
                  <a:pt x="249812" y="44060"/>
                  <a:pt x="253885" y="44060"/>
                </a:cubicBezTo>
                <a:cubicBezTo>
                  <a:pt x="256295" y="44060"/>
                  <a:pt x="258331" y="44404"/>
                  <a:pt x="259995" y="45093"/>
                </a:cubicBezTo>
                <a:close/>
                <a:moveTo>
                  <a:pt x="317980" y="116948"/>
                </a:moveTo>
                <a:cubicBezTo>
                  <a:pt x="317579" y="117407"/>
                  <a:pt x="316345" y="118612"/>
                  <a:pt x="314280" y="120563"/>
                </a:cubicBezTo>
                <a:cubicBezTo>
                  <a:pt x="310895" y="123775"/>
                  <a:pt x="307998" y="126701"/>
                  <a:pt x="305588" y="129340"/>
                </a:cubicBezTo>
                <a:cubicBezTo>
                  <a:pt x="302777" y="130258"/>
                  <a:pt x="299937" y="130717"/>
                  <a:pt x="297069" y="130717"/>
                </a:cubicBezTo>
                <a:cubicBezTo>
                  <a:pt x="289094" y="130717"/>
                  <a:pt x="283271" y="128394"/>
                  <a:pt x="279600" y="123747"/>
                </a:cubicBezTo>
                <a:cubicBezTo>
                  <a:pt x="278051" y="121739"/>
                  <a:pt x="277018" y="119415"/>
                  <a:pt x="276502" y="116776"/>
                </a:cubicBezTo>
                <a:cubicBezTo>
                  <a:pt x="275928" y="113621"/>
                  <a:pt x="275670" y="109490"/>
                  <a:pt x="275727" y="104384"/>
                </a:cubicBezTo>
                <a:lnTo>
                  <a:pt x="275985" y="83817"/>
                </a:lnTo>
                <a:lnTo>
                  <a:pt x="275985" y="62304"/>
                </a:lnTo>
                <a:lnTo>
                  <a:pt x="273662" y="62304"/>
                </a:lnTo>
                <a:lnTo>
                  <a:pt x="269101" y="62476"/>
                </a:lnTo>
                <a:lnTo>
                  <a:pt x="265573" y="62476"/>
                </a:lnTo>
                <a:lnTo>
                  <a:pt x="264626" y="61701"/>
                </a:lnTo>
                <a:lnTo>
                  <a:pt x="264626" y="59464"/>
                </a:lnTo>
                <a:lnTo>
                  <a:pt x="265315" y="58173"/>
                </a:lnTo>
                <a:cubicBezTo>
                  <a:pt x="266347" y="57485"/>
                  <a:pt x="267954" y="56452"/>
                  <a:pt x="270134" y="55075"/>
                </a:cubicBezTo>
                <a:cubicBezTo>
                  <a:pt x="272715" y="53469"/>
                  <a:pt x="274666" y="52120"/>
                  <a:pt x="275985" y="51030"/>
                </a:cubicBezTo>
                <a:lnTo>
                  <a:pt x="275985" y="39327"/>
                </a:lnTo>
                <a:cubicBezTo>
                  <a:pt x="275985" y="34451"/>
                  <a:pt x="275756" y="29287"/>
                  <a:pt x="275297" y="23837"/>
                </a:cubicBezTo>
                <a:cubicBezTo>
                  <a:pt x="279600" y="22460"/>
                  <a:pt x="283085" y="21241"/>
                  <a:pt x="285753" y="20180"/>
                </a:cubicBezTo>
                <a:cubicBezTo>
                  <a:pt x="288420" y="19118"/>
                  <a:pt x="292192" y="17383"/>
                  <a:pt x="297069" y="14974"/>
                </a:cubicBezTo>
                <a:lnTo>
                  <a:pt x="299306" y="16695"/>
                </a:lnTo>
                <a:cubicBezTo>
                  <a:pt x="298618" y="23808"/>
                  <a:pt x="298130" y="30177"/>
                  <a:pt x="297843" y="35799"/>
                </a:cubicBezTo>
                <a:lnTo>
                  <a:pt x="297069" y="50686"/>
                </a:lnTo>
                <a:lnTo>
                  <a:pt x="299909" y="50686"/>
                </a:lnTo>
                <a:cubicBezTo>
                  <a:pt x="306162" y="50686"/>
                  <a:pt x="311555" y="50485"/>
                  <a:pt x="316087" y="50084"/>
                </a:cubicBezTo>
                <a:lnTo>
                  <a:pt x="317034" y="51030"/>
                </a:lnTo>
                <a:lnTo>
                  <a:pt x="315829" y="61099"/>
                </a:lnTo>
                <a:lnTo>
                  <a:pt x="314968" y="61959"/>
                </a:lnTo>
                <a:lnTo>
                  <a:pt x="297069" y="61959"/>
                </a:lnTo>
                <a:lnTo>
                  <a:pt x="297069" y="91132"/>
                </a:lnTo>
                <a:cubicBezTo>
                  <a:pt x="297069" y="100483"/>
                  <a:pt x="297184" y="105991"/>
                  <a:pt x="297413" y="107654"/>
                </a:cubicBezTo>
                <a:cubicBezTo>
                  <a:pt x="297700" y="110064"/>
                  <a:pt x="298718" y="112015"/>
                  <a:pt x="300468" y="113506"/>
                </a:cubicBezTo>
                <a:cubicBezTo>
                  <a:pt x="302218" y="114998"/>
                  <a:pt x="304584" y="115744"/>
                  <a:pt x="307567" y="115744"/>
                </a:cubicBezTo>
                <a:cubicBezTo>
                  <a:pt x="309920" y="115744"/>
                  <a:pt x="312759" y="115113"/>
                  <a:pt x="316087" y="113850"/>
                </a:cubicBezTo>
                <a:lnTo>
                  <a:pt x="317980" y="116948"/>
                </a:lnTo>
                <a:close/>
                <a:moveTo>
                  <a:pt x="422707" y="127791"/>
                </a:moveTo>
                <a:lnTo>
                  <a:pt x="421846" y="128652"/>
                </a:lnTo>
                <a:cubicBezTo>
                  <a:pt x="413241" y="128365"/>
                  <a:pt x="407820" y="128222"/>
                  <a:pt x="405582" y="128222"/>
                </a:cubicBezTo>
                <a:cubicBezTo>
                  <a:pt x="403689" y="128222"/>
                  <a:pt x="400878" y="128293"/>
                  <a:pt x="397149" y="128437"/>
                </a:cubicBezTo>
                <a:cubicBezTo>
                  <a:pt x="393420" y="128580"/>
                  <a:pt x="390637" y="128652"/>
                  <a:pt x="388801" y="128652"/>
                </a:cubicBezTo>
                <a:lnTo>
                  <a:pt x="388113" y="127963"/>
                </a:lnTo>
                <a:cubicBezTo>
                  <a:pt x="388572" y="123259"/>
                  <a:pt x="388801" y="118784"/>
                  <a:pt x="388801" y="114539"/>
                </a:cubicBezTo>
                <a:cubicBezTo>
                  <a:pt x="385818" y="116776"/>
                  <a:pt x="380598" y="121538"/>
                  <a:pt x="373139" y="128824"/>
                </a:cubicBezTo>
                <a:cubicBezTo>
                  <a:pt x="369410" y="130258"/>
                  <a:pt x="365423" y="130975"/>
                  <a:pt x="361178" y="130975"/>
                </a:cubicBezTo>
                <a:cubicBezTo>
                  <a:pt x="353433" y="130975"/>
                  <a:pt x="347323" y="128867"/>
                  <a:pt x="342848" y="124650"/>
                </a:cubicBezTo>
                <a:cubicBezTo>
                  <a:pt x="338373" y="120434"/>
                  <a:pt x="336136" y="114367"/>
                  <a:pt x="336136" y="106450"/>
                </a:cubicBezTo>
                <a:cubicBezTo>
                  <a:pt x="336136" y="105474"/>
                  <a:pt x="336193" y="103409"/>
                  <a:pt x="336308" y="100254"/>
                </a:cubicBezTo>
                <a:cubicBezTo>
                  <a:pt x="336423" y="97098"/>
                  <a:pt x="336480" y="94058"/>
                  <a:pt x="336480" y="91132"/>
                </a:cubicBezTo>
                <a:lnTo>
                  <a:pt x="336480" y="80117"/>
                </a:lnTo>
                <a:cubicBezTo>
                  <a:pt x="336480" y="68758"/>
                  <a:pt x="336050" y="62160"/>
                  <a:pt x="335189" y="60324"/>
                </a:cubicBezTo>
                <a:cubicBezTo>
                  <a:pt x="334616" y="59177"/>
                  <a:pt x="333382" y="58460"/>
                  <a:pt x="331489" y="58173"/>
                </a:cubicBezTo>
                <a:cubicBezTo>
                  <a:pt x="330801" y="58058"/>
                  <a:pt x="328276" y="57915"/>
                  <a:pt x="323916" y="57743"/>
                </a:cubicBezTo>
                <a:lnTo>
                  <a:pt x="323056" y="56882"/>
                </a:lnTo>
                <a:lnTo>
                  <a:pt x="323056" y="52063"/>
                </a:lnTo>
                <a:lnTo>
                  <a:pt x="323916" y="51117"/>
                </a:lnTo>
                <a:cubicBezTo>
                  <a:pt x="334874" y="50141"/>
                  <a:pt x="345975" y="47760"/>
                  <a:pt x="357219" y="43974"/>
                </a:cubicBezTo>
                <a:lnTo>
                  <a:pt x="359113" y="45093"/>
                </a:lnTo>
                <a:cubicBezTo>
                  <a:pt x="358367" y="54616"/>
                  <a:pt x="357994" y="63422"/>
                  <a:pt x="357994" y="71511"/>
                </a:cubicBezTo>
                <a:lnTo>
                  <a:pt x="357994" y="88292"/>
                </a:lnTo>
                <a:cubicBezTo>
                  <a:pt x="357994" y="96152"/>
                  <a:pt x="358252" y="101516"/>
                  <a:pt x="358768" y="104384"/>
                </a:cubicBezTo>
                <a:cubicBezTo>
                  <a:pt x="359342" y="107827"/>
                  <a:pt x="360705" y="110437"/>
                  <a:pt x="362856" y="112215"/>
                </a:cubicBezTo>
                <a:cubicBezTo>
                  <a:pt x="365007" y="113994"/>
                  <a:pt x="367890" y="114883"/>
                  <a:pt x="371504" y="114883"/>
                </a:cubicBezTo>
                <a:cubicBezTo>
                  <a:pt x="375979" y="114883"/>
                  <a:pt x="379909" y="113449"/>
                  <a:pt x="383294" y="110580"/>
                </a:cubicBezTo>
                <a:cubicBezTo>
                  <a:pt x="386507" y="107712"/>
                  <a:pt x="388199" y="104442"/>
                  <a:pt x="388371" y="100770"/>
                </a:cubicBezTo>
                <a:cubicBezTo>
                  <a:pt x="388486" y="97959"/>
                  <a:pt x="388543" y="96209"/>
                  <a:pt x="388543" y="95521"/>
                </a:cubicBezTo>
                <a:lnTo>
                  <a:pt x="388543" y="80117"/>
                </a:lnTo>
                <a:cubicBezTo>
                  <a:pt x="388543" y="68872"/>
                  <a:pt x="388113" y="62275"/>
                  <a:pt x="387252" y="60324"/>
                </a:cubicBezTo>
                <a:cubicBezTo>
                  <a:pt x="386736" y="59177"/>
                  <a:pt x="385531" y="58460"/>
                  <a:pt x="383638" y="58173"/>
                </a:cubicBezTo>
                <a:cubicBezTo>
                  <a:pt x="382950" y="58058"/>
                  <a:pt x="380425" y="57915"/>
                  <a:pt x="376065" y="57743"/>
                </a:cubicBezTo>
                <a:lnTo>
                  <a:pt x="375119" y="56882"/>
                </a:lnTo>
                <a:lnTo>
                  <a:pt x="375119" y="52063"/>
                </a:lnTo>
                <a:lnTo>
                  <a:pt x="376065" y="51117"/>
                </a:lnTo>
                <a:cubicBezTo>
                  <a:pt x="386966" y="50141"/>
                  <a:pt x="398067" y="47760"/>
                  <a:pt x="409369" y="43974"/>
                </a:cubicBezTo>
                <a:lnTo>
                  <a:pt x="411176" y="45093"/>
                </a:lnTo>
                <a:cubicBezTo>
                  <a:pt x="410430" y="53698"/>
                  <a:pt x="410057" y="62504"/>
                  <a:pt x="410057" y="71511"/>
                </a:cubicBezTo>
                <a:lnTo>
                  <a:pt x="410057" y="98533"/>
                </a:lnTo>
                <a:cubicBezTo>
                  <a:pt x="410057" y="110638"/>
                  <a:pt x="410401" y="117493"/>
                  <a:pt x="411090" y="119100"/>
                </a:cubicBezTo>
                <a:cubicBezTo>
                  <a:pt x="411434" y="119903"/>
                  <a:pt x="412008" y="120419"/>
                  <a:pt x="412811" y="120649"/>
                </a:cubicBezTo>
                <a:cubicBezTo>
                  <a:pt x="414188" y="121050"/>
                  <a:pt x="417171" y="121395"/>
                  <a:pt x="421760" y="121681"/>
                </a:cubicBezTo>
                <a:lnTo>
                  <a:pt x="422707" y="122542"/>
                </a:lnTo>
                <a:lnTo>
                  <a:pt x="422707" y="127791"/>
                </a:lnTo>
                <a:moveTo>
                  <a:pt x="372795" y="40618"/>
                </a:moveTo>
                <a:lnTo>
                  <a:pt x="372795" y="40618"/>
                </a:lnTo>
                <a:moveTo>
                  <a:pt x="372795" y="134934"/>
                </a:moveTo>
                <a:lnTo>
                  <a:pt x="372795" y="134934"/>
                </a:lnTo>
                <a:close/>
                <a:moveTo>
                  <a:pt x="494747" y="45093"/>
                </a:moveTo>
                <a:lnTo>
                  <a:pt x="494144" y="60410"/>
                </a:lnTo>
                <a:cubicBezTo>
                  <a:pt x="494087" y="62935"/>
                  <a:pt x="493972" y="65803"/>
                  <a:pt x="493800" y="69016"/>
                </a:cubicBezTo>
                <a:lnTo>
                  <a:pt x="490186" y="70135"/>
                </a:lnTo>
                <a:cubicBezTo>
                  <a:pt x="487489" y="66233"/>
                  <a:pt x="483760" y="64283"/>
                  <a:pt x="478999" y="64283"/>
                </a:cubicBezTo>
                <a:cubicBezTo>
                  <a:pt x="474696" y="64283"/>
                  <a:pt x="471139" y="66004"/>
                  <a:pt x="468328" y="69446"/>
                </a:cubicBezTo>
                <a:cubicBezTo>
                  <a:pt x="466607" y="71569"/>
                  <a:pt x="465746" y="74696"/>
                  <a:pt x="465746" y="78826"/>
                </a:cubicBezTo>
                <a:lnTo>
                  <a:pt x="465746" y="98963"/>
                </a:lnTo>
                <a:cubicBezTo>
                  <a:pt x="465746" y="103151"/>
                  <a:pt x="465947" y="108974"/>
                  <a:pt x="466349" y="116432"/>
                </a:cubicBezTo>
                <a:cubicBezTo>
                  <a:pt x="466463" y="118555"/>
                  <a:pt x="467066" y="119932"/>
                  <a:pt x="468156" y="120563"/>
                </a:cubicBezTo>
                <a:cubicBezTo>
                  <a:pt x="469246" y="121194"/>
                  <a:pt x="473233" y="121624"/>
                  <a:pt x="480117" y="121853"/>
                </a:cubicBezTo>
                <a:lnTo>
                  <a:pt x="480978" y="122628"/>
                </a:lnTo>
                <a:lnTo>
                  <a:pt x="480978" y="127877"/>
                </a:lnTo>
                <a:lnTo>
                  <a:pt x="480117" y="128738"/>
                </a:lnTo>
                <a:cubicBezTo>
                  <a:pt x="471684" y="128394"/>
                  <a:pt x="463308" y="128222"/>
                  <a:pt x="454989" y="128222"/>
                </a:cubicBezTo>
                <a:cubicBezTo>
                  <a:pt x="444720" y="128222"/>
                  <a:pt x="436889" y="128422"/>
                  <a:pt x="431497" y="128824"/>
                </a:cubicBezTo>
                <a:lnTo>
                  <a:pt x="430636" y="127963"/>
                </a:lnTo>
                <a:lnTo>
                  <a:pt x="430636" y="122714"/>
                </a:lnTo>
                <a:lnTo>
                  <a:pt x="431497" y="121853"/>
                </a:lnTo>
                <a:cubicBezTo>
                  <a:pt x="437004" y="121681"/>
                  <a:pt x="440418" y="121251"/>
                  <a:pt x="441737" y="120563"/>
                </a:cubicBezTo>
                <a:cubicBezTo>
                  <a:pt x="442884" y="120046"/>
                  <a:pt x="443515" y="118669"/>
                  <a:pt x="443630" y="116432"/>
                </a:cubicBezTo>
                <a:cubicBezTo>
                  <a:pt x="444032" y="108974"/>
                  <a:pt x="444233" y="100971"/>
                  <a:pt x="444233" y="92423"/>
                </a:cubicBezTo>
                <a:lnTo>
                  <a:pt x="444233" y="80117"/>
                </a:lnTo>
                <a:cubicBezTo>
                  <a:pt x="444233" y="68643"/>
                  <a:pt x="443802" y="62045"/>
                  <a:pt x="442942" y="60324"/>
                </a:cubicBezTo>
                <a:cubicBezTo>
                  <a:pt x="442368" y="59177"/>
                  <a:pt x="441135" y="58460"/>
                  <a:pt x="439241" y="58173"/>
                </a:cubicBezTo>
                <a:cubicBezTo>
                  <a:pt x="438553" y="58058"/>
                  <a:pt x="436057" y="57915"/>
                  <a:pt x="431755" y="57743"/>
                </a:cubicBezTo>
                <a:lnTo>
                  <a:pt x="430894" y="56882"/>
                </a:lnTo>
                <a:lnTo>
                  <a:pt x="430894" y="52063"/>
                </a:lnTo>
                <a:lnTo>
                  <a:pt x="431755" y="51117"/>
                </a:lnTo>
                <a:cubicBezTo>
                  <a:pt x="442081" y="50141"/>
                  <a:pt x="452953" y="47760"/>
                  <a:pt x="464369" y="43974"/>
                </a:cubicBezTo>
                <a:lnTo>
                  <a:pt x="466263" y="45093"/>
                </a:lnTo>
                <a:lnTo>
                  <a:pt x="466091" y="61959"/>
                </a:lnTo>
                <a:cubicBezTo>
                  <a:pt x="469647" y="57829"/>
                  <a:pt x="473950" y="53010"/>
                  <a:pt x="478999" y="47502"/>
                </a:cubicBezTo>
                <a:cubicBezTo>
                  <a:pt x="481351" y="45207"/>
                  <a:pt x="484564" y="44060"/>
                  <a:pt x="488637" y="44060"/>
                </a:cubicBezTo>
                <a:cubicBezTo>
                  <a:pt x="491046" y="44060"/>
                  <a:pt x="493083" y="44404"/>
                  <a:pt x="494747" y="45093"/>
                </a:cubicBezTo>
                <a:close/>
                <a:moveTo>
                  <a:pt x="593952" y="78740"/>
                </a:moveTo>
                <a:cubicBezTo>
                  <a:pt x="593952" y="89124"/>
                  <a:pt x="591485" y="98102"/>
                  <a:pt x="586551" y="105675"/>
                </a:cubicBezTo>
                <a:cubicBezTo>
                  <a:pt x="584428" y="108945"/>
                  <a:pt x="582506" y="111240"/>
                  <a:pt x="580785" y="112560"/>
                </a:cubicBezTo>
                <a:cubicBezTo>
                  <a:pt x="579064" y="113879"/>
                  <a:pt x="575421" y="116489"/>
                  <a:pt x="569856" y="120391"/>
                </a:cubicBezTo>
                <a:cubicBezTo>
                  <a:pt x="568652" y="121251"/>
                  <a:pt x="565410" y="123546"/>
                  <a:pt x="560132" y="127275"/>
                </a:cubicBezTo>
                <a:cubicBezTo>
                  <a:pt x="557378" y="129226"/>
                  <a:pt x="554252" y="130574"/>
                  <a:pt x="550752" y="131320"/>
                </a:cubicBezTo>
                <a:cubicBezTo>
                  <a:pt x="548572" y="131778"/>
                  <a:pt x="546134" y="132008"/>
                  <a:pt x="543438" y="132008"/>
                </a:cubicBezTo>
                <a:cubicBezTo>
                  <a:pt x="536668" y="132008"/>
                  <a:pt x="529468" y="129627"/>
                  <a:pt x="521838" y="124865"/>
                </a:cubicBezTo>
                <a:lnTo>
                  <a:pt x="513835" y="131320"/>
                </a:lnTo>
                <a:lnTo>
                  <a:pt x="509962" y="129943"/>
                </a:lnTo>
                <a:cubicBezTo>
                  <a:pt x="511052" y="111699"/>
                  <a:pt x="511597" y="95808"/>
                  <a:pt x="511597" y="82268"/>
                </a:cubicBezTo>
                <a:lnTo>
                  <a:pt x="511597" y="48449"/>
                </a:lnTo>
                <a:cubicBezTo>
                  <a:pt x="511597" y="45466"/>
                  <a:pt x="511454" y="38524"/>
                  <a:pt x="511167" y="27624"/>
                </a:cubicBezTo>
                <a:cubicBezTo>
                  <a:pt x="511110" y="24583"/>
                  <a:pt x="510966" y="21858"/>
                  <a:pt x="510737" y="19448"/>
                </a:cubicBezTo>
                <a:cubicBezTo>
                  <a:pt x="510450" y="16465"/>
                  <a:pt x="508930" y="14715"/>
                  <a:pt x="506176" y="14199"/>
                </a:cubicBezTo>
                <a:cubicBezTo>
                  <a:pt x="505545" y="14084"/>
                  <a:pt x="503164" y="13941"/>
                  <a:pt x="499033" y="13769"/>
                </a:cubicBezTo>
                <a:lnTo>
                  <a:pt x="498173" y="12822"/>
                </a:lnTo>
                <a:lnTo>
                  <a:pt x="498173" y="8089"/>
                </a:lnTo>
                <a:lnTo>
                  <a:pt x="499033" y="7143"/>
                </a:lnTo>
                <a:cubicBezTo>
                  <a:pt x="509991" y="5995"/>
                  <a:pt x="521092" y="3614"/>
                  <a:pt x="532336" y="0"/>
                </a:cubicBezTo>
                <a:lnTo>
                  <a:pt x="534230" y="1033"/>
                </a:lnTo>
                <a:cubicBezTo>
                  <a:pt x="533484" y="22489"/>
                  <a:pt x="533111" y="39098"/>
                  <a:pt x="533111" y="50858"/>
                </a:cubicBezTo>
                <a:lnTo>
                  <a:pt x="533111" y="59980"/>
                </a:lnTo>
                <a:lnTo>
                  <a:pt x="543524" y="51289"/>
                </a:lnTo>
                <a:cubicBezTo>
                  <a:pt x="548687" y="46986"/>
                  <a:pt x="554625" y="44835"/>
                  <a:pt x="561337" y="44835"/>
                </a:cubicBezTo>
                <a:cubicBezTo>
                  <a:pt x="575220" y="44835"/>
                  <a:pt x="584830" y="50342"/>
                  <a:pt x="590165" y="61357"/>
                </a:cubicBezTo>
                <a:cubicBezTo>
                  <a:pt x="592690" y="66578"/>
                  <a:pt x="593952" y="72372"/>
                  <a:pt x="593952" y="78740"/>
                </a:cubicBezTo>
                <a:moveTo>
                  <a:pt x="571836" y="88378"/>
                </a:moveTo>
                <a:cubicBezTo>
                  <a:pt x="571836" y="79945"/>
                  <a:pt x="569899" y="73204"/>
                  <a:pt x="566027" y="68155"/>
                </a:cubicBezTo>
                <a:cubicBezTo>
                  <a:pt x="562154" y="63107"/>
                  <a:pt x="556948" y="60583"/>
                  <a:pt x="550408" y="60583"/>
                </a:cubicBezTo>
                <a:cubicBezTo>
                  <a:pt x="546622" y="60583"/>
                  <a:pt x="542979" y="61587"/>
                  <a:pt x="539479" y="63594"/>
                </a:cubicBezTo>
                <a:cubicBezTo>
                  <a:pt x="536553" y="65258"/>
                  <a:pt x="534430" y="67180"/>
                  <a:pt x="533111" y="69360"/>
                </a:cubicBezTo>
                <a:lnTo>
                  <a:pt x="533111" y="109978"/>
                </a:lnTo>
                <a:cubicBezTo>
                  <a:pt x="537414" y="116346"/>
                  <a:pt x="543351" y="119530"/>
                  <a:pt x="550924" y="119530"/>
                </a:cubicBezTo>
                <a:cubicBezTo>
                  <a:pt x="557694" y="119530"/>
                  <a:pt x="562915" y="116604"/>
                  <a:pt x="566586" y="110752"/>
                </a:cubicBezTo>
                <a:cubicBezTo>
                  <a:pt x="570086" y="105188"/>
                  <a:pt x="571836" y="97729"/>
                  <a:pt x="571836" y="88378"/>
                </a:cubicBezTo>
                <a:close/>
                <a:moveTo>
                  <a:pt x="686472" y="127705"/>
                </a:moveTo>
                <a:lnTo>
                  <a:pt x="685526" y="128652"/>
                </a:lnTo>
                <a:cubicBezTo>
                  <a:pt x="680706" y="128365"/>
                  <a:pt x="675170" y="128222"/>
                  <a:pt x="668917" y="128222"/>
                </a:cubicBezTo>
                <a:cubicBezTo>
                  <a:pt x="664041" y="128222"/>
                  <a:pt x="659365" y="128365"/>
                  <a:pt x="654890" y="128652"/>
                </a:cubicBezTo>
                <a:lnTo>
                  <a:pt x="654116" y="127705"/>
                </a:lnTo>
                <a:lnTo>
                  <a:pt x="654890" y="116174"/>
                </a:lnTo>
                <a:lnTo>
                  <a:pt x="638195" y="128910"/>
                </a:lnTo>
                <a:cubicBezTo>
                  <a:pt x="636876" y="129885"/>
                  <a:pt x="634983" y="130488"/>
                  <a:pt x="632516" y="130717"/>
                </a:cubicBezTo>
                <a:cubicBezTo>
                  <a:pt x="631541" y="130832"/>
                  <a:pt x="630393" y="130889"/>
                  <a:pt x="629074" y="130889"/>
                </a:cubicBezTo>
                <a:cubicBezTo>
                  <a:pt x="622706" y="130889"/>
                  <a:pt x="617815" y="128967"/>
                  <a:pt x="614401" y="125124"/>
                </a:cubicBezTo>
                <a:cubicBezTo>
                  <a:pt x="610988" y="121280"/>
                  <a:pt x="609281" y="115973"/>
                  <a:pt x="609281" y="109203"/>
                </a:cubicBezTo>
                <a:cubicBezTo>
                  <a:pt x="609281" y="100254"/>
                  <a:pt x="612121" y="93914"/>
                  <a:pt x="617800" y="90185"/>
                </a:cubicBezTo>
                <a:cubicBezTo>
                  <a:pt x="623939" y="86112"/>
                  <a:pt x="636302" y="82440"/>
                  <a:pt x="654890" y="79170"/>
                </a:cubicBezTo>
                <a:cubicBezTo>
                  <a:pt x="654890" y="70049"/>
                  <a:pt x="652481" y="63939"/>
                  <a:pt x="647661" y="60841"/>
                </a:cubicBezTo>
                <a:cubicBezTo>
                  <a:pt x="644736" y="58947"/>
                  <a:pt x="641236" y="58001"/>
                  <a:pt x="637163" y="58001"/>
                </a:cubicBezTo>
                <a:cubicBezTo>
                  <a:pt x="632688" y="58001"/>
                  <a:pt x="629160" y="58919"/>
                  <a:pt x="626578" y="60755"/>
                </a:cubicBezTo>
                <a:lnTo>
                  <a:pt x="623308" y="68758"/>
                </a:lnTo>
                <a:lnTo>
                  <a:pt x="622189" y="69360"/>
                </a:lnTo>
                <a:lnTo>
                  <a:pt x="617800" y="68327"/>
                </a:lnTo>
                <a:lnTo>
                  <a:pt x="617198" y="67123"/>
                </a:lnTo>
                <a:lnTo>
                  <a:pt x="617628" y="56968"/>
                </a:lnTo>
                <a:cubicBezTo>
                  <a:pt x="627094" y="49969"/>
                  <a:pt x="634208" y="46011"/>
                  <a:pt x="638970" y="45093"/>
                </a:cubicBezTo>
                <a:cubicBezTo>
                  <a:pt x="640978" y="44691"/>
                  <a:pt x="643588" y="44490"/>
                  <a:pt x="646801" y="44490"/>
                </a:cubicBezTo>
                <a:cubicBezTo>
                  <a:pt x="658103" y="44490"/>
                  <a:pt x="666163" y="47445"/>
                  <a:pt x="670982" y="53354"/>
                </a:cubicBezTo>
                <a:cubicBezTo>
                  <a:pt x="674482" y="57657"/>
                  <a:pt x="676232" y="64254"/>
                  <a:pt x="676232" y="73147"/>
                </a:cubicBezTo>
                <a:cubicBezTo>
                  <a:pt x="676232" y="75327"/>
                  <a:pt x="676146" y="78826"/>
                  <a:pt x="675973" y="83645"/>
                </a:cubicBezTo>
                <a:cubicBezTo>
                  <a:pt x="675687" y="91677"/>
                  <a:pt x="675543" y="97041"/>
                  <a:pt x="675543" y="99737"/>
                </a:cubicBezTo>
                <a:cubicBezTo>
                  <a:pt x="675543" y="108400"/>
                  <a:pt x="675687" y="113922"/>
                  <a:pt x="675973" y="116303"/>
                </a:cubicBezTo>
                <a:cubicBezTo>
                  <a:pt x="676260" y="118684"/>
                  <a:pt x="676934" y="120190"/>
                  <a:pt x="677996" y="120821"/>
                </a:cubicBezTo>
                <a:cubicBezTo>
                  <a:pt x="679057" y="121452"/>
                  <a:pt x="681596" y="121825"/>
                  <a:pt x="685612" y="121940"/>
                </a:cubicBezTo>
                <a:lnTo>
                  <a:pt x="686472" y="122886"/>
                </a:lnTo>
                <a:lnTo>
                  <a:pt x="686472" y="127705"/>
                </a:lnTo>
                <a:moveTo>
                  <a:pt x="654890" y="107654"/>
                </a:moveTo>
                <a:lnTo>
                  <a:pt x="654890" y="86485"/>
                </a:lnTo>
                <a:cubicBezTo>
                  <a:pt x="645424" y="88550"/>
                  <a:pt x="639042" y="90773"/>
                  <a:pt x="635743" y="93154"/>
                </a:cubicBezTo>
                <a:cubicBezTo>
                  <a:pt x="632444" y="95535"/>
                  <a:pt x="630795" y="99164"/>
                  <a:pt x="630795" y="104040"/>
                </a:cubicBezTo>
                <a:cubicBezTo>
                  <a:pt x="630795" y="111842"/>
                  <a:pt x="634208" y="115744"/>
                  <a:pt x="641035" y="115744"/>
                </a:cubicBezTo>
                <a:cubicBezTo>
                  <a:pt x="646830" y="115744"/>
                  <a:pt x="651448" y="113047"/>
                  <a:pt x="654890" y="107654"/>
                </a:cubicBezTo>
                <a:moveTo>
                  <a:pt x="648006" y="40618"/>
                </a:moveTo>
                <a:lnTo>
                  <a:pt x="648006" y="40618"/>
                </a:lnTo>
                <a:moveTo>
                  <a:pt x="648006" y="134934"/>
                </a:moveTo>
                <a:lnTo>
                  <a:pt x="648006" y="134934"/>
                </a:lnTo>
                <a:close/>
                <a:moveTo>
                  <a:pt x="748358" y="116948"/>
                </a:moveTo>
                <a:cubicBezTo>
                  <a:pt x="747956" y="117407"/>
                  <a:pt x="746723" y="118612"/>
                  <a:pt x="744658" y="120563"/>
                </a:cubicBezTo>
                <a:cubicBezTo>
                  <a:pt x="741273" y="123775"/>
                  <a:pt x="738376" y="126701"/>
                  <a:pt x="735966" y="129340"/>
                </a:cubicBezTo>
                <a:cubicBezTo>
                  <a:pt x="733155" y="130258"/>
                  <a:pt x="730315" y="130717"/>
                  <a:pt x="727447" y="130717"/>
                </a:cubicBezTo>
                <a:cubicBezTo>
                  <a:pt x="719472" y="130717"/>
                  <a:pt x="713649" y="128394"/>
                  <a:pt x="709977" y="123747"/>
                </a:cubicBezTo>
                <a:cubicBezTo>
                  <a:pt x="708429" y="121739"/>
                  <a:pt x="707396" y="119415"/>
                  <a:pt x="706880" y="116776"/>
                </a:cubicBezTo>
                <a:cubicBezTo>
                  <a:pt x="706306" y="113621"/>
                  <a:pt x="706048" y="109490"/>
                  <a:pt x="706105" y="104384"/>
                </a:cubicBezTo>
                <a:lnTo>
                  <a:pt x="706363" y="83817"/>
                </a:lnTo>
                <a:lnTo>
                  <a:pt x="706363" y="62304"/>
                </a:lnTo>
                <a:lnTo>
                  <a:pt x="704040" y="62304"/>
                </a:lnTo>
                <a:lnTo>
                  <a:pt x="699479" y="62476"/>
                </a:lnTo>
                <a:lnTo>
                  <a:pt x="695951" y="62476"/>
                </a:lnTo>
                <a:lnTo>
                  <a:pt x="695004" y="61701"/>
                </a:lnTo>
                <a:lnTo>
                  <a:pt x="695004" y="59464"/>
                </a:lnTo>
                <a:lnTo>
                  <a:pt x="695692" y="58173"/>
                </a:lnTo>
                <a:cubicBezTo>
                  <a:pt x="696725" y="57485"/>
                  <a:pt x="698331" y="56452"/>
                  <a:pt x="700511" y="55075"/>
                </a:cubicBezTo>
                <a:cubicBezTo>
                  <a:pt x="703093" y="53469"/>
                  <a:pt x="705044" y="52120"/>
                  <a:pt x="706363" y="51030"/>
                </a:cubicBezTo>
                <a:lnTo>
                  <a:pt x="706363" y="39327"/>
                </a:lnTo>
                <a:cubicBezTo>
                  <a:pt x="706363" y="34451"/>
                  <a:pt x="706134" y="29287"/>
                  <a:pt x="705675" y="23837"/>
                </a:cubicBezTo>
                <a:cubicBezTo>
                  <a:pt x="709977" y="22460"/>
                  <a:pt x="713463" y="21241"/>
                  <a:pt x="716130" y="20180"/>
                </a:cubicBezTo>
                <a:cubicBezTo>
                  <a:pt x="718798" y="19118"/>
                  <a:pt x="722570" y="17383"/>
                  <a:pt x="727447" y="14974"/>
                </a:cubicBezTo>
                <a:lnTo>
                  <a:pt x="729684" y="16695"/>
                </a:lnTo>
                <a:cubicBezTo>
                  <a:pt x="728996" y="23808"/>
                  <a:pt x="728508" y="30177"/>
                  <a:pt x="728221" y="35799"/>
                </a:cubicBezTo>
                <a:lnTo>
                  <a:pt x="727447" y="50686"/>
                </a:lnTo>
                <a:lnTo>
                  <a:pt x="730286" y="50686"/>
                </a:lnTo>
                <a:cubicBezTo>
                  <a:pt x="736540" y="50686"/>
                  <a:pt x="741932" y="50485"/>
                  <a:pt x="746465" y="50084"/>
                </a:cubicBezTo>
                <a:lnTo>
                  <a:pt x="747411" y="51030"/>
                </a:lnTo>
                <a:lnTo>
                  <a:pt x="746207" y="61099"/>
                </a:lnTo>
                <a:lnTo>
                  <a:pt x="745346" y="61959"/>
                </a:lnTo>
                <a:lnTo>
                  <a:pt x="727447" y="61959"/>
                </a:lnTo>
                <a:lnTo>
                  <a:pt x="727447" y="91132"/>
                </a:lnTo>
                <a:cubicBezTo>
                  <a:pt x="727447" y="100483"/>
                  <a:pt x="727561" y="105991"/>
                  <a:pt x="727791" y="107654"/>
                </a:cubicBezTo>
                <a:cubicBezTo>
                  <a:pt x="728078" y="110064"/>
                  <a:pt x="729096" y="112015"/>
                  <a:pt x="730846" y="113506"/>
                </a:cubicBezTo>
                <a:cubicBezTo>
                  <a:pt x="732596" y="114998"/>
                  <a:pt x="734962" y="115744"/>
                  <a:pt x="737945" y="115744"/>
                </a:cubicBezTo>
                <a:cubicBezTo>
                  <a:pt x="740297" y="115744"/>
                  <a:pt x="743137" y="115113"/>
                  <a:pt x="746465" y="113850"/>
                </a:cubicBezTo>
                <a:lnTo>
                  <a:pt x="748358" y="116948"/>
                </a:lnTo>
                <a:close/>
                <a:moveTo>
                  <a:pt x="791642" y="15662"/>
                </a:moveTo>
                <a:cubicBezTo>
                  <a:pt x="791642" y="19334"/>
                  <a:pt x="790351" y="22475"/>
                  <a:pt x="787770" y="25085"/>
                </a:cubicBezTo>
                <a:cubicBezTo>
                  <a:pt x="785188" y="27695"/>
                  <a:pt x="782090" y="29000"/>
                  <a:pt x="778476" y="29000"/>
                </a:cubicBezTo>
                <a:cubicBezTo>
                  <a:pt x="774804" y="29000"/>
                  <a:pt x="771677" y="27695"/>
                  <a:pt x="769096" y="25085"/>
                </a:cubicBezTo>
                <a:cubicBezTo>
                  <a:pt x="766514" y="22475"/>
                  <a:pt x="765223" y="19334"/>
                  <a:pt x="765223" y="15662"/>
                </a:cubicBezTo>
                <a:cubicBezTo>
                  <a:pt x="765223" y="11876"/>
                  <a:pt x="766528" y="8692"/>
                  <a:pt x="769139" y="6110"/>
                </a:cubicBezTo>
                <a:cubicBezTo>
                  <a:pt x="771749" y="3528"/>
                  <a:pt x="774861" y="2237"/>
                  <a:pt x="778476" y="2237"/>
                </a:cubicBezTo>
                <a:cubicBezTo>
                  <a:pt x="782033" y="2237"/>
                  <a:pt x="785116" y="3528"/>
                  <a:pt x="787727" y="6110"/>
                </a:cubicBezTo>
                <a:cubicBezTo>
                  <a:pt x="790337" y="8692"/>
                  <a:pt x="791642" y="11876"/>
                  <a:pt x="791642" y="15662"/>
                </a:cubicBezTo>
                <a:moveTo>
                  <a:pt x="803518" y="127963"/>
                </a:moveTo>
                <a:lnTo>
                  <a:pt x="802657" y="128824"/>
                </a:lnTo>
                <a:cubicBezTo>
                  <a:pt x="797207" y="128422"/>
                  <a:pt x="789347" y="128222"/>
                  <a:pt x="779078" y="128222"/>
                </a:cubicBezTo>
                <a:cubicBezTo>
                  <a:pt x="768809" y="128222"/>
                  <a:pt x="760978" y="128422"/>
                  <a:pt x="755585" y="128824"/>
                </a:cubicBezTo>
                <a:lnTo>
                  <a:pt x="754725" y="127963"/>
                </a:lnTo>
                <a:lnTo>
                  <a:pt x="754725" y="122714"/>
                </a:lnTo>
                <a:lnTo>
                  <a:pt x="755585" y="121853"/>
                </a:lnTo>
                <a:cubicBezTo>
                  <a:pt x="761093" y="121681"/>
                  <a:pt x="764506" y="121251"/>
                  <a:pt x="765826" y="120563"/>
                </a:cubicBezTo>
                <a:cubicBezTo>
                  <a:pt x="766973" y="120046"/>
                  <a:pt x="767604" y="118669"/>
                  <a:pt x="767719" y="116432"/>
                </a:cubicBezTo>
                <a:cubicBezTo>
                  <a:pt x="768120" y="108974"/>
                  <a:pt x="768321" y="100971"/>
                  <a:pt x="768321" y="92423"/>
                </a:cubicBezTo>
                <a:lnTo>
                  <a:pt x="768321" y="80117"/>
                </a:lnTo>
                <a:cubicBezTo>
                  <a:pt x="768321" y="68987"/>
                  <a:pt x="767891" y="62390"/>
                  <a:pt x="767030" y="60324"/>
                </a:cubicBezTo>
                <a:cubicBezTo>
                  <a:pt x="766571" y="59177"/>
                  <a:pt x="765338" y="58460"/>
                  <a:pt x="763330" y="58173"/>
                </a:cubicBezTo>
                <a:cubicBezTo>
                  <a:pt x="762642" y="58058"/>
                  <a:pt x="760146" y="57915"/>
                  <a:pt x="755843" y="57743"/>
                </a:cubicBezTo>
                <a:lnTo>
                  <a:pt x="754983" y="56882"/>
                </a:lnTo>
                <a:lnTo>
                  <a:pt x="754983" y="52063"/>
                </a:lnTo>
                <a:lnTo>
                  <a:pt x="755843" y="51117"/>
                </a:lnTo>
                <a:cubicBezTo>
                  <a:pt x="766858" y="50141"/>
                  <a:pt x="777959" y="47760"/>
                  <a:pt x="789146" y="43974"/>
                </a:cubicBezTo>
                <a:lnTo>
                  <a:pt x="790954" y="45093"/>
                </a:lnTo>
                <a:cubicBezTo>
                  <a:pt x="790208" y="55534"/>
                  <a:pt x="789835" y="64340"/>
                  <a:pt x="789835" y="71511"/>
                </a:cubicBezTo>
                <a:lnTo>
                  <a:pt x="789835" y="98963"/>
                </a:lnTo>
                <a:cubicBezTo>
                  <a:pt x="789835" y="103151"/>
                  <a:pt x="790036" y="108974"/>
                  <a:pt x="790437" y="116432"/>
                </a:cubicBezTo>
                <a:cubicBezTo>
                  <a:pt x="790552" y="118669"/>
                  <a:pt x="791183" y="120046"/>
                  <a:pt x="792330" y="120563"/>
                </a:cubicBezTo>
                <a:cubicBezTo>
                  <a:pt x="793650" y="121251"/>
                  <a:pt x="797063" y="121681"/>
                  <a:pt x="802571" y="121853"/>
                </a:cubicBezTo>
                <a:lnTo>
                  <a:pt x="803518" y="122714"/>
                </a:lnTo>
                <a:lnTo>
                  <a:pt x="803518" y="127963"/>
                </a:lnTo>
                <a:moveTo>
                  <a:pt x="779078" y="134934"/>
                </a:moveTo>
                <a:lnTo>
                  <a:pt x="779078" y="134934"/>
                </a:lnTo>
                <a:close/>
                <a:moveTo>
                  <a:pt x="897971" y="85538"/>
                </a:moveTo>
                <a:cubicBezTo>
                  <a:pt x="897971" y="105847"/>
                  <a:pt x="891144" y="119587"/>
                  <a:pt x="877490" y="126759"/>
                </a:cubicBezTo>
                <a:cubicBezTo>
                  <a:pt x="870835" y="130258"/>
                  <a:pt x="863234" y="132008"/>
                  <a:pt x="854686" y="132008"/>
                </a:cubicBezTo>
                <a:cubicBezTo>
                  <a:pt x="841491" y="132008"/>
                  <a:pt x="831437" y="128193"/>
                  <a:pt x="824524" y="120563"/>
                </a:cubicBezTo>
                <a:cubicBezTo>
                  <a:pt x="817610" y="112932"/>
                  <a:pt x="814154" y="102004"/>
                  <a:pt x="814154" y="87776"/>
                </a:cubicBezTo>
                <a:cubicBezTo>
                  <a:pt x="814154" y="68098"/>
                  <a:pt x="820866" y="54989"/>
                  <a:pt x="834291" y="48449"/>
                </a:cubicBezTo>
                <a:cubicBezTo>
                  <a:pt x="840888" y="45236"/>
                  <a:pt x="848547" y="43630"/>
                  <a:pt x="857267" y="43630"/>
                </a:cubicBezTo>
                <a:cubicBezTo>
                  <a:pt x="875568" y="43630"/>
                  <a:pt x="887702" y="49969"/>
                  <a:pt x="893668" y="62648"/>
                </a:cubicBezTo>
                <a:cubicBezTo>
                  <a:pt x="896537" y="68729"/>
                  <a:pt x="897971" y="76359"/>
                  <a:pt x="897971" y="85538"/>
                </a:cubicBezTo>
                <a:moveTo>
                  <a:pt x="874134" y="92595"/>
                </a:moveTo>
                <a:cubicBezTo>
                  <a:pt x="874134" y="78310"/>
                  <a:pt x="872571" y="68084"/>
                  <a:pt x="869444" y="61916"/>
                </a:cubicBezTo>
                <a:cubicBezTo>
                  <a:pt x="866317" y="55749"/>
                  <a:pt x="861541" y="52665"/>
                  <a:pt x="855116" y="52665"/>
                </a:cubicBezTo>
                <a:cubicBezTo>
                  <a:pt x="843699" y="52665"/>
                  <a:pt x="837991" y="62963"/>
                  <a:pt x="837991" y="83559"/>
                </a:cubicBezTo>
                <a:cubicBezTo>
                  <a:pt x="837991" y="110007"/>
                  <a:pt x="844388" y="123230"/>
                  <a:pt x="857181" y="123230"/>
                </a:cubicBezTo>
                <a:cubicBezTo>
                  <a:pt x="865156" y="123230"/>
                  <a:pt x="870233" y="118842"/>
                  <a:pt x="872413" y="110064"/>
                </a:cubicBezTo>
                <a:cubicBezTo>
                  <a:pt x="873560" y="105474"/>
                  <a:pt x="874134" y="99651"/>
                  <a:pt x="874134" y="92595"/>
                </a:cubicBezTo>
                <a:moveTo>
                  <a:pt x="856923" y="134934"/>
                </a:moveTo>
                <a:lnTo>
                  <a:pt x="856923" y="134934"/>
                </a:lnTo>
                <a:moveTo>
                  <a:pt x="856923" y="40618"/>
                </a:moveTo>
                <a:lnTo>
                  <a:pt x="856923" y="40618"/>
                </a:lnTo>
                <a:close/>
                <a:moveTo>
                  <a:pt x="1008955" y="127877"/>
                </a:moveTo>
                <a:lnTo>
                  <a:pt x="1008094" y="128824"/>
                </a:lnTo>
                <a:cubicBezTo>
                  <a:pt x="1001784" y="128422"/>
                  <a:pt x="996448" y="128222"/>
                  <a:pt x="992088" y="128222"/>
                </a:cubicBezTo>
                <a:cubicBezTo>
                  <a:pt x="988072" y="128222"/>
                  <a:pt x="982221" y="128422"/>
                  <a:pt x="974533" y="128824"/>
                </a:cubicBezTo>
                <a:lnTo>
                  <a:pt x="973672" y="127963"/>
                </a:lnTo>
                <a:cubicBezTo>
                  <a:pt x="974705" y="115170"/>
                  <a:pt x="975221" y="105302"/>
                  <a:pt x="975221" y="98361"/>
                </a:cubicBezTo>
                <a:lnTo>
                  <a:pt x="975221" y="81494"/>
                </a:lnTo>
                <a:cubicBezTo>
                  <a:pt x="975221" y="67496"/>
                  <a:pt x="970173" y="60496"/>
                  <a:pt x="960076" y="60496"/>
                </a:cubicBezTo>
                <a:cubicBezTo>
                  <a:pt x="954798" y="60496"/>
                  <a:pt x="950667" y="62304"/>
                  <a:pt x="947684" y="65918"/>
                </a:cubicBezTo>
                <a:cubicBezTo>
                  <a:pt x="945160" y="68959"/>
                  <a:pt x="943897" y="72028"/>
                  <a:pt x="943897" y="75126"/>
                </a:cubicBezTo>
                <a:lnTo>
                  <a:pt x="943897" y="91218"/>
                </a:lnTo>
                <a:cubicBezTo>
                  <a:pt x="943897" y="106077"/>
                  <a:pt x="944270" y="115199"/>
                  <a:pt x="945016" y="118583"/>
                </a:cubicBezTo>
                <a:cubicBezTo>
                  <a:pt x="945475" y="120591"/>
                  <a:pt x="948803" y="121653"/>
                  <a:pt x="954999" y="121767"/>
                </a:cubicBezTo>
                <a:lnTo>
                  <a:pt x="955859" y="122628"/>
                </a:lnTo>
                <a:lnTo>
                  <a:pt x="955859" y="127877"/>
                </a:lnTo>
                <a:lnTo>
                  <a:pt x="954999" y="128738"/>
                </a:lnTo>
                <a:cubicBezTo>
                  <a:pt x="950122" y="128394"/>
                  <a:pt x="942836" y="128222"/>
                  <a:pt x="933141" y="128222"/>
                </a:cubicBezTo>
                <a:cubicBezTo>
                  <a:pt x="922871" y="128222"/>
                  <a:pt x="915040" y="128422"/>
                  <a:pt x="909648" y="128824"/>
                </a:cubicBezTo>
                <a:lnTo>
                  <a:pt x="908787" y="127963"/>
                </a:lnTo>
                <a:lnTo>
                  <a:pt x="908787" y="122714"/>
                </a:lnTo>
                <a:lnTo>
                  <a:pt x="909648" y="121853"/>
                </a:lnTo>
                <a:cubicBezTo>
                  <a:pt x="915155" y="121681"/>
                  <a:pt x="918569" y="121251"/>
                  <a:pt x="919888" y="120563"/>
                </a:cubicBezTo>
                <a:cubicBezTo>
                  <a:pt x="921036" y="120046"/>
                  <a:pt x="921667" y="118669"/>
                  <a:pt x="921781" y="116432"/>
                </a:cubicBezTo>
                <a:cubicBezTo>
                  <a:pt x="922183" y="108974"/>
                  <a:pt x="922384" y="100971"/>
                  <a:pt x="922384" y="92423"/>
                </a:cubicBezTo>
                <a:lnTo>
                  <a:pt x="922384" y="80117"/>
                </a:lnTo>
                <a:cubicBezTo>
                  <a:pt x="922384" y="68643"/>
                  <a:pt x="921954" y="62045"/>
                  <a:pt x="921093" y="60324"/>
                </a:cubicBezTo>
                <a:cubicBezTo>
                  <a:pt x="920519" y="59177"/>
                  <a:pt x="919286" y="58460"/>
                  <a:pt x="917393" y="58173"/>
                </a:cubicBezTo>
                <a:cubicBezTo>
                  <a:pt x="916704" y="58058"/>
                  <a:pt x="914209" y="57915"/>
                  <a:pt x="909906" y="57743"/>
                </a:cubicBezTo>
                <a:lnTo>
                  <a:pt x="909045" y="56882"/>
                </a:lnTo>
                <a:lnTo>
                  <a:pt x="909045" y="52063"/>
                </a:lnTo>
                <a:lnTo>
                  <a:pt x="909906" y="51117"/>
                </a:lnTo>
                <a:cubicBezTo>
                  <a:pt x="920232" y="50141"/>
                  <a:pt x="931104" y="47760"/>
                  <a:pt x="942521" y="43974"/>
                </a:cubicBezTo>
                <a:lnTo>
                  <a:pt x="944414" y="45093"/>
                </a:lnTo>
                <a:lnTo>
                  <a:pt x="944242" y="59550"/>
                </a:lnTo>
                <a:lnTo>
                  <a:pt x="959043" y="47158"/>
                </a:lnTo>
                <a:cubicBezTo>
                  <a:pt x="962830" y="45609"/>
                  <a:pt x="966989" y="44835"/>
                  <a:pt x="971521" y="44835"/>
                </a:cubicBezTo>
                <a:cubicBezTo>
                  <a:pt x="980643" y="44835"/>
                  <a:pt x="987470" y="47588"/>
                  <a:pt x="992002" y="53096"/>
                </a:cubicBezTo>
                <a:cubicBezTo>
                  <a:pt x="995674" y="57571"/>
                  <a:pt x="997510" y="64139"/>
                  <a:pt x="997510" y="72802"/>
                </a:cubicBezTo>
                <a:cubicBezTo>
                  <a:pt x="997510" y="73778"/>
                  <a:pt x="997395" y="77765"/>
                  <a:pt x="997165" y="84764"/>
                </a:cubicBezTo>
                <a:cubicBezTo>
                  <a:pt x="996936" y="91763"/>
                  <a:pt x="996821" y="96754"/>
                  <a:pt x="996821" y="99737"/>
                </a:cubicBezTo>
                <a:cubicBezTo>
                  <a:pt x="996821" y="108400"/>
                  <a:pt x="996965" y="113922"/>
                  <a:pt x="997251" y="116303"/>
                </a:cubicBezTo>
                <a:cubicBezTo>
                  <a:pt x="997538" y="118684"/>
                  <a:pt x="998198" y="120190"/>
                  <a:pt x="999231" y="120821"/>
                </a:cubicBezTo>
                <a:cubicBezTo>
                  <a:pt x="1000263" y="121452"/>
                  <a:pt x="1003247" y="121825"/>
                  <a:pt x="1008180" y="121940"/>
                </a:cubicBezTo>
                <a:lnTo>
                  <a:pt x="1008955" y="122800"/>
                </a:lnTo>
                <a:lnTo>
                  <a:pt x="1008955" y="12787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Ph-I-②">
            <a:extLst xmlns:a="http://schemas.openxmlformats.org/drawingml/2006/main">
              <a:ext uri="{FF2B5EF4-FFF2-40B4-BE49-F238E27FC236}">
                <a16:creationId xmlns:a16="http://schemas.microsoft.com/office/drawing/2014/main" id="{3650B8A0-5E5F-49CF-9456-5E37DF7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14" y="787072"/>
            <a:ext cx="598178" cy="194398"/>
          </a:xfrm>
          <a:custGeom xmlns:a="http://schemas.openxmlformats.org/drawingml/2006/main">
            <a:pathLst>
              <a:path w="598178" h="194398">
                <a:moveTo>
                  <a:pt x="97586" y="61443"/>
                </a:moveTo>
                <a:cubicBezTo>
                  <a:pt x="97586" y="73261"/>
                  <a:pt x="93556" y="82483"/>
                  <a:pt x="85495" y="89110"/>
                </a:cubicBezTo>
                <a:cubicBezTo>
                  <a:pt x="77435" y="95736"/>
                  <a:pt x="68327" y="99049"/>
                  <a:pt x="58173" y="99049"/>
                </a:cubicBezTo>
                <a:cubicBezTo>
                  <a:pt x="54731" y="99049"/>
                  <a:pt x="51260" y="98647"/>
                  <a:pt x="47760" y="97844"/>
                </a:cubicBezTo>
                <a:cubicBezTo>
                  <a:pt x="47244" y="96295"/>
                  <a:pt x="46240" y="94230"/>
                  <a:pt x="44748" y="91648"/>
                </a:cubicBezTo>
                <a:lnTo>
                  <a:pt x="46556" y="89755"/>
                </a:lnTo>
                <a:cubicBezTo>
                  <a:pt x="48965" y="90558"/>
                  <a:pt x="51174" y="90960"/>
                  <a:pt x="53182" y="90960"/>
                </a:cubicBezTo>
                <a:cubicBezTo>
                  <a:pt x="58976" y="90960"/>
                  <a:pt x="63623" y="88909"/>
                  <a:pt x="67123" y="84807"/>
                </a:cubicBezTo>
                <a:cubicBezTo>
                  <a:pt x="70622" y="80705"/>
                  <a:pt x="72372" y="74954"/>
                  <a:pt x="72372" y="67553"/>
                </a:cubicBezTo>
                <a:cubicBezTo>
                  <a:pt x="72372" y="51547"/>
                  <a:pt x="65172" y="43544"/>
                  <a:pt x="50772" y="43544"/>
                </a:cubicBezTo>
                <a:cubicBezTo>
                  <a:pt x="49051" y="43544"/>
                  <a:pt x="45609" y="43888"/>
                  <a:pt x="40446" y="44576"/>
                </a:cubicBezTo>
                <a:cubicBezTo>
                  <a:pt x="39929" y="45953"/>
                  <a:pt x="39671" y="55333"/>
                  <a:pt x="39671" y="72716"/>
                </a:cubicBezTo>
                <a:lnTo>
                  <a:pt x="39671" y="118239"/>
                </a:lnTo>
                <a:cubicBezTo>
                  <a:pt x="39671" y="131893"/>
                  <a:pt x="40044" y="140786"/>
                  <a:pt x="40790" y="144916"/>
                </a:cubicBezTo>
                <a:cubicBezTo>
                  <a:pt x="41077" y="146580"/>
                  <a:pt x="42052" y="147641"/>
                  <a:pt x="43716" y="148100"/>
                </a:cubicBezTo>
                <a:cubicBezTo>
                  <a:pt x="44232" y="148215"/>
                  <a:pt x="48162" y="148502"/>
                  <a:pt x="55505" y="148961"/>
                </a:cubicBezTo>
                <a:lnTo>
                  <a:pt x="56452" y="149907"/>
                </a:lnTo>
                <a:lnTo>
                  <a:pt x="56452" y="155587"/>
                </a:lnTo>
                <a:lnTo>
                  <a:pt x="55591" y="156447"/>
                </a:lnTo>
                <a:cubicBezTo>
                  <a:pt x="47732" y="156103"/>
                  <a:pt x="38323" y="155931"/>
                  <a:pt x="27365" y="155931"/>
                </a:cubicBezTo>
                <a:cubicBezTo>
                  <a:pt x="15031" y="155931"/>
                  <a:pt x="6196" y="156103"/>
                  <a:pt x="861" y="156447"/>
                </a:cubicBezTo>
                <a:lnTo>
                  <a:pt x="0" y="155673"/>
                </a:lnTo>
                <a:lnTo>
                  <a:pt x="0" y="149907"/>
                </a:lnTo>
                <a:lnTo>
                  <a:pt x="947" y="148961"/>
                </a:lnTo>
                <a:cubicBezTo>
                  <a:pt x="6741" y="148617"/>
                  <a:pt x="10068" y="148330"/>
                  <a:pt x="10929" y="148100"/>
                </a:cubicBezTo>
                <a:cubicBezTo>
                  <a:pt x="12593" y="147641"/>
                  <a:pt x="13568" y="146580"/>
                  <a:pt x="13855" y="144916"/>
                </a:cubicBezTo>
                <a:cubicBezTo>
                  <a:pt x="14601" y="140786"/>
                  <a:pt x="14974" y="131893"/>
                  <a:pt x="14974" y="118239"/>
                </a:cubicBezTo>
                <a:lnTo>
                  <a:pt x="14974" y="72716"/>
                </a:lnTo>
                <a:cubicBezTo>
                  <a:pt x="14974" y="59062"/>
                  <a:pt x="14601" y="50170"/>
                  <a:pt x="13855" y="46039"/>
                </a:cubicBezTo>
                <a:cubicBezTo>
                  <a:pt x="13568" y="44376"/>
                  <a:pt x="12593" y="43314"/>
                  <a:pt x="10929" y="42855"/>
                </a:cubicBezTo>
                <a:cubicBezTo>
                  <a:pt x="10068" y="42626"/>
                  <a:pt x="6712" y="42339"/>
                  <a:pt x="861" y="41995"/>
                </a:cubicBezTo>
                <a:lnTo>
                  <a:pt x="0" y="41048"/>
                </a:lnTo>
                <a:lnTo>
                  <a:pt x="0" y="35368"/>
                </a:lnTo>
                <a:lnTo>
                  <a:pt x="947" y="34508"/>
                </a:lnTo>
                <a:cubicBezTo>
                  <a:pt x="6569" y="34852"/>
                  <a:pt x="15203" y="35024"/>
                  <a:pt x="26849" y="35024"/>
                </a:cubicBezTo>
                <a:cubicBezTo>
                  <a:pt x="31668" y="35024"/>
                  <a:pt x="38610" y="34938"/>
                  <a:pt x="47674" y="34766"/>
                </a:cubicBezTo>
                <a:cubicBezTo>
                  <a:pt x="56739" y="34594"/>
                  <a:pt x="61959" y="34508"/>
                  <a:pt x="63336" y="34508"/>
                </a:cubicBezTo>
                <a:cubicBezTo>
                  <a:pt x="79056" y="34508"/>
                  <a:pt x="89267" y="38495"/>
                  <a:pt x="93972" y="46470"/>
                </a:cubicBezTo>
                <a:cubicBezTo>
                  <a:pt x="96381" y="50600"/>
                  <a:pt x="97586" y="55591"/>
                  <a:pt x="97586" y="61443"/>
                </a:cubicBezTo>
                <a:close/>
                <a:moveTo>
                  <a:pt x="205396" y="155587"/>
                </a:moveTo>
                <a:lnTo>
                  <a:pt x="204535" y="156534"/>
                </a:lnTo>
                <a:cubicBezTo>
                  <a:pt x="198224" y="156132"/>
                  <a:pt x="192889" y="155931"/>
                  <a:pt x="188529" y="155931"/>
                </a:cubicBezTo>
                <a:cubicBezTo>
                  <a:pt x="184513" y="155931"/>
                  <a:pt x="178661" y="156132"/>
                  <a:pt x="170974" y="156534"/>
                </a:cubicBezTo>
                <a:lnTo>
                  <a:pt x="170113" y="155673"/>
                </a:lnTo>
                <a:cubicBezTo>
                  <a:pt x="171146" y="142880"/>
                  <a:pt x="171662" y="133012"/>
                  <a:pt x="171662" y="126070"/>
                </a:cubicBezTo>
                <a:lnTo>
                  <a:pt x="171662" y="109203"/>
                </a:lnTo>
                <a:cubicBezTo>
                  <a:pt x="171662" y="95205"/>
                  <a:pt x="166614" y="88206"/>
                  <a:pt x="156517" y="88206"/>
                </a:cubicBezTo>
                <a:cubicBezTo>
                  <a:pt x="151124" y="88206"/>
                  <a:pt x="146936" y="90071"/>
                  <a:pt x="143953" y="93800"/>
                </a:cubicBezTo>
                <a:cubicBezTo>
                  <a:pt x="141543" y="96783"/>
                  <a:pt x="140338" y="100627"/>
                  <a:pt x="140338" y="105331"/>
                </a:cubicBezTo>
                <a:lnTo>
                  <a:pt x="140338" y="115485"/>
                </a:lnTo>
                <a:cubicBezTo>
                  <a:pt x="140338" y="127132"/>
                  <a:pt x="140539" y="136684"/>
                  <a:pt x="140941" y="144142"/>
                </a:cubicBezTo>
                <a:cubicBezTo>
                  <a:pt x="141055" y="146379"/>
                  <a:pt x="141686" y="147756"/>
                  <a:pt x="142834" y="148272"/>
                </a:cubicBezTo>
                <a:cubicBezTo>
                  <a:pt x="144153" y="148961"/>
                  <a:pt x="147567" y="149391"/>
                  <a:pt x="153074" y="149563"/>
                </a:cubicBezTo>
                <a:lnTo>
                  <a:pt x="154021" y="150424"/>
                </a:lnTo>
                <a:lnTo>
                  <a:pt x="154021" y="155673"/>
                </a:lnTo>
                <a:lnTo>
                  <a:pt x="153160" y="156534"/>
                </a:lnTo>
                <a:cubicBezTo>
                  <a:pt x="147710" y="156132"/>
                  <a:pt x="139851" y="155931"/>
                  <a:pt x="129581" y="155931"/>
                </a:cubicBezTo>
                <a:cubicBezTo>
                  <a:pt x="119312" y="155931"/>
                  <a:pt x="111481" y="156132"/>
                  <a:pt x="106088" y="156534"/>
                </a:cubicBezTo>
                <a:lnTo>
                  <a:pt x="105228" y="155673"/>
                </a:lnTo>
                <a:lnTo>
                  <a:pt x="105228" y="150424"/>
                </a:lnTo>
                <a:lnTo>
                  <a:pt x="106088" y="149563"/>
                </a:lnTo>
                <a:cubicBezTo>
                  <a:pt x="111596" y="149391"/>
                  <a:pt x="115009" y="148961"/>
                  <a:pt x="116329" y="148272"/>
                </a:cubicBezTo>
                <a:cubicBezTo>
                  <a:pt x="117476" y="147756"/>
                  <a:pt x="118107" y="146379"/>
                  <a:pt x="118222" y="144142"/>
                </a:cubicBezTo>
                <a:cubicBezTo>
                  <a:pt x="118624" y="136684"/>
                  <a:pt x="118825" y="123632"/>
                  <a:pt x="118825" y="104987"/>
                </a:cubicBezTo>
                <a:lnTo>
                  <a:pt x="118825" y="76158"/>
                </a:lnTo>
                <a:cubicBezTo>
                  <a:pt x="118825" y="64111"/>
                  <a:pt x="118624" y="54358"/>
                  <a:pt x="118222" y="46900"/>
                </a:cubicBezTo>
                <a:cubicBezTo>
                  <a:pt x="118107" y="44777"/>
                  <a:pt x="117476" y="43386"/>
                  <a:pt x="116329" y="42726"/>
                </a:cubicBezTo>
                <a:cubicBezTo>
                  <a:pt x="115182" y="42066"/>
                  <a:pt x="111854" y="41650"/>
                  <a:pt x="106347" y="41478"/>
                </a:cubicBezTo>
                <a:lnTo>
                  <a:pt x="105486" y="40532"/>
                </a:lnTo>
                <a:lnTo>
                  <a:pt x="105486" y="35799"/>
                </a:lnTo>
                <a:lnTo>
                  <a:pt x="106347" y="34852"/>
                </a:lnTo>
                <a:cubicBezTo>
                  <a:pt x="117419" y="33647"/>
                  <a:pt x="128520" y="31267"/>
                  <a:pt x="139650" y="27710"/>
                </a:cubicBezTo>
                <a:lnTo>
                  <a:pt x="141457" y="28742"/>
                </a:lnTo>
                <a:cubicBezTo>
                  <a:pt x="141457" y="30291"/>
                  <a:pt x="141371" y="33131"/>
                  <a:pt x="141199" y="37262"/>
                </a:cubicBezTo>
                <a:cubicBezTo>
                  <a:pt x="140625" y="50973"/>
                  <a:pt x="140338" y="66147"/>
                  <a:pt x="140338" y="82785"/>
                </a:cubicBezTo>
                <a:lnTo>
                  <a:pt x="140338" y="87604"/>
                </a:lnTo>
                <a:lnTo>
                  <a:pt x="155484" y="74868"/>
                </a:lnTo>
                <a:cubicBezTo>
                  <a:pt x="159270" y="73319"/>
                  <a:pt x="163430" y="72544"/>
                  <a:pt x="167962" y="72544"/>
                </a:cubicBezTo>
                <a:cubicBezTo>
                  <a:pt x="177084" y="72544"/>
                  <a:pt x="183911" y="75298"/>
                  <a:pt x="188443" y="80805"/>
                </a:cubicBezTo>
                <a:cubicBezTo>
                  <a:pt x="192114" y="85280"/>
                  <a:pt x="193950" y="91849"/>
                  <a:pt x="193950" y="100512"/>
                </a:cubicBezTo>
                <a:cubicBezTo>
                  <a:pt x="193950" y="101487"/>
                  <a:pt x="193836" y="104987"/>
                  <a:pt x="193606" y="111011"/>
                </a:cubicBezTo>
                <a:cubicBezTo>
                  <a:pt x="193377" y="117034"/>
                  <a:pt x="193262" y="122513"/>
                  <a:pt x="193262" y="127447"/>
                </a:cubicBezTo>
                <a:cubicBezTo>
                  <a:pt x="193262" y="136110"/>
                  <a:pt x="193405" y="141632"/>
                  <a:pt x="193692" y="144013"/>
                </a:cubicBezTo>
                <a:cubicBezTo>
                  <a:pt x="193979" y="146393"/>
                  <a:pt x="194639" y="147899"/>
                  <a:pt x="195671" y="148530"/>
                </a:cubicBezTo>
                <a:cubicBezTo>
                  <a:pt x="196704" y="149162"/>
                  <a:pt x="199687" y="149534"/>
                  <a:pt x="204621" y="149649"/>
                </a:cubicBezTo>
                <a:lnTo>
                  <a:pt x="205396" y="150510"/>
                </a:lnTo>
                <a:lnTo>
                  <a:pt x="205396" y="155587"/>
                </a:lnTo>
                <a:close/>
                <a:moveTo>
                  <a:pt x="258389" y="122198"/>
                </a:moveTo>
                <a:lnTo>
                  <a:pt x="212608" y="122198"/>
                </a:lnTo>
                <a:lnTo>
                  <a:pt x="211317" y="120821"/>
                </a:lnTo>
                <a:cubicBezTo>
                  <a:pt x="212235" y="119329"/>
                  <a:pt x="213354" y="116375"/>
                  <a:pt x="214673" y="111957"/>
                </a:cubicBezTo>
                <a:cubicBezTo>
                  <a:pt x="215993" y="107540"/>
                  <a:pt x="216796" y="104470"/>
                  <a:pt x="217083" y="102749"/>
                </a:cubicBezTo>
                <a:lnTo>
                  <a:pt x="262433" y="102749"/>
                </a:lnTo>
                <a:lnTo>
                  <a:pt x="264068" y="104470"/>
                </a:lnTo>
                <a:cubicBezTo>
                  <a:pt x="261831" y="108257"/>
                  <a:pt x="259938" y="114166"/>
                  <a:pt x="258389" y="122198"/>
                </a:cubicBezTo>
                <a:close/>
                <a:moveTo>
                  <a:pt x="328753" y="155587"/>
                </a:moveTo>
                <a:lnTo>
                  <a:pt x="327978" y="156447"/>
                </a:lnTo>
                <a:cubicBezTo>
                  <a:pt x="322241" y="156103"/>
                  <a:pt x="313377" y="155931"/>
                  <a:pt x="301387" y="155931"/>
                </a:cubicBezTo>
                <a:cubicBezTo>
                  <a:pt x="289454" y="155931"/>
                  <a:pt x="280619" y="156103"/>
                  <a:pt x="274882" y="156447"/>
                </a:cubicBezTo>
                <a:lnTo>
                  <a:pt x="274108" y="155587"/>
                </a:lnTo>
                <a:lnTo>
                  <a:pt x="274108" y="149821"/>
                </a:lnTo>
                <a:lnTo>
                  <a:pt x="274968" y="148961"/>
                </a:lnTo>
                <a:cubicBezTo>
                  <a:pt x="280820" y="148617"/>
                  <a:pt x="284176" y="148330"/>
                  <a:pt x="285037" y="148100"/>
                </a:cubicBezTo>
                <a:cubicBezTo>
                  <a:pt x="286701" y="147641"/>
                  <a:pt x="287676" y="146580"/>
                  <a:pt x="287963" y="144916"/>
                </a:cubicBezTo>
                <a:cubicBezTo>
                  <a:pt x="288708" y="140786"/>
                  <a:pt x="289081" y="131893"/>
                  <a:pt x="289081" y="118239"/>
                </a:cubicBezTo>
                <a:lnTo>
                  <a:pt x="289081" y="72716"/>
                </a:lnTo>
                <a:cubicBezTo>
                  <a:pt x="289081" y="59062"/>
                  <a:pt x="288708" y="50170"/>
                  <a:pt x="287963" y="46039"/>
                </a:cubicBezTo>
                <a:cubicBezTo>
                  <a:pt x="287676" y="44376"/>
                  <a:pt x="286701" y="43314"/>
                  <a:pt x="285037" y="42855"/>
                </a:cubicBezTo>
                <a:cubicBezTo>
                  <a:pt x="284176" y="42626"/>
                  <a:pt x="280820" y="42339"/>
                  <a:pt x="274968" y="41995"/>
                </a:cubicBezTo>
                <a:lnTo>
                  <a:pt x="274108" y="41134"/>
                </a:lnTo>
                <a:lnTo>
                  <a:pt x="274108" y="35282"/>
                </a:lnTo>
                <a:lnTo>
                  <a:pt x="274968" y="34508"/>
                </a:lnTo>
                <a:cubicBezTo>
                  <a:pt x="280476" y="34852"/>
                  <a:pt x="289311" y="35024"/>
                  <a:pt x="301473" y="35024"/>
                </a:cubicBezTo>
                <a:cubicBezTo>
                  <a:pt x="313578" y="35024"/>
                  <a:pt x="322385" y="34852"/>
                  <a:pt x="327892" y="34508"/>
                </a:cubicBezTo>
                <a:lnTo>
                  <a:pt x="328753" y="35282"/>
                </a:lnTo>
                <a:lnTo>
                  <a:pt x="328753" y="41134"/>
                </a:lnTo>
                <a:lnTo>
                  <a:pt x="327892" y="41995"/>
                </a:lnTo>
                <a:cubicBezTo>
                  <a:pt x="322040" y="42339"/>
                  <a:pt x="318684" y="42626"/>
                  <a:pt x="317824" y="42855"/>
                </a:cubicBezTo>
                <a:cubicBezTo>
                  <a:pt x="316160" y="43314"/>
                  <a:pt x="315185" y="44376"/>
                  <a:pt x="314898" y="46039"/>
                </a:cubicBezTo>
                <a:cubicBezTo>
                  <a:pt x="314152" y="50170"/>
                  <a:pt x="313779" y="59062"/>
                  <a:pt x="313779" y="72716"/>
                </a:cubicBezTo>
                <a:lnTo>
                  <a:pt x="313779" y="118239"/>
                </a:lnTo>
                <a:cubicBezTo>
                  <a:pt x="313779" y="131893"/>
                  <a:pt x="314152" y="140786"/>
                  <a:pt x="314898" y="144916"/>
                </a:cubicBezTo>
                <a:cubicBezTo>
                  <a:pt x="315185" y="146580"/>
                  <a:pt x="316160" y="147641"/>
                  <a:pt x="317824" y="148100"/>
                </a:cubicBezTo>
                <a:cubicBezTo>
                  <a:pt x="318684" y="148330"/>
                  <a:pt x="322040" y="148617"/>
                  <a:pt x="327892" y="148961"/>
                </a:cubicBezTo>
                <a:lnTo>
                  <a:pt x="328753" y="149821"/>
                </a:lnTo>
                <a:lnTo>
                  <a:pt x="328753" y="155587"/>
                </a:lnTo>
                <a:moveTo>
                  <a:pt x="301387" y="29603"/>
                </a:moveTo>
                <a:lnTo>
                  <a:pt x="301387" y="29603"/>
                </a:lnTo>
                <a:moveTo>
                  <a:pt x="301387" y="162643"/>
                </a:moveTo>
                <a:lnTo>
                  <a:pt x="301387" y="162643"/>
                </a:lnTo>
                <a:close/>
                <a:moveTo>
                  <a:pt x="386426" y="122198"/>
                </a:moveTo>
                <a:lnTo>
                  <a:pt x="340645" y="122198"/>
                </a:lnTo>
                <a:lnTo>
                  <a:pt x="339354" y="120821"/>
                </a:lnTo>
                <a:cubicBezTo>
                  <a:pt x="340272" y="119329"/>
                  <a:pt x="341391" y="116375"/>
                  <a:pt x="342710" y="111957"/>
                </a:cubicBezTo>
                <a:cubicBezTo>
                  <a:pt x="344030" y="107540"/>
                  <a:pt x="344833" y="104470"/>
                  <a:pt x="345120" y="102749"/>
                </a:cubicBezTo>
                <a:lnTo>
                  <a:pt x="390471" y="102749"/>
                </a:lnTo>
                <a:lnTo>
                  <a:pt x="392106" y="104470"/>
                </a:lnTo>
                <a:cubicBezTo>
                  <a:pt x="389868" y="108257"/>
                  <a:pt x="387975" y="114166"/>
                  <a:pt x="386426" y="122198"/>
                </a:cubicBezTo>
                <a:close/>
                <a:moveTo>
                  <a:pt x="403781" y="97242"/>
                </a:moveTo>
                <a:cubicBezTo>
                  <a:pt x="403781" y="88292"/>
                  <a:pt x="404942" y="79672"/>
                  <a:pt x="407266" y="71382"/>
                </a:cubicBezTo>
                <a:cubicBezTo>
                  <a:pt x="409589" y="63092"/>
                  <a:pt x="412845" y="55348"/>
                  <a:pt x="417033" y="48148"/>
                </a:cubicBezTo>
                <a:cubicBezTo>
                  <a:pt x="421221" y="40948"/>
                  <a:pt x="426284" y="34393"/>
                  <a:pt x="432222" y="28484"/>
                </a:cubicBezTo>
                <a:cubicBezTo>
                  <a:pt x="438159" y="22575"/>
                  <a:pt x="444714" y="17512"/>
                  <a:pt x="451885" y="13295"/>
                </a:cubicBezTo>
                <a:cubicBezTo>
                  <a:pt x="459056" y="9079"/>
                  <a:pt x="466787" y="5809"/>
                  <a:pt x="475077" y="3485"/>
                </a:cubicBezTo>
                <a:cubicBezTo>
                  <a:pt x="483367" y="1162"/>
                  <a:pt x="491987" y="0"/>
                  <a:pt x="500936" y="0"/>
                </a:cubicBezTo>
                <a:cubicBezTo>
                  <a:pt x="509886" y="0"/>
                  <a:pt x="518506" y="1162"/>
                  <a:pt x="526796" y="3485"/>
                </a:cubicBezTo>
                <a:cubicBezTo>
                  <a:pt x="535086" y="5809"/>
                  <a:pt x="542831" y="9079"/>
                  <a:pt x="550031" y="13295"/>
                </a:cubicBezTo>
                <a:cubicBezTo>
                  <a:pt x="557230" y="17512"/>
                  <a:pt x="563785" y="22575"/>
                  <a:pt x="569694" y="28484"/>
                </a:cubicBezTo>
                <a:cubicBezTo>
                  <a:pt x="575603" y="34393"/>
                  <a:pt x="580666" y="40948"/>
                  <a:pt x="584883" y="48148"/>
                </a:cubicBezTo>
                <a:cubicBezTo>
                  <a:pt x="589099" y="55348"/>
                  <a:pt x="592369" y="63092"/>
                  <a:pt x="594693" y="71382"/>
                </a:cubicBezTo>
                <a:cubicBezTo>
                  <a:pt x="597016" y="79672"/>
                  <a:pt x="598178" y="88292"/>
                  <a:pt x="598178" y="97242"/>
                </a:cubicBezTo>
                <a:cubicBezTo>
                  <a:pt x="598178" y="106192"/>
                  <a:pt x="597016" y="114811"/>
                  <a:pt x="594693" y="123101"/>
                </a:cubicBezTo>
                <a:cubicBezTo>
                  <a:pt x="592369" y="131391"/>
                  <a:pt x="589099" y="139122"/>
                  <a:pt x="584883" y="146293"/>
                </a:cubicBezTo>
                <a:cubicBezTo>
                  <a:pt x="580666" y="153464"/>
                  <a:pt x="575603" y="160019"/>
                  <a:pt x="569694" y="165957"/>
                </a:cubicBezTo>
                <a:cubicBezTo>
                  <a:pt x="563785" y="171894"/>
                  <a:pt x="557230" y="176957"/>
                  <a:pt x="550031" y="181145"/>
                </a:cubicBezTo>
                <a:cubicBezTo>
                  <a:pt x="542831" y="185333"/>
                  <a:pt x="535086" y="188589"/>
                  <a:pt x="526796" y="190912"/>
                </a:cubicBezTo>
                <a:cubicBezTo>
                  <a:pt x="518506" y="193236"/>
                  <a:pt x="509886" y="194398"/>
                  <a:pt x="500936" y="194398"/>
                </a:cubicBezTo>
                <a:cubicBezTo>
                  <a:pt x="491987" y="194398"/>
                  <a:pt x="483367" y="193236"/>
                  <a:pt x="475077" y="190912"/>
                </a:cubicBezTo>
                <a:cubicBezTo>
                  <a:pt x="466787" y="188589"/>
                  <a:pt x="459056" y="185333"/>
                  <a:pt x="451885" y="181145"/>
                </a:cubicBezTo>
                <a:cubicBezTo>
                  <a:pt x="444714" y="176957"/>
                  <a:pt x="438159" y="171894"/>
                  <a:pt x="432222" y="165957"/>
                </a:cubicBezTo>
                <a:cubicBezTo>
                  <a:pt x="426284" y="160019"/>
                  <a:pt x="421221" y="153464"/>
                  <a:pt x="417033" y="146293"/>
                </a:cubicBezTo>
                <a:cubicBezTo>
                  <a:pt x="412845" y="139122"/>
                  <a:pt x="409589" y="131391"/>
                  <a:pt x="407266" y="123101"/>
                </a:cubicBezTo>
                <a:cubicBezTo>
                  <a:pt x="404942" y="114811"/>
                  <a:pt x="403781" y="106192"/>
                  <a:pt x="403781" y="97242"/>
                </a:cubicBezTo>
                <a:moveTo>
                  <a:pt x="411525" y="97242"/>
                </a:moveTo>
                <a:cubicBezTo>
                  <a:pt x="411525" y="105560"/>
                  <a:pt x="412587" y="113564"/>
                  <a:pt x="414710" y="121251"/>
                </a:cubicBezTo>
                <a:cubicBezTo>
                  <a:pt x="416832" y="128939"/>
                  <a:pt x="419830" y="136124"/>
                  <a:pt x="423702" y="142808"/>
                </a:cubicBezTo>
                <a:cubicBezTo>
                  <a:pt x="427575" y="149491"/>
                  <a:pt x="432236" y="155587"/>
                  <a:pt x="437686" y="161094"/>
                </a:cubicBezTo>
                <a:cubicBezTo>
                  <a:pt x="443136" y="166602"/>
                  <a:pt x="449174" y="171306"/>
                  <a:pt x="455801" y="175207"/>
                </a:cubicBezTo>
                <a:cubicBezTo>
                  <a:pt x="462427" y="179109"/>
                  <a:pt x="469541" y="182135"/>
                  <a:pt x="477142" y="184286"/>
                </a:cubicBezTo>
                <a:cubicBezTo>
                  <a:pt x="484744" y="186438"/>
                  <a:pt x="492675" y="187513"/>
                  <a:pt x="500936" y="187513"/>
                </a:cubicBezTo>
                <a:cubicBezTo>
                  <a:pt x="509140" y="187513"/>
                  <a:pt x="517057" y="186438"/>
                  <a:pt x="524687" y="184286"/>
                </a:cubicBezTo>
                <a:cubicBezTo>
                  <a:pt x="532318" y="182135"/>
                  <a:pt x="539446" y="179109"/>
                  <a:pt x="546072" y="175207"/>
                </a:cubicBezTo>
                <a:cubicBezTo>
                  <a:pt x="552698" y="171306"/>
                  <a:pt x="558736" y="166602"/>
                  <a:pt x="564187" y="161094"/>
                </a:cubicBezTo>
                <a:cubicBezTo>
                  <a:pt x="569637" y="155587"/>
                  <a:pt x="574312" y="149491"/>
                  <a:pt x="578213" y="142808"/>
                </a:cubicBezTo>
                <a:cubicBezTo>
                  <a:pt x="582115" y="136124"/>
                  <a:pt x="585127" y="128939"/>
                  <a:pt x="587249" y="121251"/>
                </a:cubicBezTo>
                <a:cubicBezTo>
                  <a:pt x="589372" y="113564"/>
                  <a:pt x="590433" y="105560"/>
                  <a:pt x="590433" y="97242"/>
                </a:cubicBezTo>
                <a:cubicBezTo>
                  <a:pt x="590433" y="88923"/>
                  <a:pt x="589372" y="80920"/>
                  <a:pt x="587249" y="73233"/>
                </a:cubicBezTo>
                <a:cubicBezTo>
                  <a:pt x="585127" y="65545"/>
                  <a:pt x="582115" y="58345"/>
                  <a:pt x="578213" y="51633"/>
                </a:cubicBezTo>
                <a:cubicBezTo>
                  <a:pt x="574312" y="44921"/>
                  <a:pt x="569637" y="38825"/>
                  <a:pt x="564187" y="33346"/>
                </a:cubicBezTo>
                <a:cubicBezTo>
                  <a:pt x="558736" y="27867"/>
                  <a:pt x="552698" y="23163"/>
                  <a:pt x="546072" y="19233"/>
                </a:cubicBezTo>
                <a:cubicBezTo>
                  <a:pt x="539446" y="15303"/>
                  <a:pt x="532318" y="12263"/>
                  <a:pt x="524687" y="10111"/>
                </a:cubicBezTo>
                <a:cubicBezTo>
                  <a:pt x="517057" y="7960"/>
                  <a:pt x="509140" y="6884"/>
                  <a:pt x="500936" y="6884"/>
                </a:cubicBezTo>
                <a:cubicBezTo>
                  <a:pt x="492675" y="6884"/>
                  <a:pt x="484744" y="7960"/>
                  <a:pt x="477142" y="10111"/>
                </a:cubicBezTo>
                <a:cubicBezTo>
                  <a:pt x="469541" y="12263"/>
                  <a:pt x="462427" y="15303"/>
                  <a:pt x="455801" y="19233"/>
                </a:cubicBezTo>
                <a:cubicBezTo>
                  <a:pt x="449174" y="23163"/>
                  <a:pt x="443136" y="27867"/>
                  <a:pt x="437686" y="33346"/>
                </a:cubicBezTo>
                <a:cubicBezTo>
                  <a:pt x="432236" y="38825"/>
                  <a:pt x="427575" y="44921"/>
                  <a:pt x="423702" y="51633"/>
                </a:cubicBezTo>
                <a:cubicBezTo>
                  <a:pt x="419830" y="58345"/>
                  <a:pt x="416832" y="65545"/>
                  <a:pt x="414710" y="73233"/>
                </a:cubicBezTo>
                <a:cubicBezTo>
                  <a:pt x="412587" y="80920"/>
                  <a:pt x="411525" y="88923"/>
                  <a:pt x="411525" y="97242"/>
                </a:cubicBezTo>
                <a:moveTo>
                  <a:pt x="510230" y="133471"/>
                </a:moveTo>
                <a:cubicBezTo>
                  <a:pt x="512525" y="133471"/>
                  <a:pt x="514404" y="133370"/>
                  <a:pt x="515867" y="133170"/>
                </a:cubicBezTo>
                <a:cubicBezTo>
                  <a:pt x="517330" y="132969"/>
                  <a:pt x="518463" y="132553"/>
                  <a:pt x="519266" y="131922"/>
                </a:cubicBezTo>
                <a:cubicBezTo>
                  <a:pt x="519668" y="131635"/>
                  <a:pt x="520012" y="131276"/>
                  <a:pt x="520299" y="130846"/>
                </a:cubicBezTo>
                <a:cubicBezTo>
                  <a:pt x="520586" y="130416"/>
                  <a:pt x="520872" y="129900"/>
                  <a:pt x="521159" y="129297"/>
                </a:cubicBezTo>
                <a:cubicBezTo>
                  <a:pt x="521446" y="128695"/>
                  <a:pt x="521733" y="127963"/>
                  <a:pt x="522020" y="127103"/>
                </a:cubicBezTo>
                <a:cubicBezTo>
                  <a:pt x="522307" y="126242"/>
                  <a:pt x="522651" y="125210"/>
                  <a:pt x="523052" y="124005"/>
                </a:cubicBezTo>
                <a:lnTo>
                  <a:pt x="530883" y="124005"/>
                </a:lnTo>
                <a:lnTo>
                  <a:pt x="529593" y="146121"/>
                </a:lnTo>
                <a:lnTo>
                  <a:pt x="467031" y="146121"/>
                </a:lnTo>
                <a:lnTo>
                  <a:pt x="467031" y="142076"/>
                </a:lnTo>
                <a:cubicBezTo>
                  <a:pt x="468121" y="139437"/>
                  <a:pt x="469354" y="136856"/>
                  <a:pt x="470731" y="134331"/>
                </a:cubicBezTo>
                <a:cubicBezTo>
                  <a:pt x="472108" y="131807"/>
                  <a:pt x="473729" y="129182"/>
                  <a:pt x="475593" y="126457"/>
                </a:cubicBezTo>
                <a:cubicBezTo>
                  <a:pt x="477458" y="123732"/>
                  <a:pt x="479652" y="120835"/>
                  <a:pt x="482176" y="117766"/>
                </a:cubicBezTo>
                <a:cubicBezTo>
                  <a:pt x="484701" y="114697"/>
                  <a:pt x="487684" y="111297"/>
                  <a:pt x="491126" y="107568"/>
                </a:cubicBezTo>
                <a:cubicBezTo>
                  <a:pt x="495888" y="102405"/>
                  <a:pt x="499717" y="98002"/>
                  <a:pt x="502614" y="94359"/>
                </a:cubicBezTo>
                <a:cubicBezTo>
                  <a:pt x="505512" y="90716"/>
                  <a:pt x="507749" y="87532"/>
                  <a:pt x="509327" y="84807"/>
                </a:cubicBezTo>
                <a:cubicBezTo>
                  <a:pt x="510904" y="82082"/>
                  <a:pt x="511951" y="79658"/>
                  <a:pt x="512468" y="77535"/>
                </a:cubicBezTo>
                <a:cubicBezTo>
                  <a:pt x="512984" y="75413"/>
                  <a:pt x="513242" y="73233"/>
                  <a:pt x="513242" y="70995"/>
                </a:cubicBezTo>
                <a:cubicBezTo>
                  <a:pt x="513242" y="68356"/>
                  <a:pt x="512927" y="65947"/>
                  <a:pt x="512296" y="63767"/>
                </a:cubicBezTo>
                <a:cubicBezTo>
                  <a:pt x="511665" y="61586"/>
                  <a:pt x="510704" y="59693"/>
                  <a:pt x="509413" y="58087"/>
                </a:cubicBezTo>
                <a:cubicBezTo>
                  <a:pt x="508122" y="56481"/>
                  <a:pt x="506501" y="55233"/>
                  <a:pt x="504551" y="54344"/>
                </a:cubicBezTo>
                <a:cubicBezTo>
                  <a:pt x="502600" y="53454"/>
                  <a:pt x="500305" y="53010"/>
                  <a:pt x="497666" y="53010"/>
                </a:cubicBezTo>
                <a:cubicBezTo>
                  <a:pt x="488889" y="53010"/>
                  <a:pt x="482922" y="58030"/>
                  <a:pt x="479767" y="68069"/>
                </a:cubicBezTo>
                <a:lnTo>
                  <a:pt x="469268" y="68069"/>
                </a:lnTo>
                <a:lnTo>
                  <a:pt x="469268" y="53440"/>
                </a:lnTo>
                <a:cubicBezTo>
                  <a:pt x="475464" y="50571"/>
                  <a:pt x="481215" y="48506"/>
                  <a:pt x="486522" y="47244"/>
                </a:cubicBezTo>
                <a:cubicBezTo>
                  <a:pt x="491829" y="45982"/>
                  <a:pt x="496605" y="45351"/>
                  <a:pt x="500850" y="45351"/>
                </a:cubicBezTo>
                <a:cubicBezTo>
                  <a:pt x="510374" y="45351"/>
                  <a:pt x="517545" y="47344"/>
                  <a:pt x="522364" y="51332"/>
                </a:cubicBezTo>
                <a:cubicBezTo>
                  <a:pt x="527183" y="55319"/>
                  <a:pt x="529593" y="61156"/>
                  <a:pt x="529593" y="68844"/>
                </a:cubicBezTo>
                <a:cubicBezTo>
                  <a:pt x="529593" y="71368"/>
                  <a:pt x="529349" y="73720"/>
                  <a:pt x="528861" y="75900"/>
                </a:cubicBezTo>
                <a:cubicBezTo>
                  <a:pt x="528373" y="78080"/>
                  <a:pt x="527570" y="80246"/>
                  <a:pt x="526452" y="82397"/>
                </a:cubicBezTo>
                <a:cubicBezTo>
                  <a:pt x="525333" y="84549"/>
                  <a:pt x="523870" y="86772"/>
                  <a:pt x="522063" y="89067"/>
                </a:cubicBezTo>
                <a:cubicBezTo>
                  <a:pt x="520256" y="91361"/>
                  <a:pt x="518033" y="93914"/>
                  <a:pt x="515394" y="96726"/>
                </a:cubicBezTo>
                <a:lnTo>
                  <a:pt x="503690" y="109031"/>
                </a:lnTo>
                <a:cubicBezTo>
                  <a:pt x="499215" y="113678"/>
                  <a:pt x="495300" y="118010"/>
                  <a:pt x="491944" y="122026"/>
                </a:cubicBezTo>
                <a:cubicBezTo>
                  <a:pt x="488587" y="126041"/>
                  <a:pt x="485819" y="129857"/>
                  <a:pt x="483639" y="133471"/>
                </a:cubicBezTo>
                <a:lnTo>
                  <a:pt x="510230" y="1334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②">
            <a:extLst xmlns:a="http://schemas.openxmlformats.org/drawingml/2006/main">
              <a:ext uri="{FF2B5EF4-FFF2-40B4-BE49-F238E27FC236}">
                <a16:creationId xmlns:a16="http://schemas.microsoft.com/office/drawing/2014/main" id="{09FCEBE6-812B-4A25-B325-2D01F3C4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494" y="787072"/>
            <a:ext cx="194398" cy="194398"/>
          </a:xfrm>
          <a:custGeom xmlns:a="http://schemas.openxmlformats.org/drawingml/2006/main">
            <a:pathLst>
              <a:path w="194398" h="194398" fill="none">
                <a:moveTo>
                  <a:pt x="0" y="97242"/>
                </a:moveTo>
                <a:cubicBezTo>
                  <a:pt x="0" y="88292"/>
                  <a:pt x="1162" y="79672"/>
                  <a:pt x="3485" y="71382"/>
                </a:cubicBezTo>
                <a:cubicBezTo>
                  <a:pt x="5809" y="63092"/>
                  <a:pt x="9064" y="55348"/>
                  <a:pt x="13252" y="48148"/>
                </a:cubicBezTo>
                <a:cubicBezTo>
                  <a:pt x="17440" y="40948"/>
                  <a:pt x="22503" y="34393"/>
                  <a:pt x="28441" y="28484"/>
                </a:cubicBezTo>
                <a:cubicBezTo>
                  <a:pt x="34379" y="22575"/>
                  <a:pt x="40933" y="17512"/>
                  <a:pt x="48105" y="13295"/>
                </a:cubicBezTo>
                <a:cubicBezTo>
                  <a:pt x="55276" y="9079"/>
                  <a:pt x="63006" y="5809"/>
                  <a:pt x="71296" y="3485"/>
                </a:cubicBezTo>
                <a:cubicBezTo>
                  <a:pt x="79586" y="1162"/>
                  <a:pt x="88206" y="0"/>
                  <a:pt x="97156" y="0"/>
                </a:cubicBezTo>
                <a:cubicBezTo>
                  <a:pt x="106105" y="0"/>
                  <a:pt x="114725" y="1162"/>
                  <a:pt x="123015" y="3485"/>
                </a:cubicBezTo>
                <a:cubicBezTo>
                  <a:pt x="131305" y="5809"/>
                  <a:pt x="139050" y="9079"/>
                  <a:pt x="146250" y="13295"/>
                </a:cubicBezTo>
                <a:cubicBezTo>
                  <a:pt x="153450" y="17512"/>
                  <a:pt x="160004" y="22575"/>
                  <a:pt x="165914" y="28484"/>
                </a:cubicBezTo>
                <a:cubicBezTo>
                  <a:pt x="171823" y="34393"/>
                  <a:pt x="176885" y="40948"/>
                  <a:pt x="181102" y="48148"/>
                </a:cubicBezTo>
                <a:cubicBezTo>
                  <a:pt x="185319" y="55348"/>
                  <a:pt x="188589" y="63092"/>
                  <a:pt x="190912" y="71382"/>
                </a:cubicBezTo>
                <a:cubicBezTo>
                  <a:pt x="193236" y="79672"/>
                  <a:pt x="194398" y="88292"/>
                  <a:pt x="194398" y="97242"/>
                </a:cubicBezTo>
                <a:cubicBezTo>
                  <a:pt x="194398" y="106192"/>
                  <a:pt x="193236" y="114811"/>
                  <a:pt x="190912" y="123101"/>
                </a:cubicBezTo>
                <a:cubicBezTo>
                  <a:pt x="188589" y="131391"/>
                  <a:pt x="185319" y="139122"/>
                  <a:pt x="181102" y="146293"/>
                </a:cubicBezTo>
                <a:cubicBezTo>
                  <a:pt x="176885" y="153464"/>
                  <a:pt x="171823" y="160019"/>
                  <a:pt x="165914" y="165957"/>
                </a:cubicBezTo>
                <a:cubicBezTo>
                  <a:pt x="160004" y="171894"/>
                  <a:pt x="153450" y="176957"/>
                  <a:pt x="146250" y="181145"/>
                </a:cubicBezTo>
                <a:cubicBezTo>
                  <a:pt x="139050" y="185333"/>
                  <a:pt x="131305" y="188589"/>
                  <a:pt x="123015" y="190912"/>
                </a:cubicBezTo>
                <a:cubicBezTo>
                  <a:pt x="114725" y="193236"/>
                  <a:pt x="106105" y="194398"/>
                  <a:pt x="97156" y="194398"/>
                </a:cubicBezTo>
                <a:cubicBezTo>
                  <a:pt x="88206" y="194398"/>
                  <a:pt x="79586" y="193236"/>
                  <a:pt x="71296" y="190912"/>
                </a:cubicBezTo>
                <a:cubicBezTo>
                  <a:pt x="63006" y="188589"/>
                  <a:pt x="55276" y="185333"/>
                  <a:pt x="48105" y="181145"/>
                </a:cubicBezTo>
                <a:cubicBezTo>
                  <a:pt x="40933" y="176957"/>
                  <a:pt x="34379" y="171894"/>
                  <a:pt x="28441" y="165957"/>
                </a:cubicBezTo>
                <a:cubicBezTo>
                  <a:pt x="22503" y="160019"/>
                  <a:pt x="17440" y="153464"/>
                  <a:pt x="13252" y="146293"/>
                </a:cubicBezTo>
                <a:cubicBezTo>
                  <a:pt x="9064" y="139122"/>
                  <a:pt x="5809" y="131391"/>
                  <a:pt x="3485" y="123101"/>
                </a:cubicBezTo>
                <a:cubicBezTo>
                  <a:pt x="1162" y="114811"/>
                  <a:pt x="0" y="106192"/>
                  <a:pt x="0" y="97242"/>
                </a:cubicBezTo>
                <a:moveTo>
                  <a:pt x="7745" y="97242"/>
                </a:moveTo>
                <a:cubicBezTo>
                  <a:pt x="7745" y="105560"/>
                  <a:pt x="8806" y="113564"/>
                  <a:pt x="10929" y="121251"/>
                </a:cubicBezTo>
                <a:cubicBezTo>
                  <a:pt x="13052" y="128939"/>
                  <a:pt x="16049" y="136124"/>
                  <a:pt x="19922" y="142808"/>
                </a:cubicBezTo>
                <a:cubicBezTo>
                  <a:pt x="23794" y="149491"/>
                  <a:pt x="28455" y="155587"/>
                  <a:pt x="33906" y="161094"/>
                </a:cubicBezTo>
                <a:cubicBezTo>
                  <a:pt x="39356" y="166602"/>
                  <a:pt x="45394" y="171306"/>
                  <a:pt x="52020" y="175207"/>
                </a:cubicBezTo>
                <a:cubicBezTo>
                  <a:pt x="58646" y="179109"/>
                  <a:pt x="65760" y="182135"/>
                  <a:pt x="73362" y="184286"/>
                </a:cubicBezTo>
                <a:cubicBezTo>
                  <a:pt x="80963" y="186438"/>
                  <a:pt x="88895" y="187513"/>
                  <a:pt x="97156" y="187513"/>
                </a:cubicBezTo>
                <a:cubicBezTo>
                  <a:pt x="105360" y="187513"/>
                  <a:pt x="113277" y="186438"/>
                  <a:pt x="120907" y="184286"/>
                </a:cubicBezTo>
                <a:cubicBezTo>
                  <a:pt x="128537" y="182135"/>
                  <a:pt x="135665" y="179109"/>
                  <a:pt x="142291" y="175207"/>
                </a:cubicBezTo>
                <a:cubicBezTo>
                  <a:pt x="148918" y="171306"/>
                  <a:pt x="154956" y="166602"/>
                  <a:pt x="160406" y="161094"/>
                </a:cubicBezTo>
                <a:cubicBezTo>
                  <a:pt x="165856" y="155587"/>
                  <a:pt x="170532" y="149491"/>
                  <a:pt x="174433" y="142808"/>
                </a:cubicBezTo>
                <a:cubicBezTo>
                  <a:pt x="178334" y="136124"/>
                  <a:pt x="181346" y="128939"/>
                  <a:pt x="183469" y="121251"/>
                </a:cubicBezTo>
                <a:cubicBezTo>
                  <a:pt x="185591" y="113564"/>
                  <a:pt x="186653" y="105560"/>
                  <a:pt x="186653" y="97242"/>
                </a:cubicBezTo>
                <a:cubicBezTo>
                  <a:pt x="186653" y="88923"/>
                  <a:pt x="185591" y="80920"/>
                  <a:pt x="183469" y="73233"/>
                </a:cubicBezTo>
                <a:cubicBezTo>
                  <a:pt x="181346" y="65545"/>
                  <a:pt x="178334" y="58345"/>
                  <a:pt x="174433" y="51633"/>
                </a:cubicBezTo>
                <a:cubicBezTo>
                  <a:pt x="170532" y="44921"/>
                  <a:pt x="165856" y="38825"/>
                  <a:pt x="160406" y="33346"/>
                </a:cubicBezTo>
                <a:cubicBezTo>
                  <a:pt x="154956" y="27867"/>
                  <a:pt x="148918" y="23163"/>
                  <a:pt x="142291" y="19233"/>
                </a:cubicBezTo>
                <a:cubicBezTo>
                  <a:pt x="135665" y="15303"/>
                  <a:pt x="128537" y="12263"/>
                  <a:pt x="120907" y="10111"/>
                </a:cubicBezTo>
                <a:cubicBezTo>
                  <a:pt x="113277" y="7960"/>
                  <a:pt x="105360" y="6884"/>
                  <a:pt x="97156" y="6884"/>
                </a:cubicBezTo>
                <a:cubicBezTo>
                  <a:pt x="88895" y="6884"/>
                  <a:pt x="80963" y="7960"/>
                  <a:pt x="73362" y="10111"/>
                </a:cubicBezTo>
                <a:cubicBezTo>
                  <a:pt x="65760" y="12263"/>
                  <a:pt x="58646" y="15303"/>
                  <a:pt x="52020" y="19233"/>
                </a:cubicBezTo>
                <a:cubicBezTo>
                  <a:pt x="45394" y="23163"/>
                  <a:pt x="39356" y="27867"/>
                  <a:pt x="33906" y="33346"/>
                </a:cubicBezTo>
                <a:cubicBezTo>
                  <a:pt x="28455" y="38825"/>
                  <a:pt x="23794" y="44921"/>
                  <a:pt x="19922" y="51633"/>
                </a:cubicBezTo>
                <a:cubicBezTo>
                  <a:pt x="16049" y="58345"/>
                  <a:pt x="13052" y="65545"/>
                  <a:pt x="10929" y="73233"/>
                </a:cubicBezTo>
                <a:cubicBezTo>
                  <a:pt x="8806" y="80920"/>
                  <a:pt x="7745" y="88923"/>
                  <a:pt x="7745" y="97242"/>
                </a:cubicBezTo>
                <a:moveTo>
                  <a:pt x="106450" y="133471"/>
                </a:moveTo>
                <a:cubicBezTo>
                  <a:pt x="108744" y="133471"/>
                  <a:pt x="110623" y="133370"/>
                  <a:pt x="112086" y="133170"/>
                </a:cubicBezTo>
                <a:cubicBezTo>
                  <a:pt x="113549" y="132969"/>
                  <a:pt x="114682" y="132553"/>
                  <a:pt x="115485" y="131922"/>
                </a:cubicBezTo>
                <a:cubicBezTo>
                  <a:pt x="115887" y="131635"/>
                  <a:pt x="116231" y="131276"/>
                  <a:pt x="116518" y="130846"/>
                </a:cubicBezTo>
                <a:cubicBezTo>
                  <a:pt x="116805" y="130416"/>
                  <a:pt x="117092" y="129900"/>
                  <a:pt x="117379" y="129297"/>
                </a:cubicBezTo>
                <a:cubicBezTo>
                  <a:pt x="117666" y="128695"/>
                  <a:pt x="117952" y="127963"/>
                  <a:pt x="118239" y="127103"/>
                </a:cubicBezTo>
                <a:cubicBezTo>
                  <a:pt x="118526" y="126242"/>
                  <a:pt x="118870" y="125210"/>
                  <a:pt x="119272" y="124005"/>
                </a:cubicBezTo>
                <a:lnTo>
                  <a:pt x="127103" y="124005"/>
                </a:lnTo>
                <a:lnTo>
                  <a:pt x="125812" y="146121"/>
                </a:lnTo>
                <a:lnTo>
                  <a:pt x="63250" y="146121"/>
                </a:lnTo>
                <a:lnTo>
                  <a:pt x="63250" y="142076"/>
                </a:lnTo>
                <a:cubicBezTo>
                  <a:pt x="64340" y="139437"/>
                  <a:pt x="65574" y="136856"/>
                  <a:pt x="66951" y="134331"/>
                </a:cubicBezTo>
                <a:cubicBezTo>
                  <a:pt x="68327" y="131807"/>
                  <a:pt x="69948" y="129182"/>
                  <a:pt x="71813" y="126457"/>
                </a:cubicBezTo>
                <a:cubicBezTo>
                  <a:pt x="73677" y="123732"/>
                  <a:pt x="75872" y="120835"/>
                  <a:pt x="78396" y="117766"/>
                </a:cubicBezTo>
                <a:cubicBezTo>
                  <a:pt x="80920" y="114697"/>
                  <a:pt x="83903" y="111297"/>
                  <a:pt x="87346" y="107568"/>
                </a:cubicBezTo>
                <a:cubicBezTo>
                  <a:pt x="92107" y="102405"/>
                  <a:pt x="95937" y="98002"/>
                  <a:pt x="98834" y="94359"/>
                </a:cubicBezTo>
                <a:cubicBezTo>
                  <a:pt x="101731" y="90716"/>
                  <a:pt x="103968" y="87532"/>
                  <a:pt x="105546" y="84807"/>
                </a:cubicBezTo>
                <a:cubicBezTo>
                  <a:pt x="107124" y="82082"/>
                  <a:pt x="108171" y="79658"/>
                  <a:pt x="108687" y="77535"/>
                </a:cubicBezTo>
                <a:cubicBezTo>
                  <a:pt x="109203" y="75413"/>
                  <a:pt x="109462" y="73233"/>
                  <a:pt x="109462" y="70995"/>
                </a:cubicBezTo>
                <a:cubicBezTo>
                  <a:pt x="109462" y="68356"/>
                  <a:pt x="109146" y="65947"/>
                  <a:pt x="108515" y="63767"/>
                </a:cubicBezTo>
                <a:cubicBezTo>
                  <a:pt x="107884" y="61586"/>
                  <a:pt x="106923" y="59693"/>
                  <a:pt x="105632" y="58087"/>
                </a:cubicBezTo>
                <a:cubicBezTo>
                  <a:pt x="104341" y="56481"/>
                  <a:pt x="102721" y="55233"/>
                  <a:pt x="100770" y="54344"/>
                </a:cubicBezTo>
                <a:cubicBezTo>
                  <a:pt x="98820" y="53454"/>
                  <a:pt x="96525" y="53010"/>
                  <a:pt x="93886" y="53010"/>
                </a:cubicBezTo>
                <a:cubicBezTo>
                  <a:pt x="85108" y="53010"/>
                  <a:pt x="79142" y="58030"/>
                  <a:pt x="75986" y="68069"/>
                </a:cubicBezTo>
                <a:lnTo>
                  <a:pt x="65488" y="68069"/>
                </a:lnTo>
                <a:lnTo>
                  <a:pt x="65488" y="53440"/>
                </a:lnTo>
                <a:cubicBezTo>
                  <a:pt x="71684" y="50571"/>
                  <a:pt x="77435" y="48506"/>
                  <a:pt x="82742" y="47244"/>
                </a:cubicBezTo>
                <a:cubicBezTo>
                  <a:pt x="88048" y="45982"/>
                  <a:pt x="92824" y="45351"/>
                  <a:pt x="97070" y="45351"/>
                </a:cubicBezTo>
                <a:cubicBezTo>
                  <a:pt x="106593" y="45351"/>
                  <a:pt x="113764" y="47344"/>
                  <a:pt x="118583" y="51332"/>
                </a:cubicBezTo>
                <a:cubicBezTo>
                  <a:pt x="123402" y="55319"/>
                  <a:pt x="125812" y="61156"/>
                  <a:pt x="125812" y="68844"/>
                </a:cubicBezTo>
                <a:cubicBezTo>
                  <a:pt x="125812" y="71368"/>
                  <a:pt x="125568" y="73720"/>
                  <a:pt x="125081" y="75900"/>
                </a:cubicBezTo>
                <a:cubicBezTo>
                  <a:pt x="124593" y="78080"/>
                  <a:pt x="123790" y="80246"/>
                  <a:pt x="122671" y="82397"/>
                </a:cubicBezTo>
                <a:cubicBezTo>
                  <a:pt x="121552" y="84549"/>
                  <a:pt x="120089" y="86772"/>
                  <a:pt x="118282" y="89067"/>
                </a:cubicBezTo>
                <a:cubicBezTo>
                  <a:pt x="116475" y="91361"/>
                  <a:pt x="114252" y="93914"/>
                  <a:pt x="111613" y="96726"/>
                </a:cubicBezTo>
                <a:lnTo>
                  <a:pt x="99910" y="109031"/>
                </a:lnTo>
                <a:cubicBezTo>
                  <a:pt x="95435" y="113678"/>
                  <a:pt x="91519" y="118010"/>
                  <a:pt x="88163" y="122026"/>
                </a:cubicBezTo>
                <a:cubicBezTo>
                  <a:pt x="84807" y="126041"/>
                  <a:pt x="82039" y="129857"/>
                  <a:pt x="79859" y="133471"/>
                </a:cubicBezTo>
                <a:lnTo>
                  <a:pt x="106450" y="133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9" cap="flat">
            <a:solidFill>
              <a:srgbClr val="000000"/>
            </a:solidFill>
            <a:miter/>
          </a:ln>
        </p:spPr>
      </p:sp>
      <p:sp>
        <p:nvSpPr>
          <p:cNvPr id="71" name="Text Approximate">
            <a:extLst xmlns:a="http://schemas.openxmlformats.org/drawingml/2006/main">
              <a:ext uri="{FF2B5EF4-FFF2-40B4-BE49-F238E27FC236}">
                <a16:creationId xmlns:a16="http://schemas.microsoft.com/office/drawing/2014/main" id="{D52AA771-7B61-448F-9EFB-B8CBA2EA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295" y="816675"/>
            <a:ext cx="1047204" cy="173142"/>
          </a:xfrm>
          <a:custGeom xmlns:a="http://schemas.openxmlformats.org/drawingml/2006/main">
            <a:pathLst>
              <a:path w="1047204" h="173142">
                <a:moveTo>
                  <a:pt x="128652" y="125984"/>
                </a:moveTo>
                <a:lnTo>
                  <a:pt x="127877" y="126845"/>
                </a:lnTo>
                <a:cubicBezTo>
                  <a:pt x="115141" y="126500"/>
                  <a:pt x="107454" y="126328"/>
                  <a:pt x="104815" y="126328"/>
                </a:cubicBezTo>
                <a:cubicBezTo>
                  <a:pt x="94259" y="126328"/>
                  <a:pt x="84448" y="126500"/>
                  <a:pt x="75384" y="126845"/>
                </a:cubicBezTo>
                <a:lnTo>
                  <a:pt x="74609" y="125984"/>
                </a:lnTo>
                <a:lnTo>
                  <a:pt x="74609" y="120563"/>
                </a:lnTo>
                <a:lnTo>
                  <a:pt x="75470" y="119616"/>
                </a:lnTo>
                <a:lnTo>
                  <a:pt x="82957" y="119186"/>
                </a:lnTo>
                <a:cubicBezTo>
                  <a:pt x="86112" y="119014"/>
                  <a:pt x="87690" y="117895"/>
                  <a:pt x="87690" y="115830"/>
                </a:cubicBezTo>
                <a:cubicBezTo>
                  <a:pt x="87690" y="114625"/>
                  <a:pt x="86887" y="111929"/>
                  <a:pt x="85280" y="107741"/>
                </a:cubicBezTo>
                <a:lnTo>
                  <a:pt x="78310" y="89583"/>
                </a:lnTo>
                <a:cubicBezTo>
                  <a:pt x="70393" y="89468"/>
                  <a:pt x="62304" y="89411"/>
                  <a:pt x="54042" y="89411"/>
                </a:cubicBezTo>
                <a:cubicBezTo>
                  <a:pt x="49568" y="89411"/>
                  <a:pt x="42913" y="89468"/>
                  <a:pt x="34078" y="89583"/>
                </a:cubicBezTo>
                <a:lnTo>
                  <a:pt x="30291" y="100082"/>
                </a:lnTo>
                <a:cubicBezTo>
                  <a:pt x="27423" y="108056"/>
                  <a:pt x="25989" y="113047"/>
                  <a:pt x="25989" y="115055"/>
                </a:cubicBezTo>
                <a:cubicBezTo>
                  <a:pt x="25989" y="117235"/>
                  <a:pt x="27337" y="118526"/>
                  <a:pt x="30033" y="118928"/>
                </a:cubicBezTo>
                <a:cubicBezTo>
                  <a:pt x="31525" y="119157"/>
                  <a:pt x="34451" y="119387"/>
                  <a:pt x="38811" y="119616"/>
                </a:cubicBezTo>
                <a:lnTo>
                  <a:pt x="39671" y="120477"/>
                </a:lnTo>
                <a:lnTo>
                  <a:pt x="39671" y="125984"/>
                </a:lnTo>
                <a:lnTo>
                  <a:pt x="38811" y="126845"/>
                </a:lnTo>
                <a:cubicBezTo>
                  <a:pt x="28197" y="126500"/>
                  <a:pt x="21370" y="126328"/>
                  <a:pt x="18330" y="126328"/>
                </a:cubicBezTo>
                <a:cubicBezTo>
                  <a:pt x="15977" y="126328"/>
                  <a:pt x="10154" y="126500"/>
                  <a:pt x="861" y="126845"/>
                </a:cubicBezTo>
                <a:lnTo>
                  <a:pt x="0" y="126070"/>
                </a:lnTo>
                <a:lnTo>
                  <a:pt x="0" y="120477"/>
                </a:lnTo>
                <a:lnTo>
                  <a:pt x="947" y="119616"/>
                </a:lnTo>
                <a:cubicBezTo>
                  <a:pt x="6856" y="119272"/>
                  <a:pt x="10484" y="118096"/>
                  <a:pt x="11833" y="116088"/>
                </a:cubicBezTo>
                <a:cubicBezTo>
                  <a:pt x="13181" y="114080"/>
                  <a:pt x="18244" y="102118"/>
                  <a:pt x="27021" y="80203"/>
                </a:cubicBezTo>
                <a:lnTo>
                  <a:pt x="49481" y="24009"/>
                </a:lnTo>
                <a:cubicBezTo>
                  <a:pt x="51145" y="19649"/>
                  <a:pt x="53669" y="13080"/>
                  <a:pt x="57054" y="4303"/>
                </a:cubicBezTo>
                <a:lnTo>
                  <a:pt x="69274" y="4303"/>
                </a:lnTo>
                <a:lnTo>
                  <a:pt x="114883" y="111613"/>
                </a:lnTo>
                <a:cubicBezTo>
                  <a:pt x="116662" y="115686"/>
                  <a:pt x="118268" y="117981"/>
                  <a:pt x="119702" y="118497"/>
                </a:cubicBezTo>
                <a:cubicBezTo>
                  <a:pt x="121595" y="119186"/>
                  <a:pt x="124320" y="119530"/>
                  <a:pt x="127877" y="119530"/>
                </a:cubicBezTo>
                <a:lnTo>
                  <a:pt x="128652" y="120477"/>
                </a:lnTo>
                <a:lnTo>
                  <a:pt x="128652" y="125984"/>
                </a:lnTo>
                <a:moveTo>
                  <a:pt x="74093" y="79687"/>
                </a:moveTo>
                <a:lnTo>
                  <a:pt x="55677" y="34594"/>
                </a:lnTo>
                <a:lnTo>
                  <a:pt x="38036" y="79687"/>
                </a:lnTo>
                <a:cubicBezTo>
                  <a:pt x="42741" y="79859"/>
                  <a:pt x="48850" y="79945"/>
                  <a:pt x="56366" y="79945"/>
                </a:cubicBezTo>
                <a:cubicBezTo>
                  <a:pt x="63652" y="79945"/>
                  <a:pt x="69561" y="79859"/>
                  <a:pt x="74093" y="79687"/>
                </a:cubicBezTo>
                <a:moveTo>
                  <a:pt x="63164" y="0"/>
                </a:moveTo>
                <a:lnTo>
                  <a:pt x="63164" y="0"/>
                </a:lnTo>
                <a:moveTo>
                  <a:pt x="60324" y="133041"/>
                </a:moveTo>
                <a:lnTo>
                  <a:pt x="60324" y="133041"/>
                </a:lnTo>
                <a:close/>
                <a:moveTo>
                  <a:pt x="232378" y="76417"/>
                </a:moveTo>
                <a:cubicBezTo>
                  <a:pt x="232378" y="83473"/>
                  <a:pt x="231116" y="90214"/>
                  <a:pt x="228591" y="96639"/>
                </a:cubicBezTo>
                <a:cubicBezTo>
                  <a:pt x="226755" y="101344"/>
                  <a:pt x="224346" y="105331"/>
                  <a:pt x="221363" y="108601"/>
                </a:cubicBezTo>
                <a:cubicBezTo>
                  <a:pt x="220043" y="110035"/>
                  <a:pt x="217576" y="112101"/>
                  <a:pt x="213962" y="114797"/>
                </a:cubicBezTo>
                <a:cubicBezTo>
                  <a:pt x="210176" y="117838"/>
                  <a:pt x="205443" y="121509"/>
                  <a:pt x="199763" y="125812"/>
                </a:cubicBezTo>
                <a:cubicBezTo>
                  <a:pt x="196378" y="128049"/>
                  <a:pt x="192075" y="129168"/>
                  <a:pt x="186855" y="129168"/>
                </a:cubicBezTo>
                <a:cubicBezTo>
                  <a:pt x="181864" y="129168"/>
                  <a:pt x="176872" y="128250"/>
                  <a:pt x="171881" y="126414"/>
                </a:cubicBezTo>
                <a:lnTo>
                  <a:pt x="171881" y="158685"/>
                </a:lnTo>
                <a:cubicBezTo>
                  <a:pt x="171881" y="161324"/>
                  <a:pt x="172197" y="163074"/>
                  <a:pt x="172828" y="163934"/>
                </a:cubicBezTo>
                <a:cubicBezTo>
                  <a:pt x="173172" y="164393"/>
                  <a:pt x="173947" y="164766"/>
                  <a:pt x="175151" y="165053"/>
                </a:cubicBezTo>
                <a:cubicBezTo>
                  <a:pt x="176069" y="165282"/>
                  <a:pt x="179741" y="165627"/>
                  <a:pt x="186166" y="166086"/>
                </a:cubicBezTo>
                <a:lnTo>
                  <a:pt x="187113" y="166946"/>
                </a:lnTo>
                <a:lnTo>
                  <a:pt x="187113" y="172282"/>
                </a:lnTo>
                <a:lnTo>
                  <a:pt x="186252" y="173142"/>
                </a:lnTo>
                <a:cubicBezTo>
                  <a:pt x="178507" y="172683"/>
                  <a:pt x="169701" y="172454"/>
                  <a:pt x="159834" y="172454"/>
                </a:cubicBezTo>
                <a:cubicBezTo>
                  <a:pt x="152605" y="172454"/>
                  <a:pt x="145376" y="172683"/>
                  <a:pt x="138148" y="173142"/>
                </a:cubicBezTo>
                <a:lnTo>
                  <a:pt x="137287" y="172282"/>
                </a:lnTo>
                <a:lnTo>
                  <a:pt x="137287" y="167118"/>
                </a:lnTo>
                <a:lnTo>
                  <a:pt x="138148" y="166172"/>
                </a:lnTo>
                <a:cubicBezTo>
                  <a:pt x="143942" y="166000"/>
                  <a:pt x="147270" y="165541"/>
                  <a:pt x="148130" y="164795"/>
                </a:cubicBezTo>
                <a:cubicBezTo>
                  <a:pt x="148704" y="164278"/>
                  <a:pt x="149048" y="163733"/>
                  <a:pt x="149163" y="163160"/>
                </a:cubicBezTo>
                <a:cubicBezTo>
                  <a:pt x="149392" y="162070"/>
                  <a:pt x="149622" y="159259"/>
                  <a:pt x="149851" y="154726"/>
                </a:cubicBezTo>
                <a:cubicBezTo>
                  <a:pt x="150023" y="151284"/>
                  <a:pt x="150138" y="146895"/>
                  <a:pt x="150195" y="141560"/>
                </a:cubicBezTo>
                <a:lnTo>
                  <a:pt x="150368" y="128222"/>
                </a:lnTo>
                <a:lnTo>
                  <a:pt x="150368" y="78224"/>
                </a:lnTo>
                <a:cubicBezTo>
                  <a:pt x="150368" y="77650"/>
                  <a:pt x="150195" y="73405"/>
                  <a:pt x="149851" y="65488"/>
                </a:cubicBezTo>
                <a:cubicBezTo>
                  <a:pt x="149679" y="61759"/>
                  <a:pt x="149378" y="59363"/>
                  <a:pt x="148948" y="58302"/>
                </a:cubicBezTo>
                <a:cubicBezTo>
                  <a:pt x="148517" y="57241"/>
                  <a:pt x="147327" y="56567"/>
                  <a:pt x="145376" y="56280"/>
                </a:cubicBezTo>
                <a:cubicBezTo>
                  <a:pt x="144688" y="56165"/>
                  <a:pt x="142164" y="56022"/>
                  <a:pt x="137804" y="55850"/>
                </a:cubicBezTo>
                <a:lnTo>
                  <a:pt x="136943" y="54989"/>
                </a:lnTo>
                <a:lnTo>
                  <a:pt x="136943" y="50170"/>
                </a:lnTo>
                <a:lnTo>
                  <a:pt x="137804" y="49223"/>
                </a:lnTo>
                <a:cubicBezTo>
                  <a:pt x="148761" y="48248"/>
                  <a:pt x="159862" y="45867"/>
                  <a:pt x="171107" y="42081"/>
                </a:cubicBezTo>
                <a:lnTo>
                  <a:pt x="173000" y="43199"/>
                </a:lnTo>
                <a:cubicBezTo>
                  <a:pt x="173000" y="45666"/>
                  <a:pt x="172742" y="50629"/>
                  <a:pt x="172225" y="58087"/>
                </a:cubicBezTo>
                <a:cubicBezTo>
                  <a:pt x="176069" y="54874"/>
                  <a:pt x="180917" y="50887"/>
                  <a:pt x="186769" y="46125"/>
                </a:cubicBezTo>
                <a:cubicBezTo>
                  <a:pt x="189580" y="44003"/>
                  <a:pt x="193911" y="42941"/>
                  <a:pt x="199763" y="42941"/>
                </a:cubicBezTo>
                <a:cubicBezTo>
                  <a:pt x="213991" y="42941"/>
                  <a:pt x="223686" y="48391"/>
                  <a:pt x="228849" y="59292"/>
                </a:cubicBezTo>
                <a:cubicBezTo>
                  <a:pt x="231202" y="64283"/>
                  <a:pt x="232378" y="69991"/>
                  <a:pt x="232378" y="76417"/>
                </a:cubicBezTo>
                <a:moveTo>
                  <a:pt x="210262" y="87001"/>
                </a:moveTo>
                <a:cubicBezTo>
                  <a:pt x="210262" y="74495"/>
                  <a:pt x="206963" y="66061"/>
                  <a:pt x="200365" y="61701"/>
                </a:cubicBezTo>
                <a:cubicBezTo>
                  <a:pt x="196866" y="59406"/>
                  <a:pt x="193223" y="58259"/>
                  <a:pt x="189436" y="58259"/>
                </a:cubicBezTo>
                <a:cubicBezTo>
                  <a:pt x="182380" y="58259"/>
                  <a:pt x="176528" y="61156"/>
                  <a:pt x="171881" y="66951"/>
                </a:cubicBezTo>
                <a:lnTo>
                  <a:pt x="171881" y="109634"/>
                </a:lnTo>
                <a:cubicBezTo>
                  <a:pt x="177102" y="115141"/>
                  <a:pt x="182839" y="117895"/>
                  <a:pt x="189092" y="117895"/>
                </a:cubicBezTo>
                <a:cubicBezTo>
                  <a:pt x="198443" y="117895"/>
                  <a:pt x="204697" y="113047"/>
                  <a:pt x="207852" y="103352"/>
                </a:cubicBezTo>
                <a:cubicBezTo>
                  <a:pt x="209458" y="98475"/>
                  <a:pt x="210262" y="93025"/>
                  <a:pt x="210262" y="87001"/>
                </a:cubicBezTo>
                <a:close/>
                <a:moveTo>
                  <a:pt x="339355" y="76417"/>
                </a:moveTo>
                <a:cubicBezTo>
                  <a:pt x="339355" y="83473"/>
                  <a:pt x="338093" y="90214"/>
                  <a:pt x="335569" y="96639"/>
                </a:cubicBezTo>
                <a:cubicBezTo>
                  <a:pt x="333733" y="101344"/>
                  <a:pt x="331324" y="105331"/>
                  <a:pt x="328340" y="108601"/>
                </a:cubicBezTo>
                <a:cubicBezTo>
                  <a:pt x="327021" y="110035"/>
                  <a:pt x="324554" y="112101"/>
                  <a:pt x="320940" y="114797"/>
                </a:cubicBezTo>
                <a:cubicBezTo>
                  <a:pt x="317153" y="117838"/>
                  <a:pt x="312420" y="121509"/>
                  <a:pt x="306741" y="125812"/>
                </a:cubicBezTo>
                <a:cubicBezTo>
                  <a:pt x="303356" y="128049"/>
                  <a:pt x="299053" y="129168"/>
                  <a:pt x="293832" y="129168"/>
                </a:cubicBezTo>
                <a:cubicBezTo>
                  <a:pt x="288841" y="129168"/>
                  <a:pt x="283850" y="128250"/>
                  <a:pt x="278859" y="126414"/>
                </a:cubicBezTo>
                <a:lnTo>
                  <a:pt x="278859" y="158685"/>
                </a:lnTo>
                <a:cubicBezTo>
                  <a:pt x="278859" y="161324"/>
                  <a:pt x="279174" y="163074"/>
                  <a:pt x="279805" y="163934"/>
                </a:cubicBezTo>
                <a:cubicBezTo>
                  <a:pt x="280150" y="164393"/>
                  <a:pt x="280924" y="164766"/>
                  <a:pt x="282129" y="165053"/>
                </a:cubicBezTo>
                <a:cubicBezTo>
                  <a:pt x="283047" y="165282"/>
                  <a:pt x="286719" y="165627"/>
                  <a:pt x="293144" y="166086"/>
                </a:cubicBezTo>
                <a:lnTo>
                  <a:pt x="294091" y="166946"/>
                </a:lnTo>
                <a:lnTo>
                  <a:pt x="294091" y="172282"/>
                </a:lnTo>
                <a:lnTo>
                  <a:pt x="293230" y="173142"/>
                </a:lnTo>
                <a:cubicBezTo>
                  <a:pt x="285485" y="172683"/>
                  <a:pt x="276679" y="172454"/>
                  <a:pt x="266811" y="172454"/>
                </a:cubicBezTo>
                <a:cubicBezTo>
                  <a:pt x="259583" y="172454"/>
                  <a:pt x="252354" y="172683"/>
                  <a:pt x="245125" y="173142"/>
                </a:cubicBezTo>
                <a:lnTo>
                  <a:pt x="244265" y="172282"/>
                </a:lnTo>
                <a:lnTo>
                  <a:pt x="244265" y="167118"/>
                </a:lnTo>
                <a:lnTo>
                  <a:pt x="245125" y="166172"/>
                </a:lnTo>
                <a:cubicBezTo>
                  <a:pt x="250920" y="166000"/>
                  <a:pt x="254247" y="165541"/>
                  <a:pt x="255108" y="164795"/>
                </a:cubicBezTo>
                <a:cubicBezTo>
                  <a:pt x="255681" y="164278"/>
                  <a:pt x="256026" y="163733"/>
                  <a:pt x="256140" y="163160"/>
                </a:cubicBezTo>
                <a:cubicBezTo>
                  <a:pt x="256370" y="162070"/>
                  <a:pt x="256599" y="159259"/>
                  <a:pt x="256829" y="154726"/>
                </a:cubicBezTo>
                <a:cubicBezTo>
                  <a:pt x="257001" y="151284"/>
                  <a:pt x="257116" y="146895"/>
                  <a:pt x="257173" y="141560"/>
                </a:cubicBezTo>
                <a:lnTo>
                  <a:pt x="257345" y="128222"/>
                </a:lnTo>
                <a:lnTo>
                  <a:pt x="257345" y="78224"/>
                </a:lnTo>
                <a:cubicBezTo>
                  <a:pt x="257345" y="77650"/>
                  <a:pt x="257173" y="73405"/>
                  <a:pt x="256829" y="65488"/>
                </a:cubicBezTo>
                <a:cubicBezTo>
                  <a:pt x="256657" y="61759"/>
                  <a:pt x="256356" y="59363"/>
                  <a:pt x="255925" y="58302"/>
                </a:cubicBezTo>
                <a:cubicBezTo>
                  <a:pt x="255495" y="57241"/>
                  <a:pt x="254305" y="56567"/>
                  <a:pt x="252354" y="56280"/>
                </a:cubicBezTo>
                <a:cubicBezTo>
                  <a:pt x="251666" y="56165"/>
                  <a:pt x="249141" y="56022"/>
                  <a:pt x="244781" y="55850"/>
                </a:cubicBezTo>
                <a:lnTo>
                  <a:pt x="243921" y="54989"/>
                </a:lnTo>
                <a:lnTo>
                  <a:pt x="243921" y="50170"/>
                </a:lnTo>
                <a:lnTo>
                  <a:pt x="244781" y="49223"/>
                </a:lnTo>
                <a:cubicBezTo>
                  <a:pt x="255739" y="48248"/>
                  <a:pt x="266840" y="45867"/>
                  <a:pt x="278084" y="42081"/>
                </a:cubicBezTo>
                <a:lnTo>
                  <a:pt x="279978" y="43199"/>
                </a:lnTo>
                <a:cubicBezTo>
                  <a:pt x="279978" y="45666"/>
                  <a:pt x="279719" y="50629"/>
                  <a:pt x="279203" y="58087"/>
                </a:cubicBezTo>
                <a:cubicBezTo>
                  <a:pt x="283047" y="54874"/>
                  <a:pt x="287895" y="50887"/>
                  <a:pt x="293746" y="46125"/>
                </a:cubicBezTo>
                <a:cubicBezTo>
                  <a:pt x="296557" y="44003"/>
                  <a:pt x="300889" y="42941"/>
                  <a:pt x="306741" y="42941"/>
                </a:cubicBezTo>
                <a:cubicBezTo>
                  <a:pt x="320968" y="42941"/>
                  <a:pt x="330664" y="48391"/>
                  <a:pt x="335827" y="59292"/>
                </a:cubicBezTo>
                <a:cubicBezTo>
                  <a:pt x="338179" y="64283"/>
                  <a:pt x="339355" y="69991"/>
                  <a:pt x="339355" y="76417"/>
                </a:cubicBezTo>
                <a:moveTo>
                  <a:pt x="317239" y="87001"/>
                </a:moveTo>
                <a:cubicBezTo>
                  <a:pt x="317239" y="74495"/>
                  <a:pt x="313940" y="66061"/>
                  <a:pt x="307343" y="61701"/>
                </a:cubicBezTo>
                <a:cubicBezTo>
                  <a:pt x="303843" y="59406"/>
                  <a:pt x="300200" y="58259"/>
                  <a:pt x="296414" y="58259"/>
                </a:cubicBezTo>
                <a:cubicBezTo>
                  <a:pt x="289358" y="58259"/>
                  <a:pt x="283506" y="61156"/>
                  <a:pt x="278859" y="66951"/>
                </a:cubicBezTo>
                <a:lnTo>
                  <a:pt x="278859" y="109634"/>
                </a:lnTo>
                <a:cubicBezTo>
                  <a:pt x="284079" y="115141"/>
                  <a:pt x="289816" y="117895"/>
                  <a:pt x="296070" y="117895"/>
                </a:cubicBezTo>
                <a:cubicBezTo>
                  <a:pt x="305421" y="117895"/>
                  <a:pt x="311674" y="113047"/>
                  <a:pt x="314830" y="103352"/>
                </a:cubicBezTo>
                <a:cubicBezTo>
                  <a:pt x="316436" y="98475"/>
                  <a:pt x="317239" y="93025"/>
                  <a:pt x="317239" y="87001"/>
                </a:cubicBezTo>
                <a:close/>
                <a:moveTo>
                  <a:pt x="415267" y="43199"/>
                </a:moveTo>
                <a:lnTo>
                  <a:pt x="414665" y="58517"/>
                </a:lnTo>
                <a:cubicBezTo>
                  <a:pt x="414608" y="61041"/>
                  <a:pt x="414493" y="63910"/>
                  <a:pt x="414321" y="67123"/>
                </a:cubicBezTo>
                <a:lnTo>
                  <a:pt x="410707" y="68241"/>
                </a:lnTo>
                <a:cubicBezTo>
                  <a:pt x="408010" y="64340"/>
                  <a:pt x="404281" y="62390"/>
                  <a:pt x="399519" y="62390"/>
                </a:cubicBezTo>
                <a:cubicBezTo>
                  <a:pt x="395217" y="62390"/>
                  <a:pt x="391660" y="64111"/>
                  <a:pt x="388849" y="67553"/>
                </a:cubicBezTo>
                <a:cubicBezTo>
                  <a:pt x="387128" y="69676"/>
                  <a:pt x="386267" y="72802"/>
                  <a:pt x="386267" y="76933"/>
                </a:cubicBezTo>
                <a:lnTo>
                  <a:pt x="386267" y="97070"/>
                </a:lnTo>
                <a:cubicBezTo>
                  <a:pt x="386267" y="101258"/>
                  <a:pt x="386468" y="107081"/>
                  <a:pt x="386869" y="114539"/>
                </a:cubicBezTo>
                <a:cubicBezTo>
                  <a:pt x="386984" y="116662"/>
                  <a:pt x="387587" y="118038"/>
                  <a:pt x="388677" y="118669"/>
                </a:cubicBezTo>
                <a:cubicBezTo>
                  <a:pt x="389767" y="119301"/>
                  <a:pt x="393754" y="119731"/>
                  <a:pt x="400638" y="119960"/>
                </a:cubicBezTo>
                <a:lnTo>
                  <a:pt x="401499" y="120735"/>
                </a:lnTo>
                <a:lnTo>
                  <a:pt x="401499" y="125984"/>
                </a:lnTo>
                <a:lnTo>
                  <a:pt x="400638" y="126845"/>
                </a:lnTo>
                <a:cubicBezTo>
                  <a:pt x="392205" y="126500"/>
                  <a:pt x="383829" y="126328"/>
                  <a:pt x="375510" y="126328"/>
                </a:cubicBezTo>
                <a:cubicBezTo>
                  <a:pt x="365241" y="126328"/>
                  <a:pt x="357410" y="126529"/>
                  <a:pt x="352017" y="126931"/>
                </a:cubicBezTo>
                <a:lnTo>
                  <a:pt x="351157" y="126070"/>
                </a:lnTo>
                <a:lnTo>
                  <a:pt x="351157" y="120821"/>
                </a:lnTo>
                <a:lnTo>
                  <a:pt x="352017" y="119960"/>
                </a:lnTo>
                <a:cubicBezTo>
                  <a:pt x="357525" y="119788"/>
                  <a:pt x="360938" y="119358"/>
                  <a:pt x="362258" y="118669"/>
                </a:cubicBezTo>
                <a:cubicBezTo>
                  <a:pt x="363405" y="118153"/>
                  <a:pt x="364036" y="116776"/>
                  <a:pt x="364151" y="114539"/>
                </a:cubicBezTo>
                <a:cubicBezTo>
                  <a:pt x="364553" y="107081"/>
                  <a:pt x="364753" y="99078"/>
                  <a:pt x="364753" y="90530"/>
                </a:cubicBezTo>
                <a:lnTo>
                  <a:pt x="364753" y="78224"/>
                </a:lnTo>
                <a:cubicBezTo>
                  <a:pt x="364753" y="66750"/>
                  <a:pt x="364323" y="60152"/>
                  <a:pt x="363463" y="58431"/>
                </a:cubicBezTo>
                <a:cubicBezTo>
                  <a:pt x="362889" y="57284"/>
                  <a:pt x="361655" y="56567"/>
                  <a:pt x="359762" y="56280"/>
                </a:cubicBezTo>
                <a:cubicBezTo>
                  <a:pt x="359074" y="56165"/>
                  <a:pt x="356578" y="56022"/>
                  <a:pt x="352275" y="55850"/>
                </a:cubicBezTo>
                <a:lnTo>
                  <a:pt x="351415" y="54989"/>
                </a:lnTo>
                <a:lnTo>
                  <a:pt x="351415" y="50170"/>
                </a:lnTo>
                <a:lnTo>
                  <a:pt x="352275" y="49223"/>
                </a:lnTo>
                <a:cubicBezTo>
                  <a:pt x="362602" y="48248"/>
                  <a:pt x="373474" y="45867"/>
                  <a:pt x="384890" y="42081"/>
                </a:cubicBezTo>
                <a:lnTo>
                  <a:pt x="386783" y="43199"/>
                </a:lnTo>
                <a:lnTo>
                  <a:pt x="386611" y="60066"/>
                </a:lnTo>
                <a:cubicBezTo>
                  <a:pt x="390168" y="55936"/>
                  <a:pt x="394471" y="51117"/>
                  <a:pt x="399519" y="45609"/>
                </a:cubicBezTo>
                <a:cubicBezTo>
                  <a:pt x="401872" y="43314"/>
                  <a:pt x="405084" y="42167"/>
                  <a:pt x="409158" y="42167"/>
                </a:cubicBezTo>
                <a:cubicBezTo>
                  <a:pt x="411567" y="42167"/>
                  <a:pt x="413604" y="42511"/>
                  <a:pt x="415267" y="43199"/>
                </a:cubicBezTo>
                <a:close/>
                <a:moveTo>
                  <a:pt x="506899" y="83645"/>
                </a:moveTo>
                <a:cubicBezTo>
                  <a:pt x="506899" y="103954"/>
                  <a:pt x="500072" y="117694"/>
                  <a:pt x="486418" y="124865"/>
                </a:cubicBezTo>
                <a:cubicBezTo>
                  <a:pt x="479763" y="128365"/>
                  <a:pt x="472162" y="130115"/>
                  <a:pt x="463614" y="130115"/>
                </a:cubicBezTo>
                <a:cubicBezTo>
                  <a:pt x="450419" y="130115"/>
                  <a:pt x="440365" y="126300"/>
                  <a:pt x="433452" y="118669"/>
                </a:cubicBezTo>
                <a:cubicBezTo>
                  <a:pt x="426539" y="111039"/>
                  <a:pt x="423082" y="100110"/>
                  <a:pt x="423082" y="85883"/>
                </a:cubicBezTo>
                <a:cubicBezTo>
                  <a:pt x="423082" y="66205"/>
                  <a:pt x="429794" y="53096"/>
                  <a:pt x="443219" y="46556"/>
                </a:cubicBezTo>
                <a:cubicBezTo>
                  <a:pt x="449816" y="43343"/>
                  <a:pt x="457475" y="41737"/>
                  <a:pt x="466196" y="41737"/>
                </a:cubicBezTo>
                <a:cubicBezTo>
                  <a:pt x="484496" y="41737"/>
                  <a:pt x="496630" y="48076"/>
                  <a:pt x="502597" y="60755"/>
                </a:cubicBezTo>
                <a:cubicBezTo>
                  <a:pt x="505465" y="66836"/>
                  <a:pt x="506899" y="74466"/>
                  <a:pt x="506899" y="83645"/>
                </a:cubicBezTo>
                <a:moveTo>
                  <a:pt x="483062" y="90702"/>
                </a:moveTo>
                <a:cubicBezTo>
                  <a:pt x="483062" y="76417"/>
                  <a:pt x="481499" y="66190"/>
                  <a:pt x="478372" y="60023"/>
                </a:cubicBezTo>
                <a:cubicBezTo>
                  <a:pt x="475246" y="53856"/>
                  <a:pt x="470470" y="50772"/>
                  <a:pt x="464044" y="50772"/>
                </a:cubicBezTo>
                <a:cubicBezTo>
                  <a:pt x="452628" y="50772"/>
                  <a:pt x="446919" y="61070"/>
                  <a:pt x="446919" y="81666"/>
                </a:cubicBezTo>
                <a:cubicBezTo>
                  <a:pt x="446919" y="108113"/>
                  <a:pt x="453316" y="121337"/>
                  <a:pt x="466109" y="121337"/>
                </a:cubicBezTo>
                <a:cubicBezTo>
                  <a:pt x="474084" y="121337"/>
                  <a:pt x="479161" y="116948"/>
                  <a:pt x="481341" y="108171"/>
                </a:cubicBezTo>
                <a:cubicBezTo>
                  <a:pt x="482489" y="103581"/>
                  <a:pt x="483062" y="97758"/>
                  <a:pt x="483062" y="90702"/>
                </a:cubicBezTo>
                <a:moveTo>
                  <a:pt x="465851" y="133041"/>
                </a:moveTo>
                <a:lnTo>
                  <a:pt x="465851" y="133041"/>
                </a:lnTo>
                <a:moveTo>
                  <a:pt x="465851" y="38725"/>
                </a:moveTo>
                <a:lnTo>
                  <a:pt x="465851" y="38725"/>
                </a:lnTo>
                <a:close/>
                <a:moveTo>
                  <a:pt x="598865" y="125640"/>
                </a:moveTo>
                <a:lnTo>
                  <a:pt x="598005" y="126500"/>
                </a:lnTo>
                <a:cubicBezTo>
                  <a:pt x="595079" y="126386"/>
                  <a:pt x="590747" y="126328"/>
                  <a:pt x="585010" y="126328"/>
                </a:cubicBezTo>
                <a:cubicBezTo>
                  <a:pt x="577552" y="126328"/>
                  <a:pt x="573135" y="126386"/>
                  <a:pt x="571758" y="126500"/>
                </a:cubicBezTo>
                <a:cubicBezTo>
                  <a:pt x="570725" y="125124"/>
                  <a:pt x="568947" y="122341"/>
                  <a:pt x="566423" y="118153"/>
                </a:cubicBezTo>
                <a:cubicBezTo>
                  <a:pt x="565160" y="116088"/>
                  <a:pt x="563296" y="112961"/>
                  <a:pt x="560829" y="108773"/>
                </a:cubicBezTo>
                <a:lnTo>
                  <a:pt x="554203" y="97070"/>
                </a:lnTo>
                <a:cubicBezTo>
                  <a:pt x="546917" y="106708"/>
                  <a:pt x="540147" y="116518"/>
                  <a:pt x="533894" y="126500"/>
                </a:cubicBezTo>
                <a:cubicBezTo>
                  <a:pt x="532001" y="126386"/>
                  <a:pt x="529505" y="126328"/>
                  <a:pt x="526407" y="126328"/>
                </a:cubicBezTo>
                <a:cubicBezTo>
                  <a:pt x="522563" y="126328"/>
                  <a:pt x="520010" y="126386"/>
                  <a:pt x="518748" y="126500"/>
                </a:cubicBezTo>
                <a:lnTo>
                  <a:pt x="517716" y="125554"/>
                </a:lnTo>
                <a:lnTo>
                  <a:pt x="517716" y="120563"/>
                </a:lnTo>
                <a:lnTo>
                  <a:pt x="518662" y="119616"/>
                </a:lnTo>
                <a:cubicBezTo>
                  <a:pt x="521818" y="119559"/>
                  <a:pt x="523969" y="119157"/>
                  <a:pt x="525116" y="118411"/>
                </a:cubicBezTo>
                <a:cubicBezTo>
                  <a:pt x="526264" y="117665"/>
                  <a:pt x="528788" y="114940"/>
                  <a:pt x="532689" y="110236"/>
                </a:cubicBezTo>
                <a:cubicBezTo>
                  <a:pt x="536877" y="105130"/>
                  <a:pt x="542413" y="98045"/>
                  <a:pt x="549298" y="88981"/>
                </a:cubicBezTo>
                <a:lnTo>
                  <a:pt x="538025" y="70135"/>
                </a:lnTo>
                <a:cubicBezTo>
                  <a:pt x="534754" y="64627"/>
                  <a:pt x="532488" y="60984"/>
                  <a:pt x="531226" y="59206"/>
                </a:cubicBezTo>
                <a:cubicBezTo>
                  <a:pt x="529849" y="57198"/>
                  <a:pt x="528616" y="55864"/>
                  <a:pt x="527526" y="55204"/>
                </a:cubicBezTo>
                <a:cubicBezTo>
                  <a:pt x="526436" y="54544"/>
                  <a:pt x="525088" y="54214"/>
                  <a:pt x="523481" y="54214"/>
                </a:cubicBezTo>
                <a:cubicBezTo>
                  <a:pt x="522965" y="54214"/>
                  <a:pt x="521760" y="54329"/>
                  <a:pt x="519867" y="54559"/>
                </a:cubicBezTo>
                <a:lnTo>
                  <a:pt x="518662" y="53784"/>
                </a:lnTo>
                <a:lnTo>
                  <a:pt x="517716" y="49137"/>
                </a:lnTo>
                <a:lnTo>
                  <a:pt x="518490" y="47932"/>
                </a:lnTo>
                <a:cubicBezTo>
                  <a:pt x="528186" y="46039"/>
                  <a:pt x="536447" y="44203"/>
                  <a:pt x="543274" y="42425"/>
                </a:cubicBezTo>
                <a:cubicBezTo>
                  <a:pt x="547691" y="45695"/>
                  <a:pt x="554375" y="55305"/>
                  <a:pt x="563325" y="71253"/>
                </a:cubicBezTo>
                <a:cubicBezTo>
                  <a:pt x="567570" y="65746"/>
                  <a:pt x="572332" y="59062"/>
                  <a:pt x="577610" y="51203"/>
                </a:cubicBezTo>
                <a:lnTo>
                  <a:pt x="582171" y="44404"/>
                </a:lnTo>
                <a:cubicBezTo>
                  <a:pt x="585670" y="44576"/>
                  <a:pt x="588625" y="44662"/>
                  <a:pt x="591034" y="44662"/>
                </a:cubicBezTo>
                <a:cubicBezTo>
                  <a:pt x="593329" y="44662"/>
                  <a:pt x="595595" y="44576"/>
                  <a:pt x="597833" y="44404"/>
                </a:cubicBezTo>
                <a:lnTo>
                  <a:pt x="598865" y="45437"/>
                </a:lnTo>
                <a:lnTo>
                  <a:pt x="598865" y="50342"/>
                </a:lnTo>
                <a:lnTo>
                  <a:pt x="598005" y="51203"/>
                </a:lnTo>
                <a:cubicBezTo>
                  <a:pt x="594964" y="51432"/>
                  <a:pt x="592913" y="51834"/>
                  <a:pt x="591852" y="52407"/>
                </a:cubicBezTo>
                <a:cubicBezTo>
                  <a:pt x="590790" y="52981"/>
                  <a:pt x="588826" y="54874"/>
                  <a:pt x="585957" y="58087"/>
                </a:cubicBezTo>
                <a:cubicBezTo>
                  <a:pt x="584121" y="60095"/>
                  <a:pt x="580708" y="64139"/>
                  <a:pt x="575717" y="70221"/>
                </a:cubicBezTo>
                <a:lnTo>
                  <a:pt x="568316" y="79170"/>
                </a:lnTo>
                <a:lnTo>
                  <a:pt x="580708" y="101114"/>
                </a:lnTo>
                <a:cubicBezTo>
                  <a:pt x="586559" y="111498"/>
                  <a:pt x="590317" y="117207"/>
                  <a:pt x="591981" y="118239"/>
                </a:cubicBezTo>
                <a:cubicBezTo>
                  <a:pt x="592727" y="118698"/>
                  <a:pt x="594735" y="119157"/>
                  <a:pt x="598005" y="119616"/>
                </a:cubicBezTo>
                <a:lnTo>
                  <a:pt x="598865" y="120563"/>
                </a:lnTo>
                <a:lnTo>
                  <a:pt x="598865" y="125640"/>
                </a:lnTo>
                <a:close/>
                <a:moveTo>
                  <a:pt x="644486" y="13769"/>
                </a:moveTo>
                <a:cubicBezTo>
                  <a:pt x="644486" y="17440"/>
                  <a:pt x="643196" y="20581"/>
                  <a:pt x="640614" y="23192"/>
                </a:cubicBezTo>
                <a:cubicBezTo>
                  <a:pt x="638032" y="25802"/>
                  <a:pt x="634934" y="27107"/>
                  <a:pt x="631320" y="27107"/>
                </a:cubicBezTo>
                <a:cubicBezTo>
                  <a:pt x="627648" y="27107"/>
                  <a:pt x="624522" y="25802"/>
                  <a:pt x="621940" y="23192"/>
                </a:cubicBezTo>
                <a:cubicBezTo>
                  <a:pt x="619358" y="20581"/>
                  <a:pt x="618068" y="17440"/>
                  <a:pt x="618068" y="13769"/>
                </a:cubicBezTo>
                <a:cubicBezTo>
                  <a:pt x="618068" y="9982"/>
                  <a:pt x="619373" y="6798"/>
                  <a:pt x="621983" y="4217"/>
                </a:cubicBezTo>
                <a:cubicBezTo>
                  <a:pt x="624593" y="1635"/>
                  <a:pt x="627706" y="344"/>
                  <a:pt x="631320" y="344"/>
                </a:cubicBezTo>
                <a:cubicBezTo>
                  <a:pt x="634877" y="344"/>
                  <a:pt x="637961" y="1635"/>
                  <a:pt x="640571" y="4217"/>
                </a:cubicBezTo>
                <a:cubicBezTo>
                  <a:pt x="643181" y="6798"/>
                  <a:pt x="644486" y="9982"/>
                  <a:pt x="644486" y="13769"/>
                </a:cubicBezTo>
                <a:moveTo>
                  <a:pt x="656362" y="126070"/>
                </a:moveTo>
                <a:lnTo>
                  <a:pt x="655501" y="126931"/>
                </a:lnTo>
                <a:cubicBezTo>
                  <a:pt x="650051" y="126529"/>
                  <a:pt x="642192" y="126328"/>
                  <a:pt x="631922" y="126328"/>
                </a:cubicBezTo>
                <a:cubicBezTo>
                  <a:pt x="621653" y="126328"/>
                  <a:pt x="613822" y="126529"/>
                  <a:pt x="608429" y="126931"/>
                </a:cubicBezTo>
                <a:lnTo>
                  <a:pt x="607569" y="126070"/>
                </a:lnTo>
                <a:lnTo>
                  <a:pt x="607569" y="120821"/>
                </a:lnTo>
                <a:lnTo>
                  <a:pt x="608429" y="119960"/>
                </a:lnTo>
                <a:cubicBezTo>
                  <a:pt x="613937" y="119788"/>
                  <a:pt x="617350" y="119358"/>
                  <a:pt x="618670" y="118669"/>
                </a:cubicBezTo>
                <a:cubicBezTo>
                  <a:pt x="619817" y="118153"/>
                  <a:pt x="620448" y="116776"/>
                  <a:pt x="620563" y="114539"/>
                </a:cubicBezTo>
                <a:cubicBezTo>
                  <a:pt x="620965" y="107081"/>
                  <a:pt x="621166" y="99078"/>
                  <a:pt x="621166" y="90530"/>
                </a:cubicBezTo>
                <a:lnTo>
                  <a:pt x="621166" y="78224"/>
                </a:lnTo>
                <a:cubicBezTo>
                  <a:pt x="621166" y="67094"/>
                  <a:pt x="620735" y="60496"/>
                  <a:pt x="619875" y="58431"/>
                </a:cubicBezTo>
                <a:cubicBezTo>
                  <a:pt x="619416" y="57284"/>
                  <a:pt x="618182" y="56567"/>
                  <a:pt x="616174" y="56280"/>
                </a:cubicBezTo>
                <a:cubicBezTo>
                  <a:pt x="615486" y="56165"/>
                  <a:pt x="612990" y="56022"/>
                  <a:pt x="608688" y="55850"/>
                </a:cubicBezTo>
                <a:lnTo>
                  <a:pt x="607827" y="54989"/>
                </a:lnTo>
                <a:lnTo>
                  <a:pt x="607827" y="50170"/>
                </a:lnTo>
                <a:lnTo>
                  <a:pt x="608688" y="49223"/>
                </a:lnTo>
                <a:cubicBezTo>
                  <a:pt x="619703" y="48248"/>
                  <a:pt x="630804" y="45867"/>
                  <a:pt x="641991" y="42081"/>
                </a:cubicBezTo>
                <a:lnTo>
                  <a:pt x="643798" y="43199"/>
                </a:lnTo>
                <a:cubicBezTo>
                  <a:pt x="643052" y="53641"/>
                  <a:pt x="642679" y="62447"/>
                  <a:pt x="642679" y="69618"/>
                </a:cubicBezTo>
                <a:lnTo>
                  <a:pt x="642679" y="97070"/>
                </a:lnTo>
                <a:cubicBezTo>
                  <a:pt x="642679" y="101258"/>
                  <a:pt x="642880" y="107081"/>
                  <a:pt x="643282" y="114539"/>
                </a:cubicBezTo>
                <a:cubicBezTo>
                  <a:pt x="643396" y="116776"/>
                  <a:pt x="644027" y="118153"/>
                  <a:pt x="645175" y="118669"/>
                </a:cubicBezTo>
                <a:cubicBezTo>
                  <a:pt x="646494" y="119358"/>
                  <a:pt x="649908" y="119788"/>
                  <a:pt x="655415" y="119960"/>
                </a:cubicBezTo>
                <a:lnTo>
                  <a:pt x="656362" y="120821"/>
                </a:lnTo>
                <a:lnTo>
                  <a:pt x="656362" y="126070"/>
                </a:lnTo>
                <a:moveTo>
                  <a:pt x="631922" y="133041"/>
                </a:moveTo>
                <a:lnTo>
                  <a:pt x="631922" y="133041"/>
                </a:lnTo>
                <a:close/>
                <a:moveTo>
                  <a:pt x="814013" y="125898"/>
                </a:moveTo>
                <a:lnTo>
                  <a:pt x="813152" y="126845"/>
                </a:lnTo>
                <a:cubicBezTo>
                  <a:pt x="809825" y="126500"/>
                  <a:pt x="803916" y="126328"/>
                  <a:pt x="795425" y="126328"/>
                </a:cubicBezTo>
                <a:cubicBezTo>
                  <a:pt x="788368" y="126328"/>
                  <a:pt x="783349" y="126500"/>
                  <a:pt x="780365" y="126845"/>
                </a:cubicBezTo>
                <a:lnTo>
                  <a:pt x="779161" y="125210"/>
                </a:lnTo>
                <a:cubicBezTo>
                  <a:pt x="780079" y="110925"/>
                  <a:pt x="780537" y="100512"/>
                  <a:pt x="780537" y="93972"/>
                </a:cubicBezTo>
                <a:lnTo>
                  <a:pt x="780537" y="86141"/>
                </a:lnTo>
                <a:cubicBezTo>
                  <a:pt x="780537" y="77707"/>
                  <a:pt x="780279" y="72056"/>
                  <a:pt x="779763" y="69188"/>
                </a:cubicBezTo>
                <a:cubicBezTo>
                  <a:pt x="779132" y="65746"/>
                  <a:pt x="777698" y="62992"/>
                  <a:pt x="775460" y="60927"/>
                </a:cubicBezTo>
                <a:cubicBezTo>
                  <a:pt x="773223" y="58861"/>
                  <a:pt x="770182" y="57829"/>
                  <a:pt x="766338" y="57829"/>
                </a:cubicBezTo>
                <a:cubicBezTo>
                  <a:pt x="762036" y="57829"/>
                  <a:pt x="758450" y="59034"/>
                  <a:pt x="755582" y="61443"/>
                </a:cubicBezTo>
                <a:cubicBezTo>
                  <a:pt x="752713" y="63853"/>
                  <a:pt x="751279" y="66922"/>
                  <a:pt x="751279" y="70651"/>
                </a:cubicBezTo>
                <a:lnTo>
                  <a:pt x="751279" y="96295"/>
                </a:lnTo>
                <a:lnTo>
                  <a:pt x="751623" y="109892"/>
                </a:lnTo>
                <a:cubicBezTo>
                  <a:pt x="751738" y="113564"/>
                  <a:pt x="752053" y="115973"/>
                  <a:pt x="752570" y="117120"/>
                </a:cubicBezTo>
                <a:cubicBezTo>
                  <a:pt x="752914" y="117866"/>
                  <a:pt x="753688" y="118411"/>
                  <a:pt x="754893" y="118756"/>
                </a:cubicBezTo>
                <a:cubicBezTo>
                  <a:pt x="755926" y="119042"/>
                  <a:pt x="758708" y="119415"/>
                  <a:pt x="763240" y="119874"/>
                </a:cubicBezTo>
                <a:lnTo>
                  <a:pt x="764187" y="120735"/>
                </a:lnTo>
                <a:lnTo>
                  <a:pt x="764187" y="125898"/>
                </a:lnTo>
                <a:lnTo>
                  <a:pt x="763154" y="126845"/>
                </a:lnTo>
                <a:cubicBezTo>
                  <a:pt x="756213" y="126500"/>
                  <a:pt x="749185" y="126328"/>
                  <a:pt x="742071" y="126328"/>
                </a:cubicBezTo>
                <a:cubicBezTo>
                  <a:pt x="733236" y="126328"/>
                  <a:pt x="725663" y="126500"/>
                  <a:pt x="719353" y="126845"/>
                </a:cubicBezTo>
                <a:lnTo>
                  <a:pt x="718406" y="125898"/>
                </a:lnTo>
                <a:lnTo>
                  <a:pt x="718406" y="120821"/>
                </a:lnTo>
                <a:lnTo>
                  <a:pt x="719267" y="119788"/>
                </a:lnTo>
                <a:cubicBezTo>
                  <a:pt x="722881" y="119444"/>
                  <a:pt x="725376" y="119128"/>
                  <a:pt x="726753" y="118842"/>
                </a:cubicBezTo>
                <a:cubicBezTo>
                  <a:pt x="727786" y="118612"/>
                  <a:pt x="728532" y="117752"/>
                  <a:pt x="728991" y="116260"/>
                </a:cubicBezTo>
                <a:cubicBezTo>
                  <a:pt x="729335" y="115170"/>
                  <a:pt x="729536" y="111986"/>
                  <a:pt x="729593" y="106708"/>
                </a:cubicBezTo>
                <a:lnTo>
                  <a:pt x="729765" y="78912"/>
                </a:lnTo>
                <a:cubicBezTo>
                  <a:pt x="729765" y="72487"/>
                  <a:pt x="729278" y="67897"/>
                  <a:pt x="728302" y="65143"/>
                </a:cubicBezTo>
                <a:cubicBezTo>
                  <a:pt x="727499" y="62963"/>
                  <a:pt x="725979" y="61156"/>
                  <a:pt x="723741" y="59722"/>
                </a:cubicBezTo>
                <a:cubicBezTo>
                  <a:pt x="721733" y="58402"/>
                  <a:pt x="719094" y="57743"/>
                  <a:pt x="715824" y="57743"/>
                </a:cubicBezTo>
                <a:cubicBezTo>
                  <a:pt x="710661" y="57743"/>
                  <a:pt x="706559" y="59464"/>
                  <a:pt x="703519" y="62906"/>
                </a:cubicBezTo>
                <a:cubicBezTo>
                  <a:pt x="702084" y="64512"/>
                  <a:pt x="701238" y="65803"/>
                  <a:pt x="700980" y="66778"/>
                </a:cubicBezTo>
                <a:cubicBezTo>
                  <a:pt x="700722" y="67754"/>
                  <a:pt x="700593" y="69905"/>
                  <a:pt x="700593" y="73233"/>
                </a:cubicBezTo>
                <a:lnTo>
                  <a:pt x="700593" y="91906"/>
                </a:lnTo>
                <a:cubicBezTo>
                  <a:pt x="700593" y="95578"/>
                  <a:pt x="700707" y="100340"/>
                  <a:pt x="700937" y="106192"/>
                </a:cubicBezTo>
                <a:cubicBezTo>
                  <a:pt x="701166" y="112215"/>
                  <a:pt x="701396" y="115715"/>
                  <a:pt x="701625" y="116690"/>
                </a:cubicBezTo>
                <a:cubicBezTo>
                  <a:pt x="701970" y="117895"/>
                  <a:pt x="702930" y="118712"/>
                  <a:pt x="704508" y="119143"/>
                </a:cubicBezTo>
                <a:cubicBezTo>
                  <a:pt x="706086" y="119573"/>
                  <a:pt x="708481" y="119817"/>
                  <a:pt x="711694" y="119874"/>
                </a:cubicBezTo>
                <a:lnTo>
                  <a:pt x="712554" y="120735"/>
                </a:lnTo>
                <a:lnTo>
                  <a:pt x="712554" y="125984"/>
                </a:lnTo>
                <a:lnTo>
                  <a:pt x="711694" y="126845"/>
                </a:lnTo>
                <a:cubicBezTo>
                  <a:pt x="706817" y="126500"/>
                  <a:pt x="699531" y="126328"/>
                  <a:pt x="689836" y="126328"/>
                </a:cubicBezTo>
                <a:cubicBezTo>
                  <a:pt x="679567" y="126328"/>
                  <a:pt x="671736" y="126529"/>
                  <a:pt x="666343" y="126931"/>
                </a:cubicBezTo>
                <a:lnTo>
                  <a:pt x="665482" y="126070"/>
                </a:lnTo>
                <a:lnTo>
                  <a:pt x="665482" y="120821"/>
                </a:lnTo>
                <a:lnTo>
                  <a:pt x="666343" y="119960"/>
                </a:lnTo>
                <a:cubicBezTo>
                  <a:pt x="671850" y="119788"/>
                  <a:pt x="675264" y="119358"/>
                  <a:pt x="676583" y="118669"/>
                </a:cubicBezTo>
                <a:cubicBezTo>
                  <a:pt x="677731" y="118153"/>
                  <a:pt x="678362" y="116776"/>
                  <a:pt x="678477" y="114539"/>
                </a:cubicBezTo>
                <a:cubicBezTo>
                  <a:pt x="678878" y="107081"/>
                  <a:pt x="679079" y="99078"/>
                  <a:pt x="679079" y="90530"/>
                </a:cubicBezTo>
                <a:lnTo>
                  <a:pt x="679079" y="78224"/>
                </a:lnTo>
                <a:cubicBezTo>
                  <a:pt x="679079" y="66750"/>
                  <a:pt x="678649" y="60152"/>
                  <a:pt x="677788" y="58431"/>
                </a:cubicBezTo>
                <a:cubicBezTo>
                  <a:pt x="677214" y="57284"/>
                  <a:pt x="675981" y="56567"/>
                  <a:pt x="674088" y="56280"/>
                </a:cubicBezTo>
                <a:cubicBezTo>
                  <a:pt x="673399" y="56165"/>
                  <a:pt x="670904" y="56022"/>
                  <a:pt x="666601" y="55850"/>
                </a:cubicBezTo>
                <a:lnTo>
                  <a:pt x="665740" y="54989"/>
                </a:lnTo>
                <a:lnTo>
                  <a:pt x="665740" y="50170"/>
                </a:lnTo>
                <a:lnTo>
                  <a:pt x="666601" y="49223"/>
                </a:lnTo>
                <a:cubicBezTo>
                  <a:pt x="676928" y="48248"/>
                  <a:pt x="687799" y="45867"/>
                  <a:pt x="699216" y="42081"/>
                </a:cubicBezTo>
                <a:lnTo>
                  <a:pt x="701109" y="43199"/>
                </a:lnTo>
                <a:lnTo>
                  <a:pt x="700937" y="56882"/>
                </a:lnTo>
                <a:lnTo>
                  <a:pt x="716255" y="44490"/>
                </a:lnTo>
                <a:cubicBezTo>
                  <a:pt x="719066" y="43228"/>
                  <a:pt x="722393" y="42597"/>
                  <a:pt x="726237" y="42597"/>
                </a:cubicBezTo>
                <a:cubicBezTo>
                  <a:pt x="732834" y="42597"/>
                  <a:pt x="737969" y="43673"/>
                  <a:pt x="741641" y="45824"/>
                </a:cubicBezTo>
                <a:cubicBezTo>
                  <a:pt x="745312" y="47976"/>
                  <a:pt x="748267" y="51748"/>
                  <a:pt x="750504" y="57140"/>
                </a:cubicBezTo>
                <a:lnTo>
                  <a:pt x="766166" y="44490"/>
                </a:lnTo>
                <a:cubicBezTo>
                  <a:pt x="768977" y="43171"/>
                  <a:pt x="772391" y="42511"/>
                  <a:pt x="776407" y="42511"/>
                </a:cubicBezTo>
                <a:cubicBezTo>
                  <a:pt x="787479" y="42511"/>
                  <a:pt x="795167" y="46527"/>
                  <a:pt x="799470" y="54559"/>
                </a:cubicBezTo>
                <a:cubicBezTo>
                  <a:pt x="801363" y="58116"/>
                  <a:pt x="802309" y="63566"/>
                  <a:pt x="802309" y="70909"/>
                </a:cubicBezTo>
                <a:cubicBezTo>
                  <a:pt x="802309" y="73950"/>
                  <a:pt x="802281" y="76216"/>
                  <a:pt x="802223" y="77707"/>
                </a:cubicBezTo>
                <a:lnTo>
                  <a:pt x="802137" y="80977"/>
                </a:lnTo>
                <a:cubicBezTo>
                  <a:pt x="802022" y="83731"/>
                  <a:pt x="801965" y="85567"/>
                  <a:pt x="801965" y="86485"/>
                </a:cubicBezTo>
                <a:lnTo>
                  <a:pt x="801965" y="97672"/>
                </a:lnTo>
                <a:cubicBezTo>
                  <a:pt x="801965" y="106335"/>
                  <a:pt x="802109" y="111857"/>
                  <a:pt x="802395" y="114238"/>
                </a:cubicBezTo>
                <a:cubicBezTo>
                  <a:pt x="802682" y="116618"/>
                  <a:pt x="803342" y="118124"/>
                  <a:pt x="804375" y="118756"/>
                </a:cubicBezTo>
                <a:cubicBezTo>
                  <a:pt x="805407" y="119387"/>
                  <a:pt x="808333" y="119759"/>
                  <a:pt x="813152" y="119874"/>
                </a:cubicBezTo>
                <a:lnTo>
                  <a:pt x="814013" y="120821"/>
                </a:lnTo>
                <a:lnTo>
                  <a:pt x="814013" y="125898"/>
                </a:lnTo>
                <a:close/>
                <a:moveTo>
                  <a:pt x="902019" y="125812"/>
                </a:moveTo>
                <a:lnTo>
                  <a:pt x="901072" y="126759"/>
                </a:lnTo>
                <a:cubicBezTo>
                  <a:pt x="896253" y="126472"/>
                  <a:pt x="890717" y="126328"/>
                  <a:pt x="884464" y="126328"/>
                </a:cubicBezTo>
                <a:cubicBezTo>
                  <a:pt x="879587" y="126328"/>
                  <a:pt x="874911" y="126472"/>
                  <a:pt x="870437" y="126759"/>
                </a:cubicBezTo>
                <a:lnTo>
                  <a:pt x="869662" y="125812"/>
                </a:lnTo>
                <a:lnTo>
                  <a:pt x="870437" y="114281"/>
                </a:lnTo>
                <a:lnTo>
                  <a:pt x="853742" y="127017"/>
                </a:lnTo>
                <a:cubicBezTo>
                  <a:pt x="852422" y="127992"/>
                  <a:pt x="850529" y="128594"/>
                  <a:pt x="848062" y="128824"/>
                </a:cubicBezTo>
                <a:cubicBezTo>
                  <a:pt x="847087" y="128939"/>
                  <a:pt x="845940" y="128996"/>
                  <a:pt x="844620" y="128996"/>
                </a:cubicBezTo>
                <a:cubicBezTo>
                  <a:pt x="838252" y="128996"/>
                  <a:pt x="833361" y="127074"/>
                  <a:pt x="829948" y="123230"/>
                </a:cubicBezTo>
                <a:cubicBezTo>
                  <a:pt x="826534" y="119387"/>
                  <a:pt x="824828" y="114080"/>
                  <a:pt x="824828" y="107310"/>
                </a:cubicBezTo>
                <a:cubicBezTo>
                  <a:pt x="824828" y="98361"/>
                  <a:pt x="827667" y="92021"/>
                  <a:pt x="833347" y="88292"/>
                </a:cubicBezTo>
                <a:cubicBezTo>
                  <a:pt x="839486" y="84219"/>
                  <a:pt x="851849" y="80547"/>
                  <a:pt x="870437" y="77277"/>
                </a:cubicBezTo>
                <a:cubicBezTo>
                  <a:pt x="870437" y="68155"/>
                  <a:pt x="868027" y="62045"/>
                  <a:pt x="863208" y="58947"/>
                </a:cubicBezTo>
                <a:cubicBezTo>
                  <a:pt x="860282" y="57054"/>
                  <a:pt x="856783" y="56108"/>
                  <a:pt x="852709" y="56108"/>
                </a:cubicBezTo>
                <a:cubicBezTo>
                  <a:pt x="848234" y="56108"/>
                  <a:pt x="844706" y="57026"/>
                  <a:pt x="842125" y="58861"/>
                </a:cubicBezTo>
                <a:lnTo>
                  <a:pt x="838855" y="66865"/>
                </a:lnTo>
                <a:lnTo>
                  <a:pt x="837736" y="67467"/>
                </a:lnTo>
                <a:lnTo>
                  <a:pt x="833347" y="66434"/>
                </a:lnTo>
                <a:lnTo>
                  <a:pt x="832745" y="65229"/>
                </a:lnTo>
                <a:lnTo>
                  <a:pt x="833175" y="55075"/>
                </a:lnTo>
                <a:cubicBezTo>
                  <a:pt x="842641" y="48076"/>
                  <a:pt x="849755" y="44117"/>
                  <a:pt x="854516" y="43199"/>
                </a:cubicBezTo>
                <a:cubicBezTo>
                  <a:pt x="856524" y="42798"/>
                  <a:pt x="859135" y="42597"/>
                  <a:pt x="862347" y="42597"/>
                </a:cubicBezTo>
                <a:cubicBezTo>
                  <a:pt x="873649" y="42597"/>
                  <a:pt x="881710" y="45552"/>
                  <a:pt x="886529" y="51461"/>
                </a:cubicBezTo>
                <a:cubicBezTo>
                  <a:pt x="890028" y="55763"/>
                  <a:pt x="891778" y="62361"/>
                  <a:pt x="891778" y="71253"/>
                </a:cubicBezTo>
                <a:cubicBezTo>
                  <a:pt x="891778" y="73433"/>
                  <a:pt x="891692" y="76933"/>
                  <a:pt x="891520" y="81752"/>
                </a:cubicBezTo>
                <a:cubicBezTo>
                  <a:pt x="891233" y="89784"/>
                  <a:pt x="891090" y="95148"/>
                  <a:pt x="891090" y="97844"/>
                </a:cubicBezTo>
                <a:cubicBezTo>
                  <a:pt x="891090" y="106507"/>
                  <a:pt x="891233" y="112029"/>
                  <a:pt x="891520" y="114410"/>
                </a:cubicBezTo>
                <a:cubicBezTo>
                  <a:pt x="891807" y="116791"/>
                  <a:pt x="892481" y="118297"/>
                  <a:pt x="893542" y="118928"/>
                </a:cubicBezTo>
                <a:cubicBezTo>
                  <a:pt x="894604" y="119559"/>
                  <a:pt x="897142" y="119932"/>
                  <a:pt x="901158" y="120046"/>
                </a:cubicBezTo>
                <a:lnTo>
                  <a:pt x="902019" y="120993"/>
                </a:lnTo>
                <a:lnTo>
                  <a:pt x="902019" y="125812"/>
                </a:lnTo>
                <a:moveTo>
                  <a:pt x="870437" y="105761"/>
                </a:moveTo>
                <a:lnTo>
                  <a:pt x="870437" y="84592"/>
                </a:lnTo>
                <a:cubicBezTo>
                  <a:pt x="860971" y="86657"/>
                  <a:pt x="854588" y="88880"/>
                  <a:pt x="851289" y="91261"/>
                </a:cubicBezTo>
                <a:cubicBezTo>
                  <a:pt x="847991" y="93642"/>
                  <a:pt x="846341" y="97271"/>
                  <a:pt x="846341" y="102147"/>
                </a:cubicBezTo>
                <a:cubicBezTo>
                  <a:pt x="846341" y="109949"/>
                  <a:pt x="849755" y="113850"/>
                  <a:pt x="856582" y="113850"/>
                </a:cubicBezTo>
                <a:cubicBezTo>
                  <a:pt x="862376" y="113850"/>
                  <a:pt x="866994" y="111154"/>
                  <a:pt x="870437" y="105761"/>
                </a:cubicBezTo>
                <a:moveTo>
                  <a:pt x="863552" y="38725"/>
                </a:moveTo>
                <a:lnTo>
                  <a:pt x="863552" y="38725"/>
                </a:lnTo>
                <a:moveTo>
                  <a:pt x="863552" y="133041"/>
                </a:moveTo>
                <a:lnTo>
                  <a:pt x="863552" y="133041"/>
                </a:lnTo>
                <a:close/>
                <a:moveTo>
                  <a:pt x="963904" y="115055"/>
                </a:moveTo>
                <a:cubicBezTo>
                  <a:pt x="963503" y="115514"/>
                  <a:pt x="962269" y="116719"/>
                  <a:pt x="960204" y="118669"/>
                </a:cubicBezTo>
                <a:cubicBezTo>
                  <a:pt x="956819" y="121882"/>
                  <a:pt x="953922" y="124808"/>
                  <a:pt x="951512" y="127447"/>
                </a:cubicBezTo>
                <a:cubicBezTo>
                  <a:pt x="948701" y="128365"/>
                  <a:pt x="945861" y="128824"/>
                  <a:pt x="942993" y="128824"/>
                </a:cubicBezTo>
                <a:cubicBezTo>
                  <a:pt x="935018" y="128824"/>
                  <a:pt x="929195" y="126500"/>
                  <a:pt x="925524" y="121853"/>
                </a:cubicBezTo>
                <a:cubicBezTo>
                  <a:pt x="923975" y="119846"/>
                  <a:pt x="922942" y="117522"/>
                  <a:pt x="922426" y="114883"/>
                </a:cubicBezTo>
                <a:cubicBezTo>
                  <a:pt x="921852" y="111728"/>
                  <a:pt x="921594" y="107597"/>
                  <a:pt x="921651" y="102491"/>
                </a:cubicBezTo>
                <a:lnTo>
                  <a:pt x="921909" y="81924"/>
                </a:lnTo>
                <a:lnTo>
                  <a:pt x="921909" y="60410"/>
                </a:lnTo>
                <a:lnTo>
                  <a:pt x="919586" y="60410"/>
                </a:lnTo>
                <a:lnTo>
                  <a:pt x="915025" y="60583"/>
                </a:lnTo>
                <a:lnTo>
                  <a:pt x="911497" y="60583"/>
                </a:lnTo>
                <a:lnTo>
                  <a:pt x="910550" y="59808"/>
                </a:lnTo>
                <a:lnTo>
                  <a:pt x="910550" y="57571"/>
                </a:lnTo>
                <a:lnTo>
                  <a:pt x="911239" y="56280"/>
                </a:lnTo>
                <a:cubicBezTo>
                  <a:pt x="912271" y="55591"/>
                  <a:pt x="913878" y="54559"/>
                  <a:pt x="916058" y="53182"/>
                </a:cubicBezTo>
                <a:cubicBezTo>
                  <a:pt x="918639" y="51575"/>
                  <a:pt x="920590" y="50227"/>
                  <a:pt x="921909" y="49137"/>
                </a:cubicBezTo>
                <a:lnTo>
                  <a:pt x="921909" y="37434"/>
                </a:lnTo>
                <a:cubicBezTo>
                  <a:pt x="921909" y="32557"/>
                  <a:pt x="921680" y="27394"/>
                  <a:pt x="921221" y="21944"/>
                </a:cubicBezTo>
                <a:cubicBezTo>
                  <a:pt x="925524" y="20567"/>
                  <a:pt x="929009" y="19348"/>
                  <a:pt x="931677" y="18287"/>
                </a:cubicBezTo>
                <a:cubicBezTo>
                  <a:pt x="934344" y="17225"/>
                  <a:pt x="938116" y="15490"/>
                  <a:pt x="942993" y="13080"/>
                </a:cubicBezTo>
                <a:lnTo>
                  <a:pt x="945230" y="14801"/>
                </a:lnTo>
                <a:cubicBezTo>
                  <a:pt x="944542" y="21915"/>
                  <a:pt x="944054" y="28283"/>
                  <a:pt x="943767" y="33906"/>
                </a:cubicBezTo>
                <a:lnTo>
                  <a:pt x="942993" y="48793"/>
                </a:lnTo>
                <a:lnTo>
                  <a:pt x="945833" y="48793"/>
                </a:lnTo>
                <a:cubicBezTo>
                  <a:pt x="952086" y="48793"/>
                  <a:pt x="957479" y="48592"/>
                  <a:pt x="962011" y="48191"/>
                </a:cubicBezTo>
                <a:lnTo>
                  <a:pt x="962958" y="49137"/>
                </a:lnTo>
                <a:lnTo>
                  <a:pt x="961753" y="59206"/>
                </a:lnTo>
                <a:lnTo>
                  <a:pt x="960892" y="60066"/>
                </a:lnTo>
                <a:lnTo>
                  <a:pt x="942993" y="60066"/>
                </a:lnTo>
                <a:lnTo>
                  <a:pt x="942993" y="89239"/>
                </a:lnTo>
                <a:cubicBezTo>
                  <a:pt x="942993" y="98590"/>
                  <a:pt x="943108" y="104098"/>
                  <a:pt x="943337" y="105761"/>
                </a:cubicBezTo>
                <a:cubicBezTo>
                  <a:pt x="943624" y="108171"/>
                  <a:pt x="944642" y="110121"/>
                  <a:pt x="946392" y="111613"/>
                </a:cubicBezTo>
                <a:cubicBezTo>
                  <a:pt x="948142" y="113105"/>
                  <a:pt x="950508" y="113850"/>
                  <a:pt x="953492" y="113850"/>
                </a:cubicBezTo>
                <a:cubicBezTo>
                  <a:pt x="955844" y="113850"/>
                  <a:pt x="958684" y="113219"/>
                  <a:pt x="962011" y="111957"/>
                </a:cubicBezTo>
                <a:lnTo>
                  <a:pt x="963904" y="115055"/>
                </a:lnTo>
                <a:close/>
                <a:moveTo>
                  <a:pt x="1047204" y="78052"/>
                </a:moveTo>
                <a:cubicBezTo>
                  <a:pt x="1047204" y="79027"/>
                  <a:pt x="1047175" y="80490"/>
                  <a:pt x="1047118" y="82440"/>
                </a:cubicBezTo>
                <a:lnTo>
                  <a:pt x="1046171" y="83645"/>
                </a:lnTo>
                <a:cubicBezTo>
                  <a:pt x="1038598" y="85711"/>
                  <a:pt x="1028559" y="86743"/>
                  <a:pt x="1016052" y="86743"/>
                </a:cubicBezTo>
                <a:cubicBezTo>
                  <a:pt x="1013814" y="86743"/>
                  <a:pt x="1010430" y="86786"/>
                  <a:pt x="1005897" y="86872"/>
                </a:cubicBezTo>
                <a:cubicBezTo>
                  <a:pt x="1001365" y="86958"/>
                  <a:pt x="997952" y="87001"/>
                  <a:pt x="995657" y="87001"/>
                </a:cubicBezTo>
                <a:cubicBezTo>
                  <a:pt x="996001" y="95435"/>
                  <a:pt x="998611" y="102405"/>
                  <a:pt x="1003488" y="107913"/>
                </a:cubicBezTo>
                <a:cubicBezTo>
                  <a:pt x="1008594" y="113822"/>
                  <a:pt x="1015249" y="116776"/>
                  <a:pt x="1023453" y="116776"/>
                </a:cubicBezTo>
                <a:cubicBezTo>
                  <a:pt x="1028960" y="116776"/>
                  <a:pt x="1035500" y="114883"/>
                  <a:pt x="1043073" y="111097"/>
                </a:cubicBezTo>
                <a:lnTo>
                  <a:pt x="1045138" y="113592"/>
                </a:lnTo>
                <a:lnTo>
                  <a:pt x="1041352" y="122112"/>
                </a:lnTo>
                <a:cubicBezTo>
                  <a:pt x="1032976" y="127447"/>
                  <a:pt x="1023883" y="130115"/>
                  <a:pt x="1014073" y="130115"/>
                </a:cubicBezTo>
                <a:cubicBezTo>
                  <a:pt x="1001164" y="130115"/>
                  <a:pt x="991139" y="126472"/>
                  <a:pt x="983997" y="119186"/>
                </a:cubicBezTo>
                <a:cubicBezTo>
                  <a:pt x="976854" y="111900"/>
                  <a:pt x="973283" y="101516"/>
                  <a:pt x="973283" y="88034"/>
                </a:cubicBezTo>
                <a:cubicBezTo>
                  <a:pt x="973283" y="72028"/>
                  <a:pt x="977098" y="61070"/>
                  <a:pt x="984728" y="55161"/>
                </a:cubicBezTo>
                <a:cubicBezTo>
                  <a:pt x="995284" y="47015"/>
                  <a:pt x="1005295" y="42941"/>
                  <a:pt x="1014761" y="42941"/>
                </a:cubicBezTo>
                <a:cubicBezTo>
                  <a:pt x="1025030" y="42941"/>
                  <a:pt x="1032976" y="45896"/>
                  <a:pt x="1038598" y="51805"/>
                </a:cubicBezTo>
                <a:cubicBezTo>
                  <a:pt x="1044335" y="57886"/>
                  <a:pt x="1047204" y="66635"/>
                  <a:pt x="1047204" y="78052"/>
                </a:cubicBezTo>
                <a:moveTo>
                  <a:pt x="1024743" y="75814"/>
                </a:moveTo>
                <a:cubicBezTo>
                  <a:pt x="1024743" y="60324"/>
                  <a:pt x="1019924" y="52579"/>
                  <a:pt x="1010286" y="52579"/>
                </a:cubicBezTo>
                <a:cubicBezTo>
                  <a:pt x="1000132" y="52579"/>
                  <a:pt x="995055" y="60267"/>
                  <a:pt x="995055" y="75642"/>
                </a:cubicBezTo>
                <a:lnTo>
                  <a:pt x="995055" y="77535"/>
                </a:lnTo>
                <a:cubicBezTo>
                  <a:pt x="998382" y="78052"/>
                  <a:pt x="1004291" y="78310"/>
                  <a:pt x="1012782" y="78310"/>
                </a:cubicBezTo>
                <a:cubicBezTo>
                  <a:pt x="1017199" y="78310"/>
                  <a:pt x="1021158" y="78052"/>
                  <a:pt x="1024657" y="77535"/>
                </a:cubicBezTo>
                <a:cubicBezTo>
                  <a:pt x="1024715" y="76732"/>
                  <a:pt x="1024743" y="76158"/>
                  <a:pt x="1024743" y="75814"/>
                </a:cubicBezTo>
                <a:moveTo>
                  <a:pt x="1014331" y="133041"/>
                </a:moveTo>
                <a:lnTo>
                  <a:pt x="1014331" y="133041"/>
                </a:lnTo>
                <a:moveTo>
                  <a:pt x="1014331" y="38725"/>
                </a:moveTo>
                <a:lnTo>
                  <a:pt x="1014331" y="38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perturbationmatrix">
            <a:extLst xmlns:a="http://schemas.openxmlformats.org/drawingml/2006/main">
              <a:ext uri="{FF2B5EF4-FFF2-40B4-BE49-F238E27FC236}">
                <a16:creationId xmlns:a16="http://schemas.microsoft.com/office/drawing/2014/main" id="{F9DDEB87-E0A1-4F40-9075-9BCDA3B0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93" y="1024161"/>
            <a:ext cx="1568613" cy="175035"/>
          </a:xfrm>
          <a:custGeom xmlns:a="http://schemas.openxmlformats.org/drawingml/2006/main">
            <a:pathLst>
              <a:path w="1568613" h="175035">
                <a:moveTo>
                  <a:pt x="95435" y="78310"/>
                </a:moveTo>
                <a:cubicBezTo>
                  <a:pt x="95435" y="85366"/>
                  <a:pt x="94173" y="92107"/>
                  <a:pt x="91648" y="98533"/>
                </a:cubicBezTo>
                <a:cubicBezTo>
                  <a:pt x="89812" y="103237"/>
                  <a:pt x="87403" y="107224"/>
                  <a:pt x="84420" y="110494"/>
                </a:cubicBezTo>
                <a:cubicBezTo>
                  <a:pt x="83100" y="111929"/>
                  <a:pt x="80633" y="113994"/>
                  <a:pt x="77019" y="116690"/>
                </a:cubicBezTo>
                <a:cubicBezTo>
                  <a:pt x="73233" y="119731"/>
                  <a:pt x="68500" y="123402"/>
                  <a:pt x="62820" y="127705"/>
                </a:cubicBezTo>
                <a:cubicBezTo>
                  <a:pt x="59435" y="129943"/>
                  <a:pt x="55132" y="131061"/>
                  <a:pt x="49912" y="131061"/>
                </a:cubicBezTo>
                <a:cubicBezTo>
                  <a:pt x="44921" y="131061"/>
                  <a:pt x="39929" y="130143"/>
                  <a:pt x="34938" y="128308"/>
                </a:cubicBezTo>
                <a:lnTo>
                  <a:pt x="34938" y="160578"/>
                </a:lnTo>
                <a:cubicBezTo>
                  <a:pt x="34938" y="163217"/>
                  <a:pt x="35254" y="164967"/>
                  <a:pt x="35885" y="165827"/>
                </a:cubicBezTo>
                <a:cubicBezTo>
                  <a:pt x="36229" y="166286"/>
                  <a:pt x="37004" y="166659"/>
                  <a:pt x="38208" y="166946"/>
                </a:cubicBezTo>
                <a:cubicBezTo>
                  <a:pt x="39126" y="167176"/>
                  <a:pt x="42798" y="167520"/>
                  <a:pt x="49223" y="167979"/>
                </a:cubicBezTo>
                <a:lnTo>
                  <a:pt x="50170" y="168839"/>
                </a:lnTo>
                <a:lnTo>
                  <a:pt x="50170" y="174175"/>
                </a:lnTo>
                <a:lnTo>
                  <a:pt x="49309" y="175035"/>
                </a:lnTo>
                <a:cubicBezTo>
                  <a:pt x="41564" y="174576"/>
                  <a:pt x="32758" y="174347"/>
                  <a:pt x="22891" y="174347"/>
                </a:cubicBezTo>
                <a:cubicBezTo>
                  <a:pt x="15662" y="174347"/>
                  <a:pt x="8433" y="174576"/>
                  <a:pt x="1205" y="175035"/>
                </a:cubicBezTo>
                <a:lnTo>
                  <a:pt x="344" y="174175"/>
                </a:lnTo>
                <a:lnTo>
                  <a:pt x="344" y="169011"/>
                </a:lnTo>
                <a:lnTo>
                  <a:pt x="1205" y="168065"/>
                </a:lnTo>
                <a:cubicBezTo>
                  <a:pt x="6999" y="167893"/>
                  <a:pt x="10327" y="167434"/>
                  <a:pt x="11187" y="166688"/>
                </a:cubicBezTo>
                <a:cubicBezTo>
                  <a:pt x="11761" y="166172"/>
                  <a:pt x="12105" y="165627"/>
                  <a:pt x="12220" y="165053"/>
                </a:cubicBezTo>
                <a:cubicBezTo>
                  <a:pt x="12449" y="163963"/>
                  <a:pt x="12679" y="161152"/>
                  <a:pt x="12908" y="156620"/>
                </a:cubicBezTo>
                <a:cubicBezTo>
                  <a:pt x="13080" y="153177"/>
                  <a:pt x="13195" y="148789"/>
                  <a:pt x="13252" y="143453"/>
                </a:cubicBezTo>
                <a:lnTo>
                  <a:pt x="13425" y="130115"/>
                </a:lnTo>
                <a:lnTo>
                  <a:pt x="13425" y="80117"/>
                </a:lnTo>
                <a:cubicBezTo>
                  <a:pt x="13425" y="79543"/>
                  <a:pt x="13252" y="75298"/>
                  <a:pt x="12908" y="67381"/>
                </a:cubicBezTo>
                <a:cubicBezTo>
                  <a:pt x="12736" y="63652"/>
                  <a:pt x="12435" y="61257"/>
                  <a:pt x="12005" y="60195"/>
                </a:cubicBezTo>
                <a:cubicBezTo>
                  <a:pt x="11574" y="59134"/>
                  <a:pt x="10384" y="58460"/>
                  <a:pt x="8433" y="58173"/>
                </a:cubicBezTo>
                <a:cubicBezTo>
                  <a:pt x="7745" y="58058"/>
                  <a:pt x="5221" y="57915"/>
                  <a:pt x="861" y="57743"/>
                </a:cubicBezTo>
                <a:lnTo>
                  <a:pt x="0" y="56882"/>
                </a:lnTo>
                <a:lnTo>
                  <a:pt x="0" y="52063"/>
                </a:lnTo>
                <a:lnTo>
                  <a:pt x="861" y="51117"/>
                </a:lnTo>
                <a:cubicBezTo>
                  <a:pt x="11818" y="50141"/>
                  <a:pt x="22919" y="47760"/>
                  <a:pt x="34164" y="43974"/>
                </a:cubicBezTo>
                <a:lnTo>
                  <a:pt x="36057" y="45093"/>
                </a:lnTo>
                <a:cubicBezTo>
                  <a:pt x="36057" y="47560"/>
                  <a:pt x="35799" y="52522"/>
                  <a:pt x="35282" y="59980"/>
                </a:cubicBezTo>
                <a:cubicBezTo>
                  <a:pt x="39126" y="56767"/>
                  <a:pt x="43974" y="52780"/>
                  <a:pt x="49826" y="48019"/>
                </a:cubicBezTo>
                <a:cubicBezTo>
                  <a:pt x="52637" y="45896"/>
                  <a:pt x="56968" y="44835"/>
                  <a:pt x="62820" y="44835"/>
                </a:cubicBezTo>
                <a:cubicBezTo>
                  <a:pt x="77048" y="44835"/>
                  <a:pt x="86743" y="50285"/>
                  <a:pt x="91906" y="61185"/>
                </a:cubicBezTo>
                <a:cubicBezTo>
                  <a:pt x="94259" y="66176"/>
                  <a:pt x="95435" y="71884"/>
                  <a:pt x="95435" y="78310"/>
                </a:cubicBezTo>
                <a:moveTo>
                  <a:pt x="73319" y="88895"/>
                </a:moveTo>
                <a:cubicBezTo>
                  <a:pt x="73319" y="76388"/>
                  <a:pt x="70020" y="67955"/>
                  <a:pt x="63422" y="63594"/>
                </a:cubicBezTo>
                <a:cubicBezTo>
                  <a:pt x="59923" y="61300"/>
                  <a:pt x="56280" y="60152"/>
                  <a:pt x="52493" y="60152"/>
                </a:cubicBezTo>
                <a:cubicBezTo>
                  <a:pt x="45437" y="60152"/>
                  <a:pt x="39585" y="63049"/>
                  <a:pt x="34938" y="68844"/>
                </a:cubicBezTo>
                <a:lnTo>
                  <a:pt x="34938" y="111527"/>
                </a:lnTo>
                <a:cubicBezTo>
                  <a:pt x="40159" y="117034"/>
                  <a:pt x="45896" y="119788"/>
                  <a:pt x="52149" y="119788"/>
                </a:cubicBezTo>
                <a:cubicBezTo>
                  <a:pt x="61500" y="119788"/>
                  <a:pt x="67754" y="114940"/>
                  <a:pt x="70909" y="105245"/>
                </a:cubicBezTo>
                <a:cubicBezTo>
                  <a:pt x="72515" y="100369"/>
                  <a:pt x="73319" y="94918"/>
                  <a:pt x="73319" y="88895"/>
                </a:cubicBezTo>
                <a:close/>
                <a:moveTo>
                  <a:pt x="184857" y="79945"/>
                </a:moveTo>
                <a:cubicBezTo>
                  <a:pt x="184857" y="80920"/>
                  <a:pt x="184828" y="82383"/>
                  <a:pt x="184771" y="84334"/>
                </a:cubicBezTo>
                <a:lnTo>
                  <a:pt x="183824" y="85538"/>
                </a:lnTo>
                <a:cubicBezTo>
                  <a:pt x="176252" y="87604"/>
                  <a:pt x="166212" y="88636"/>
                  <a:pt x="153705" y="88636"/>
                </a:cubicBezTo>
                <a:cubicBezTo>
                  <a:pt x="151468" y="88636"/>
                  <a:pt x="148083" y="88679"/>
                  <a:pt x="143551" y="88765"/>
                </a:cubicBezTo>
                <a:cubicBezTo>
                  <a:pt x="139019" y="88852"/>
                  <a:pt x="135605" y="88895"/>
                  <a:pt x="133310" y="88895"/>
                </a:cubicBezTo>
                <a:cubicBezTo>
                  <a:pt x="133654" y="97328"/>
                  <a:pt x="136265" y="104298"/>
                  <a:pt x="141141" y="109806"/>
                </a:cubicBezTo>
                <a:cubicBezTo>
                  <a:pt x="146247" y="115715"/>
                  <a:pt x="152902" y="118669"/>
                  <a:pt x="161106" y="118669"/>
                </a:cubicBezTo>
                <a:cubicBezTo>
                  <a:pt x="166613" y="118669"/>
                  <a:pt x="173154" y="116776"/>
                  <a:pt x="180726" y="112990"/>
                </a:cubicBezTo>
                <a:lnTo>
                  <a:pt x="182792" y="115485"/>
                </a:lnTo>
                <a:lnTo>
                  <a:pt x="179005" y="124005"/>
                </a:lnTo>
                <a:cubicBezTo>
                  <a:pt x="170629" y="129340"/>
                  <a:pt x="161536" y="132008"/>
                  <a:pt x="151726" y="132008"/>
                </a:cubicBezTo>
                <a:cubicBezTo>
                  <a:pt x="138818" y="132008"/>
                  <a:pt x="128792" y="128365"/>
                  <a:pt x="121650" y="121079"/>
                </a:cubicBezTo>
                <a:cubicBezTo>
                  <a:pt x="114507" y="113793"/>
                  <a:pt x="110936" y="103409"/>
                  <a:pt x="110936" y="89927"/>
                </a:cubicBezTo>
                <a:cubicBezTo>
                  <a:pt x="110936" y="73921"/>
                  <a:pt x="114751" y="62963"/>
                  <a:pt x="122381" y="57054"/>
                </a:cubicBezTo>
                <a:cubicBezTo>
                  <a:pt x="132937" y="48908"/>
                  <a:pt x="142948" y="44835"/>
                  <a:pt x="152414" y="44835"/>
                </a:cubicBezTo>
                <a:cubicBezTo>
                  <a:pt x="162684" y="44835"/>
                  <a:pt x="170629" y="47789"/>
                  <a:pt x="176252" y="53698"/>
                </a:cubicBezTo>
                <a:cubicBezTo>
                  <a:pt x="181989" y="59779"/>
                  <a:pt x="184857" y="68528"/>
                  <a:pt x="184857" y="79945"/>
                </a:cubicBezTo>
                <a:moveTo>
                  <a:pt x="162397" y="77707"/>
                </a:moveTo>
                <a:cubicBezTo>
                  <a:pt x="162397" y="62218"/>
                  <a:pt x="157578" y="54473"/>
                  <a:pt x="147940" y="54473"/>
                </a:cubicBezTo>
                <a:cubicBezTo>
                  <a:pt x="137785" y="54473"/>
                  <a:pt x="132708" y="62160"/>
                  <a:pt x="132708" y="77535"/>
                </a:cubicBezTo>
                <a:lnTo>
                  <a:pt x="132708" y="79429"/>
                </a:lnTo>
                <a:cubicBezTo>
                  <a:pt x="136035" y="79945"/>
                  <a:pt x="141944" y="80203"/>
                  <a:pt x="150435" y="80203"/>
                </a:cubicBezTo>
                <a:cubicBezTo>
                  <a:pt x="154853" y="80203"/>
                  <a:pt x="158811" y="79945"/>
                  <a:pt x="162311" y="79429"/>
                </a:cubicBezTo>
                <a:cubicBezTo>
                  <a:pt x="162368" y="78625"/>
                  <a:pt x="162397" y="78052"/>
                  <a:pt x="162397" y="77707"/>
                </a:cubicBezTo>
                <a:moveTo>
                  <a:pt x="151984" y="134934"/>
                </a:moveTo>
                <a:lnTo>
                  <a:pt x="151984" y="134934"/>
                </a:lnTo>
                <a:moveTo>
                  <a:pt x="151984" y="40618"/>
                </a:moveTo>
                <a:lnTo>
                  <a:pt x="151984" y="40618"/>
                </a:lnTo>
                <a:close/>
                <a:moveTo>
                  <a:pt x="259995" y="45093"/>
                </a:moveTo>
                <a:lnTo>
                  <a:pt x="259393" y="60410"/>
                </a:lnTo>
                <a:cubicBezTo>
                  <a:pt x="259335" y="62935"/>
                  <a:pt x="259220" y="65803"/>
                  <a:pt x="259048" y="69016"/>
                </a:cubicBezTo>
                <a:lnTo>
                  <a:pt x="255434" y="70135"/>
                </a:lnTo>
                <a:cubicBezTo>
                  <a:pt x="252738" y="66233"/>
                  <a:pt x="249009" y="64283"/>
                  <a:pt x="244247" y="64283"/>
                </a:cubicBezTo>
                <a:cubicBezTo>
                  <a:pt x="239944" y="64283"/>
                  <a:pt x="236387" y="66004"/>
                  <a:pt x="233576" y="69446"/>
                </a:cubicBezTo>
                <a:cubicBezTo>
                  <a:pt x="231855" y="71569"/>
                  <a:pt x="230995" y="74696"/>
                  <a:pt x="230995" y="78826"/>
                </a:cubicBezTo>
                <a:lnTo>
                  <a:pt x="230995" y="98963"/>
                </a:lnTo>
                <a:cubicBezTo>
                  <a:pt x="230995" y="103151"/>
                  <a:pt x="231195" y="108974"/>
                  <a:pt x="231597" y="116432"/>
                </a:cubicBezTo>
                <a:cubicBezTo>
                  <a:pt x="231712" y="118555"/>
                  <a:pt x="232314" y="119932"/>
                  <a:pt x="233404" y="120563"/>
                </a:cubicBezTo>
                <a:cubicBezTo>
                  <a:pt x="234494" y="121194"/>
                  <a:pt x="238481" y="121624"/>
                  <a:pt x="245366" y="121853"/>
                </a:cubicBezTo>
                <a:lnTo>
                  <a:pt x="246226" y="122628"/>
                </a:lnTo>
                <a:lnTo>
                  <a:pt x="246226" y="127877"/>
                </a:lnTo>
                <a:lnTo>
                  <a:pt x="245366" y="128738"/>
                </a:lnTo>
                <a:cubicBezTo>
                  <a:pt x="236932" y="128394"/>
                  <a:pt x="228556" y="128222"/>
                  <a:pt x="220238" y="128222"/>
                </a:cubicBezTo>
                <a:cubicBezTo>
                  <a:pt x="209969" y="128222"/>
                  <a:pt x="202138" y="128422"/>
                  <a:pt x="196745" y="128824"/>
                </a:cubicBezTo>
                <a:lnTo>
                  <a:pt x="195884" y="127963"/>
                </a:lnTo>
                <a:lnTo>
                  <a:pt x="195884" y="122714"/>
                </a:lnTo>
                <a:lnTo>
                  <a:pt x="196745" y="121853"/>
                </a:lnTo>
                <a:cubicBezTo>
                  <a:pt x="202252" y="121681"/>
                  <a:pt x="205666" y="121251"/>
                  <a:pt x="206985" y="120563"/>
                </a:cubicBezTo>
                <a:cubicBezTo>
                  <a:pt x="208133" y="120046"/>
                  <a:pt x="208764" y="118669"/>
                  <a:pt x="208878" y="116432"/>
                </a:cubicBezTo>
                <a:cubicBezTo>
                  <a:pt x="209280" y="108974"/>
                  <a:pt x="209481" y="100971"/>
                  <a:pt x="209481" y="92423"/>
                </a:cubicBezTo>
                <a:lnTo>
                  <a:pt x="209481" y="80117"/>
                </a:lnTo>
                <a:cubicBezTo>
                  <a:pt x="209481" y="68643"/>
                  <a:pt x="209051" y="62045"/>
                  <a:pt x="208190" y="60324"/>
                </a:cubicBezTo>
                <a:cubicBezTo>
                  <a:pt x="207616" y="59177"/>
                  <a:pt x="206383" y="58460"/>
                  <a:pt x="204490" y="58173"/>
                </a:cubicBezTo>
                <a:cubicBezTo>
                  <a:pt x="203801" y="58058"/>
                  <a:pt x="201306" y="57915"/>
                  <a:pt x="197003" y="57743"/>
                </a:cubicBezTo>
                <a:lnTo>
                  <a:pt x="196142" y="56882"/>
                </a:lnTo>
                <a:lnTo>
                  <a:pt x="196142" y="52063"/>
                </a:lnTo>
                <a:lnTo>
                  <a:pt x="197003" y="51117"/>
                </a:lnTo>
                <a:cubicBezTo>
                  <a:pt x="207329" y="50141"/>
                  <a:pt x="218201" y="47760"/>
                  <a:pt x="229618" y="43974"/>
                </a:cubicBezTo>
                <a:lnTo>
                  <a:pt x="231511" y="45093"/>
                </a:lnTo>
                <a:lnTo>
                  <a:pt x="231339" y="61959"/>
                </a:lnTo>
                <a:cubicBezTo>
                  <a:pt x="234896" y="57829"/>
                  <a:pt x="239198" y="53010"/>
                  <a:pt x="244247" y="47502"/>
                </a:cubicBezTo>
                <a:cubicBezTo>
                  <a:pt x="246599" y="45207"/>
                  <a:pt x="249812" y="44060"/>
                  <a:pt x="253885" y="44060"/>
                </a:cubicBezTo>
                <a:cubicBezTo>
                  <a:pt x="256295" y="44060"/>
                  <a:pt x="258331" y="44404"/>
                  <a:pt x="259995" y="45093"/>
                </a:cubicBezTo>
                <a:close/>
                <a:moveTo>
                  <a:pt x="317980" y="116948"/>
                </a:moveTo>
                <a:cubicBezTo>
                  <a:pt x="317578" y="117407"/>
                  <a:pt x="316345" y="118612"/>
                  <a:pt x="314280" y="120563"/>
                </a:cubicBezTo>
                <a:cubicBezTo>
                  <a:pt x="310895" y="123775"/>
                  <a:pt x="307998" y="126701"/>
                  <a:pt x="305588" y="129340"/>
                </a:cubicBezTo>
                <a:cubicBezTo>
                  <a:pt x="302777" y="130258"/>
                  <a:pt x="299937" y="130717"/>
                  <a:pt x="297069" y="130717"/>
                </a:cubicBezTo>
                <a:cubicBezTo>
                  <a:pt x="289094" y="130717"/>
                  <a:pt x="283271" y="128394"/>
                  <a:pt x="279600" y="123747"/>
                </a:cubicBezTo>
                <a:cubicBezTo>
                  <a:pt x="278051" y="121739"/>
                  <a:pt x="277018" y="119415"/>
                  <a:pt x="276502" y="116776"/>
                </a:cubicBezTo>
                <a:cubicBezTo>
                  <a:pt x="275928" y="113621"/>
                  <a:pt x="275670" y="109490"/>
                  <a:pt x="275727" y="104384"/>
                </a:cubicBezTo>
                <a:lnTo>
                  <a:pt x="275985" y="83817"/>
                </a:lnTo>
                <a:lnTo>
                  <a:pt x="275985" y="62304"/>
                </a:lnTo>
                <a:lnTo>
                  <a:pt x="273662" y="62304"/>
                </a:lnTo>
                <a:lnTo>
                  <a:pt x="269101" y="62476"/>
                </a:lnTo>
                <a:lnTo>
                  <a:pt x="265573" y="62476"/>
                </a:lnTo>
                <a:lnTo>
                  <a:pt x="264626" y="61701"/>
                </a:lnTo>
                <a:lnTo>
                  <a:pt x="264626" y="59464"/>
                </a:lnTo>
                <a:lnTo>
                  <a:pt x="265314" y="58173"/>
                </a:lnTo>
                <a:cubicBezTo>
                  <a:pt x="266347" y="57485"/>
                  <a:pt x="267953" y="56452"/>
                  <a:pt x="270134" y="55075"/>
                </a:cubicBezTo>
                <a:cubicBezTo>
                  <a:pt x="272715" y="53469"/>
                  <a:pt x="274666" y="52120"/>
                  <a:pt x="275985" y="51030"/>
                </a:cubicBezTo>
                <a:lnTo>
                  <a:pt x="275985" y="39327"/>
                </a:lnTo>
                <a:cubicBezTo>
                  <a:pt x="275985" y="34451"/>
                  <a:pt x="275756" y="29287"/>
                  <a:pt x="275297" y="23837"/>
                </a:cubicBezTo>
                <a:cubicBezTo>
                  <a:pt x="279600" y="22460"/>
                  <a:pt x="283085" y="21241"/>
                  <a:pt x="285752" y="20180"/>
                </a:cubicBezTo>
                <a:cubicBezTo>
                  <a:pt x="288420" y="19118"/>
                  <a:pt x="292192" y="17383"/>
                  <a:pt x="297069" y="14974"/>
                </a:cubicBezTo>
                <a:lnTo>
                  <a:pt x="299306" y="16695"/>
                </a:lnTo>
                <a:cubicBezTo>
                  <a:pt x="298618" y="23808"/>
                  <a:pt x="298130" y="30177"/>
                  <a:pt x="297843" y="35799"/>
                </a:cubicBezTo>
                <a:lnTo>
                  <a:pt x="297069" y="50686"/>
                </a:lnTo>
                <a:lnTo>
                  <a:pt x="299908" y="50686"/>
                </a:lnTo>
                <a:cubicBezTo>
                  <a:pt x="306162" y="50686"/>
                  <a:pt x="311555" y="50485"/>
                  <a:pt x="316087" y="50084"/>
                </a:cubicBezTo>
                <a:lnTo>
                  <a:pt x="317033" y="51030"/>
                </a:lnTo>
                <a:lnTo>
                  <a:pt x="315829" y="61099"/>
                </a:lnTo>
                <a:lnTo>
                  <a:pt x="314968" y="61959"/>
                </a:lnTo>
                <a:lnTo>
                  <a:pt x="297069" y="61959"/>
                </a:lnTo>
                <a:lnTo>
                  <a:pt x="297069" y="91132"/>
                </a:lnTo>
                <a:cubicBezTo>
                  <a:pt x="297069" y="100483"/>
                  <a:pt x="297183" y="105991"/>
                  <a:pt x="297413" y="107654"/>
                </a:cubicBezTo>
                <a:cubicBezTo>
                  <a:pt x="297700" y="110064"/>
                  <a:pt x="298718" y="112015"/>
                  <a:pt x="300468" y="113506"/>
                </a:cubicBezTo>
                <a:cubicBezTo>
                  <a:pt x="302218" y="114998"/>
                  <a:pt x="304584" y="115744"/>
                  <a:pt x="307567" y="115744"/>
                </a:cubicBezTo>
                <a:cubicBezTo>
                  <a:pt x="309920" y="115744"/>
                  <a:pt x="312759" y="115113"/>
                  <a:pt x="316087" y="113850"/>
                </a:cubicBezTo>
                <a:lnTo>
                  <a:pt x="317980" y="116948"/>
                </a:lnTo>
                <a:close/>
                <a:moveTo>
                  <a:pt x="422707" y="127791"/>
                </a:moveTo>
                <a:lnTo>
                  <a:pt x="421846" y="128652"/>
                </a:lnTo>
                <a:cubicBezTo>
                  <a:pt x="413241" y="128365"/>
                  <a:pt x="407819" y="128222"/>
                  <a:pt x="405582" y="128222"/>
                </a:cubicBezTo>
                <a:cubicBezTo>
                  <a:pt x="403689" y="128222"/>
                  <a:pt x="400878" y="128293"/>
                  <a:pt x="397149" y="128437"/>
                </a:cubicBezTo>
                <a:cubicBezTo>
                  <a:pt x="393420" y="128580"/>
                  <a:pt x="390637" y="128652"/>
                  <a:pt x="388801" y="128652"/>
                </a:cubicBezTo>
                <a:lnTo>
                  <a:pt x="388113" y="127963"/>
                </a:lnTo>
                <a:cubicBezTo>
                  <a:pt x="388572" y="123259"/>
                  <a:pt x="388801" y="118784"/>
                  <a:pt x="388801" y="114539"/>
                </a:cubicBezTo>
                <a:cubicBezTo>
                  <a:pt x="385818" y="116776"/>
                  <a:pt x="380597" y="121538"/>
                  <a:pt x="373139" y="128824"/>
                </a:cubicBezTo>
                <a:cubicBezTo>
                  <a:pt x="369410" y="130258"/>
                  <a:pt x="365423" y="130975"/>
                  <a:pt x="361178" y="130975"/>
                </a:cubicBezTo>
                <a:cubicBezTo>
                  <a:pt x="353433" y="130975"/>
                  <a:pt x="347323" y="128867"/>
                  <a:pt x="342848" y="124650"/>
                </a:cubicBezTo>
                <a:cubicBezTo>
                  <a:pt x="338373" y="120434"/>
                  <a:pt x="336136" y="114367"/>
                  <a:pt x="336136" y="106450"/>
                </a:cubicBezTo>
                <a:cubicBezTo>
                  <a:pt x="336136" y="105474"/>
                  <a:pt x="336193" y="103409"/>
                  <a:pt x="336308" y="100254"/>
                </a:cubicBezTo>
                <a:cubicBezTo>
                  <a:pt x="336423" y="97098"/>
                  <a:pt x="336480" y="94058"/>
                  <a:pt x="336480" y="91132"/>
                </a:cubicBezTo>
                <a:lnTo>
                  <a:pt x="336480" y="80117"/>
                </a:lnTo>
                <a:cubicBezTo>
                  <a:pt x="336480" y="68758"/>
                  <a:pt x="336050" y="62160"/>
                  <a:pt x="335189" y="60324"/>
                </a:cubicBezTo>
                <a:cubicBezTo>
                  <a:pt x="334616" y="59177"/>
                  <a:pt x="333382" y="58460"/>
                  <a:pt x="331489" y="58173"/>
                </a:cubicBezTo>
                <a:cubicBezTo>
                  <a:pt x="330800" y="58058"/>
                  <a:pt x="328276" y="57915"/>
                  <a:pt x="323916" y="57743"/>
                </a:cubicBezTo>
                <a:lnTo>
                  <a:pt x="323056" y="56882"/>
                </a:lnTo>
                <a:lnTo>
                  <a:pt x="323056" y="52063"/>
                </a:lnTo>
                <a:lnTo>
                  <a:pt x="323916" y="51117"/>
                </a:lnTo>
                <a:cubicBezTo>
                  <a:pt x="334874" y="50141"/>
                  <a:pt x="345975" y="47760"/>
                  <a:pt x="357219" y="43974"/>
                </a:cubicBezTo>
                <a:lnTo>
                  <a:pt x="359112" y="45093"/>
                </a:lnTo>
                <a:cubicBezTo>
                  <a:pt x="358367" y="54616"/>
                  <a:pt x="357994" y="63422"/>
                  <a:pt x="357994" y="71511"/>
                </a:cubicBezTo>
                <a:lnTo>
                  <a:pt x="357994" y="88292"/>
                </a:lnTo>
                <a:cubicBezTo>
                  <a:pt x="357994" y="96152"/>
                  <a:pt x="358252" y="101516"/>
                  <a:pt x="358768" y="104384"/>
                </a:cubicBezTo>
                <a:cubicBezTo>
                  <a:pt x="359342" y="107827"/>
                  <a:pt x="360704" y="110437"/>
                  <a:pt x="362856" y="112215"/>
                </a:cubicBezTo>
                <a:cubicBezTo>
                  <a:pt x="365007" y="113994"/>
                  <a:pt x="367890" y="114883"/>
                  <a:pt x="371504" y="114883"/>
                </a:cubicBezTo>
                <a:cubicBezTo>
                  <a:pt x="375979" y="114883"/>
                  <a:pt x="379909" y="113449"/>
                  <a:pt x="383294" y="110580"/>
                </a:cubicBezTo>
                <a:cubicBezTo>
                  <a:pt x="386507" y="107712"/>
                  <a:pt x="388199" y="104442"/>
                  <a:pt x="388371" y="100770"/>
                </a:cubicBezTo>
                <a:cubicBezTo>
                  <a:pt x="388486" y="97959"/>
                  <a:pt x="388543" y="96209"/>
                  <a:pt x="388543" y="95521"/>
                </a:cubicBezTo>
                <a:lnTo>
                  <a:pt x="388543" y="80117"/>
                </a:lnTo>
                <a:cubicBezTo>
                  <a:pt x="388543" y="68872"/>
                  <a:pt x="388113" y="62275"/>
                  <a:pt x="387252" y="60324"/>
                </a:cubicBezTo>
                <a:cubicBezTo>
                  <a:pt x="386736" y="59177"/>
                  <a:pt x="385531" y="58460"/>
                  <a:pt x="383638" y="58173"/>
                </a:cubicBezTo>
                <a:cubicBezTo>
                  <a:pt x="382950" y="58058"/>
                  <a:pt x="380425" y="57915"/>
                  <a:pt x="376065" y="57743"/>
                </a:cubicBezTo>
                <a:lnTo>
                  <a:pt x="375119" y="56882"/>
                </a:lnTo>
                <a:lnTo>
                  <a:pt x="375119" y="52063"/>
                </a:lnTo>
                <a:lnTo>
                  <a:pt x="376065" y="51117"/>
                </a:lnTo>
                <a:cubicBezTo>
                  <a:pt x="386965" y="50141"/>
                  <a:pt x="398067" y="47760"/>
                  <a:pt x="409368" y="43974"/>
                </a:cubicBezTo>
                <a:lnTo>
                  <a:pt x="411176" y="45093"/>
                </a:lnTo>
                <a:cubicBezTo>
                  <a:pt x="410430" y="53698"/>
                  <a:pt x="410057" y="62504"/>
                  <a:pt x="410057" y="71511"/>
                </a:cubicBezTo>
                <a:lnTo>
                  <a:pt x="410057" y="98533"/>
                </a:lnTo>
                <a:cubicBezTo>
                  <a:pt x="410057" y="110638"/>
                  <a:pt x="410401" y="117493"/>
                  <a:pt x="411089" y="119100"/>
                </a:cubicBezTo>
                <a:cubicBezTo>
                  <a:pt x="411434" y="119903"/>
                  <a:pt x="412007" y="120419"/>
                  <a:pt x="412811" y="120649"/>
                </a:cubicBezTo>
                <a:cubicBezTo>
                  <a:pt x="414187" y="121050"/>
                  <a:pt x="417171" y="121395"/>
                  <a:pt x="421760" y="121681"/>
                </a:cubicBezTo>
                <a:lnTo>
                  <a:pt x="422707" y="122542"/>
                </a:lnTo>
                <a:lnTo>
                  <a:pt x="422707" y="127791"/>
                </a:lnTo>
                <a:moveTo>
                  <a:pt x="372795" y="40618"/>
                </a:moveTo>
                <a:lnTo>
                  <a:pt x="372795" y="40618"/>
                </a:lnTo>
                <a:moveTo>
                  <a:pt x="372795" y="134934"/>
                </a:moveTo>
                <a:lnTo>
                  <a:pt x="372795" y="134934"/>
                </a:lnTo>
                <a:close/>
                <a:moveTo>
                  <a:pt x="494747" y="45093"/>
                </a:moveTo>
                <a:lnTo>
                  <a:pt x="494144" y="60410"/>
                </a:lnTo>
                <a:cubicBezTo>
                  <a:pt x="494087" y="62935"/>
                  <a:pt x="493972" y="65803"/>
                  <a:pt x="493800" y="69016"/>
                </a:cubicBezTo>
                <a:lnTo>
                  <a:pt x="490186" y="70135"/>
                </a:lnTo>
                <a:cubicBezTo>
                  <a:pt x="487489" y="66233"/>
                  <a:pt x="483760" y="64283"/>
                  <a:pt x="478999" y="64283"/>
                </a:cubicBezTo>
                <a:cubicBezTo>
                  <a:pt x="474696" y="64283"/>
                  <a:pt x="471139" y="66004"/>
                  <a:pt x="468328" y="69446"/>
                </a:cubicBezTo>
                <a:cubicBezTo>
                  <a:pt x="466607" y="71569"/>
                  <a:pt x="465746" y="74696"/>
                  <a:pt x="465746" y="78826"/>
                </a:cubicBezTo>
                <a:lnTo>
                  <a:pt x="465746" y="98963"/>
                </a:lnTo>
                <a:cubicBezTo>
                  <a:pt x="465746" y="103151"/>
                  <a:pt x="465947" y="108974"/>
                  <a:pt x="466349" y="116432"/>
                </a:cubicBezTo>
                <a:cubicBezTo>
                  <a:pt x="466463" y="118555"/>
                  <a:pt x="467066" y="119932"/>
                  <a:pt x="468156" y="120563"/>
                </a:cubicBezTo>
                <a:cubicBezTo>
                  <a:pt x="469246" y="121194"/>
                  <a:pt x="473233" y="121624"/>
                  <a:pt x="480117" y="121853"/>
                </a:cubicBezTo>
                <a:lnTo>
                  <a:pt x="480978" y="122628"/>
                </a:lnTo>
                <a:lnTo>
                  <a:pt x="480978" y="127877"/>
                </a:lnTo>
                <a:lnTo>
                  <a:pt x="480117" y="128738"/>
                </a:lnTo>
                <a:cubicBezTo>
                  <a:pt x="471684" y="128394"/>
                  <a:pt x="463308" y="128222"/>
                  <a:pt x="454989" y="128222"/>
                </a:cubicBezTo>
                <a:cubicBezTo>
                  <a:pt x="444720" y="128222"/>
                  <a:pt x="436889" y="128422"/>
                  <a:pt x="431496" y="128824"/>
                </a:cubicBezTo>
                <a:lnTo>
                  <a:pt x="430636" y="127963"/>
                </a:lnTo>
                <a:lnTo>
                  <a:pt x="430636" y="122714"/>
                </a:lnTo>
                <a:lnTo>
                  <a:pt x="431496" y="121853"/>
                </a:lnTo>
                <a:cubicBezTo>
                  <a:pt x="437004" y="121681"/>
                  <a:pt x="440417" y="121251"/>
                  <a:pt x="441737" y="120563"/>
                </a:cubicBezTo>
                <a:cubicBezTo>
                  <a:pt x="442884" y="120046"/>
                  <a:pt x="443515" y="118669"/>
                  <a:pt x="443630" y="116432"/>
                </a:cubicBezTo>
                <a:cubicBezTo>
                  <a:pt x="444032" y="108974"/>
                  <a:pt x="444232" y="100971"/>
                  <a:pt x="444232" y="92423"/>
                </a:cubicBezTo>
                <a:lnTo>
                  <a:pt x="444232" y="80117"/>
                </a:lnTo>
                <a:cubicBezTo>
                  <a:pt x="444232" y="68643"/>
                  <a:pt x="443802" y="62045"/>
                  <a:pt x="442942" y="60324"/>
                </a:cubicBezTo>
                <a:cubicBezTo>
                  <a:pt x="442368" y="59177"/>
                  <a:pt x="441135" y="58460"/>
                  <a:pt x="439241" y="58173"/>
                </a:cubicBezTo>
                <a:cubicBezTo>
                  <a:pt x="438553" y="58058"/>
                  <a:pt x="436057" y="57915"/>
                  <a:pt x="431755" y="57743"/>
                </a:cubicBezTo>
                <a:lnTo>
                  <a:pt x="430894" y="56882"/>
                </a:lnTo>
                <a:lnTo>
                  <a:pt x="430894" y="52063"/>
                </a:lnTo>
                <a:lnTo>
                  <a:pt x="431755" y="51117"/>
                </a:lnTo>
                <a:cubicBezTo>
                  <a:pt x="442081" y="50141"/>
                  <a:pt x="452953" y="47760"/>
                  <a:pt x="464369" y="43974"/>
                </a:cubicBezTo>
                <a:lnTo>
                  <a:pt x="466262" y="45093"/>
                </a:lnTo>
                <a:lnTo>
                  <a:pt x="466090" y="61959"/>
                </a:lnTo>
                <a:cubicBezTo>
                  <a:pt x="469647" y="57829"/>
                  <a:pt x="473950" y="53010"/>
                  <a:pt x="478999" y="47502"/>
                </a:cubicBezTo>
                <a:cubicBezTo>
                  <a:pt x="481351" y="45207"/>
                  <a:pt x="484563" y="44060"/>
                  <a:pt x="488637" y="44060"/>
                </a:cubicBezTo>
                <a:cubicBezTo>
                  <a:pt x="491046" y="44060"/>
                  <a:pt x="493083" y="44404"/>
                  <a:pt x="494747" y="45093"/>
                </a:cubicBezTo>
                <a:close/>
                <a:moveTo>
                  <a:pt x="593952" y="78740"/>
                </a:moveTo>
                <a:cubicBezTo>
                  <a:pt x="593952" y="89124"/>
                  <a:pt x="591485" y="98102"/>
                  <a:pt x="586551" y="105675"/>
                </a:cubicBezTo>
                <a:cubicBezTo>
                  <a:pt x="584428" y="108945"/>
                  <a:pt x="582506" y="111240"/>
                  <a:pt x="580785" y="112560"/>
                </a:cubicBezTo>
                <a:cubicBezTo>
                  <a:pt x="579064" y="113879"/>
                  <a:pt x="575421" y="116489"/>
                  <a:pt x="569856" y="120391"/>
                </a:cubicBezTo>
                <a:cubicBezTo>
                  <a:pt x="568651" y="121251"/>
                  <a:pt x="565410" y="123546"/>
                  <a:pt x="560132" y="127275"/>
                </a:cubicBezTo>
                <a:cubicBezTo>
                  <a:pt x="557378" y="129226"/>
                  <a:pt x="554252" y="130574"/>
                  <a:pt x="550752" y="131320"/>
                </a:cubicBezTo>
                <a:cubicBezTo>
                  <a:pt x="548572" y="131778"/>
                  <a:pt x="546134" y="132008"/>
                  <a:pt x="543437" y="132008"/>
                </a:cubicBezTo>
                <a:cubicBezTo>
                  <a:pt x="536668" y="132008"/>
                  <a:pt x="529468" y="129627"/>
                  <a:pt x="521838" y="124865"/>
                </a:cubicBezTo>
                <a:lnTo>
                  <a:pt x="513835" y="131320"/>
                </a:lnTo>
                <a:lnTo>
                  <a:pt x="509962" y="129943"/>
                </a:lnTo>
                <a:cubicBezTo>
                  <a:pt x="511052" y="111699"/>
                  <a:pt x="511597" y="95808"/>
                  <a:pt x="511597" y="82268"/>
                </a:cubicBezTo>
                <a:lnTo>
                  <a:pt x="511597" y="48449"/>
                </a:lnTo>
                <a:cubicBezTo>
                  <a:pt x="511597" y="45466"/>
                  <a:pt x="511454" y="38524"/>
                  <a:pt x="511167" y="27624"/>
                </a:cubicBezTo>
                <a:cubicBezTo>
                  <a:pt x="511110" y="24583"/>
                  <a:pt x="510966" y="21858"/>
                  <a:pt x="510737" y="19448"/>
                </a:cubicBezTo>
                <a:cubicBezTo>
                  <a:pt x="510450" y="16465"/>
                  <a:pt x="508929" y="14715"/>
                  <a:pt x="506176" y="14199"/>
                </a:cubicBezTo>
                <a:cubicBezTo>
                  <a:pt x="505545" y="14084"/>
                  <a:pt x="503164" y="13941"/>
                  <a:pt x="499033" y="13769"/>
                </a:cubicBezTo>
                <a:lnTo>
                  <a:pt x="498173" y="12822"/>
                </a:lnTo>
                <a:lnTo>
                  <a:pt x="498173" y="8089"/>
                </a:lnTo>
                <a:lnTo>
                  <a:pt x="499033" y="7143"/>
                </a:lnTo>
                <a:cubicBezTo>
                  <a:pt x="509991" y="5995"/>
                  <a:pt x="521092" y="3614"/>
                  <a:pt x="532336" y="0"/>
                </a:cubicBezTo>
                <a:lnTo>
                  <a:pt x="534230" y="1033"/>
                </a:lnTo>
                <a:cubicBezTo>
                  <a:pt x="533484" y="22489"/>
                  <a:pt x="533111" y="39098"/>
                  <a:pt x="533111" y="50858"/>
                </a:cubicBezTo>
                <a:lnTo>
                  <a:pt x="533111" y="59980"/>
                </a:lnTo>
                <a:lnTo>
                  <a:pt x="543523" y="51289"/>
                </a:lnTo>
                <a:cubicBezTo>
                  <a:pt x="548687" y="46986"/>
                  <a:pt x="554625" y="44835"/>
                  <a:pt x="561337" y="44835"/>
                </a:cubicBezTo>
                <a:cubicBezTo>
                  <a:pt x="575220" y="44835"/>
                  <a:pt x="584830" y="50342"/>
                  <a:pt x="590165" y="61357"/>
                </a:cubicBezTo>
                <a:cubicBezTo>
                  <a:pt x="592689" y="66578"/>
                  <a:pt x="593952" y="72372"/>
                  <a:pt x="593952" y="78740"/>
                </a:cubicBezTo>
                <a:moveTo>
                  <a:pt x="571835" y="88378"/>
                </a:moveTo>
                <a:cubicBezTo>
                  <a:pt x="571835" y="79945"/>
                  <a:pt x="569899" y="73204"/>
                  <a:pt x="566027" y="68155"/>
                </a:cubicBezTo>
                <a:cubicBezTo>
                  <a:pt x="562154" y="63107"/>
                  <a:pt x="556948" y="60583"/>
                  <a:pt x="550408" y="60583"/>
                </a:cubicBezTo>
                <a:cubicBezTo>
                  <a:pt x="546621" y="60583"/>
                  <a:pt x="542978" y="61587"/>
                  <a:pt x="539479" y="63594"/>
                </a:cubicBezTo>
                <a:cubicBezTo>
                  <a:pt x="536553" y="65258"/>
                  <a:pt x="534430" y="67180"/>
                  <a:pt x="533111" y="69360"/>
                </a:cubicBezTo>
                <a:lnTo>
                  <a:pt x="533111" y="109978"/>
                </a:lnTo>
                <a:cubicBezTo>
                  <a:pt x="537414" y="116346"/>
                  <a:pt x="543351" y="119530"/>
                  <a:pt x="550924" y="119530"/>
                </a:cubicBezTo>
                <a:cubicBezTo>
                  <a:pt x="557694" y="119530"/>
                  <a:pt x="562914" y="116604"/>
                  <a:pt x="566586" y="110752"/>
                </a:cubicBezTo>
                <a:cubicBezTo>
                  <a:pt x="570086" y="105188"/>
                  <a:pt x="571835" y="97729"/>
                  <a:pt x="571835" y="88378"/>
                </a:cubicBezTo>
                <a:close/>
                <a:moveTo>
                  <a:pt x="686472" y="127705"/>
                </a:moveTo>
                <a:lnTo>
                  <a:pt x="685526" y="128652"/>
                </a:lnTo>
                <a:cubicBezTo>
                  <a:pt x="680707" y="128365"/>
                  <a:pt x="675170" y="128222"/>
                  <a:pt x="668917" y="128222"/>
                </a:cubicBezTo>
                <a:cubicBezTo>
                  <a:pt x="664041" y="128222"/>
                  <a:pt x="659365" y="128365"/>
                  <a:pt x="654890" y="128652"/>
                </a:cubicBezTo>
                <a:lnTo>
                  <a:pt x="654116" y="127705"/>
                </a:lnTo>
                <a:lnTo>
                  <a:pt x="654890" y="116174"/>
                </a:lnTo>
                <a:lnTo>
                  <a:pt x="638196" y="128910"/>
                </a:lnTo>
                <a:cubicBezTo>
                  <a:pt x="636876" y="129885"/>
                  <a:pt x="634983" y="130488"/>
                  <a:pt x="632516" y="130717"/>
                </a:cubicBezTo>
                <a:cubicBezTo>
                  <a:pt x="631541" y="130832"/>
                  <a:pt x="630393" y="130889"/>
                  <a:pt x="629074" y="130889"/>
                </a:cubicBezTo>
                <a:cubicBezTo>
                  <a:pt x="622706" y="130889"/>
                  <a:pt x="617815" y="128967"/>
                  <a:pt x="614401" y="125124"/>
                </a:cubicBezTo>
                <a:cubicBezTo>
                  <a:pt x="610988" y="121280"/>
                  <a:pt x="609281" y="115973"/>
                  <a:pt x="609281" y="109203"/>
                </a:cubicBezTo>
                <a:cubicBezTo>
                  <a:pt x="609281" y="100254"/>
                  <a:pt x="612121" y="93914"/>
                  <a:pt x="617801" y="90185"/>
                </a:cubicBezTo>
                <a:cubicBezTo>
                  <a:pt x="623939" y="86112"/>
                  <a:pt x="636302" y="82440"/>
                  <a:pt x="654890" y="79170"/>
                </a:cubicBezTo>
                <a:cubicBezTo>
                  <a:pt x="654890" y="70049"/>
                  <a:pt x="652481" y="63939"/>
                  <a:pt x="647662" y="60841"/>
                </a:cubicBezTo>
                <a:cubicBezTo>
                  <a:pt x="644736" y="58947"/>
                  <a:pt x="641236" y="58001"/>
                  <a:pt x="637163" y="58001"/>
                </a:cubicBezTo>
                <a:cubicBezTo>
                  <a:pt x="632688" y="58001"/>
                  <a:pt x="629160" y="58919"/>
                  <a:pt x="626578" y="60755"/>
                </a:cubicBezTo>
                <a:lnTo>
                  <a:pt x="623308" y="68758"/>
                </a:lnTo>
                <a:lnTo>
                  <a:pt x="622189" y="69360"/>
                </a:lnTo>
                <a:lnTo>
                  <a:pt x="617801" y="68327"/>
                </a:lnTo>
                <a:lnTo>
                  <a:pt x="617198" y="67123"/>
                </a:lnTo>
                <a:lnTo>
                  <a:pt x="617628" y="56968"/>
                </a:lnTo>
                <a:cubicBezTo>
                  <a:pt x="627095" y="49969"/>
                  <a:pt x="634208" y="46011"/>
                  <a:pt x="638970" y="45093"/>
                </a:cubicBezTo>
                <a:cubicBezTo>
                  <a:pt x="640978" y="44691"/>
                  <a:pt x="643588" y="44490"/>
                  <a:pt x="646801" y="44490"/>
                </a:cubicBezTo>
                <a:cubicBezTo>
                  <a:pt x="658103" y="44490"/>
                  <a:pt x="666163" y="47445"/>
                  <a:pt x="670982" y="53354"/>
                </a:cubicBezTo>
                <a:cubicBezTo>
                  <a:pt x="674482" y="57657"/>
                  <a:pt x="676232" y="64254"/>
                  <a:pt x="676232" y="73147"/>
                </a:cubicBezTo>
                <a:cubicBezTo>
                  <a:pt x="676232" y="75327"/>
                  <a:pt x="676146" y="78826"/>
                  <a:pt x="675974" y="83645"/>
                </a:cubicBezTo>
                <a:cubicBezTo>
                  <a:pt x="675687" y="91677"/>
                  <a:pt x="675543" y="97041"/>
                  <a:pt x="675543" y="99737"/>
                </a:cubicBezTo>
                <a:cubicBezTo>
                  <a:pt x="675543" y="108400"/>
                  <a:pt x="675687" y="113922"/>
                  <a:pt x="675974" y="116303"/>
                </a:cubicBezTo>
                <a:cubicBezTo>
                  <a:pt x="676260" y="118684"/>
                  <a:pt x="676935" y="120190"/>
                  <a:pt x="677996" y="120821"/>
                </a:cubicBezTo>
                <a:cubicBezTo>
                  <a:pt x="679057" y="121452"/>
                  <a:pt x="681596" y="121825"/>
                  <a:pt x="685612" y="121940"/>
                </a:cubicBezTo>
                <a:lnTo>
                  <a:pt x="686472" y="122886"/>
                </a:lnTo>
                <a:lnTo>
                  <a:pt x="686472" y="127705"/>
                </a:lnTo>
                <a:moveTo>
                  <a:pt x="654890" y="107654"/>
                </a:moveTo>
                <a:lnTo>
                  <a:pt x="654890" y="86485"/>
                </a:lnTo>
                <a:cubicBezTo>
                  <a:pt x="645424" y="88550"/>
                  <a:pt x="639042" y="90773"/>
                  <a:pt x="635743" y="93154"/>
                </a:cubicBezTo>
                <a:cubicBezTo>
                  <a:pt x="632444" y="95535"/>
                  <a:pt x="630795" y="99164"/>
                  <a:pt x="630795" y="104040"/>
                </a:cubicBezTo>
                <a:cubicBezTo>
                  <a:pt x="630795" y="111842"/>
                  <a:pt x="634208" y="115744"/>
                  <a:pt x="641035" y="115744"/>
                </a:cubicBezTo>
                <a:cubicBezTo>
                  <a:pt x="646830" y="115744"/>
                  <a:pt x="651448" y="113047"/>
                  <a:pt x="654890" y="107654"/>
                </a:cubicBezTo>
                <a:moveTo>
                  <a:pt x="648006" y="40618"/>
                </a:moveTo>
                <a:lnTo>
                  <a:pt x="648006" y="40618"/>
                </a:lnTo>
                <a:moveTo>
                  <a:pt x="648006" y="134934"/>
                </a:moveTo>
                <a:lnTo>
                  <a:pt x="648006" y="134934"/>
                </a:lnTo>
                <a:close/>
                <a:moveTo>
                  <a:pt x="748358" y="116948"/>
                </a:moveTo>
                <a:cubicBezTo>
                  <a:pt x="747956" y="117407"/>
                  <a:pt x="746723" y="118612"/>
                  <a:pt x="744657" y="120563"/>
                </a:cubicBezTo>
                <a:cubicBezTo>
                  <a:pt x="741273" y="123775"/>
                  <a:pt x="738375" y="126701"/>
                  <a:pt x="735966" y="129340"/>
                </a:cubicBezTo>
                <a:cubicBezTo>
                  <a:pt x="733155" y="130258"/>
                  <a:pt x="730315" y="130717"/>
                  <a:pt x="727446" y="130717"/>
                </a:cubicBezTo>
                <a:cubicBezTo>
                  <a:pt x="719472" y="130717"/>
                  <a:pt x="713649" y="128394"/>
                  <a:pt x="709977" y="123747"/>
                </a:cubicBezTo>
                <a:cubicBezTo>
                  <a:pt x="708428" y="121739"/>
                  <a:pt x="707396" y="119415"/>
                  <a:pt x="706879" y="116776"/>
                </a:cubicBezTo>
                <a:cubicBezTo>
                  <a:pt x="706306" y="113621"/>
                  <a:pt x="706048" y="109490"/>
                  <a:pt x="706105" y="104384"/>
                </a:cubicBezTo>
                <a:lnTo>
                  <a:pt x="706363" y="83817"/>
                </a:lnTo>
                <a:lnTo>
                  <a:pt x="706363" y="62304"/>
                </a:lnTo>
                <a:lnTo>
                  <a:pt x="704040" y="62304"/>
                </a:lnTo>
                <a:lnTo>
                  <a:pt x="699479" y="62476"/>
                </a:lnTo>
                <a:lnTo>
                  <a:pt x="695950" y="62476"/>
                </a:lnTo>
                <a:lnTo>
                  <a:pt x="695004" y="61701"/>
                </a:lnTo>
                <a:lnTo>
                  <a:pt x="695004" y="59464"/>
                </a:lnTo>
                <a:lnTo>
                  <a:pt x="695692" y="58173"/>
                </a:lnTo>
                <a:cubicBezTo>
                  <a:pt x="696725" y="57485"/>
                  <a:pt x="698331" y="56452"/>
                  <a:pt x="700511" y="55075"/>
                </a:cubicBezTo>
                <a:cubicBezTo>
                  <a:pt x="703093" y="53469"/>
                  <a:pt x="705044" y="52120"/>
                  <a:pt x="706363" y="51030"/>
                </a:cubicBezTo>
                <a:lnTo>
                  <a:pt x="706363" y="39327"/>
                </a:lnTo>
                <a:cubicBezTo>
                  <a:pt x="706363" y="34451"/>
                  <a:pt x="706134" y="29287"/>
                  <a:pt x="705675" y="23837"/>
                </a:cubicBezTo>
                <a:cubicBezTo>
                  <a:pt x="709977" y="22460"/>
                  <a:pt x="713463" y="21241"/>
                  <a:pt x="716130" y="20180"/>
                </a:cubicBezTo>
                <a:cubicBezTo>
                  <a:pt x="718798" y="19118"/>
                  <a:pt x="722570" y="17383"/>
                  <a:pt x="727446" y="14974"/>
                </a:cubicBezTo>
                <a:lnTo>
                  <a:pt x="729684" y="16695"/>
                </a:lnTo>
                <a:cubicBezTo>
                  <a:pt x="728995" y="23808"/>
                  <a:pt x="728508" y="30177"/>
                  <a:pt x="728221" y="35799"/>
                </a:cubicBezTo>
                <a:lnTo>
                  <a:pt x="727446" y="50686"/>
                </a:lnTo>
                <a:lnTo>
                  <a:pt x="730286" y="50686"/>
                </a:lnTo>
                <a:cubicBezTo>
                  <a:pt x="736540" y="50686"/>
                  <a:pt x="741932" y="50485"/>
                  <a:pt x="746465" y="50084"/>
                </a:cubicBezTo>
                <a:lnTo>
                  <a:pt x="747411" y="51030"/>
                </a:lnTo>
                <a:lnTo>
                  <a:pt x="746206" y="61099"/>
                </a:lnTo>
                <a:lnTo>
                  <a:pt x="745346" y="61959"/>
                </a:lnTo>
                <a:lnTo>
                  <a:pt x="727446" y="61959"/>
                </a:lnTo>
                <a:lnTo>
                  <a:pt x="727446" y="91132"/>
                </a:lnTo>
                <a:cubicBezTo>
                  <a:pt x="727446" y="100483"/>
                  <a:pt x="727561" y="105991"/>
                  <a:pt x="727791" y="107654"/>
                </a:cubicBezTo>
                <a:cubicBezTo>
                  <a:pt x="728078" y="110064"/>
                  <a:pt x="729096" y="112015"/>
                  <a:pt x="730846" y="113506"/>
                </a:cubicBezTo>
                <a:cubicBezTo>
                  <a:pt x="732595" y="114998"/>
                  <a:pt x="734962" y="115744"/>
                  <a:pt x="737945" y="115744"/>
                </a:cubicBezTo>
                <a:cubicBezTo>
                  <a:pt x="740297" y="115744"/>
                  <a:pt x="743137" y="115113"/>
                  <a:pt x="746465" y="113850"/>
                </a:cubicBezTo>
                <a:lnTo>
                  <a:pt x="748358" y="116948"/>
                </a:lnTo>
                <a:close/>
                <a:moveTo>
                  <a:pt x="791642" y="15662"/>
                </a:moveTo>
                <a:cubicBezTo>
                  <a:pt x="791642" y="19334"/>
                  <a:pt x="790351" y="22475"/>
                  <a:pt x="787769" y="25085"/>
                </a:cubicBezTo>
                <a:cubicBezTo>
                  <a:pt x="785188" y="27695"/>
                  <a:pt x="782090" y="29000"/>
                  <a:pt x="778475" y="29000"/>
                </a:cubicBezTo>
                <a:cubicBezTo>
                  <a:pt x="774804" y="29000"/>
                  <a:pt x="771677" y="27695"/>
                  <a:pt x="769095" y="25085"/>
                </a:cubicBezTo>
                <a:cubicBezTo>
                  <a:pt x="766514" y="22475"/>
                  <a:pt x="765223" y="19334"/>
                  <a:pt x="765223" y="15662"/>
                </a:cubicBezTo>
                <a:cubicBezTo>
                  <a:pt x="765223" y="11876"/>
                  <a:pt x="766528" y="8692"/>
                  <a:pt x="769138" y="6110"/>
                </a:cubicBezTo>
                <a:cubicBezTo>
                  <a:pt x="771749" y="3528"/>
                  <a:pt x="774861" y="2237"/>
                  <a:pt x="778475" y="2237"/>
                </a:cubicBezTo>
                <a:cubicBezTo>
                  <a:pt x="782032" y="2237"/>
                  <a:pt x="785116" y="3528"/>
                  <a:pt x="787726" y="6110"/>
                </a:cubicBezTo>
                <a:cubicBezTo>
                  <a:pt x="790337" y="8692"/>
                  <a:pt x="791642" y="11876"/>
                  <a:pt x="791642" y="15662"/>
                </a:cubicBezTo>
                <a:moveTo>
                  <a:pt x="803517" y="127963"/>
                </a:moveTo>
                <a:lnTo>
                  <a:pt x="802657" y="128824"/>
                </a:lnTo>
                <a:cubicBezTo>
                  <a:pt x="797207" y="128422"/>
                  <a:pt x="789347" y="128222"/>
                  <a:pt x="779078" y="128222"/>
                </a:cubicBezTo>
                <a:cubicBezTo>
                  <a:pt x="768809" y="128222"/>
                  <a:pt x="760978" y="128422"/>
                  <a:pt x="755585" y="128824"/>
                </a:cubicBezTo>
                <a:lnTo>
                  <a:pt x="754724" y="127963"/>
                </a:lnTo>
                <a:lnTo>
                  <a:pt x="754724" y="122714"/>
                </a:lnTo>
                <a:lnTo>
                  <a:pt x="755585" y="121853"/>
                </a:lnTo>
                <a:cubicBezTo>
                  <a:pt x="761092" y="121681"/>
                  <a:pt x="764506" y="121251"/>
                  <a:pt x="765825" y="120563"/>
                </a:cubicBezTo>
                <a:cubicBezTo>
                  <a:pt x="766973" y="120046"/>
                  <a:pt x="767604" y="118669"/>
                  <a:pt x="767719" y="116432"/>
                </a:cubicBezTo>
                <a:cubicBezTo>
                  <a:pt x="768120" y="108974"/>
                  <a:pt x="768321" y="100971"/>
                  <a:pt x="768321" y="92423"/>
                </a:cubicBezTo>
                <a:lnTo>
                  <a:pt x="768321" y="80117"/>
                </a:lnTo>
                <a:cubicBezTo>
                  <a:pt x="768321" y="68987"/>
                  <a:pt x="767891" y="62390"/>
                  <a:pt x="767030" y="60324"/>
                </a:cubicBezTo>
                <a:cubicBezTo>
                  <a:pt x="766571" y="59177"/>
                  <a:pt x="765338" y="58460"/>
                  <a:pt x="763330" y="58173"/>
                </a:cubicBezTo>
                <a:cubicBezTo>
                  <a:pt x="762641" y="58058"/>
                  <a:pt x="760146" y="57915"/>
                  <a:pt x="755843" y="57743"/>
                </a:cubicBezTo>
                <a:lnTo>
                  <a:pt x="754982" y="56882"/>
                </a:lnTo>
                <a:lnTo>
                  <a:pt x="754982" y="52063"/>
                </a:lnTo>
                <a:lnTo>
                  <a:pt x="755843" y="51117"/>
                </a:lnTo>
                <a:cubicBezTo>
                  <a:pt x="766858" y="50141"/>
                  <a:pt x="777959" y="47760"/>
                  <a:pt x="789146" y="43974"/>
                </a:cubicBezTo>
                <a:lnTo>
                  <a:pt x="790953" y="45093"/>
                </a:lnTo>
                <a:cubicBezTo>
                  <a:pt x="790208" y="55534"/>
                  <a:pt x="789835" y="64340"/>
                  <a:pt x="789835" y="71511"/>
                </a:cubicBezTo>
                <a:lnTo>
                  <a:pt x="789835" y="98963"/>
                </a:lnTo>
                <a:cubicBezTo>
                  <a:pt x="789835" y="103151"/>
                  <a:pt x="790035" y="108974"/>
                  <a:pt x="790437" y="116432"/>
                </a:cubicBezTo>
                <a:cubicBezTo>
                  <a:pt x="790552" y="118669"/>
                  <a:pt x="791183" y="120046"/>
                  <a:pt x="792330" y="120563"/>
                </a:cubicBezTo>
                <a:cubicBezTo>
                  <a:pt x="793650" y="121251"/>
                  <a:pt x="797063" y="121681"/>
                  <a:pt x="802571" y="121853"/>
                </a:cubicBezTo>
                <a:lnTo>
                  <a:pt x="803517" y="122714"/>
                </a:lnTo>
                <a:lnTo>
                  <a:pt x="803517" y="127963"/>
                </a:lnTo>
                <a:moveTo>
                  <a:pt x="779078" y="134934"/>
                </a:moveTo>
                <a:lnTo>
                  <a:pt x="779078" y="134934"/>
                </a:lnTo>
                <a:close/>
                <a:moveTo>
                  <a:pt x="897971" y="85538"/>
                </a:moveTo>
                <a:cubicBezTo>
                  <a:pt x="897971" y="105847"/>
                  <a:pt x="891144" y="119587"/>
                  <a:pt x="877490" y="126759"/>
                </a:cubicBezTo>
                <a:cubicBezTo>
                  <a:pt x="870835" y="130258"/>
                  <a:pt x="863233" y="132008"/>
                  <a:pt x="854685" y="132008"/>
                </a:cubicBezTo>
                <a:cubicBezTo>
                  <a:pt x="841490" y="132008"/>
                  <a:pt x="831436" y="128193"/>
                  <a:pt x="824523" y="120563"/>
                </a:cubicBezTo>
                <a:cubicBezTo>
                  <a:pt x="817610" y="112932"/>
                  <a:pt x="814153" y="102004"/>
                  <a:pt x="814153" y="87776"/>
                </a:cubicBezTo>
                <a:cubicBezTo>
                  <a:pt x="814153" y="68098"/>
                  <a:pt x="820866" y="54989"/>
                  <a:pt x="834290" y="48449"/>
                </a:cubicBezTo>
                <a:cubicBezTo>
                  <a:pt x="840888" y="45236"/>
                  <a:pt x="848547" y="43630"/>
                  <a:pt x="857267" y="43630"/>
                </a:cubicBezTo>
                <a:cubicBezTo>
                  <a:pt x="875568" y="43630"/>
                  <a:pt x="887702" y="49969"/>
                  <a:pt x="893668" y="62648"/>
                </a:cubicBezTo>
                <a:cubicBezTo>
                  <a:pt x="896537" y="68729"/>
                  <a:pt x="897971" y="76359"/>
                  <a:pt x="897971" y="85538"/>
                </a:cubicBezTo>
                <a:moveTo>
                  <a:pt x="874134" y="92595"/>
                </a:moveTo>
                <a:cubicBezTo>
                  <a:pt x="874134" y="78310"/>
                  <a:pt x="872570" y="68084"/>
                  <a:pt x="869444" y="61916"/>
                </a:cubicBezTo>
                <a:cubicBezTo>
                  <a:pt x="866317" y="55749"/>
                  <a:pt x="861541" y="52665"/>
                  <a:pt x="855116" y="52665"/>
                </a:cubicBezTo>
                <a:cubicBezTo>
                  <a:pt x="843699" y="52665"/>
                  <a:pt x="837991" y="62963"/>
                  <a:pt x="837991" y="83559"/>
                </a:cubicBezTo>
                <a:cubicBezTo>
                  <a:pt x="837991" y="110007"/>
                  <a:pt x="844387" y="123230"/>
                  <a:pt x="857181" y="123230"/>
                </a:cubicBezTo>
                <a:cubicBezTo>
                  <a:pt x="865155" y="123230"/>
                  <a:pt x="870232" y="118842"/>
                  <a:pt x="872413" y="110064"/>
                </a:cubicBezTo>
                <a:cubicBezTo>
                  <a:pt x="873560" y="105474"/>
                  <a:pt x="874134" y="99651"/>
                  <a:pt x="874134" y="92595"/>
                </a:cubicBezTo>
                <a:moveTo>
                  <a:pt x="856923" y="134934"/>
                </a:moveTo>
                <a:lnTo>
                  <a:pt x="856923" y="134934"/>
                </a:lnTo>
                <a:moveTo>
                  <a:pt x="856923" y="40618"/>
                </a:moveTo>
                <a:lnTo>
                  <a:pt x="856923" y="40618"/>
                </a:lnTo>
                <a:close/>
                <a:moveTo>
                  <a:pt x="1008955" y="127877"/>
                </a:moveTo>
                <a:lnTo>
                  <a:pt x="1008094" y="128824"/>
                </a:lnTo>
                <a:cubicBezTo>
                  <a:pt x="1001784" y="128422"/>
                  <a:pt x="996448" y="128222"/>
                  <a:pt x="992088" y="128222"/>
                </a:cubicBezTo>
                <a:cubicBezTo>
                  <a:pt x="988072" y="128222"/>
                  <a:pt x="982220" y="128422"/>
                  <a:pt x="974533" y="128824"/>
                </a:cubicBezTo>
                <a:lnTo>
                  <a:pt x="973672" y="127963"/>
                </a:lnTo>
                <a:cubicBezTo>
                  <a:pt x="974705" y="115170"/>
                  <a:pt x="975221" y="105302"/>
                  <a:pt x="975221" y="98361"/>
                </a:cubicBezTo>
                <a:lnTo>
                  <a:pt x="975221" y="81494"/>
                </a:lnTo>
                <a:cubicBezTo>
                  <a:pt x="975221" y="67496"/>
                  <a:pt x="970173" y="60496"/>
                  <a:pt x="960076" y="60496"/>
                </a:cubicBezTo>
                <a:cubicBezTo>
                  <a:pt x="954798" y="60496"/>
                  <a:pt x="950667" y="62304"/>
                  <a:pt x="947684" y="65918"/>
                </a:cubicBezTo>
                <a:cubicBezTo>
                  <a:pt x="945160" y="68959"/>
                  <a:pt x="943897" y="72028"/>
                  <a:pt x="943897" y="75126"/>
                </a:cubicBezTo>
                <a:lnTo>
                  <a:pt x="943897" y="91218"/>
                </a:lnTo>
                <a:cubicBezTo>
                  <a:pt x="943897" y="106077"/>
                  <a:pt x="944270" y="115199"/>
                  <a:pt x="945016" y="118583"/>
                </a:cubicBezTo>
                <a:cubicBezTo>
                  <a:pt x="945475" y="120591"/>
                  <a:pt x="948803" y="121653"/>
                  <a:pt x="954998" y="121767"/>
                </a:cubicBezTo>
                <a:lnTo>
                  <a:pt x="955859" y="122628"/>
                </a:lnTo>
                <a:lnTo>
                  <a:pt x="955859" y="127877"/>
                </a:lnTo>
                <a:lnTo>
                  <a:pt x="954998" y="128738"/>
                </a:lnTo>
                <a:cubicBezTo>
                  <a:pt x="950122" y="128394"/>
                  <a:pt x="942836" y="128222"/>
                  <a:pt x="933141" y="128222"/>
                </a:cubicBezTo>
                <a:cubicBezTo>
                  <a:pt x="922871" y="128222"/>
                  <a:pt x="915040" y="128422"/>
                  <a:pt x="909648" y="128824"/>
                </a:cubicBezTo>
                <a:lnTo>
                  <a:pt x="908787" y="127963"/>
                </a:lnTo>
                <a:lnTo>
                  <a:pt x="908787" y="122714"/>
                </a:lnTo>
                <a:lnTo>
                  <a:pt x="909648" y="121853"/>
                </a:lnTo>
                <a:cubicBezTo>
                  <a:pt x="915155" y="121681"/>
                  <a:pt x="918569" y="121251"/>
                  <a:pt x="919888" y="120563"/>
                </a:cubicBezTo>
                <a:cubicBezTo>
                  <a:pt x="921036" y="120046"/>
                  <a:pt x="921667" y="118669"/>
                  <a:pt x="921781" y="116432"/>
                </a:cubicBezTo>
                <a:cubicBezTo>
                  <a:pt x="922183" y="108974"/>
                  <a:pt x="922384" y="100971"/>
                  <a:pt x="922384" y="92423"/>
                </a:cubicBezTo>
                <a:lnTo>
                  <a:pt x="922384" y="80117"/>
                </a:lnTo>
                <a:cubicBezTo>
                  <a:pt x="922384" y="68643"/>
                  <a:pt x="921953" y="62045"/>
                  <a:pt x="921093" y="60324"/>
                </a:cubicBezTo>
                <a:cubicBezTo>
                  <a:pt x="920519" y="59177"/>
                  <a:pt x="919286" y="58460"/>
                  <a:pt x="917393" y="58173"/>
                </a:cubicBezTo>
                <a:cubicBezTo>
                  <a:pt x="916704" y="58058"/>
                  <a:pt x="914209" y="57915"/>
                  <a:pt x="909906" y="57743"/>
                </a:cubicBezTo>
                <a:lnTo>
                  <a:pt x="909045" y="56882"/>
                </a:lnTo>
                <a:lnTo>
                  <a:pt x="909045" y="52063"/>
                </a:lnTo>
                <a:lnTo>
                  <a:pt x="909906" y="51117"/>
                </a:lnTo>
                <a:cubicBezTo>
                  <a:pt x="920232" y="50141"/>
                  <a:pt x="931104" y="47760"/>
                  <a:pt x="942521" y="43974"/>
                </a:cubicBezTo>
                <a:lnTo>
                  <a:pt x="944414" y="45093"/>
                </a:lnTo>
                <a:lnTo>
                  <a:pt x="944242" y="59550"/>
                </a:lnTo>
                <a:lnTo>
                  <a:pt x="959043" y="47158"/>
                </a:lnTo>
                <a:cubicBezTo>
                  <a:pt x="962829" y="45609"/>
                  <a:pt x="966989" y="44835"/>
                  <a:pt x="971521" y="44835"/>
                </a:cubicBezTo>
                <a:cubicBezTo>
                  <a:pt x="980643" y="44835"/>
                  <a:pt x="987470" y="47588"/>
                  <a:pt x="992002" y="53096"/>
                </a:cubicBezTo>
                <a:cubicBezTo>
                  <a:pt x="995674" y="57571"/>
                  <a:pt x="997509" y="64139"/>
                  <a:pt x="997509" y="72802"/>
                </a:cubicBezTo>
                <a:cubicBezTo>
                  <a:pt x="997509" y="73778"/>
                  <a:pt x="997395" y="77765"/>
                  <a:pt x="997165" y="84764"/>
                </a:cubicBezTo>
                <a:cubicBezTo>
                  <a:pt x="996936" y="91763"/>
                  <a:pt x="996821" y="96754"/>
                  <a:pt x="996821" y="99737"/>
                </a:cubicBezTo>
                <a:cubicBezTo>
                  <a:pt x="996821" y="108400"/>
                  <a:pt x="996964" y="113922"/>
                  <a:pt x="997251" y="116303"/>
                </a:cubicBezTo>
                <a:cubicBezTo>
                  <a:pt x="997538" y="118684"/>
                  <a:pt x="998198" y="120190"/>
                  <a:pt x="999231" y="120821"/>
                </a:cubicBezTo>
                <a:cubicBezTo>
                  <a:pt x="1000263" y="121452"/>
                  <a:pt x="1003246" y="121825"/>
                  <a:pt x="1008180" y="121940"/>
                </a:cubicBezTo>
                <a:lnTo>
                  <a:pt x="1008955" y="122800"/>
                </a:lnTo>
                <a:lnTo>
                  <a:pt x="1008955" y="127877"/>
                </a:lnTo>
                <a:close/>
                <a:moveTo>
                  <a:pt x="1204636" y="127791"/>
                </a:moveTo>
                <a:lnTo>
                  <a:pt x="1203776" y="128738"/>
                </a:lnTo>
                <a:cubicBezTo>
                  <a:pt x="1200448" y="128394"/>
                  <a:pt x="1194539" y="128222"/>
                  <a:pt x="1186049" y="128222"/>
                </a:cubicBezTo>
                <a:cubicBezTo>
                  <a:pt x="1178992" y="128222"/>
                  <a:pt x="1173972" y="128394"/>
                  <a:pt x="1170989" y="128738"/>
                </a:cubicBezTo>
                <a:lnTo>
                  <a:pt x="1169784" y="127103"/>
                </a:lnTo>
                <a:cubicBezTo>
                  <a:pt x="1170702" y="112818"/>
                  <a:pt x="1171161" y="102405"/>
                  <a:pt x="1171161" y="95865"/>
                </a:cubicBezTo>
                <a:lnTo>
                  <a:pt x="1171161" y="88034"/>
                </a:lnTo>
                <a:cubicBezTo>
                  <a:pt x="1171161" y="79601"/>
                  <a:pt x="1170903" y="73950"/>
                  <a:pt x="1170387" y="71081"/>
                </a:cubicBezTo>
                <a:cubicBezTo>
                  <a:pt x="1169756" y="67639"/>
                  <a:pt x="1168321" y="64885"/>
                  <a:pt x="1166084" y="62820"/>
                </a:cubicBezTo>
                <a:cubicBezTo>
                  <a:pt x="1163846" y="60755"/>
                  <a:pt x="1160806" y="59722"/>
                  <a:pt x="1156962" y="59722"/>
                </a:cubicBezTo>
                <a:cubicBezTo>
                  <a:pt x="1152659" y="59722"/>
                  <a:pt x="1149074" y="60927"/>
                  <a:pt x="1146205" y="63336"/>
                </a:cubicBezTo>
                <a:cubicBezTo>
                  <a:pt x="1143337" y="65746"/>
                  <a:pt x="1141903" y="68815"/>
                  <a:pt x="1141903" y="72544"/>
                </a:cubicBezTo>
                <a:lnTo>
                  <a:pt x="1141903" y="98188"/>
                </a:lnTo>
                <a:lnTo>
                  <a:pt x="1142247" y="111785"/>
                </a:lnTo>
                <a:cubicBezTo>
                  <a:pt x="1142361" y="115457"/>
                  <a:pt x="1142677" y="117866"/>
                  <a:pt x="1143193" y="119014"/>
                </a:cubicBezTo>
                <a:cubicBezTo>
                  <a:pt x="1143538" y="119759"/>
                  <a:pt x="1144312" y="120305"/>
                  <a:pt x="1145517" y="120649"/>
                </a:cubicBezTo>
                <a:cubicBezTo>
                  <a:pt x="1146549" y="120936"/>
                  <a:pt x="1149332" y="121308"/>
                  <a:pt x="1153864" y="121767"/>
                </a:cubicBezTo>
                <a:lnTo>
                  <a:pt x="1154811" y="122628"/>
                </a:lnTo>
                <a:lnTo>
                  <a:pt x="1154811" y="127791"/>
                </a:lnTo>
                <a:lnTo>
                  <a:pt x="1153778" y="128738"/>
                </a:lnTo>
                <a:cubicBezTo>
                  <a:pt x="1146836" y="128394"/>
                  <a:pt x="1139809" y="128222"/>
                  <a:pt x="1132695" y="128222"/>
                </a:cubicBezTo>
                <a:cubicBezTo>
                  <a:pt x="1123860" y="128222"/>
                  <a:pt x="1116287" y="128394"/>
                  <a:pt x="1109976" y="128738"/>
                </a:cubicBezTo>
                <a:lnTo>
                  <a:pt x="1109030" y="127791"/>
                </a:lnTo>
                <a:lnTo>
                  <a:pt x="1109030" y="122714"/>
                </a:lnTo>
                <a:lnTo>
                  <a:pt x="1109890" y="121681"/>
                </a:lnTo>
                <a:cubicBezTo>
                  <a:pt x="1113504" y="121337"/>
                  <a:pt x="1116000" y="121022"/>
                  <a:pt x="1117377" y="120735"/>
                </a:cubicBezTo>
                <a:cubicBezTo>
                  <a:pt x="1118410" y="120505"/>
                  <a:pt x="1119155" y="119645"/>
                  <a:pt x="1119614" y="118153"/>
                </a:cubicBezTo>
                <a:cubicBezTo>
                  <a:pt x="1119959" y="117063"/>
                  <a:pt x="1120159" y="113879"/>
                  <a:pt x="1120217" y="108601"/>
                </a:cubicBezTo>
                <a:lnTo>
                  <a:pt x="1120389" y="80805"/>
                </a:lnTo>
                <a:cubicBezTo>
                  <a:pt x="1120389" y="74380"/>
                  <a:pt x="1119901" y="69790"/>
                  <a:pt x="1118926" y="67037"/>
                </a:cubicBezTo>
                <a:cubicBezTo>
                  <a:pt x="1118123" y="64857"/>
                  <a:pt x="1116602" y="63049"/>
                  <a:pt x="1114365" y="61615"/>
                </a:cubicBezTo>
                <a:cubicBezTo>
                  <a:pt x="1112357" y="60296"/>
                  <a:pt x="1109718" y="59636"/>
                  <a:pt x="1106448" y="59636"/>
                </a:cubicBezTo>
                <a:cubicBezTo>
                  <a:pt x="1101285" y="59636"/>
                  <a:pt x="1097183" y="61357"/>
                  <a:pt x="1094142" y="64799"/>
                </a:cubicBezTo>
                <a:cubicBezTo>
                  <a:pt x="1092708" y="66406"/>
                  <a:pt x="1091862" y="67696"/>
                  <a:pt x="1091604" y="68672"/>
                </a:cubicBezTo>
                <a:cubicBezTo>
                  <a:pt x="1091345" y="69647"/>
                  <a:pt x="1091216" y="71798"/>
                  <a:pt x="1091216" y="75126"/>
                </a:cubicBezTo>
                <a:lnTo>
                  <a:pt x="1091216" y="93800"/>
                </a:lnTo>
                <a:cubicBezTo>
                  <a:pt x="1091216" y="97471"/>
                  <a:pt x="1091331" y="102233"/>
                  <a:pt x="1091561" y="108085"/>
                </a:cubicBezTo>
                <a:cubicBezTo>
                  <a:pt x="1091790" y="114109"/>
                  <a:pt x="1092019" y="117608"/>
                  <a:pt x="1092249" y="118583"/>
                </a:cubicBezTo>
                <a:cubicBezTo>
                  <a:pt x="1092593" y="119788"/>
                  <a:pt x="1093554" y="120606"/>
                  <a:pt x="1095132" y="121036"/>
                </a:cubicBezTo>
                <a:cubicBezTo>
                  <a:pt x="1096709" y="121466"/>
                  <a:pt x="1099105" y="121710"/>
                  <a:pt x="1102317" y="121767"/>
                </a:cubicBezTo>
                <a:lnTo>
                  <a:pt x="1103178" y="122628"/>
                </a:lnTo>
                <a:lnTo>
                  <a:pt x="1103178" y="127877"/>
                </a:lnTo>
                <a:lnTo>
                  <a:pt x="1102317" y="128738"/>
                </a:lnTo>
                <a:cubicBezTo>
                  <a:pt x="1097441" y="128394"/>
                  <a:pt x="1090155" y="128222"/>
                  <a:pt x="1080459" y="128222"/>
                </a:cubicBezTo>
                <a:cubicBezTo>
                  <a:pt x="1070190" y="128222"/>
                  <a:pt x="1062359" y="128422"/>
                  <a:pt x="1056967" y="128824"/>
                </a:cubicBezTo>
                <a:lnTo>
                  <a:pt x="1056106" y="127963"/>
                </a:lnTo>
                <a:lnTo>
                  <a:pt x="1056106" y="122714"/>
                </a:lnTo>
                <a:lnTo>
                  <a:pt x="1056967" y="121853"/>
                </a:lnTo>
                <a:cubicBezTo>
                  <a:pt x="1062474" y="121681"/>
                  <a:pt x="1065888" y="121251"/>
                  <a:pt x="1067207" y="120563"/>
                </a:cubicBezTo>
                <a:cubicBezTo>
                  <a:pt x="1068354" y="120046"/>
                  <a:pt x="1068985" y="118669"/>
                  <a:pt x="1069100" y="116432"/>
                </a:cubicBezTo>
                <a:cubicBezTo>
                  <a:pt x="1069502" y="108974"/>
                  <a:pt x="1069703" y="100971"/>
                  <a:pt x="1069703" y="92423"/>
                </a:cubicBezTo>
                <a:lnTo>
                  <a:pt x="1069703" y="80117"/>
                </a:lnTo>
                <a:cubicBezTo>
                  <a:pt x="1069703" y="68643"/>
                  <a:pt x="1069272" y="62045"/>
                  <a:pt x="1068412" y="60324"/>
                </a:cubicBezTo>
                <a:cubicBezTo>
                  <a:pt x="1067838" y="59177"/>
                  <a:pt x="1066605" y="58460"/>
                  <a:pt x="1064711" y="58173"/>
                </a:cubicBezTo>
                <a:cubicBezTo>
                  <a:pt x="1064023" y="58058"/>
                  <a:pt x="1061527" y="57915"/>
                  <a:pt x="1057225" y="57743"/>
                </a:cubicBezTo>
                <a:lnTo>
                  <a:pt x="1056364" y="56882"/>
                </a:lnTo>
                <a:lnTo>
                  <a:pt x="1056364" y="52063"/>
                </a:lnTo>
                <a:lnTo>
                  <a:pt x="1057225" y="51117"/>
                </a:lnTo>
                <a:cubicBezTo>
                  <a:pt x="1067551" y="50141"/>
                  <a:pt x="1078423" y="47760"/>
                  <a:pt x="1089839" y="43974"/>
                </a:cubicBezTo>
                <a:lnTo>
                  <a:pt x="1091733" y="45093"/>
                </a:lnTo>
                <a:lnTo>
                  <a:pt x="1091561" y="58775"/>
                </a:lnTo>
                <a:lnTo>
                  <a:pt x="1106878" y="46384"/>
                </a:lnTo>
                <a:cubicBezTo>
                  <a:pt x="1109689" y="45121"/>
                  <a:pt x="1113017" y="44490"/>
                  <a:pt x="1116861" y="44490"/>
                </a:cubicBezTo>
                <a:cubicBezTo>
                  <a:pt x="1123458" y="44490"/>
                  <a:pt x="1128593" y="45566"/>
                  <a:pt x="1132264" y="47717"/>
                </a:cubicBezTo>
                <a:cubicBezTo>
                  <a:pt x="1135936" y="49869"/>
                  <a:pt x="1138891" y="53641"/>
                  <a:pt x="1141128" y="59034"/>
                </a:cubicBezTo>
                <a:lnTo>
                  <a:pt x="1156790" y="46384"/>
                </a:lnTo>
                <a:cubicBezTo>
                  <a:pt x="1159601" y="45064"/>
                  <a:pt x="1163015" y="44404"/>
                  <a:pt x="1167031" y="44404"/>
                </a:cubicBezTo>
                <a:cubicBezTo>
                  <a:pt x="1178103" y="44404"/>
                  <a:pt x="1185790" y="48420"/>
                  <a:pt x="1190093" y="56452"/>
                </a:cubicBezTo>
                <a:cubicBezTo>
                  <a:pt x="1191986" y="60009"/>
                  <a:pt x="1192933" y="65459"/>
                  <a:pt x="1192933" y="72802"/>
                </a:cubicBezTo>
                <a:cubicBezTo>
                  <a:pt x="1192933" y="75843"/>
                  <a:pt x="1192904" y="78109"/>
                  <a:pt x="1192847" y="79601"/>
                </a:cubicBezTo>
                <a:lnTo>
                  <a:pt x="1192761" y="82871"/>
                </a:lnTo>
                <a:cubicBezTo>
                  <a:pt x="1192646" y="85624"/>
                  <a:pt x="1192589" y="87460"/>
                  <a:pt x="1192589" y="88378"/>
                </a:cubicBezTo>
                <a:lnTo>
                  <a:pt x="1192589" y="99565"/>
                </a:lnTo>
                <a:cubicBezTo>
                  <a:pt x="1192589" y="108228"/>
                  <a:pt x="1192732" y="113750"/>
                  <a:pt x="1193019" y="116131"/>
                </a:cubicBezTo>
                <a:cubicBezTo>
                  <a:pt x="1193306" y="118512"/>
                  <a:pt x="1193966" y="120018"/>
                  <a:pt x="1194998" y="120649"/>
                </a:cubicBezTo>
                <a:cubicBezTo>
                  <a:pt x="1196031" y="121280"/>
                  <a:pt x="1198957" y="121653"/>
                  <a:pt x="1203776" y="121767"/>
                </a:cubicBezTo>
                <a:lnTo>
                  <a:pt x="1204636" y="122714"/>
                </a:lnTo>
                <a:lnTo>
                  <a:pt x="1204636" y="127791"/>
                </a:lnTo>
                <a:close/>
                <a:moveTo>
                  <a:pt x="1292642" y="127705"/>
                </a:moveTo>
                <a:lnTo>
                  <a:pt x="1291696" y="128652"/>
                </a:lnTo>
                <a:cubicBezTo>
                  <a:pt x="1286877" y="128365"/>
                  <a:pt x="1281340" y="128222"/>
                  <a:pt x="1275087" y="128222"/>
                </a:cubicBezTo>
                <a:cubicBezTo>
                  <a:pt x="1270211" y="128222"/>
                  <a:pt x="1265535" y="128365"/>
                  <a:pt x="1261060" y="128652"/>
                </a:cubicBezTo>
                <a:lnTo>
                  <a:pt x="1260286" y="127705"/>
                </a:lnTo>
                <a:lnTo>
                  <a:pt x="1261060" y="116174"/>
                </a:lnTo>
                <a:lnTo>
                  <a:pt x="1244366" y="128910"/>
                </a:lnTo>
                <a:cubicBezTo>
                  <a:pt x="1243046" y="129885"/>
                  <a:pt x="1241153" y="130488"/>
                  <a:pt x="1238686" y="130717"/>
                </a:cubicBezTo>
                <a:cubicBezTo>
                  <a:pt x="1237711" y="130832"/>
                  <a:pt x="1236563" y="130889"/>
                  <a:pt x="1235244" y="130889"/>
                </a:cubicBezTo>
                <a:cubicBezTo>
                  <a:pt x="1228876" y="130889"/>
                  <a:pt x="1223985" y="128967"/>
                  <a:pt x="1220572" y="125124"/>
                </a:cubicBezTo>
                <a:cubicBezTo>
                  <a:pt x="1217158" y="121280"/>
                  <a:pt x="1215451" y="115973"/>
                  <a:pt x="1215451" y="109203"/>
                </a:cubicBezTo>
                <a:cubicBezTo>
                  <a:pt x="1215451" y="100254"/>
                  <a:pt x="1218291" y="93914"/>
                  <a:pt x="1223971" y="90185"/>
                </a:cubicBezTo>
                <a:cubicBezTo>
                  <a:pt x="1230109" y="86112"/>
                  <a:pt x="1242472" y="82440"/>
                  <a:pt x="1261060" y="79170"/>
                </a:cubicBezTo>
                <a:cubicBezTo>
                  <a:pt x="1261060" y="70049"/>
                  <a:pt x="1258651" y="63939"/>
                  <a:pt x="1253832" y="60841"/>
                </a:cubicBezTo>
                <a:cubicBezTo>
                  <a:pt x="1250906" y="58947"/>
                  <a:pt x="1247406" y="58001"/>
                  <a:pt x="1243333" y="58001"/>
                </a:cubicBezTo>
                <a:cubicBezTo>
                  <a:pt x="1238858" y="58001"/>
                  <a:pt x="1235330" y="58919"/>
                  <a:pt x="1232748" y="60755"/>
                </a:cubicBezTo>
                <a:lnTo>
                  <a:pt x="1229478" y="68758"/>
                </a:lnTo>
                <a:lnTo>
                  <a:pt x="1228359" y="69360"/>
                </a:lnTo>
                <a:lnTo>
                  <a:pt x="1223971" y="68327"/>
                </a:lnTo>
                <a:lnTo>
                  <a:pt x="1223368" y="67123"/>
                </a:lnTo>
                <a:lnTo>
                  <a:pt x="1223799" y="56968"/>
                </a:lnTo>
                <a:cubicBezTo>
                  <a:pt x="1233265" y="49969"/>
                  <a:pt x="1240378" y="46011"/>
                  <a:pt x="1245140" y="45093"/>
                </a:cubicBezTo>
                <a:cubicBezTo>
                  <a:pt x="1247148" y="44691"/>
                  <a:pt x="1249758" y="44490"/>
                  <a:pt x="1252971" y="44490"/>
                </a:cubicBezTo>
                <a:cubicBezTo>
                  <a:pt x="1264273" y="44490"/>
                  <a:pt x="1272333" y="47445"/>
                  <a:pt x="1277152" y="53354"/>
                </a:cubicBezTo>
                <a:cubicBezTo>
                  <a:pt x="1280652" y="57657"/>
                  <a:pt x="1282402" y="64254"/>
                  <a:pt x="1282402" y="73147"/>
                </a:cubicBezTo>
                <a:cubicBezTo>
                  <a:pt x="1282402" y="75327"/>
                  <a:pt x="1282316" y="78826"/>
                  <a:pt x="1282144" y="83645"/>
                </a:cubicBezTo>
                <a:cubicBezTo>
                  <a:pt x="1281857" y="91677"/>
                  <a:pt x="1281713" y="97041"/>
                  <a:pt x="1281713" y="99737"/>
                </a:cubicBezTo>
                <a:cubicBezTo>
                  <a:pt x="1281713" y="108400"/>
                  <a:pt x="1281857" y="113922"/>
                  <a:pt x="1282144" y="116303"/>
                </a:cubicBezTo>
                <a:cubicBezTo>
                  <a:pt x="1282431" y="118684"/>
                  <a:pt x="1283105" y="120190"/>
                  <a:pt x="1284166" y="120821"/>
                </a:cubicBezTo>
                <a:cubicBezTo>
                  <a:pt x="1285227" y="121452"/>
                  <a:pt x="1287766" y="121825"/>
                  <a:pt x="1291782" y="121940"/>
                </a:cubicBezTo>
                <a:lnTo>
                  <a:pt x="1292642" y="122886"/>
                </a:lnTo>
                <a:lnTo>
                  <a:pt x="1292642" y="127705"/>
                </a:lnTo>
                <a:moveTo>
                  <a:pt x="1261060" y="107654"/>
                </a:moveTo>
                <a:lnTo>
                  <a:pt x="1261060" y="86485"/>
                </a:lnTo>
                <a:cubicBezTo>
                  <a:pt x="1251594" y="88550"/>
                  <a:pt x="1245212" y="90773"/>
                  <a:pt x="1241913" y="93154"/>
                </a:cubicBezTo>
                <a:cubicBezTo>
                  <a:pt x="1238614" y="95535"/>
                  <a:pt x="1236965" y="99164"/>
                  <a:pt x="1236965" y="104040"/>
                </a:cubicBezTo>
                <a:cubicBezTo>
                  <a:pt x="1236965" y="111842"/>
                  <a:pt x="1240378" y="115744"/>
                  <a:pt x="1247205" y="115744"/>
                </a:cubicBezTo>
                <a:cubicBezTo>
                  <a:pt x="1253000" y="115744"/>
                  <a:pt x="1257618" y="113047"/>
                  <a:pt x="1261060" y="107654"/>
                </a:cubicBezTo>
                <a:moveTo>
                  <a:pt x="1254176" y="40618"/>
                </a:moveTo>
                <a:lnTo>
                  <a:pt x="1254176" y="40618"/>
                </a:lnTo>
                <a:moveTo>
                  <a:pt x="1254176" y="134934"/>
                </a:moveTo>
                <a:lnTo>
                  <a:pt x="1254176" y="134934"/>
                </a:lnTo>
                <a:close/>
                <a:moveTo>
                  <a:pt x="1354528" y="116948"/>
                </a:moveTo>
                <a:cubicBezTo>
                  <a:pt x="1354126" y="117407"/>
                  <a:pt x="1352893" y="118612"/>
                  <a:pt x="1350827" y="120563"/>
                </a:cubicBezTo>
                <a:cubicBezTo>
                  <a:pt x="1347443" y="123775"/>
                  <a:pt x="1344545" y="126701"/>
                  <a:pt x="1342136" y="129340"/>
                </a:cubicBezTo>
                <a:cubicBezTo>
                  <a:pt x="1339325" y="130258"/>
                  <a:pt x="1336485" y="130717"/>
                  <a:pt x="1333617" y="130717"/>
                </a:cubicBezTo>
                <a:cubicBezTo>
                  <a:pt x="1325642" y="130717"/>
                  <a:pt x="1319819" y="128394"/>
                  <a:pt x="1316147" y="123747"/>
                </a:cubicBezTo>
                <a:cubicBezTo>
                  <a:pt x="1314598" y="121739"/>
                  <a:pt x="1313566" y="119415"/>
                  <a:pt x="1313049" y="116776"/>
                </a:cubicBezTo>
                <a:cubicBezTo>
                  <a:pt x="1312476" y="113621"/>
                  <a:pt x="1312218" y="109490"/>
                  <a:pt x="1312275" y="104384"/>
                </a:cubicBezTo>
                <a:lnTo>
                  <a:pt x="1312533" y="83817"/>
                </a:lnTo>
                <a:lnTo>
                  <a:pt x="1312533" y="62304"/>
                </a:lnTo>
                <a:lnTo>
                  <a:pt x="1310210" y="62304"/>
                </a:lnTo>
                <a:lnTo>
                  <a:pt x="1305649" y="62476"/>
                </a:lnTo>
                <a:lnTo>
                  <a:pt x="1302120" y="62476"/>
                </a:lnTo>
                <a:lnTo>
                  <a:pt x="1301174" y="61701"/>
                </a:lnTo>
                <a:lnTo>
                  <a:pt x="1301174" y="59464"/>
                </a:lnTo>
                <a:lnTo>
                  <a:pt x="1301862" y="58173"/>
                </a:lnTo>
                <a:cubicBezTo>
                  <a:pt x="1302895" y="57485"/>
                  <a:pt x="1304501" y="56452"/>
                  <a:pt x="1306681" y="55075"/>
                </a:cubicBezTo>
                <a:cubicBezTo>
                  <a:pt x="1309263" y="53469"/>
                  <a:pt x="1311214" y="52120"/>
                  <a:pt x="1312533" y="51030"/>
                </a:cubicBezTo>
                <a:lnTo>
                  <a:pt x="1312533" y="39327"/>
                </a:lnTo>
                <a:cubicBezTo>
                  <a:pt x="1312533" y="34451"/>
                  <a:pt x="1312304" y="29287"/>
                  <a:pt x="1311845" y="23837"/>
                </a:cubicBezTo>
                <a:cubicBezTo>
                  <a:pt x="1316147" y="22460"/>
                  <a:pt x="1319633" y="21241"/>
                  <a:pt x="1322300" y="20180"/>
                </a:cubicBezTo>
                <a:cubicBezTo>
                  <a:pt x="1324968" y="19118"/>
                  <a:pt x="1328740" y="17383"/>
                  <a:pt x="1333617" y="14974"/>
                </a:cubicBezTo>
                <a:lnTo>
                  <a:pt x="1335854" y="16695"/>
                </a:lnTo>
                <a:cubicBezTo>
                  <a:pt x="1335166" y="23808"/>
                  <a:pt x="1334678" y="30177"/>
                  <a:pt x="1334391" y="35799"/>
                </a:cubicBezTo>
                <a:lnTo>
                  <a:pt x="1333617" y="50686"/>
                </a:lnTo>
                <a:lnTo>
                  <a:pt x="1336456" y="50686"/>
                </a:lnTo>
                <a:cubicBezTo>
                  <a:pt x="1342710" y="50686"/>
                  <a:pt x="1348102" y="50485"/>
                  <a:pt x="1352635" y="50084"/>
                </a:cubicBezTo>
                <a:lnTo>
                  <a:pt x="1353581" y="51030"/>
                </a:lnTo>
                <a:lnTo>
                  <a:pt x="1352376" y="61099"/>
                </a:lnTo>
                <a:lnTo>
                  <a:pt x="1351516" y="61959"/>
                </a:lnTo>
                <a:lnTo>
                  <a:pt x="1333617" y="61959"/>
                </a:lnTo>
                <a:lnTo>
                  <a:pt x="1333617" y="91132"/>
                </a:lnTo>
                <a:cubicBezTo>
                  <a:pt x="1333617" y="100483"/>
                  <a:pt x="1333731" y="105991"/>
                  <a:pt x="1333961" y="107654"/>
                </a:cubicBezTo>
                <a:cubicBezTo>
                  <a:pt x="1334248" y="110064"/>
                  <a:pt x="1335266" y="112015"/>
                  <a:pt x="1337016" y="113506"/>
                </a:cubicBezTo>
                <a:cubicBezTo>
                  <a:pt x="1338765" y="114998"/>
                  <a:pt x="1341132" y="115744"/>
                  <a:pt x="1344115" y="115744"/>
                </a:cubicBezTo>
                <a:cubicBezTo>
                  <a:pt x="1346467" y="115744"/>
                  <a:pt x="1349307" y="115113"/>
                  <a:pt x="1352635" y="113850"/>
                </a:cubicBezTo>
                <a:lnTo>
                  <a:pt x="1354528" y="116948"/>
                </a:lnTo>
                <a:close/>
                <a:moveTo>
                  <a:pt x="1424317" y="45093"/>
                </a:moveTo>
                <a:lnTo>
                  <a:pt x="1423714" y="60410"/>
                </a:lnTo>
                <a:cubicBezTo>
                  <a:pt x="1423657" y="62935"/>
                  <a:pt x="1423542" y="65803"/>
                  <a:pt x="1423370" y="69016"/>
                </a:cubicBezTo>
                <a:lnTo>
                  <a:pt x="1419756" y="70135"/>
                </a:lnTo>
                <a:cubicBezTo>
                  <a:pt x="1417060" y="66233"/>
                  <a:pt x="1413330" y="64283"/>
                  <a:pt x="1408569" y="64283"/>
                </a:cubicBezTo>
                <a:cubicBezTo>
                  <a:pt x="1404266" y="64283"/>
                  <a:pt x="1400709" y="66004"/>
                  <a:pt x="1397898" y="69446"/>
                </a:cubicBezTo>
                <a:cubicBezTo>
                  <a:pt x="1396177" y="71569"/>
                  <a:pt x="1395316" y="74696"/>
                  <a:pt x="1395316" y="78826"/>
                </a:cubicBezTo>
                <a:lnTo>
                  <a:pt x="1395316" y="98963"/>
                </a:lnTo>
                <a:cubicBezTo>
                  <a:pt x="1395316" y="103151"/>
                  <a:pt x="1395517" y="108974"/>
                  <a:pt x="1395919" y="116432"/>
                </a:cubicBezTo>
                <a:cubicBezTo>
                  <a:pt x="1396033" y="118555"/>
                  <a:pt x="1396636" y="119932"/>
                  <a:pt x="1397726" y="120563"/>
                </a:cubicBezTo>
                <a:cubicBezTo>
                  <a:pt x="1398816" y="121194"/>
                  <a:pt x="1402803" y="121624"/>
                  <a:pt x="1409687" y="121853"/>
                </a:cubicBezTo>
                <a:lnTo>
                  <a:pt x="1410548" y="122628"/>
                </a:lnTo>
                <a:lnTo>
                  <a:pt x="1410548" y="127877"/>
                </a:lnTo>
                <a:lnTo>
                  <a:pt x="1409687" y="128738"/>
                </a:lnTo>
                <a:cubicBezTo>
                  <a:pt x="1401254" y="128394"/>
                  <a:pt x="1392878" y="128222"/>
                  <a:pt x="1384560" y="128222"/>
                </a:cubicBezTo>
                <a:cubicBezTo>
                  <a:pt x="1374290" y="128222"/>
                  <a:pt x="1366459" y="128422"/>
                  <a:pt x="1361067" y="128824"/>
                </a:cubicBezTo>
                <a:lnTo>
                  <a:pt x="1360206" y="127963"/>
                </a:lnTo>
                <a:lnTo>
                  <a:pt x="1360206" y="122714"/>
                </a:lnTo>
                <a:lnTo>
                  <a:pt x="1361067" y="121853"/>
                </a:lnTo>
                <a:cubicBezTo>
                  <a:pt x="1366574" y="121681"/>
                  <a:pt x="1369988" y="121251"/>
                  <a:pt x="1371307" y="120563"/>
                </a:cubicBezTo>
                <a:cubicBezTo>
                  <a:pt x="1372454" y="120046"/>
                  <a:pt x="1373086" y="118669"/>
                  <a:pt x="1373200" y="116432"/>
                </a:cubicBezTo>
                <a:cubicBezTo>
                  <a:pt x="1373602" y="108974"/>
                  <a:pt x="1373803" y="100971"/>
                  <a:pt x="1373803" y="92423"/>
                </a:cubicBezTo>
                <a:lnTo>
                  <a:pt x="1373803" y="80117"/>
                </a:lnTo>
                <a:cubicBezTo>
                  <a:pt x="1373803" y="68643"/>
                  <a:pt x="1373372" y="62045"/>
                  <a:pt x="1372512" y="60324"/>
                </a:cubicBezTo>
                <a:cubicBezTo>
                  <a:pt x="1371938" y="59177"/>
                  <a:pt x="1370705" y="58460"/>
                  <a:pt x="1368811" y="58173"/>
                </a:cubicBezTo>
                <a:cubicBezTo>
                  <a:pt x="1368123" y="58058"/>
                  <a:pt x="1365627" y="57915"/>
                  <a:pt x="1361325" y="57743"/>
                </a:cubicBezTo>
                <a:lnTo>
                  <a:pt x="1360464" y="56882"/>
                </a:lnTo>
                <a:lnTo>
                  <a:pt x="1360464" y="52063"/>
                </a:lnTo>
                <a:lnTo>
                  <a:pt x="1361325" y="51117"/>
                </a:lnTo>
                <a:cubicBezTo>
                  <a:pt x="1371651" y="50141"/>
                  <a:pt x="1382523" y="47760"/>
                  <a:pt x="1393939" y="43974"/>
                </a:cubicBezTo>
                <a:lnTo>
                  <a:pt x="1395833" y="45093"/>
                </a:lnTo>
                <a:lnTo>
                  <a:pt x="1395661" y="61959"/>
                </a:lnTo>
                <a:cubicBezTo>
                  <a:pt x="1399217" y="57829"/>
                  <a:pt x="1403520" y="53010"/>
                  <a:pt x="1408569" y="47502"/>
                </a:cubicBezTo>
                <a:cubicBezTo>
                  <a:pt x="1410921" y="45207"/>
                  <a:pt x="1414134" y="44060"/>
                  <a:pt x="1418207" y="44060"/>
                </a:cubicBezTo>
                <a:cubicBezTo>
                  <a:pt x="1420616" y="44060"/>
                  <a:pt x="1422653" y="44404"/>
                  <a:pt x="1424317" y="45093"/>
                </a:cubicBezTo>
                <a:close/>
                <a:moveTo>
                  <a:pt x="1466898" y="15662"/>
                </a:moveTo>
                <a:cubicBezTo>
                  <a:pt x="1466898" y="19334"/>
                  <a:pt x="1465607" y="22475"/>
                  <a:pt x="1463026" y="25085"/>
                </a:cubicBezTo>
                <a:cubicBezTo>
                  <a:pt x="1460444" y="27695"/>
                  <a:pt x="1457346" y="29000"/>
                  <a:pt x="1453732" y="29000"/>
                </a:cubicBezTo>
                <a:cubicBezTo>
                  <a:pt x="1450060" y="29000"/>
                  <a:pt x="1446933" y="27695"/>
                  <a:pt x="1444352" y="25085"/>
                </a:cubicBezTo>
                <a:cubicBezTo>
                  <a:pt x="1441770" y="22475"/>
                  <a:pt x="1440479" y="19334"/>
                  <a:pt x="1440479" y="15662"/>
                </a:cubicBezTo>
                <a:cubicBezTo>
                  <a:pt x="1440479" y="11876"/>
                  <a:pt x="1441784" y="8692"/>
                  <a:pt x="1444395" y="6110"/>
                </a:cubicBezTo>
                <a:cubicBezTo>
                  <a:pt x="1447005" y="3528"/>
                  <a:pt x="1450117" y="2237"/>
                  <a:pt x="1453732" y="2237"/>
                </a:cubicBezTo>
                <a:cubicBezTo>
                  <a:pt x="1457289" y="2237"/>
                  <a:pt x="1460372" y="3528"/>
                  <a:pt x="1462982" y="6110"/>
                </a:cubicBezTo>
                <a:cubicBezTo>
                  <a:pt x="1465593" y="8692"/>
                  <a:pt x="1466898" y="11876"/>
                  <a:pt x="1466898" y="15662"/>
                </a:cubicBezTo>
                <a:moveTo>
                  <a:pt x="1478774" y="127963"/>
                </a:moveTo>
                <a:lnTo>
                  <a:pt x="1477913" y="128824"/>
                </a:lnTo>
                <a:cubicBezTo>
                  <a:pt x="1472463" y="128422"/>
                  <a:pt x="1464603" y="128222"/>
                  <a:pt x="1454334" y="128222"/>
                </a:cubicBezTo>
                <a:cubicBezTo>
                  <a:pt x="1444065" y="128222"/>
                  <a:pt x="1436234" y="128422"/>
                  <a:pt x="1430841" y="128824"/>
                </a:cubicBezTo>
                <a:lnTo>
                  <a:pt x="1429980" y="127963"/>
                </a:lnTo>
                <a:lnTo>
                  <a:pt x="1429980" y="122714"/>
                </a:lnTo>
                <a:lnTo>
                  <a:pt x="1430841" y="121853"/>
                </a:lnTo>
                <a:cubicBezTo>
                  <a:pt x="1436349" y="121681"/>
                  <a:pt x="1439762" y="121251"/>
                  <a:pt x="1441082" y="120563"/>
                </a:cubicBezTo>
                <a:cubicBezTo>
                  <a:pt x="1442229" y="120046"/>
                  <a:pt x="1442860" y="118669"/>
                  <a:pt x="1442975" y="116432"/>
                </a:cubicBezTo>
                <a:cubicBezTo>
                  <a:pt x="1443376" y="108974"/>
                  <a:pt x="1443577" y="100971"/>
                  <a:pt x="1443577" y="92423"/>
                </a:cubicBezTo>
                <a:lnTo>
                  <a:pt x="1443577" y="80117"/>
                </a:lnTo>
                <a:cubicBezTo>
                  <a:pt x="1443577" y="68987"/>
                  <a:pt x="1443147" y="62390"/>
                  <a:pt x="1442286" y="60324"/>
                </a:cubicBezTo>
                <a:cubicBezTo>
                  <a:pt x="1441827" y="59177"/>
                  <a:pt x="1440594" y="58460"/>
                  <a:pt x="1438586" y="58173"/>
                </a:cubicBezTo>
                <a:cubicBezTo>
                  <a:pt x="1437898" y="58058"/>
                  <a:pt x="1435402" y="57915"/>
                  <a:pt x="1431099" y="57743"/>
                </a:cubicBezTo>
                <a:lnTo>
                  <a:pt x="1430239" y="56882"/>
                </a:lnTo>
                <a:lnTo>
                  <a:pt x="1430239" y="52063"/>
                </a:lnTo>
                <a:lnTo>
                  <a:pt x="1431099" y="51117"/>
                </a:lnTo>
                <a:cubicBezTo>
                  <a:pt x="1442114" y="50141"/>
                  <a:pt x="1453215" y="47760"/>
                  <a:pt x="1464402" y="43974"/>
                </a:cubicBezTo>
                <a:lnTo>
                  <a:pt x="1466210" y="45093"/>
                </a:lnTo>
                <a:cubicBezTo>
                  <a:pt x="1465464" y="55534"/>
                  <a:pt x="1465091" y="64340"/>
                  <a:pt x="1465091" y="71511"/>
                </a:cubicBezTo>
                <a:lnTo>
                  <a:pt x="1465091" y="98963"/>
                </a:lnTo>
                <a:cubicBezTo>
                  <a:pt x="1465091" y="103151"/>
                  <a:pt x="1465292" y="108974"/>
                  <a:pt x="1465693" y="116432"/>
                </a:cubicBezTo>
                <a:cubicBezTo>
                  <a:pt x="1465808" y="118669"/>
                  <a:pt x="1466439" y="120046"/>
                  <a:pt x="1467586" y="120563"/>
                </a:cubicBezTo>
                <a:cubicBezTo>
                  <a:pt x="1468906" y="121251"/>
                  <a:pt x="1472319" y="121681"/>
                  <a:pt x="1477827" y="121853"/>
                </a:cubicBezTo>
                <a:lnTo>
                  <a:pt x="1478774" y="122714"/>
                </a:lnTo>
                <a:lnTo>
                  <a:pt x="1478774" y="127963"/>
                </a:lnTo>
                <a:moveTo>
                  <a:pt x="1454334" y="134934"/>
                </a:moveTo>
                <a:lnTo>
                  <a:pt x="1454334" y="134934"/>
                </a:lnTo>
                <a:close/>
                <a:moveTo>
                  <a:pt x="1568613" y="127533"/>
                </a:moveTo>
                <a:lnTo>
                  <a:pt x="1567752" y="128394"/>
                </a:lnTo>
                <a:cubicBezTo>
                  <a:pt x="1564827" y="128279"/>
                  <a:pt x="1560495" y="128222"/>
                  <a:pt x="1554758" y="128222"/>
                </a:cubicBezTo>
                <a:cubicBezTo>
                  <a:pt x="1547300" y="128222"/>
                  <a:pt x="1542883" y="128279"/>
                  <a:pt x="1541506" y="128394"/>
                </a:cubicBezTo>
                <a:cubicBezTo>
                  <a:pt x="1540473" y="127017"/>
                  <a:pt x="1538695" y="124234"/>
                  <a:pt x="1536170" y="120046"/>
                </a:cubicBezTo>
                <a:cubicBezTo>
                  <a:pt x="1534908" y="117981"/>
                  <a:pt x="1533044" y="114854"/>
                  <a:pt x="1530577" y="110666"/>
                </a:cubicBezTo>
                <a:lnTo>
                  <a:pt x="1523951" y="98963"/>
                </a:lnTo>
                <a:cubicBezTo>
                  <a:pt x="1516665" y="108601"/>
                  <a:pt x="1509895" y="118411"/>
                  <a:pt x="1503642" y="128394"/>
                </a:cubicBezTo>
                <a:cubicBezTo>
                  <a:pt x="1501748" y="128279"/>
                  <a:pt x="1499253" y="128222"/>
                  <a:pt x="1496155" y="128222"/>
                </a:cubicBezTo>
                <a:cubicBezTo>
                  <a:pt x="1492311" y="128222"/>
                  <a:pt x="1489758" y="128279"/>
                  <a:pt x="1488496" y="128394"/>
                </a:cubicBezTo>
                <a:lnTo>
                  <a:pt x="1487463" y="127447"/>
                </a:lnTo>
                <a:lnTo>
                  <a:pt x="1487463" y="122456"/>
                </a:lnTo>
                <a:lnTo>
                  <a:pt x="1488410" y="121509"/>
                </a:lnTo>
                <a:cubicBezTo>
                  <a:pt x="1491565" y="121452"/>
                  <a:pt x="1493717" y="121050"/>
                  <a:pt x="1494864" y="120305"/>
                </a:cubicBezTo>
                <a:cubicBezTo>
                  <a:pt x="1496011" y="119559"/>
                  <a:pt x="1498536" y="116834"/>
                  <a:pt x="1502437" y="112129"/>
                </a:cubicBezTo>
                <a:cubicBezTo>
                  <a:pt x="1506625" y="107023"/>
                  <a:pt x="1512161" y="99938"/>
                  <a:pt x="1519045" y="90874"/>
                </a:cubicBezTo>
                <a:lnTo>
                  <a:pt x="1507772" y="72028"/>
                </a:lnTo>
                <a:cubicBezTo>
                  <a:pt x="1504502" y="66520"/>
                  <a:pt x="1502236" y="62877"/>
                  <a:pt x="1500974" y="61099"/>
                </a:cubicBezTo>
                <a:cubicBezTo>
                  <a:pt x="1499597" y="59091"/>
                  <a:pt x="1498364" y="57757"/>
                  <a:pt x="1497274" y="57097"/>
                </a:cubicBezTo>
                <a:cubicBezTo>
                  <a:pt x="1496184" y="56438"/>
                  <a:pt x="1494835" y="56108"/>
                  <a:pt x="1493229" y="56108"/>
                </a:cubicBezTo>
                <a:cubicBezTo>
                  <a:pt x="1492713" y="56108"/>
                  <a:pt x="1491508" y="56222"/>
                  <a:pt x="1489615" y="56452"/>
                </a:cubicBezTo>
                <a:lnTo>
                  <a:pt x="1488410" y="55677"/>
                </a:lnTo>
                <a:lnTo>
                  <a:pt x="1487463" y="51030"/>
                </a:lnTo>
                <a:lnTo>
                  <a:pt x="1488238" y="49826"/>
                </a:lnTo>
                <a:cubicBezTo>
                  <a:pt x="1497933" y="47932"/>
                  <a:pt x="1506195" y="46097"/>
                  <a:pt x="1513022" y="44318"/>
                </a:cubicBezTo>
                <a:cubicBezTo>
                  <a:pt x="1517439" y="47588"/>
                  <a:pt x="1524123" y="57198"/>
                  <a:pt x="1533072" y="73147"/>
                </a:cubicBezTo>
                <a:cubicBezTo>
                  <a:pt x="1537318" y="67639"/>
                  <a:pt x="1542079" y="60955"/>
                  <a:pt x="1547357" y="53096"/>
                </a:cubicBezTo>
                <a:lnTo>
                  <a:pt x="1551918" y="46297"/>
                </a:lnTo>
                <a:cubicBezTo>
                  <a:pt x="1555418" y="46470"/>
                  <a:pt x="1558372" y="46556"/>
                  <a:pt x="1560782" y="46556"/>
                </a:cubicBezTo>
                <a:cubicBezTo>
                  <a:pt x="1563077" y="46556"/>
                  <a:pt x="1565343" y="46470"/>
                  <a:pt x="1567580" y="46297"/>
                </a:cubicBezTo>
                <a:lnTo>
                  <a:pt x="1568613" y="47330"/>
                </a:lnTo>
                <a:lnTo>
                  <a:pt x="1568613" y="52235"/>
                </a:lnTo>
                <a:lnTo>
                  <a:pt x="1567752" y="53096"/>
                </a:lnTo>
                <a:cubicBezTo>
                  <a:pt x="1564712" y="53325"/>
                  <a:pt x="1562661" y="53727"/>
                  <a:pt x="1561600" y="54301"/>
                </a:cubicBezTo>
                <a:cubicBezTo>
                  <a:pt x="1560538" y="54874"/>
                  <a:pt x="1558573" y="56767"/>
                  <a:pt x="1555705" y="59980"/>
                </a:cubicBezTo>
                <a:cubicBezTo>
                  <a:pt x="1553869" y="61988"/>
                  <a:pt x="1550455" y="66033"/>
                  <a:pt x="1545464" y="72114"/>
                </a:cubicBezTo>
                <a:lnTo>
                  <a:pt x="1538064" y="81064"/>
                </a:lnTo>
                <a:lnTo>
                  <a:pt x="1550455" y="103008"/>
                </a:lnTo>
                <a:cubicBezTo>
                  <a:pt x="1556307" y="113391"/>
                  <a:pt x="1560065" y="119100"/>
                  <a:pt x="1561729" y="120132"/>
                </a:cubicBezTo>
                <a:cubicBezTo>
                  <a:pt x="1562474" y="120591"/>
                  <a:pt x="1564482" y="121050"/>
                  <a:pt x="1567752" y="121509"/>
                </a:cubicBezTo>
                <a:lnTo>
                  <a:pt x="1568613" y="122456"/>
                </a:lnTo>
                <a:lnTo>
                  <a:pt x="1568613" y="1275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optimization">
            <a:extLst xmlns:a="http://schemas.openxmlformats.org/drawingml/2006/main">
              <a:ext uri="{FF2B5EF4-FFF2-40B4-BE49-F238E27FC236}">
                <a16:creationId xmlns:a16="http://schemas.microsoft.com/office/drawing/2014/main" id="{86A57BB8-113F-4E79-AC59-3CCF304A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829" y="1237284"/>
            <a:ext cx="1025773" cy="172798"/>
          </a:xfrm>
          <a:custGeom xmlns:a="http://schemas.openxmlformats.org/drawingml/2006/main">
            <a:pathLst>
              <a:path w="1025773" h="172798">
                <a:moveTo>
                  <a:pt x="83817" y="83301"/>
                </a:moveTo>
                <a:cubicBezTo>
                  <a:pt x="83817" y="103610"/>
                  <a:pt x="76990" y="117350"/>
                  <a:pt x="63336" y="124521"/>
                </a:cubicBezTo>
                <a:cubicBezTo>
                  <a:pt x="56681" y="128021"/>
                  <a:pt x="49080" y="129771"/>
                  <a:pt x="40532" y="129771"/>
                </a:cubicBezTo>
                <a:cubicBezTo>
                  <a:pt x="27337" y="129771"/>
                  <a:pt x="17283" y="125955"/>
                  <a:pt x="10370" y="118325"/>
                </a:cubicBezTo>
                <a:cubicBezTo>
                  <a:pt x="3457" y="110695"/>
                  <a:pt x="0" y="99766"/>
                  <a:pt x="0" y="85538"/>
                </a:cubicBezTo>
                <a:cubicBezTo>
                  <a:pt x="0" y="65861"/>
                  <a:pt x="6712" y="52752"/>
                  <a:pt x="20137" y="46211"/>
                </a:cubicBezTo>
                <a:cubicBezTo>
                  <a:pt x="26734" y="42999"/>
                  <a:pt x="34393" y="41392"/>
                  <a:pt x="43113" y="41392"/>
                </a:cubicBezTo>
                <a:cubicBezTo>
                  <a:pt x="61414" y="41392"/>
                  <a:pt x="73548" y="47732"/>
                  <a:pt x="79515" y="60410"/>
                </a:cubicBezTo>
                <a:cubicBezTo>
                  <a:pt x="82383" y="66492"/>
                  <a:pt x="83817" y="74122"/>
                  <a:pt x="83817" y="83301"/>
                </a:cubicBezTo>
                <a:moveTo>
                  <a:pt x="59980" y="90357"/>
                </a:moveTo>
                <a:cubicBezTo>
                  <a:pt x="59980" y="76072"/>
                  <a:pt x="58417" y="65846"/>
                  <a:pt x="55290" y="59679"/>
                </a:cubicBezTo>
                <a:cubicBezTo>
                  <a:pt x="52164" y="53512"/>
                  <a:pt x="47387" y="50428"/>
                  <a:pt x="40962" y="50428"/>
                </a:cubicBezTo>
                <a:cubicBezTo>
                  <a:pt x="29545" y="50428"/>
                  <a:pt x="23837" y="60726"/>
                  <a:pt x="23837" y="81322"/>
                </a:cubicBezTo>
                <a:cubicBezTo>
                  <a:pt x="23837" y="107769"/>
                  <a:pt x="30234" y="120993"/>
                  <a:pt x="43027" y="120993"/>
                </a:cubicBezTo>
                <a:cubicBezTo>
                  <a:pt x="51002" y="120993"/>
                  <a:pt x="56079" y="116604"/>
                  <a:pt x="58259" y="107827"/>
                </a:cubicBezTo>
                <a:cubicBezTo>
                  <a:pt x="59406" y="103237"/>
                  <a:pt x="59980" y="97414"/>
                  <a:pt x="59980" y="90357"/>
                </a:cubicBezTo>
                <a:moveTo>
                  <a:pt x="42769" y="132696"/>
                </a:moveTo>
                <a:lnTo>
                  <a:pt x="42769" y="132696"/>
                </a:lnTo>
                <a:moveTo>
                  <a:pt x="42769" y="38380"/>
                </a:moveTo>
                <a:lnTo>
                  <a:pt x="42769" y="38380"/>
                </a:lnTo>
                <a:close/>
                <a:moveTo>
                  <a:pt x="190326" y="76072"/>
                </a:moveTo>
                <a:cubicBezTo>
                  <a:pt x="190326" y="83129"/>
                  <a:pt x="189064" y="89870"/>
                  <a:pt x="186540" y="96295"/>
                </a:cubicBezTo>
                <a:cubicBezTo>
                  <a:pt x="184704" y="101000"/>
                  <a:pt x="182294" y="104987"/>
                  <a:pt x="179311" y="108257"/>
                </a:cubicBezTo>
                <a:cubicBezTo>
                  <a:pt x="177992" y="109691"/>
                  <a:pt x="175525" y="111756"/>
                  <a:pt x="171910" y="114453"/>
                </a:cubicBezTo>
                <a:cubicBezTo>
                  <a:pt x="168124" y="117493"/>
                  <a:pt x="163391" y="121165"/>
                  <a:pt x="157711" y="125468"/>
                </a:cubicBezTo>
                <a:cubicBezTo>
                  <a:pt x="154327" y="127705"/>
                  <a:pt x="150024" y="128824"/>
                  <a:pt x="144803" y="128824"/>
                </a:cubicBezTo>
                <a:cubicBezTo>
                  <a:pt x="139812" y="128824"/>
                  <a:pt x="134821" y="127906"/>
                  <a:pt x="129830" y="126070"/>
                </a:cubicBezTo>
                <a:lnTo>
                  <a:pt x="129830" y="158341"/>
                </a:lnTo>
                <a:cubicBezTo>
                  <a:pt x="129830" y="160980"/>
                  <a:pt x="130145" y="162729"/>
                  <a:pt x="130776" y="163590"/>
                </a:cubicBezTo>
                <a:cubicBezTo>
                  <a:pt x="131120" y="164049"/>
                  <a:pt x="131895" y="164422"/>
                  <a:pt x="133100" y="164709"/>
                </a:cubicBezTo>
                <a:cubicBezTo>
                  <a:pt x="134018" y="164938"/>
                  <a:pt x="137689" y="165282"/>
                  <a:pt x="144115" y="165741"/>
                </a:cubicBezTo>
                <a:lnTo>
                  <a:pt x="145061" y="166602"/>
                </a:lnTo>
                <a:lnTo>
                  <a:pt x="145061" y="171937"/>
                </a:lnTo>
                <a:lnTo>
                  <a:pt x="144201" y="172798"/>
                </a:lnTo>
                <a:cubicBezTo>
                  <a:pt x="136456" y="172339"/>
                  <a:pt x="127650" y="172109"/>
                  <a:pt x="117782" y="172109"/>
                </a:cubicBezTo>
                <a:cubicBezTo>
                  <a:pt x="110553" y="172109"/>
                  <a:pt x="103325" y="172339"/>
                  <a:pt x="96096" y="172798"/>
                </a:cubicBezTo>
                <a:lnTo>
                  <a:pt x="95236" y="171937"/>
                </a:lnTo>
                <a:lnTo>
                  <a:pt x="95236" y="166774"/>
                </a:lnTo>
                <a:lnTo>
                  <a:pt x="96096" y="165827"/>
                </a:lnTo>
                <a:cubicBezTo>
                  <a:pt x="101891" y="165655"/>
                  <a:pt x="105218" y="165196"/>
                  <a:pt x="106079" y="164451"/>
                </a:cubicBezTo>
                <a:cubicBezTo>
                  <a:pt x="106652" y="163934"/>
                  <a:pt x="106996" y="163389"/>
                  <a:pt x="107111" y="162816"/>
                </a:cubicBezTo>
                <a:cubicBezTo>
                  <a:pt x="107341" y="161726"/>
                  <a:pt x="107570" y="158914"/>
                  <a:pt x="107800" y="154382"/>
                </a:cubicBezTo>
                <a:cubicBezTo>
                  <a:pt x="107972" y="150940"/>
                  <a:pt x="108086" y="146551"/>
                  <a:pt x="108144" y="141216"/>
                </a:cubicBezTo>
                <a:lnTo>
                  <a:pt x="108316" y="127877"/>
                </a:lnTo>
                <a:lnTo>
                  <a:pt x="108316" y="77880"/>
                </a:lnTo>
                <a:cubicBezTo>
                  <a:pt x="108316" y="77306"/>
                  <a:pt x="108144" y="73060"/>
                  <a:pt x="107800" y="65143"/>
                </a:cubicBezTo>
                <a:cubicBezTo>
                  <a:pt x="107628" y="61414"/>
                  <a:pt x="107326" y="59019"/>
                  <a:pt x="106896" y="57958"/>
                </a:cubicBezTo>
                <a:cubicBezTo>
                  <a:pt x="106466" y="56897"/>
                  <a:pt x="105275" y="56222"/>
                  <a:pt x="103325" y="55936"/>
                </a:cubicBezTo>
                <a:cubicBezTo>
                  <a:pt x="102636" y="55821"/>
                  <a:pt x="100112" y="55677"/>
                  <a:pt x="95752" y="55505"/>
                </a:cubicBezTo>
                <a:lnTo>
                  <a:pt x="94891" y="54645"/>
                </a:lnTo>
                <a:lnTo>
                  <a:pt x="94891" y="49826"/>
                </a:lnTo>
                <a:lnTo>
                  <a:pt x="95752" y="48879"/>
                </a:lnTo>
                <a:cubicBezTo>
                  <a:pt x="106710" y="47904"/>
                  <a:pt x="117811" y="45523"/>
                  <a:pt x="129055" y="41737"/>
                </a:cubicBezTo>
                <a:lnTo>
                  <a:pt x="130948" y="42855"/>
                </a:lnTo>
                <a:cubicBezTo>
                  <a:pt x="130948" y="45322"/>
                  <a:pt x="130690" y="50285"/>
                  <a:pt x="130174" y="57743"/>
                </a:cubicBezTo>
                <a:cubicBezTo>
                  <a:pt x="134018" y="54530"/>
                  <a:pt x="138865" y="50543"/>
                  <a:pt x="144717" y="45781"/>
                </a:cubicBezTo>
                <a:cubicBezTo>
                  <a:pt x="147528" y="43658"/>
                  <a:pt x="151860" y="42597"/>
                  <a:pt x="157711" y="42597"/>
                </a:cubicBezTo>
                <a:cubicBezTo>
                  <a:pt x="171939" y="42597"/>
                  <a:pt x="181635" y="48047"/>
                  <a:pt x="186798" y="58947"/>
                </a:cubicBezTo>
                <a:cubicBezTo>
                  <a:pt x="189150" y="63939"/>
                  <a:pt x="190326" y="69647"/>
                  <a:pt x="190326" y="76072"/>
                </a:cubicBezTo>
                <a:moveTo>
                  <a:pt x="168210" y="86657"/>
                </a:moveTo>
                <a:cubicBezTo>
                  <a:pt x="168210" y="74150"/>
                  <a:pt x="164911" y="65717"/>
                  <a:pt x="158314" y="61357"/>
                </a:cubicBezTo>
                <a:cubicBezTo>
                  <a:pt x="154814" y="59062"/>
                  <a:pt x="151171" y="57915"/>
                  <a:pt x="147385" y="57915"/>
                </a:cubicBezTo>
                <a:cubicBezTo>
                  <a:pt x="140328" y="57915"/>
                  <a:pt x="134477" y="60812"/>
                  <a:pt x="129830" y="66606"/>
                </a:cubicBezTo>
                <a:lnTo>
                  <a:pt x="129830" y="109290"/>
                </a:lnTo>
                <a:cubicBezTo>
                  <a:pt x="135050" y="114797"/>
                  <a:pt x="140787" y="117551"/>
                  <a:pt x="147041" y="117551"/>
                </a:cubicBezTo>
                <a:cubicBezTo>
                  <a:pt x="156392" y="117551"/>
                  <a:pt x="162645" y="112703"/>
                  <a:pt x="165801" y="103008"/>
                </a:cubicBezTo>
                <a:cubicBezTo>
                  <a:pt x="167407" y="98131"/>
                  <a:pt x="168210" y="92681"/>
                  <a:pt x="168210" y="86657"/>
                </a:cubicBezTo>
                <a:close/>
                <a:moveTo>
                  <a:pt x="254961" y="114711"/>
                </a:moveTo>
                <a:cubicBezTo>
                  <a:pt x="254559" y="115170"/>
                  <a:pt x="253326" y="116375"/>
                  <a:pt x="251261" y="118325"/>
                </a:cubicBezTo>
                <a:cubicBezTo>
                  <a:pt x="247876" y="121538"/>
                  <a:pt x="244979" y="124464"/>
                  <a:pt x="242569" y="127103"/>
                </a:cubicBezTo>
                <a:cubicBezTo>
                  <a:pt x="239758" y="128021"/>
                  <a:pt x="236918" y="128480"/>
                  <a:pt x="234050" y="128480"/>
                </a:cubicBezTo>
                <a:cubicBezTo>
                  <a:pt x="226075" y="128480"/>
                  <a:pt x="220252" y="126156"/>
                  <a:pt x="216581" y="121509"/>
                </a:cubicBezTo>
                <a:cubicBezTo>
                  <a:pt x="215032" y="119501"/>
                  <a:pt x="213999" y="117178"/>
                  <a:pt x="213483" y="114539"/>
                </a:cubicBezTo>
                <a:cubicBezTo>
                  <a:pt x="212909" y="111384"/>
                  <a:pt x="212651" y="107253"/>
                  <a:pt x="212708" y="102147"/>
                </a:cubicBezTo>
                <a:lnTo>
                  <a:pt x="212966" y="81580"/>
                </a:lnTo>
                <a:lnTo>
                  <a:pt x="212966" y="60066"/>
                </a:lnTo>
                <a:lnTo>
                  <a:pt x="210643" y="60066"/>
                </a:lnTo>
                <a:lnTo>
                  <a:pt x="206082" y="60238"/>
                </a:lnTo>
                <a:lnTo>
                  <a:pt x="202554" y="60238"/>
                </a:lnTo>
                <a:lnTo>
                  <a:pt x="201607" y="59464"/>
                </a:lnTo>
                <a:lnTo>
                  <a:pt x="201607" y="57226"/>
                </a:lnTo>
                <a:lnTo>
                  <a:pt x="202295" y="55936"/>
                </a:lnTo>
                <a:cubicBezTo>
                  <a:pt x="203328" y="55247"/>
                  <a:pt x="204934" y="54214"/>
                  <a:pt x="207115" y="52838"/>
                </a:cubicBezTo>
                <a:cubicBezTo>
                  <a:pt x="209696" y="51231"/>
                  <a:pt x="211647" y="49883"/>
                  <a:pt x="212966" y="48793"/>
                </a:cubicBezTo>
                <a:lnTo>
                  <a:pt x="212966" y="37090"/>
                </a:lnTo>
                <a:cubicBezTo>
                  <a:pt x="212966" y="32213"/>
                  <a:pt x="212737" y="27050"/>
                  <a:pt x="212278" y="21600"/>
                </a:cubicBezTo>
                <a:cubicBezTo>
                  <a:pt x="216581" y="20223"/>
                  <a:pt x="220066" y="19004"/>
                  <a:pt x="222733" y="17942"/>
                </a:cubicBezTo>
                <a:cubicBezTo>
                  <a:pt x="225401" y="16881"/>
                  <a:pt x="229173" y="15146"/>
                  <a:pt x="234050" y="12736"/>
                </a:cubicBezTo>
                <a:lnTo>
                  <a:pt x="236287" y="14457"/>
                </a:lnTo>
                <a:cubicBezTo>
                  <a:pt x="235599" y="21571"/>
                  <a:pt x="235111" y="27939"/>
                  <a:pt x="234824" y="33561"/>
                </a:cubicBezTo>
                <a:lnTo>
                  <a:pt x="234050" y="48449"/>
                </a:lnTo>
                <a:lnTo>
                  <a:pt x="236889" y="48449"/>
                </a:lnTo>
                <a:cubicBezTo>
                  <a:pt x="243143" y="48449"/>
                  <a:pt x="248536" y="48248"/>
                  <a:pt x="253068" y="47846"/>
                </a:cubicBezTo>
                <a:lnTo>
                  <a:pt x="254014" y="48793"/>
                </a:lnTo>
                <a:lnTo>
                  <a:pt x="252810" y="58861"/>
                </a:lnTo>
                <a:lnTo>
                  <a:pt x="251949" y="59722"/>
                </a:lnTo>
                <a:lnTo>
                  <a:pt x="234050" y="59722"/>
                </a:lnTo>
                <a:lnTo>
                  <a:pt x="234050" y="88895"/>
                </a:lnTo>
                <a:cubicBezTo>
                  <a:pt x="234050" y="98246"/>
                  <a:pt x="234164" y="103753"/>
                  <a:pt x="234394" y="105417"/>
                </a:cubicBezTo>
                <a:cubicBezTo>
                  <a:pt x="234681" y="107827"/>
                  <a:pt x="235699" y="109777"/>
                  <a:pt x="237449" y="111269"/>
                </a:cubicBezTo>
                <a:cubicBezTo>
                  <a:pt x="239199" y="112760"/>
                  <a:pt x="241565" y="113506"/>
                  <a:pt x="244548" y="113506"/>
                </a:cubicBezTo>
                <a:cubicBezTo>
                  <a:pt x="246900" y="113506"/>
                  <a:pt x="249740" y="112875"/>
                  <a:pt x="253068" y="111613"/>
                </a:cubicBezTo>
                <a:lnTo>
                  <a:pt x="254961" y="114711"/>
                </a:lnTo>
                <a:close/>
                <a:moveTo>
                  <a:pt x="298245" y="13425"/>
                </a:moveTo>
                <a:cubicBezTo>
                  <a:pt x="298245" y="17096"/>
                  <a:pt x="296954" y="20237"/>
                  <a:pt x="294373" y="22848"/>
                </a:cubicBezTo>
                <a:cubicBezTo>
                  <a:pt x="291791" y="25458"/>
                  <a:pt x="288693" y="26763"/>
                  <a:pt x="285079" y="26763"/>
                </a:cubicBezTo>
                <a:cubicBezTo>
                  <a:pt x="281407" y="26763"/>
                  <a:pt x="278280" y="25458"/>
                  <a:pt x="275699" y="22848"/>
                </a:cubicBezTo>
                <a:cubicBezTo>
                  <a:pt x="273117" y="20237"/>
                  <a:pt x="271826" y="17096"/>
                  <a:pt x="271826" y="13425"/>
                </a:cubicBezTo>
                <a:cubicBezTo>
                  <a:pt x="271826" y="9638"/>
                  <a:pt x="273131" y="6454"/>
                  <a:pt x="275742" y="3872"/>
                </a:cubicBezTo>
                <a:cubicBezTo>
                  <a:pt x="278352" y="1291"/>
                  <a:pt x="281464" y="0"/>
                  <a:pt x="285079" y="0"/>
                </a:cubicBezTo>
                <a:cubicBezTo>
                  <a:pt x="288636" y="0"/>
                  <a:pt x="291719" y="1291"/>
                  <a:pt x="294330" y="3872"/>
                </a:cubicBezTo>
                <a:cubicBezTo>
                  <a:pt x="296940" y="6454"/>
                  <a:pt x="298245" y="9638"/>
                  <a:pt x="298245" y="13425"/>
                </a:cubicBezTo>
                <a:moveTo>
                  <a:pt x="310121" y="125726"/>
                </a:moveTo>
                <a:lnTo>
                  <a:pt x="309260" y="126587"/>
                </a:lnTo>
                <a:cubicBezTo>
                  <a:pt x="303810" y="126185"/>
                  <a:pt x="295950" y="125984"/>
                  <a:pt x="285681" y="125984"/>
                </a:cubicBezTo>
                <a:cubicBezTo>
                  <a:pt x="275412" y="125984"/>
                  <a:pt x="267581" y="126185"/>
                  <a:pt x="262188" y="126587"/>
                </a:cubicBezTo>
                <a:lnTo>
                  <a:pt x="261328" y="125726"/>
                </a:lnTo>
                <a:lnTo>
                  <a:pt x="261328" y="120477"/>
                </a:lnTo>
                <a:lnTo>
                  <a:pt x="262188" y="119616"/>
                </a:lnTo>
                <a:cubicBezTo>
                  <a:pt x="267696" y="119444"/>
                  <a:pt x="271109" y="119014"/>
                  <a:pt x="272429" y="118325"/>
                </a:cubicBezTo>
                <a:cubicBezTo>
                  <a:pt x="273576" y="117809"/>
                  <a:pt x="274207" y="116432"/>
                  <a:pt x="274322" y="114195"/>
                </a:cubicBezTo>
                <a:cubicBezTo>
                  <a:pt x="274723" y="106737"/>
                  <a:pt x="274924" y="98733"/>
                  <a:pt x="274924" y="90185"/>
                </a:cubicBezTo>
                <a:lnTo>
                  <a:pt x="274924" y="77880"/>
                </a:lnTo>
                <a:cubicBezTo>
                  <a:pt x="274924" y="66750"/>
                  <a:pt x="274494" y="60152"/>
                  <a:pt x="273633" y="58087"/>
                </a:cubicBezTo>
                <a:cubicBezTo>
                  <a:pt x="273174" y="56940"/>
                  <a:pt x="271941" y="56222"/>
                  <a:pt x="269933" y="55936"/>
                </a:cubicBezTo>
                <a:cubicBezTo>
                  <a:pt x="269245" y="55821"/>
                  <a:pt x="266749" y="55677"/>
                  <a:pt x="262446" y="55505"/>
                </a:cubicBezTo>
                <a:lnTo>
                  <a:pt x="261586" y="54645"/>
                </a:lnTo>
                <a:lnTo>
                  <a:pt x="261586" y="49826"/>
                </a:lnTo>
                <a:lnTo>
                  <a:pt x="262446" y="48879"/>
                </a:lnTo>
                <a:cubicBezTo>
                  <a:pt x="273461" y="47904"/>
                  <a:pt x="284562" y="45523"/>
                  <a:pt x="295749" y="41737"/>
                </a:cubicBezTo>
                <a:lnTo>
                  <a:pt x="297557" y="42855"/>
                </a:lnTo>
                <a:cubicBezTo>
                  <a:pt x="296811" y="53297"/>
                  <a:pt x="296438" y="62103"/>
                  <a:pt x="296438" y="69274"/>
                </a:cubicBezTo>
                <a:lnTo>
                  <a:pt x="296438" y="96726"/>
                </a:lnTo>
                <a:cubicBezTo>
                  <a:pt x="296438" y="100914"/>
                  <a:pt x="296639" y="106737"/>
                  <a:pt x="297040" y="114195"/>
                </a:cubicBezTo>
                <a:cubicBezTo>
                  <a:pt x="297155" y="116432"/>
                  <a:pt x="297786" y="117809"/>
                  <a:pt x="298933" y="118325"/>
                </a:cubicBezTo>
                <a:cubicBezTo>
                  <a:pt x="300253" y="119014"/>
                  <a:pt x="303666" y="119444"/>
                  <a:pt x="309174" y="119616"/>
                </a:cubicBezTo>
                <a:lnTo>
                  <a:pt x="310121" y="120477"/>
                </a:lnTo>
                <a:lnTo>
                  <a:pt x="310121" y="125726"/>
                </a:lnTo>
                <a:moveTo>
                  <a:pt x="285681" y="132696"/>
                </a:moveTo>
                <a:lnTo>
                  <a:pt x="285681" y="132696"/>
                </a:lnTo>
                <a:close/>
                <a:moveTo>
                  <a:pt x="467771" y="125554"/>
                </a:moveTo>
                <a:lnTo>
                  <a:pt x="466911" y="126500"/>
                </a:lnTo>
                <a:cubicBezTo>
                  <a:pt x="463583" y="126156"/>
                  <a:pt x="457674" y="125984"/>
                  <a:pt x="449184" y="125984"/>
                </a:cubicBezTo>
                <a:cubicBezTo>
                  <a:pt x="442127" y="125984"/>
                  <a:pt x="437107" y="126156"/>
                  <a:pt x="434124" y="126500"/>
                </a:cubicBezTo>
                <a:lnTo>
                  <a:pt x="432919" y="124865"/>
                </a:lnTo>
                <a:cubicBezTo>
                  <a:pt x="433837" y="110580"/>
                  <a:pt x="434296" y="100168"/>
                  <a:pt x="434296" y="93628"/>
                </a:cubicBezTo>
                <a:lnTo>
                  <a:pt x="434296" y="85797"/>
                </a:lnTo>
                <a:cubicBezTo>
                  <a:pt x="434296" y="77363"/>
                  <a:pt x="434038" y="71712"/>
                  <a:pt x="433522" y="68844"/>
                </a:cubicBezTo>
                <a:cubicBezTo>
                  <a:pt x="432891" y="65402"/>
                  <a:pt x="431456" y="62648"/>
                  <a:pt x="429219" y="60583"/>
                </a:cubicBezTo>
                <a:cubicBezTo>
                  <a:pt x="426981" y="58517"/>
                  <a:pt x="423941" y="57485"/>
                  <a:pt x="420097" y="57485"/>
                </a:cubicBezTo>
                <a:cubicBezTo>
                  <a:pt x="415794" y="57485"/>
                  <a:pt x="412209" y="58689"/>
                  <a:pt x="409340" y="61099"/>
                </a:cubicBezTo>
                <a:cubicBezTo>
                  <a:pt x="406472" y="63508"/>
                  <a:pt x="405038" y="66578"/>
                  <a:pt x="405038" y="70307"/>
                </a:cubicBezTo>
                <a:lnTo>
                  <a:pt x="405038" y="95951"/>
                </a:lnTo>
                <a:lnTo>
                  <a:pt x="405382" y="109548"/>
                </a:lnTo>
                <a:cubicBezTo>
                  <a:pt x="405497" y="113219"/>
                  <a:pt x="405812" y="115629"/>
                  <a:pt x="406328" y="116776"/>
                </a:cubicBezTo>
                <a:cubicBezTo>
                  <a:pt x="406673" y="117522"/>
                  <a:pt x="407447" y="118067"/>
                  <a:pt x="408652" y="118411"/>
                </a:cubicBezTo>
                <a:cubicBezTo>
                  <a:pt x="409684" y="118698"/>
                  <a:pt x="412467" y="119071"/>
                  <a:pt x="416999" y="119530"/>
                </a:cubicBezTo>
                <a:lnTo>
                  <a:pt x="417946" y="120391"/>
                </a:lnTo>
                <a:lnTo>
                  <a:pt x="417946" y="125554"/>
                </a:lnTo>
                <a:lnTo>
                  <a:pt x="416913" y="126500"/>
                </a:lnTo>
                <a:cubicBezTo>
                  <a:pt x="409971" y="126156"/>
                  <a:pt x="402944" y="125984"/>
                  <a:pt x="395830" y="125984"/>
                </a:cubicBezTo>
                <a:cubicBezTo>
                  <a:pt x="386995" y="125984"/>
                  <a:pt x="379422" y="126156"/>
                  <a:pt x="373111" y="126500"/>
                </a:cubicBezTo>
                <a:lnTo>
                  <a:pt x="372165" y="125554"/>
                </a:lnTo>
                <a:lnTo>
                  <a:pt x="372165" y="120477"/>
                </a:lnTo>
                <a:lnTo>
                  <a:pt x="373025" y="119444"/>
                </a:lnTo>
                <a:cubicBezTo>
                  <a:pt x="376639" y="119100"/>
                  <a:pt x="379135" y="118784"/>
                  <a:pt x="380512" y="118497"/>
                </a:cubicBezTo>
                <a:cubicBezTo>
                  <a:pt x="381545" y="118268"/>
                  <a:pt x="382290" y="117407"/>
                  <a:pt x="382749" y="115916"/>
                </a:cubicBezTo>
                <a:cubicBezTo>
                  <a:pt x="383094" y="114826"/>
                  <a:pt x="383294" y="111642"/>
                  <a:pt x="383352" y="106364"/>
                </a:cubicBezTo>
                <a:lnTo>
                  <a:pt x="383524" y="78568"/>
                </a:lnTo>
                <a:cubicBezTo>
                  <a:pt x="383524" y="72143"/>
                  <a:pt x="383036" y="67553"/>
                  <a:pt x="382061" y="64799"/>
                </a:cubicBezTo>
                <a:cubicBezTo>
                  <a:pt x="381258" y="62619"/>
                  <a:pt x="379737" y="60812"/>
                  <a:pt x="377500" y="59378"/>
                </a:cubicBezTo>
                <a:cubicBezTo>
                  <a:pt x="375492" y="58058"/>
                  <a:pt x="372853" y="57399"/>
                  <a:pt x="369583" y="57399"/>
                </a:cubicBezTo>
                <a:cubicBezTo>
                  <a:pt x="364420" y="57399"/>
                  <a:pt x="360318" y="59120"/>
                  <a:pt x="357277" y="62562"/>
                </a:cubicBezTo>
                <a:cubicBezTo>
                  <a:pt x="355843" y="64168"/>
                  <a:pt x="354997" y="65459"/>
                  <a:pt x="354739" y="66434"/>
                </a:cubicBezTo>
                <a:cubicBezTo>
                  <a:pt x="354480" y="67410"/>
                  <a:pt x="354351" y="69561"/>
                  <a:pt x="354351" y="72888"/>
                </a:cubicBezTo>
                <a:lnTo>
                  <a:pt x="354351" y="91562"/>
                </a:lnTo>
                <a:cubicBezTo>
                  <a:pt x="354351" y="95234"/>
                  <a:pt x="354466" y="99996"/>
                  <a:pt x="354696" y="105847"/>
                </a:cubicBezTo>
                <a:cubicBezTo>
                  <a:pt x="354925" y="111871"/>
                  <a:pt x="355154" y="115371"/>
                  <a:pt x="355384" y="116346"/>
                </a:cubicBezTo>
                <a:cubicBezTo>
                  <a:pt x="355728" y="117551"/>
                  <a:pt x="356689" y="118368"/>
                  <a:pt x="358267" y="118799"/>
                </a:cubicBezTo>
                <a:cubicBezTo>
                  <a:pt x="359844" y="119229"/>
                  <a:pt x="362240" y="119473"/>
                  <a:pt x="365452" y="119530"/>
                </a:cubicBezTo>
                <a:lnTo>
                  <a:pt x="366313" y="120391"/>
                </a:lnTo>
                <a:lnTo>
                  <a:pt x="366313" y="125640"/>
                </a:lnTo>
                <a:lnTo>
                  <a:pt x="365452" y="126500"/>
                </a:lnTo>
                <a:cubicBezTo>
                  <a:pt x="360576" y="126156"/>
                  <a:pt x="353290" y="125984"/>
                  <a:pt x="343594" y="125984"/>
                </a:cubicBezTo>
                <a:cubicBezTo>
                  <a:pt x="333325" y="125984"/>
                  <a:pt x="325494" y="126185"/>
                  <a:pt x="320102" y="126587"/>
                </a:cubicBezTo>
                <a:lnTo>
                  <a:pt x="319241" y="125726"/>
                </a:lnTo>
                <a:lnTo>
                  <a:pt x="319241" y="120477"/>
                </a:lnTo>
                <a:lnTo>
                  <a:pt x="320102" y="119616"/>
                </a:lnTo>
                <a:cubicBezTo>
                  <a:pt x="325609" y="119444"/>
                  <a:pt x="329023" y="119014"/>
                  <a:pt x="330342" y="118325"/>
                </a:cubicBezTo>
                <a:cubicBezTo>
                  <a:pt x="331489" y="117809"/>
                  <a:pt x="332121" y="116432"/>
                  <a:pt x="332235" y="114195"/>
                </a:cubicBezTo>
                <a:cubicBezTo>
                  <a:pt x="332637" y="106737"/>
                  <a:pt x="332838" y="98733"/>
                  <a:pt x="332838" y="90185"/>
                </a:cubicBezTo>
                <a:lnTo>
                  <a:pt x="332838" y="77880"/>
                </a:lnTo>
                <a:cubicBezTo>
                  <a:pt x="332838" y="66406"/>
                  <a:pt x="332407" y="59808"/>
                  <a:pt x="331547" y="58087"/>
                </a:cubicBezTo>
                <a:cubicBezTo>
                  <a:pt x="330973" y="56940"/>
                  <a:pt x="329740" y="56222"/>
                  <a:pt x="327846" y="55936"/>
                </a:cubicBezTo>
                <a:cubicBezTo>
                  <a:pt x="327158" y="55821"/>
                  <a:pt x="324662" y="55677"/>
                  <a:pt x="320360" y="55505"/>
                </a:cubicBezTo>
                <a:lnTo>
                  <a:pt x="319499" y="54645"/>
                </a:lnTo>
                <a:lnTo>
                  <a:pt x="319499" y="49826"/>
                </a:lnTo>
                <a:lnTo>
                  <a:pt x="320360" y="48879"/>
                </a:lnTo>
                <a:cubicBezTo>
                  <a:pt x="330686" y="47904"/>
                  <a:pt x="341558" y="45523"/>
                  <a:pt x="352974" y="41737"/>
                </a:cubicBezTo>
                <a:lnTo>
                  <a:pt x="354868" y="42855"/>
                </a:lnTo>
                <a:lnTo>
                  <a:pt x="354696" y="56538"/>
                </a:lnTo>
                <a:lnTo>
                  <a:pt x="370013" y="44146"/>
                </a:lnTo>
                <a:cubicBezTo>
                  <a:pt x="372824" y="42884"/>
                  <a:pt x="376152" y="42253"/>
                  <a:pt x="379996" y="42253"/>
                </a:cubicBezTo>
                <a:cubicBezTo>
                  <a:pt x="386593" y="42253"/>
                  <a:pt x="391728" y="43329"/>
                  <a:pt x="395399" y="45480"/>
                </a:cubicBezTo>
                <a:cubicBezTo>
                  <a:pt x="399071" y="47631"/>
                  <a:pt x="402026" y="51403"/>
                  <a:pt x="404263" y="56796"/>
                </a:cubicBezTo>
                <a:lnTo>
                  <a:pt x="419925" y="44146"/>
                </a:lnTo>
                <a:cubicBezTo>
                  <a:pt x="422736" y="42827"/>
                  <a:pt x="426150" y="42167"/>
                  <a:pt x="430166" y="42167"/>
                </a:cubicBezTo>
                <a:cubicBezTo>
                  <a:pt x="441238" y="42167"/>
                  <a:pt x="448925" y="46183"/>
                  <a:pt x="453228" y="54214"/>
                </a:cubicBezTo>
                <a:cubicBezTo>
                  <a:pt x="455121" y="57771"/>
                  <a:pt x="456068" y="63222"/>
                  <a:pt x="456068" y="70565"/>
                </a:cubicBezTo>
                <a:cubicBezTo>
                  <a:pt x="456068" y="73605"/>
                  <a:pt x="456039" y="75872"/>
                  <a:pt x="455982" y="77363"/>
                </a:cubicBezTo>
                <a:lnTo>
                  <a:pt x="455896" y="80633"/>
                </a:lnTo>
                <a:cubicBezTo>
                  <a:pt x="455781" y="83387"/>
                  <a:pt x="455724" y="85223"/>
                  <a:pt x="455724" y="86141"/>
                </a:cubicBezTo>
                <a:lnTo>
                  <a:pt x="455724" y="97328"/>
                </a:lnTo>
                <a:cubicBezTo>
                  <a:pt x="455724" y="105991"/>
                  <a:pt x="455867" y="111513"/>
                  <a:pt x="456154" y="113893"/>
                </a:cubicBezTo>
                <a:cubicBezTo>
                  <a:pt x="456441" y="116274"/>
                  <a:pt x="457101" y="117780"/>
                  <a:pt x="458133" y="118411"/>
                </a:cubicBezTo>
                <a:cubicBezTo>
                  <a:pt x="459166" y="119042"/>
                  <a:pt x="462092" y="119415"/>
                  <a:pt x="466911" y="119530"/>
                </a:cubicBezTo>
                <a:lnTo>
                  <a:pt x="467771" y="120477"/>
                </a:lnTo>
                <a:lnTo>
                  <a:pt x="467771" y="125554"/>
                </a:lnTo>
                <a:close/>
                <a:moveTo>
                  <a:pt x="513611" y="13425"/>
                </a:moveTo>
                <a:cubicBezTo>
                  <a:pt x="513611" y="17096"/>
                  <a:pt x="512320" y="20237"/>
                  <a:pt x="509738" y="22848"/>
                </a:cubicBezTo>
                <a:cubicBezTo>
                  <a:pt x="507156" y="25458"/>
                  <a:pt x="504058" y="26763"/>
                  <a:pt x="500444" y="26763"/>
                </a:cubicBezTo>
                <a:cubicBezTo>
                  <a:pt x="496772" y="26763"/>
                  <a:pt x="493646" y="25458"/>
                  <a:pt x="491064" y="22848"/>
                </a:cubicBezTo>
                <a:cubicBezTo>
                  <a:pt x="488483" y="20237"/>
                  <a:pt x="487192" y="17096"/>
                  <a:pt x="487192" y="13425"/>
                </a:cubicBezTo>
                <a:cubicBezTo>
                  <a:pt x="487192" y="9638"/>
                  <a:pt x="488497" y="6454"/>
                  <a:pt x="491107" y="3872"/>
                </a:cubicBezTo>
                <a:cubicBezTo>
                  <a:pt x="493718" y="1291"/>
                  <a:pt x="496830" y="0"/>
                  <a:pt x="500444" y="0"/>
                </a:cubicBezTo>
                <a:cubicBezTo>
                  <a:pt x="504001" y="0"/>
                  <a:pt x="507085" y="1291"/>
                  <a:pt x="509695" y="3872"/>
                </a:cubicBezTo>
                <a:cubicBezTo>
                  <a:pt x="512305" y="6454"/>
                  <a:pt x="513611" y="9638"/>
                  <a:pt x="513611" y="13425"/>
                </a:cubicBezTo>
                <a:moveTo>
                  <a:pt x="525486" y="125726"/>
                </a:moveTo>
                <a:lnTo>
                  <a:pt x="524626" y="126587"/>
                </a:lnTo>
                <a:cubicBezTo>
                  <a:pt x="519175" y="126185"/>
                  <a:pt x="511316" y="125984"/>
                  <a:pt x="501047" y="125984"/>
                </a:cubicBezTo>
                <a:cubicBezTo>
                  <a:pt x="490777" y="125984"/>
                  <a:pt x="482946" y="126185"/>
                  <a:pt x="477554" y="126587"/>
                </a:cubicBezTo>
                <a:lnTo>
                  <a:pt x="476693" y="125726"/>
                </a:lnTo>
                <a:lnTo>
                  <a:pt x="476693" y="120477"/>
                </a:lnTo>
                <a:lnTo>
                  <a:pt x="477554" y="119616"/>
                </a:lnTo>
                <a:cubicBezTo>
                  <a:pt x="483061" y="119444"/>
                  <a:pt x="486475" y="119014"/>
                  <a:pt x="487794" y="118325"/>
                </a:cubicBezTo>
                <a:cubicBezTo>
                  <a:pt x="488942" y="117809"/>
                  <a:pt x="489573" y="116432"/>
                  <a:pt x="489687" y="114195"/>
                </a:cubicBezTo>
                <a:cubicBezTo>
                  <a:pt x="490089" y="106737"/>
                  <a:pt x="490290" y="98733"/>
                  <a:pt x="490290" y="90185"/>
                </a:cubicBezTo>
                <a:lnTo>
                  <a:pt x="490290" y="77880"/>
                </a:lnTo>
                <a:cubicBezTo>
                  <a:pt x="490290" y="66750"/>
                  <a:pt x="489859" y="60152"/>
                  <a:pt x="488999" y="58087"/>
                </a:cubicBezTo>
                <a:cubicBezTo>
                  <a:pt x="488540" y="56940"/>
                  <a:pt x="487306" y="56222"/>
                  <a:pt x="485299" y="55936"/>
                </a:cubicBezTo>
                <a:cubicBezTo>
                  <a:pt x="484610" y="55821"/>
                  <a:pt x="482114" y="55677"/>
                  <a:pt x="477812" y="55505"/>
                </a:cubicBezTo>
                <a:lnTo>
                  <a:pt x="476951" y="54645"/>
                </a:lnTo>
                <a:lnTo>
                  <a:pt x="476951" y="49826"/>
                </a:lnTo>
                <a:lnTo>
                  <a:pt x="477812" y="48879"/>
                </a:lnTo>
                <a:cubicBezTo>
                  <a:pt x="488827" y="47904"/>
                  <a:pt x="499928" y="45523"/>
                  <a:pt x="511115" y="41737"/>
                </a:cubicBezTo>
                <a:lnTo>
                  <a:pt x="512922" y="42855"/>
                </a:lnTo>
                <a:cubicBezTo>
                  <a:pt x="512176" y="53297"/>
                  <a:pt x="511803" y="62103"/>
                  <a:pt x="511803" y="69274"/>
                </a:cubicBezTo>
                <a:lnTo>
                  <a:pt x="511803" y="96726"/>
                </a:lnTo>
                <a:cubicBezTo>
                  <a:pt x="511803" y="100914"/>
                  <a:pt x="512004" y="106737"/>
                  <a:pt x="512406" y="114195"/>
                </a:cubicBezTo>
                <a:cubicBezTo>
                  <a:pt x="512521" y="116432"/>
                  <a:pt x="513152" y="117809"/>
                  <a:pt x="514299" y="118325"/>
                </a:cubicBezTo>
                <a:cubicBezTo>
                  <a:pt x="515618" y="119014"/>
                  <a:pt x="519032" y="119444"/>
                  <a:pt x="524539" y="119616"/>
                </a:cubicBezTo>
                <a:lnTo>
                  <a:pt x="525486" y="120477"/>
                </a:lnTo>
                <a:lnTo>
                  <a:pt x="525486" y="125726"/>
                </a:lnTo>
                <a:moveTo>
                  <a:pt x="501047" y="132696"/>
                </a:moveTo>
                <a:lnTo>
                  <a:pt x="501047" y="132696"/>
                </a:lnTo>
                <a:close/>
                <a:moveTo>
                  <a:pt x="611970" y="99479"/>
                </a:moveTo>
                <a:cubicBezTo>
                  <a:pt x="610708" y="111240"/>
                  <a:pt x="610076" y="120075"/>
                  <a:pt x="610076" y="125984"/>
                </a:cubicBezTo>
                <a:lnTo>
                  <a:pt x="609474" y="126587"/>
                </a:lnTo>
                <a:cubicBezTo>
                  <a:pt x="591116" y="126128"/>
                  <a:pt x="577433" y="125898"/>
                  <a:pt x="568426" y="125898"/>
                </a:cubicBezTo>
                <a:cubicBezTo>
                  <a:pt x="561312" y="125898"/>
                  <a:pt x="549953" y="126128"/>
                  <a:pt x="534348" y="126587"/>
                </a:cubicBezTo>
                <a:lnTo>
                  <a:pt x="533402" y="125726"/>
                </a:lnTo>
                <a:lnTo>
                  <a:pt x="533402" y="120821"/>
                </a:lnTo>
                <a:cubicBezTo>
                  <a:pt x="539311" y="114281"/>
                  <a:pt x="555288" y="92165"/>
                  <a:pt x="581334" y="54473"/>
                </a:cubicBezTo>
                <a:lnTo>
                  <a:pt x="571266" y="54473"/>
                </a:lnTo>
                <a:cubicBezTo>
                  <a:pt x="558185" y="54473"/>
                  <a:pt x="551043" y="54989"/>
                  <a:pt x="549838" y="56022"/>
                </a:cubicBezTo>
                <a:cubicBezTo>
                  <a:pt x="549150" y="56653"/>
                  <a:pt x="548633" y="58116"/>
                  <a:pt x="548289" y="60410"/>
                </a:cubicBezTo>
                <a:cubicBezTo>
                  <a:pt x="548174" y="61328"/>
                  <a:pt x="547802" y="63623"/>
                  <a:pt x="547170" y="67295"/>
                </a:cubicBezTo>
                <a:lnTo>
                  <a:pt x="546998" y="68500"/>
                </a:lnTo>
                <a:lnTo>
                  <a:pt x="546052" y="69360"/>
                </a:lnTo>
                <a:lnTo>
                  <a:pt x="540975" y="69360"/>
                </a:lnTo>
                <a:lnTo>
                  <a:pt x="540028" y="68500"/>
                </a:lnTo>
                <a:cubicBezTo>
                  <a:pt x="540487" y="58288"/>
                  <a:pt x="540716" y="52321"/>
                  <a:pt x="540716" y="50600"/>
                </a:cubicBezTo>
                <a:cubicBezTo>
                  <a:pt x="540716" y="48822"/>
                  <a:pt x="540688" y="47072"/>
                  <a:pt x="540630" y="45351"/>
                </a:cubicBezTo>
                <a:lnTo>
                  <a:pt x="541405" y="44576"/>
                </a:lnTo>
                <a:cubicBezTo>
                  <a:pt x="543298" y="44691"/>
                  <a:pt x="546166" y="44806"/>
                  <a:pt x="550010" y="44921"/>
                </a:cubicBezTo>
                <a:cubicBezTo>
                  <a:pt x="551215" y="44978"/>
                  <a:pt x="558243" y="45064"/>
                  <a:pt x="571094" y="45179"/>
                </a:cubicBezTo>
                <a:lnTo>
                  <a:pt x="583572" y="45265"/>
                </a:lnTo>
                <a:cubicBezTo>
                  <a:pt x="587358" y="45265"/>
                  <a:pt x="595935" y="45064"/>
                  <a:pt x="609302" y="44662"/>
                </a:cubicBezTo>
                <a:lnTo>
                  <a:pt x="610163" y="45609"/>
                </a:lnTo>
                <a:lnTo>
                  <a:pt x="610163" y="50858"/>
                </a:lnTo>
                <a:lnTo>
                  <a:pt x="594587" y="71942"/>
                </a:lnTo>
                <a:cubicBezTo>
                  <a:pt x="590800" y="77105"/>
                  <a:pt x="586297" y="83416"/>
                  <a:pt x="581076" y="90874"/>
                </a:cubicBezTo>
                <a:lnTo>
                  <a:pt x="569631" y="107310"/>
                </a:lnTo>
                <a:cubicBezTo>
                  <a:pt x="566648" y="111613"/>
                  <a:pt x="564525" y="114768"/>
                  <a:pt x="563263" y="116776"/>
                </a:cubicBezTo>
                <a:lnTo>
                  <a:pt x="572557" y="116948"/>
                </a:lnTo>
                <a:cubicBezTo>
                  <a:pt x="575941" y="117006"/>
                  <a:pt x="581535" y="116862"/>
                  <a:pt x="589337" y="116518"/>
                </a:cubicBezTo>
                <a:cubicBezTo>
                  <a:pt x="596336" y="116231"/>
                  <a:pt x="600223" y="115744"/>
                  <a:pt x="600998" y="115055"/>
                </a:cubicBezTo>
                <a:cubicBezTo>
                  <a:pt x="601772" y="114367"/>
                  <a:pt x="603077" y="109175"/>
                  <a:pt x="604913" y="99479"/>
                </a:cubicBezTo>
                <a:lnTo>
                  <a:pt x="605860" y="98619"/>
                </a:lnTo>
                <a:lnTo>
                  <a:pt x="611023" y="98619"/>
                </a:lnTo>
                <a:lnTo>
                  <a:pt x="611970" y="99479"/>
                </a:lnTo>
                <a:close/>
                <a:moveTo>
                  <a:pt x="703290" y="125468"/>
                </a:moveTo>
                <a:lnTo>
                  <a:pt x="702344" y="126414"/>
                </a:lnTo>
                <a:cubicBezTo>
                  <a:pt x="697525" y="126128"/>
                  <a:pt x="691989" y="125984"/>
                  <a:pt x="685735" y="125984"/>
                </a:cubicBezTo>
                <a:cubicBezTo>
                  <a:pt x="680859" y="125984"/>
                  <a:pt x="676183" y="126128"/>
                  <a:pt x="671708" y="126414"/>
                </a:cubicBezTo>
                <a:lnTo>
                  <a:pt x="670934" y="125468"/>
                </a:lnTo>
                <a:lnTo>
                  <a:pt x="671708" y="113936"/>
                </a:lnTo>
                <a:lnTo>
                  <a:pt x="655014" y="126673"/>
                </a:lnTo>
                <a:cubicBezTo>
                  <a:pt x="653694" y="127648"/>
                  <a:pt x="651801" y="128250"/>
                  <a:pt x="649334" y="128480"/>
                </a:cubicBezTo>
                <a:cubicBezTo>
                  <a:pt x="648359" y="128594"/>
                  <a:pt x="647211" y="128652"/>
                  <a:pt x="645892" y="128652"/>
                </a:cubicBezTo>
                <a:cubicBezTo>
                  <a:pt x="639524" y="128652"/>
                  <a:pt x="634633" y="126730"/>
                  <a:pt x="631220" y="122886"/>
                </a:cubicBezTo>
                <a:cubicBezTo>
                  <a:pt x="627806" y="119042"/>
                  <a:pt x="626099" y="113736"/>
                  <a:pt x="626099" y="106966"/>
                </a:cubicBezTo>
                <a:cubicBezTo>
                  <a:pt x="626099" y="98016"/>
                  <a:pt x="628939" y="91677"/>
                  <a:pt x="634619" y="87948"/>
                </a:cubicBezTo>
                <a:cubicBezTo>
                  <a:pt x="640757" y="83875"/>
                  <a:pt x="653120" y="80203"/>
                  <a:pt x="671708" y="76933"/>
                </a:cubicBezTo>
                <a:cubicBezTo>
                  <a:pt x="671708" y="67811"/>
                  <a:pt x="669299" y="61701"/>
                  <a:pt x="664480" y="58603"/>
                </a:cubicBezTo>
                <a:cubicBezTo>
                  <a:pt x="661554" y="56710"/>
                  <a:pt x="658054" y="55763"/>
                  <a:pt x="653981" y="55763"/>
                </a:cubicBezTo>
                <a:cubicBezTo>
                  <a:pt x="649506" y="55763"/>
                  <a:pt x="645978" y="56681"/>
                  <a:pt x="643396" y="58517"/>
                </a:cubicBezTo>
                <a:lnTo>
                  <a:pt x="640126" y="66520"/>
                </a:lnTo>
                <a:lnTo>
                  <a:pt x="639007" y="67123"/>
                </a:lnTo>
                <a:lnTo>
                  <a:pt x="634619" y="66090"/>
                </a:lnTo>
                <a:lnTo>
                  <a:pt x="634016" y="64885"/>
                </a:lnTo>
                <a:lnTo>
                  <a:pt x="634447" y="54731"/>
                </a:lnTo>
                <a:cubicBezTo>
                  <a:pt x="643913" y="47732"/>
                  <a:pt x="651026" y="43773"/>
                  <a:pt x="655788" y="42855"/>
                </a:cubicBezTo>
                <a:cubicBezTo>
                  <a:pt x="657796" y="42454"/>
                  <a:pt x="660406" y="42253"/>
                  <a:pt x="663619" y="42253"/>
                </a:cubicBezTo>
                <a:cubicBezTo>
                  <a:pt x="674921" y="42253"/>
                  <a:pt x="682981" y="45207"/>
                  <a:pt x="687801" y="51117"/>
                </a:cubicBezTo>
                <a:cubicBezTo>
                  <a:pt x="691300" y="55419"/>
                  <a:pt x="693050" y="62017"/>
                  <a:pt x="693050" y="70909"/>
                </a:cubicBezTo>
                <a:cubicBezTo>
                  <a:pt x="693050" y="73089"/>
                  <a:pt x="692964" y="76589"/>
                  <a:pt x="692792" y="81408"/>
                </a:cubicBezTo>
                <a:cubicBezTo>
                  <a:pt x="692505" y="89440"/>
                  <a:pt x="692361" y="94804"/>
                  <a:pt x="692361" y="97500"/>
                </a:cubicBezTo>
                <a:cubicBezTo>
                  <a:pt x="692361" y="106163"/>
                  <a:pt x="692505" y="111685"/>
                  <a:pt x="692792" y="114066"/>
                </a:cubicBezTo>
                <a:cubicBezTo>
                  <a:pt x="693079" y="116446"/>
                  <a:pt x="693753" y="117952"/>
                  <a:pt x="694814" y="118583"/>
                </a:cubicBezTo>
                <a:cubicBezTo>
                  <a:pt x="695875" y="119214"/>
                  <a:pt x="698414" y="119587"/>
                  <a:pt x="702430" y="119702"/>
                </a:cubicBezTo>
                <a:lnTo>
                  <a:pt x="703290" y="120649"/>
                </a:lnTo>
                <a:lnTo>
                  <a:pt x="703290" y="125468"/>
                </a:lnTo>
                <a:moveTo>
                  <a:pt x="671708" y="105417"/>
                </a:moveTo>
                <a:lnTo>
                  <a:pt x="671708" y="84248"/>
                </a:lnTo>
                <a:cubicBezTo>
                  <a:pt x="662242" y="86313"/>
                  <a:pt x="655860" y="88536"/>
                  <a:pt x="652561" y="90917"/>
                </a:cubicBezTo>
                <a:cubicBezTo>
                  <a:pt x="649262" y="93298"/>
                  <a:pt x="647613" y="96926"/>
                  <a:pt x="647613" y="101803"/>
                </a:cubicBezTo>
                <a:cubicBezTo>
                  <a:pt x="647613" y="109605"/>
                  <a:pt x="651026" y="113506"/>
                  <a:pt x="657853" y="113506"/>
                </a:cubicBezTo>
                <a:cubicBezTo>
                  <a:pt x="663648" y="113506"/>
                  <a:pt x="668266" y="110810"/>
                  <a:pt x="671708" y="105417"/>
                </a:cubicBezTo>
                <a:moveTo>
                  <a:pt x="664824" y="38380"/>
                </a:moveTo>
                <a:lnTo>
                  <a:pt x="664824" y="38380"/>
                </a:lnTo>
                <a:moveTo>
                  <a:pt x="664824" y="132696"/>
                </a:moveTo>
                <a:lnTo>
                  <a:pt x="664824" y="132696"/>
                </a:lnTo>
                <a:close/>
                <a:moveTo>
                  <a:pt x="765176" y="114711"/>
                </a:moveTo>
                <a:cubicBezTo>
                  <a:pt x="764774" y="115170"/>
                  <a:pt x="763541" y="116375"/>
                  <a:pt x="761475" y="118325"/>
                </a:cubicBezTo>
                <a:cubicBezTo>
                  <a:pt x="758091" y="121538"/>
                  <a:pt x="755193" y="124464"/>
                  <a:pt x="752784" y="127103"/>
                </a:cubicBezTo>
                <a:cubicBezTo>
                  <a:pt x="749973" y="128021"/>
                  <a:pt x="747133" y="128480"/>
                  <a:pt x="744265" y="128480"/>
                </a:cubicBezTo>
                <a:cubicBezTo>
                  <a:pt x="736290" y="128480"/>
                  <a:pt x="730467" y="126156"/>
                  <a:pt x="726795" y="121509"/>
                </a:cubicBezTo>
                <a:cubicBezTo>
                  <a:pt x="725246" y="119501"/>
                  <a:pt x="724214" y="117178"/>
                  <a:pt x="723697" y="114539"/>
                </a:cubicBezTo>
                <a:cubicBezTo>
                  <a:pt x="723124" y="111384"/>
                  <a:pt x="722866" y="107253"/>
                  <a:pt x="722923" y="102147"/>
                </a:cubicBezTo>
                <a:lnTo>
                  <a:pt x="723181" y="81580"/>
                </a:lnTo>
                <a:lnTo>
                  <a:pt x="723181" y="60066"/>
                </a:lnTo>
                <a:lnTo>
                  <a:pt x="720858" y="60066"/>
                </a:lnTo>
                <a:lnTo>
                  <a:pt x="716297" y="60238"/>
                </a:lnTo>
                <a:lnTo>
                  <a:pt x="712769" y="60238"/>
                </a:lnTo>
                <a:lnTo>
                  <a:pt x="711822" y="59464"/>
                </a:lnTo>
                <a:lnTo>
                  <a:pt x="711822" y="57226"/>
                </a:lnTo>
                <a:lnTo>
                  <a:pt x="712510" y="55936"/>
                </a:lnTo>
                <a:cubicBezTo>
                  <a:pt x="713543" y="55247"/>
                  <a:pt x="715149" y="54214"/>
                  <a:pt x="717329" y="52838"/>
                </a:cubicBezTo>
                <a:cubicBezTo>
                  <a:pt x="719911" y="51231"/>
                  <a:pt x="721862" y="49883"/>
                  <a:pt x="723181" y="48793"/>
                </a:cubicBezTo>
                <a:lnTo>
                  <a:pt x="723181" y="37090"/>
                </a:lnTo>
                <a:cubicBezTo>
                  <a:pt x="723181" y="32213"/>
                  <a:pt x="722952" y="27050"/>
                  <a:pt x="722493" y="21600"/>
                </a:cubicBezTo>
                <a:cubicBezTo>
                  <a:pt x="726795" y="20223"/>
                  <a:pt x="730281" y="19004"/>
                  <a:pt x="732948" y="17942"/>
                </a:cubicBezTo>
                <a:cubicBezTo>
                  <a:pt x="735616" y="16881"/>
                  <a:pt x="739388" y="15146"/>
                  <a:pt x="744265" y="12736"/>
                </a:cubicBezTo>
                <a:lnTo>
                  <a:pt x="746502" y="14457"/>
                </a:lnTo>
                <a:cubicBezTo>
                  <a:pt x="745814" y="21571"/>
                  <a:pt x="745326" y="27939"/>
                  <a:pt x="745039" y="33561"/>
                </a:cubicBezTo>
                <a:lnTo>
                  <a:pt x="744265" y="48449"/>
                </a:lnTo>
                <a:lnTo>
                  <a:pt x="747104" y="48449"/>
                </a:lnTo>
                <a:cubicBezTo>
                  <a:pt x="753358" y="48449"/>
                  <a:pt x="758750" y="48248"/>
                  <a:pt x="763283" y="47846"/>
                </a:cubicBezTo>
                <a:lnTo>
                  <a:pt x="764229" y="48793"/>
                </a:lnTo>
                <a:lnTo>
                  <a:pt x="763024" y="58861"/>
                </a:lnTo>
                <a:lnTo>
                  <a:pt x="762164" y="59722"/>
                </a:lnTo>
                <a:lnTo>
                  <a:pt x="744265" y="59722"/>
                </a:lnTo>
                <a:lnTo>
                  <a:pt x="744265" y="88895"/>
                </a:lnTo>
                <a:cubicBezTo>
                  <a:pt x="744265" y="98246"/>
                  <a:pt x="744379" y="103753"/>
                  <a:pt x="744609" y="105417"/>
                </a:cubicBezTo>
                <a:cubicBezTo>
                  <a:pt x="744896" y="107827"/>
                  <a:pt x="745914" y="109777"/>
                  <a:pt x="747664" y="111269"/>
                </a:cubicBezTo>
                <a:cubicBezTo>
                  <a:pt x="749413" y="112760"/>
                  <a:pt x="751780" y="113506"/>
                  <a:pt x="754763" y="113506"/>
                </a:cubicBezTo>
                <a:cubicBezTo>
                  <a:pt x="757115" y="113506"/>
                  <a:pt x="759955" y="112875"/>
                  <a:pt x="763283" y="111613"/>
                </a:cubicBezTo>
                <a:lnTo>
                  <a:pt x="765176" y="114711"/>
                </a:lnTo>
                <a:close/>
                <a:moveTo>
                  <a:pt x="807050" y="13425"/>
                </a:moveTo>
                <a:cubicBezTo>
                  <a:pt x="807050" y="17096"/>
                  <a:pt x="805759" y="20237"/>
                  <a:pt x="803177" y="22848"/>
                </a:cubicBezTo>
                <a:cubicBezTo>
                  <a:pt x="800596" y="25458"/>
                  <a:pt x="797498" y="26763"/>
                  <a:pt x="793883" y="26763"/>
                </a:cubicBezTo>
                <a:cubicBezTo>
                  <a:pt x="790212" y="26763"/>
                  <a:pt x="787085" y="25458"/>
                  <a:pt x="784503" y="22848"/>
                </a:cubicBezTo>
                <a:cubicBezTo>
                  <a:pt x="781922" y="20237"/>
                  <a:pt x="780631" y="17096"/>
                  <a:pt x="780631" y="13425"/>
                </a:cubicBezTo>
                <a:cubicBezTo>
                  <a:pt x="780631" y="9638"/>
                  <a:pt x="781936" y="6454"/>
                  <a:pt x="784546" y="3872"/>
                </a:cubicBezTo>
                <a:cubicBezTo>
                  <a:pt x="787157" y="1291"/>
                  <a:pt x="790269" y="0"/>
                  <a:pt x="793883" y="0"/>
                </a:cubicBezTo>
                <a:cubicBezTo>
                  <a:pt x="797440" y="0"/>
                  <a:pt x="800524" y="1291"/>
                  <a:pt x="803134" y="3872"/>
                </a:cubicBezTo>
                <a:cubicBezTo>
                  <a:pt x="805745" y="6454"/>
                  <a:pt x="807050" y="9638"/>
                  <a:pt x="807050" y="13425"/>
                </a:cubicBezTo>
                <a:moveTo>
                  <a:pt x="818925" y="125726"/>
                </a:moveTo>
                <a:lnTo>
                  <a:pt x="818065" y="126587"/>
                </a:lnTo>
                <a:cubicBezTo>
                  <a:pt x="812615" y="126185"/>
                  <a:pt x="804755" y="125984"/>
                  <a:pt x="794486" y="125984"/>
                </a:cubicBezTo>
                <a:cubicBezTo>
                  <a:pt x="784217" y="125984"/>
                  <a:pt x="776386" y="126185"/>
                  <a:pt x="770993" y="126587"/>
                </a:cubicBezTo>
                <a:lnTo>
                  <a:pt x="770132" y="125726"/>
                </a:lnTo>
                <a:lnTo>
                  <a:pt x="770132" y="120477"/>
                </a:lnTo>
                <a:lnTo>
                  <a:pt x="770993" y="119616"/>
                </a:lnTo>
                <a:cubicBezTo>
                  <a:pt x="776500" y="119444"/>
                  <a:pt x="779914" y="119014"/>
                  <a:pt x="781233" y="118325"/>
                </a:cubicBezTo>
                <a:cubicBezTo>
                  <a:pt x="782381" y="117809"/>
                  <a:pt x="783012" y="116432"/>
                  <a:pt x="783127" y="114195"/>
                </a:cubicBezTo>
                <a:cubicBezTo>
                  <a:pt x="783528" y="106737"/>
                  <a:pt x="783729" y="98733"/>
                  <a:pt x="783729" y="90185"/>
                </a:cubicBezTo>
                <a:lnTo>
                  <a:pt x="783729" y="77880"/>
                </a:lnTo>
                <a:cubicBezTo>
                  <a:pt x="783729" y="66750"/>
                  <a:pt x="783299" y="60152"/>
                  <a:pt x="782438" y="58087"/>
                </a:cubicBezTo>
                <a:cubicBezTo>
                  <a:pt x="781979" y="56940"/>
                  <a:pt x="780746" y="56222"/>
                  <a:pt x="778738" y="55936"/>
                </a:cubicBezTo>
                <a:cubicBezTo>
                  <a:pt x="778049" y="55821"/>
                  <a:pt x="775554" y="55677"/>
                  <a:pt x="771251" y="55505"/>
                </a:cubicBezTo>
                <a:lnTo>
                  <a:pt x="770390" y="54645"/>
                </a:lnTo>
                <a:lnTo>
                  <a:pt x="770390" y="49826"/>
                </a:lnTo>
                <a:lnTo>
                  <a:pt x="771251" y="48879"/>
                </a:lnTo>
                <a:cubicBezTo>
                  <a:pt x="782266" y="47904"/>
                  <a:pt x="793367" y="45523"/>
                  <a:pt x="804554" y="41737"/>
                </a:cubicBezTo>
                <a:lnTo>
                  <a:pt x="806361" y="42855"/>
                </a:lnTo>
                <a:cubicBezTo>
                  <a:pt x="805616" y="53297"/>
                  <a:pt x="805243" y="62103"/>
                  <a:pt x="805243" y="69274"/>
                </a:cubicBezTo>
                <a:lnTo>
                  <a:pt x="805243" y="96726"/>
                </a:lnTo>
                <a:cubicBezTo>
                  <a:pt x="805243" y="100914"/>
                  <a:pt x="805443" y="106737"/>
                  <a:pt x="805845" y="114195"/>
                </a:cubicBezTo>
                <a:cubicBezTo>
                  <a:pt x="805960" y="116432"/>
                  <a:pt x="806591" y="117809"/>
                  <a:pt x="807738" y="118325"/>
                </a:cubicBezTo>
                <a:cubicBezTo>
                  <a:pt x="809058" y="119014"/>
                  <a:pt x="812471" y="119444"/>
                  <a:pt x="817979" y="119616"/>
                </a:cubicBezTo>
                <a:lnTo>
                  <a:pt x="818925" y="120477"/>
                </a:lnTo>
                <a:lnTo>
                  <a:pt x="818925" y="125726"/>
                </a:lnTo>
                <a:moveTo>
                  <a:pt x="794486" y="132696"/>
                </a:moveTo>
                <a:lnTo>
                  <a:pt x="794486" y="132696"/>
                </a:lnTo>
                <a:close/>
                <a:moveTo>
                  <a:pt x="914789" y="83301"/>
                </a:moveTo>
                <a:cubicBezTo>
                  <a:pt x="914789" y="103610"/>
                  <a:pt x="907962" y="117350"/>
                  <a:pt x="894308" y="124521"/>
                </a:cubicBezTo>
                <a:cubicBezTo>
                  <a:pt x="887653" y="128021"/>
                  <a:pt x="880051" y="129771"/>
                  <a:pt x="871503" y="129771"/>
                </a:cubicBezTo>
                <a:cubicBezTo>
                  <a:pt x="858308" y="129771"/>
                  <a:pt x="848254" y="125955"/>
                  <a:pt x="841341" y="118325"/>
                </a:cubicBezTo>
                <a:cubicBezTo>
                  <a:pt x="834428" y="110695"/>
                  <a:pt x="830972" y="99766"/>
                  <a:pt x="830972" y="85538"/>
                </a:cubicBezTo>
                <a:cubicBezTo>
                  <a:pt x="830972" y="65861"/>
                  <a:pt x="837684" y="52752"/>
                  <a:pt x="851108" y="46211"/>
                </a:cubicBezTo>
                <a:cubicBezTo>
                  <a:pt x="857706" y="42999"/>
                  <a:pt x="865365" y="41392"/>
                  <a:pt x="874085" y="41392"/>
                </a:cubicBezTo>
                <a:cubicBezTo>
                  <a:pt x="892386" y="41392"/>
                  <a:pt x="904520" y="47732"/>
                  <a:pt x="910486" y="60410"/>
                </a:cubicBezTo>
                <a:cubicBezTo>
                  <a:pt x="913355" y="66492"/>
                  <a:pt x="914789" y="74122"/>
                  <a:pt x="914789" y="83301"/>
                </a:cubicBezTo>
                <a:moveTo>
                  <a:pt x="890952" y="90357"/>
                </a:moveTo>
                <a:cubicBezTo>
                  <a:pt x="890952" y="76072"/>
                  <a:pt x="889388" y="65846"/>
                  <a:pt x="886262" y="59679"/>
                </a:cubicBezTo>
                <a:cubicBezTo>
                  <a:pt x="883135" y="53512"/>
                  <a:pt x="878359" y="50428"/>
                  <a:pt x="871934" y="50428"/>
                </a:cubicBezTo>
                <a:cubicBezTo>
                  <a:pt x="860517" y="50428"/>
                  <a:pt x="854809" y="60726"/>
                  <a:pt x="854809" y="81322"/>
                </a:cubicBezTo>
                <a:cubicBezTo>
                  <a:pt x="854809" y="107769"/>
                  <a:pt x="861205" y="120993"/>
                  <a:pt x="873999" y="120993"/>
                </a:cubicBezTo>
                <a:cubicBezTo>
                  <a:pt x="881973" y="120993"/>
                  <a:pt x="887051" y="116604"/>
                  <a:pt x="889231" y="107827"/>
                </a:cubicBezTo>
                <a:cubicBezTo>
                  <a:pt x="890378" y="103237"/>
                  <a:pt x="890952" y="97414"/>
                  <a:pt x="890952" y="90357"/>
                </a:cubicBezTo>
                <a:moveTo>
                  <a:pt x="873741" y="132696"/>
                </a:moveTo>
                <a:lnTo>
                  <a:pt x="873741" y="132696"/>
                </a:lnTo>
                <a:moveTo>
                  <a:pt x="873741" y="38380"/>
                </a:moveTo>
                <a:lnTo>
                  <a:pt x="873741" y="38380"/>
                </a:lnTo>
                <a:close/>
                <a:moveTo>
                  <a:pt x="1025773" y="125640"/>
                </a:moveTo>
                <a:lnTo>
                  <a:pt x="1024912" y="126587"/>
                </a:lnTo>
                <a:cubicBezTo>
                  <a:pt x="1018602" y="126185"/>
                  <a:pt x="1013266" y="125984"/>
                  <a:pt x="1008906" y="125984"/>
                </a:cubicBezTo>
                <a:cubicBezTo>
                  <a:pt x="1004890" y="125984"/>
                  <a:pt x="999038" y="126185"/>
                  <a:pt x="991351" y="126587"/>
                </a:cubicBezTo>
                <a:lnTo>
                  <a:pt x="990490" y="125726"/>
                </a:lnTo>
                <a:cubicBezTo>
                  <a:pt x="991523" y="112932"/>
                  <a:pt x="992039" y="103065"/>
                  <a:pt x="992039" y="96123"/>
                </a:cubicBezTo>
                <a:lnTo>
                  <a:pt x="992039" y="79256"/>
                </a:lnTo>
                <a:cubicBezTo>
                  <a:pt x="992039" y="65258"/>
                  <a:pt x="986991" y="58259"/>
                  <a:pt x="976894" y="58259"/>
                </a:cubicBezTo>
                <a:cubicBezTo>
                  <a:pt x="971616" y="58259"/>
                  <a:pt x="967485" y="60066"/>
                  <a:pt x="964502" y="63680"/>
                </a:cubicBezTo>
                <a:cubicBezTo>
                  <a:pt x="961978" y="66721"/>
                  <a:pt x="960715" y="69790"/>
                  <a:pt x="960715" y="72888"/>
                </a:cubicBezTo>
                <a:lnTo>
                  <a:pt x="960715" y="88981"/>
                </a:lnTo>
                <a:cubicBezTo>
                  <a:pt x="960715" y="103839"/>
                  <a:pt x="961088" y="112961"/>
                  <a:pt x="961834" y="116346"/>
                </a:cubicBezTo>
                <a:cubicBezTo>
                  <a:pt x="962293" y="118354"/>
                  <a:pt x="965621" y="119415"/>
                  <a:pt x="971817" y="119530"/>
                </a:cubicBezTo>
                <a:lnTo>
                  <a:pt x="972677" y="120391"/>
                </a:lnTo>
                <a:lnTo>
                  <a:pt x="972677" y="125640"/>
                </a:lnTo>
                <a:lnTo>
                  <a:pt x="971817" y="126500"/>
                </a:lnTo>
                <a:cubicBezTo>
                  <a:pt x="966940" y="126156"/>
                  <a:pt x="959654" y="125984"/>
                  <a:pt x="949959" y="125984"/>
                </a:cubicBezTo>
                <a:cubicBezTo>
                  <a:pt x="939689" y="125984"/>
                  <a:pt x="931858" y="126185"/>
                  <a:pt x="926466" y="126587"/>
                </a:cubicBezTo>
                <a:lnTo>
                  <a:pt x="925605" y="125726"/>
                </a:lnTo>
                <a:lnTo>
                  <a:pt x="925605" y="120477"/>
                </a:lnTo>
                <a:lnTo>
                  <a:pt x="926466" y="119616"/>
                </a:lnTo>
                <a:cubicBezTo>
                  <a:pt x="931973" y="119444"/>
                  <a:pt x="935387" y="119014"/>
                  <a:pt x="936706" y="118325"/>
                </a:cubicBezTo>
                <a:cubicBezTo>
                  <a:pt x="937854" y="117809"/>
                  <a:pt x="938485" y="116432"/>
                  <a:pt x="938599" y="114195"/>
                </a:cubicBezTo>
                <a:cubicBezTo>
                  <a:pt x="939001" y="106737"/>
                  <a:pt x="939202" y="98733"/>
                  <a:pt x="939202" y="90185"/>
                </a:cubicBezTo>
                <a:lnTo>
                  <a:pt x="939202" y="77880"/>
                </a:lnTo>
                <a:cubicBezTo>
                  <a:pt x="939202" y="66406"/>
                  <a:pt x="938771" y="59808"/>
                  <a:pt x="937911" y="58087"/>
                </a:cubicBezTo>
                <a:cubicBezTo>
                  <a:pt x="937337" y="56940"/>
                  <a:pt x="936104" y="56222"/>
                  <a:pt x="934211" y="55936"/>
                </a:cubicBezTo>
                <a:cubicBezTo>
                  <a:pt x="933522" y="55821"/>
                  <a:pt x="931027" y="55677"/>
                  <a:pt x="926724" y="55505"/>
                </a:cubicBezTo>
                <a:lnTo>
                  <a:pt x="925863" y="54645"/>
                </a:lnTo>
                <a:lnTo>
                  <a:pt x="925863" y="49826"/>
                </a:lnTo>
                <a:lnTo>
                  <a:pt x="926724" y="48879"/>
                </a:lnTo>
                <a:cubicBezTo>
                  <a:pt x="937050" y="47904"/>
                  <a:pt x="947922" y="45523"/>
                  <a:pt x="959339" y="41737"/>
                </a:cubicBezTo>
                <a:lnTo>
                  <a:pt x="961232" y="42855"/>
                </a:lnTo>
                <a:lnTo>
                  <a:pt x="961060" y="57312"/>
                </a:lnTo>
                <a:lnTo>
                  <a:pt x="975861" y="44921"/>
                </a:lnTo>
                <a:cubicBezTo>
                  <a:pt x="979647" y="43372"/>
                  <a:pt x="983807" y="42597"/>
                  <a:pt x="988339" y="42597"/>
                </a:cubicBezTo>
                <a:cubicBezTo>
                  <a:pt x="997461" y="42597"/>
                  <a:pt x="1004288" y="45351"/>
                  <a:pt x="1008820" y="50858"/>
                </a:cubicBezTo>
                <a:cubicBezTo>
                  <a:pt x="1012492" y="55333"/>
                  <a:pt x="1014328" y="61902"/>
                  <a:pt x="1014328" y="70565"/>
                </a:cubicBezTo>
                <a:cubicBezTo>
                  <a:pt x="1014328" y="71540"/>
                  <a:pt x="1014213" y="75527"/>
                  <a:pt x="1013983" y="82526"/>
                </a:cubicBezTo>
                <a:cubicBezTo>
                  <a:pt x="1013754" y="89526"/>
                  <a:pt x="1013639" y="94517"/>
                  <a:pt x="1013639" y="97500"/>
                </a:cubicBezTo>
                <a:cubicBezTo>
                  <a:pt x="1013639" y="106163"/>
                  <a:pt x="1013783" y="111685"/>
                  <a:pt x="1014069" y="114066"/>
                </a:cubicBezTo>
                <a:cubicBezTo>
                  <a:pt x="1014356" y="116446"/>
                  <a:pt x="1015016" y="117952"/>
                  <a:pt x="1016049" y="118583"/>
                </a:cubicBezTo>
                <a:cubicBezTo>
                  <a:pt x="1017081" y="119214"/>
                  <a:pt x="1020065" y="119587"/>
                  <a:pt x="1024998" y="119702"/>
                </a:cubicBezTo>
                <a:lnTo>
                  <a:pt x="1025773" y="120563"/>
                </a:lnTo>
                <a:lnTo>
                  <a:pt x="1025773" y="1256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61bd0946b4262"/>
          <a:stretch xmlns:a="http://schemas.openxmlformats.org/drawingml/2006/main"/>
        </p:blipFill>
        <p:spPr>
          <a:xfrm xmlns:a="http://schemas.openxmlformats.org/drawingml/2006/main">
            <a:off x="3404802" y="1129490"/>
            <a:ext cx="620594" cy="470795"/>
          </a:xfrm>
          <a:prstGeom xmlns:a="http://schemas.openxmlformats.org/drawingml/2006/main" prst="rect">
            <a:avLst/>
          </a:prstGeom>
        </p:spPr>
      </p:pic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36492-8082-4505-8F80-AFC82F5A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439" y="1169831"/>
            <a:ext cx="503866" cy="340304"/>
          </a:xfrm>
          <a:custGeom xmlns:a="http://schemas.openxmlformats.org/drawingml/2006/main">
            <a:pathLst>
              <a:path w="503866" h="340304">
                <a:moveTo>
                  <a:pt x="0" y="79208"/>
                </a:moveTo>
                <a:lnTo>
                  <a:pt x="333651" y="79208"/>
                </a:lnTo>
                <a:lnTo>
                  <a:pt x="333651" y="0"/>
                </a:lnTo>
                <a:lnTo>
                  <a:pt x="503866" y="170089"/>
                </a:lnTo>
                <a:lnTo>
                  <a:pt x="333651" y="340304"/>
                </a:lnTo>
                <a:lnTo>
                  <a:pt x="333651" y="260971"/>
                </a:lnTo>
                <a:lnTo>
                  <a:pt x="0" y="260971"/>
                </a:lnTo>
                <a:lnTo>
                  <a:pt x="0" y="79208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B9564-DFED-4E7C-AE02-726C2B6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439" y="1169831"/>
            <a:ext cx="503866" cy="340304"/>
          </a:xfrm>
          <a:custGeom xmlns:a="http://schemas.openxmlformats.org/drawingml/2006/main">
            <a:pathLst>
              <a:path w="503866" h="340304" fill="none">
                <a:moveTo>
                  <a:pt x="0" y="79208"/>
                </a:moveTo>
                <a:lnTo>
                  <a:pt x="333651" y="79208"/>
                </a:lnTo>
                <a:lnTo>
                  <a:pt x="333651" y="0"/>
                </a:lnTo>
                <a:lnTo>
                  <a:pt x="503866" y="170089"/>
                </a:lnTo>
                <a:lnTo>
                  <a:pt x="333651" y="340304"/>
                </a:lnTo>
                <a:lnTo>
                  <a:pt x="333651" y="260971"/>
                </a:lnTo>
                <a:lnTo>
                  <a:pt x="0" y="260971"/>
                </a:lnTo>
                <a:lnTo>
                  <a:pt x="0" y="792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77" name="Text Real">
            <a:extLst xmlns:a="http://schemas.openxmlformats.org/drawingml/2006/main">
              <a:ext uri="{FF2B5EF4-FFF2-40B4-BE49-F238E27FC236}">
                <a16:creationId xmlns:a16="http://schemas.microsoft.com/office/drawing/2014/main" id="{A228D871-AFED-402D-87E8-D0AE5C66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698" y="4602814"/>
            <a:ext cx="351938" cy="134934"/>
          </a:xfrm>
          <a:custGeom xmlns:a="http://schemas.openxmlformats.org/drawingml/2006/main">
            <a:pathLst>
              <a:path w="351938" h="134934">
                <a:moveTo>
                  <a:pt x="117809" y="127877"/>
                </a:moveTo>
                <a:lnTo>
                  <a:pt x="116948" y="128738"/>
                </a:lnTo>
                <a:cubicBezTo>
                  <a:pt x="116547" y="128738"/>
                  <a:pt x="115457" y="128709"/>
                  <a:pt x="113678" y="128652"/>
                </a:cubicBezTo>
                <a:cubicBezTo>
                  <a:pt x="105819" y="128365"/>
                  <a:pt x="100914" y="128222"/>
                  <a:pt x="98963" y="128222"/>
                </a:cubicBezTo>
                <a:cubicBezTo>
                  <a:pt x="96037" y="128222"/>
                  <a:pt x="91390" y="128394"/>
                  <a:pt x="85022" y="128738"/>
                </a:cubicBezTo>
                <a:cubicBezTo>
                  <a:pt x="84793" y="127361"/>
                  <a:pt x="83703" y="125066"/>
                  <a:pt x="81752" y="121853"/>
                </a:cubicBezTo>
                <a:lnTo>
                  <a:pt x="60410" y="86227"/>
                </a:lnTo>
                <a:lnTo>
                  <a:pt x="50858" y="71684"/>
                </a:lnTo>
                <a:cubicBezTo>
                  <a:pt x="49654" y="69905"/>
                  <a:pt x="47961" y="68155"/>
                  <a:pt x="45781" y="66434"/>
                </a:cubicBezTo>
                <a:lnTo>
                  <a:pt x="46728" y="63508"/>
                </a:lnTo>
                <a:cubicBezTo>
                  <a:pt x="48047" y="63566"/>
                  <a:pt x="49023" y="63594"/>
                  <a:pt x="49654" y="63594"/>
                </a:cubicBezTo>
                <a:cubicBezTo>
                  <a:pt x="55276" y="63594"/>
                  <a:pt x="59693" y="62705"/>
                  <a:pt x="62906" y="60927"/>
                </a:cubicBezTo>
                <a:cubicBezTo>
                  <a:pt x="65832" y="59320"/>
                  <a:pt x="68528" y="56509"/>
                  <a:pt x="70995" y="52493"/>
                </a:cubicBezTo>
                <a:cubicBezTo>
                  <a:pt x="73462" y="48477"/>
                  <a:pt x="74696" y="43687"/>
                  <a:pt x="74696" y="38122"/>
                </a:cubicBezTo>
                <a:cubicBezTo>
                  <a:pt x="74696" y="28427"/>
                  <a:pt x="71081" y="21887"/>
                  <a:pt x="63853" y="18502"/>
                </a:cubicBezTo>
                <a:cubicBezTo>
                  <a:pt x="60410" y="16895"/>
                  <a:pt x="55391" y="16092"/>
                  <a:pt x="48793" y="16092"/>
                </a:cubicBezTo>
                <a:cubicBezTo>
                  <a:pt x="45925" y="16092"/>
                  <a:pt x="43171" y="16322"/>
                  <a:pt x="40532" y="16781"/>
                </a:cubicBezTo>
                <a:cubicBezTo>
                  <a:pt x="39958" y="22403"/>
                  <a:pt x="39671" y="31984"/>
                  <a:pt x="39671" y="45523"/>
                </a:cubicBezTo>
                <a:lnTo>
                  <a:pt x="39671" y="90530"/>
                </a:lnTo>
                <a:cubicBezTo>
                  <a:pt x="39671" y="104184"/>
                  <a:pt x="40044" y="113076"/>
                  <a:pt x="40790" y="117207"/>
                </a:cubicBezTo>
                <a:cubicBezTo>
                  <a:pt x="41077" y="118870"/>
                  <a:pt x="42052" y="119932"/>
                  <a:pt x="43716" y="120391"/>
                </a:cubicBezTo>
                <a:cubicBezTo>
                  <a:pt x="44576" y="120620"/>
                  <a:pt x="47932" y="120907"/>
                  <a:pt x="53784" y="121251"/>
                </a:cubicBezTo>
                <a:lnTo>
                  <a:pt x="54645" y="122112"/>
                </a:lnTo>
                <a:lnTo>
                  <a:pt x="54645" y="127877"/>
                </a:lnTo>
                <a:lnTo>
                  <a:pt x="53870" y="128738"/>
                </a:lnTo>
                <a:cubicBezTo>
                  <a:pt x="48133" y="128394"/>
                  <a:pt x="39298" y="128222"/>
                  <a:pt x="27365" y="128222"/>
                </a:cubicBezTo>
                <a:cubicBezTo>
                  <a:pt x="15031" y="128222"/>
                  <a:pt x="6196" y="128394"/>
                  <a:pt x="861" y="128738"/>
                </a:cubicBezTo>
                <a:lnTo>
                  <a:pt x="0" y="127963"/>
                </a:lnTo>
                <a:lnTo>
                  <a:pt x="0" y="122112"/>
                </a:lnTo>
                <a:lnTo>
                  <a:pt x="861" y="121251"/>
                </a:lnTo>
                <a:cubicBezTo>
                  <a:pt x="6712" y="120907"/>
                  <a:pt x="10068" y="120620"/>
                  <a:pt x="10929" y="120391"/>
                </a:cubicBezTo>
                <a:cubicBezTo>
                  <a:pt x="12593" y="119932"/>
                  <a:pt x="13568" y="118870"/>
                  <a:pt x="13855" y="117207"/>
                </a:cubicBezTo>
                <a:cubicBezTo>
                  <a:pt x="14601" y="113076"/>
                  <a:pt x="14974" y="104184"/>
                  <a:pt x="14974" y="90530"/>
                </a:cubicBezTo>
                <a:lnTo>
                  <a:pt x="14974" y="45007"/>
                </a:lnTo>
                <a:cubicBezTo>
                  <a:pt x="14974" y="31353"/>
                  <a:pt x="14601" y="22460"/>
                  <a:pt x="13855" y="18330"/>
                </a:cubicBezTo>
                <a:cubicBezTo>
                  <a:pt x="13568" y="16666"/>
                  <a:pt x="12593" y="15605"/>
                  <a:pt x="10929" y="15146"/>
                </a:cubicBezTo>
                <a:cubicBezTo>
                  <a:pt x="10068" y="14916"/>
                  <a:pt x="6712" y="14629"/>
                  <a:pt x="861" y="14285"/>
                </a:cubicBezTo>
                <a:lnTo>
                  <a:pt x="0" y="13425"/>
                </a:lnTo>
                <a:lnTo>
                  <a:pt x="0" y="7573"/>
                </a:lnTo>
                <a:lnTo>
                  <a:pt x="861" y="6798"/>
                </a:lnTo>
                <a:cubicBezTo>
                  <a:pt x="6483" y="7143"/>
                  <a:pt x="15318" y="7315"/>
                  <a:pt x="27365" y="7315"/>
                </a:cubicBezTo>
                <a:cubicBezTo>
                  <a:pt x="34365" y="7315"/>
                  <a:pt x="40044" y="7229"/>
                  <a:pt x="44404" y="7056"/>
                </a:cubicBezTo>
                <a:cubicBezTo>
                  <a:pt x="53067" y="6712"/>
                  <a:pt x="59550" y="6540"/>
                  <a:pt x="63853" y="6540"/>
                </a:cubicBezTo>
                <a:cubicBezTo>
                  <a:pt x="73778" y="6540"/>
                  <a:pt x="81064" y="7429"/>
                  <a:pt x="85711" y="9208"/>
                </a:cubicBezTo>
                <a:cubicBezTo>
                  <a:pt x="91964" y="11617"/>
                  <a:pt x="96152" y="15691"/>
                  <a:pt x="98274" y="21428"/>
                </a:cubicBezTo>
                <a:cubicBezTo>
                  <a:pt x="99307" y="24239"/>
                  <a:pt x="99823" y="27566"/>
                  <a:pt x="99823" y="31410"/>
                </a:cubicBezTo>
                <a:cubicBezTo>
                  <a:pt x="99823" y="47015"/>
                  <a:pt x="91046" y="58087"/>
                  <a:pt x="73491" y="64627"/>
                </a:cubicBezTo>
                <a:cubicBezTo>
                  <a:pt x="76359" y="69446"/>
                  <a:pt x="79400" y="74323"/>
                  <a:pt x="82613" y="79256"/>
                </a:cubicBezTo>
                <a:lnTo>
                  <a:pt x="95865" y="99651"/>
                </a:lnTo>
                <a:cubicBezTo>
                  <a:pt x="103667" y="111699"/>
                  <a:pt x="108859" y="118555"/>
                  <a:pt x="111441" y="120218"/>
                </a:cubicBezTo>
                <a:cubicBezTo>
                  <a:pt x="112760" y="121079"/>
                  <a:pt x="114596" y="121509"/>
                  <a:pt x="116948" y="121509"/>
                </a:cubicBezTo>
                <a:lnTo>
                  <a:pt x="117809" y="122370"/>
                </a:lnTo>
                <a:lnTo>
                  <a:pt x="117809" y="127877"/>
                </a:lnTo>
                <a:close/>
                <a:moveTo>
                  <a:pt x="202780" y="79945"/>
                </a:moveTo>
                <a:cubicBezTo>
                  <a:pt x="202780" y="80920"/>
                  <a:pt x="202752" y="82383"/>
                  <a:pt x="202694" y="84334"/>
                </a:cubicBezTo>
                <a:lnTo>
                  <a:pt x="201748" y="85538"/>
                </a:lnTo>
                <a:cubicBezTo>
                  <a:pt x="194175" y="87604"/>
                  <a:pt x="184135" y="88636"/>
                  <a:pt x="171629" y="88636"/>
                </a:cubicBezTo>
                <a:cubicBezTo>
                  <a:pt x="169391" y="88636"/>
                  <a:pt x="166006" y="88679"/>
                  <a:pt x="161474" y="88765"/>
                </a:cubicBezTo>
                <a:cubicBezTo>
                  <a:pt x="156942" y="88852"/>
                  <a:pt x="153528" y="88895"/>
                  <a:pt x="151234" y="88895"/>
                </a:cubicBezTo>
                <a:cubicBezTo>
                  <a:pt x="151578" y="97328"/>
                  <a:pt x="154188" y="104298"/>
                  <a:pt x="159065" y="109806"/>
                </a:cubicBezTo>
                <a:cubicBezTo>
                  <a:pt x="164171" y="115715"/>
                  <a:pt x="170825" y="118669"/>
                  <a:pt x="179029" y="118669"/>
                </a:cubicBezTo>
                <a:cubicBezTo>
                  <a:pt x="184537" y="118669"/>
                  <a:pt x="191077" y="116776"/>
                  <a:pt x="198650" y="112990"/>
                </a:cubicBezTo>
                <a:lnTo>
                  <a:pt x="200715" y="115485"/>
                </a:lnTo>
                <a:lnTo>
                  <a:pt x="196929" y="124005"/>
                </a:lnTo>
                <a:cubicBezTo>
                  <a:pt x="188553" y="129340"/>
                  <a:pt x="179460" y="132008"/>
                  <a:pt x="169649" y="132008"/>
                </a:cubicBezTo>
                <a:cubicBezTo>
                  <a:pt x="156741" y="132008"/>
                  <a:pt x="146716" y="128365"/>
                  <a:pt x="139573" y="121079"/>
                </a:cubicBezTo>
                <a:cubicBezTo>
                  <a:pt x="132431" y="113793"/>
                  <a:pt x="128859" y="103409"/>
                  <a:pt x="128859" y="89927"/>
                </a:cubicBezTo>
                <a:cubicBezTo>
                  <a:pt x="128859" y="73921"/>
                  <a:pt x="132674" y="62963"/>
                  <a:pt x="140305" y="57054"/>
                </a:cubicBezTo>
                <a:cubicBezTo>
                  <a:pt x="150861" y="48908"/>
                  <a:pt x="160872" y="44835"/>
                  <a:pt x="170338" y="44835"/>
                </a:cubicBezTo>
                <a:cubicBezTo>
                  <a:pt x="180607" y="44835"/>
                  <a:pt x="188553" y="47789"/>
                  <a:pt x="194175" y="53698"/>
                </a:cubicBezTo>
                <a:cubicBezTo>
                  <a:pt x="199912" y="59779"/>
                  <a:pt x="202780" y="68528"/>
                  <a:pt x="202780" y="79945"/>
                </a:cubicBezTo>
                <a:moveTo>
                  <a:pt x="180320" y="77707"/>
                </a:moveTo>
                <a:cubicBezTo>
                  <a:pt x="180320" y="62218"/>
                  <a:pt x="175501" y="54473"/>
                  <a:pt x="165863" y="54473"/>
                </a:cubicBezTo>
                <a:cubicBezTo>
                  <a:pt x="155708" y="54473"/>
                  <a:pt x="150631" y="62160"/>
                  <a:pt x="150631" y="77535"/>
                </a:cubicBezTo>
                <a:lnTo>
                  <a:pt x="150631" y="79429"/>
                </a:lnTo>
                <a:cubicBezTo>
                  <a:pt x="153959" y="79945"/>
                  <a:pt x="159868" y="80203"/>
                  <a:pt x="168359" y="80203"/>
                </a:cubicBezTo>
                <a:cubicBezTo>
                  <a:pt x="172776" y="80203"/>
                  <a:pt x="176734" y="79945"/>
                  <a:pt x="180234" y="79429"/>
                </a:cubicBezTo>
                <a:cubicBezTo>
                  <a:pt x="180291" y="78625"/>
                  <a:pt x="180320" y="78052"/>
                  <a:pt x="180320" y="77707"/>
                </a:cubicBezTo>
                <a:moveTo>
                  <a:pt x="169907" y="134934"/>
                </a:moveTo>
                <a:lnTo>
                  <a:pt x="169907" y="134934"/>
                </a:lnTo>
                <a:moveTo>
                  <a:pt x="169907" y="40618"/>
                </a:moveTo>
                <a:lnTo>
                  <a:pt x="169907" y="40618"/>
                </a:lnTo>
                <a:close/>
                <a:moveTo>
                  <a:pt x="293581" y="127705"/>
                </a:moveTo>
                <a:lnTo>
                  <a:pt x="292634" y="128652"/>
                </a:lnTo>
                <a:cubicBezTo>
                  <a:pt x="287815" y="128365"/>
                  <a:pt x="282279" y="128222"/>
                  <a:pt x="276025" y="128222"/>
                </a:cubicBezTo>
                <a:cubicBezTo>
                  <a:pt x="271149" y="128222"/>
                  <a:pt x="266473" y="128365"/>
                  <a:pt x="261998" y="128652"/>
                </a:cubicBezTo>
                <a:lnTo>
                  <a:pt x="261224" y="127705"/>
                </a:lnTo>
                <a:lnTo>
                  <a:pt x="261998" y="116174"/>
                </a:lnTo>
                <a:lnTo>
                  <a:pt x="245304" y="128910"/>
                </a:lnTo>
                <a:cubicBezTo>
                  <a:pt x="243984" y="129885"/>
                  <a:pt x="242091" y="130488"/>
                  <a:pt x="239624" y="130717"/>
                </a:cubicBezTo>
                <a:cubicBezTo>
                  <a:pt x="238649" y="130832"/>
                  <a:pt x="237502" y="130889"/>
                  <a:pt x="236182" y="130889"/>
                </a:cubicBezTo>
                <a:cubicBezTo>
                  <a:pt x="229814" y="130889"/>
                  <a:pt x="224923" y="128967"/>
                  <a:pt x="221510" y="125124"/>
                </a:cubicBezTo>
                <a:cubicBezTo>
                  <a:pt x="218096" y="121280"/>
                  <a:pt x="216389" y="115973"/>
                  <a:pt x="216389" y="109203"/>
                </a:cubicBezTo>
                <a:cubicBezTo>
                  <a:pt x="216389" y="100254"/>
                  <a:pt x="219229" y="93914"/>
                  <a:pt x="224909" y="90185"/>
                </a:cubicBezTo>
                <a:cubicBezTo>
                  <a:pt x="231047" y="86112"/>
                  <a:pt x="243411" y="82440"/>
                  <a:pt x="261998" y="79170"/>
                </a:cubicBezTo>
                <a:cubicBezTo>
                  <a:pt x="261998" y="70049"/>
                  <a:pt x="259589" y="63939"/>
                  <a:pt x="254770" y="60841"/>
                </a:cubicBezTo>
                <a:cubicBezTo>
                  <a:pt x="251844" y="58947"/>
                  <a:pt x="248344" y="58001"/>
                  <a:pt x="244271" y="58001"/>
                </a:cubicBezTo>
                <a:cubicBezTo>
                  <a:pt x="239796" y="58001"/>
                  <a:pt x="236268" y="58919"/>
                  <a:pt x="233686" y="60755"/>
                </a:cubicBezTo>
                <a:lnTo>
                  <a:pt x="230416" y="68758"/>
                </a:lnTo>
                <a:lnTo>
                  <a:pt x="229298" y="69360"/>
                </a:lnTo>
                <a:lnTo>
                  <a:pt x="224909" y="68327"/>
                </a:lnTo>
                <a:lnTo>
                  <a:pt x="224307" y="67123"/>
                </a:lnTo>
                <a:lnTo>
                  <a:pt x="224737" y="56968"/>
                </a:lnTo>
                <a:cubicBezTo>
                  <a:pt x="234203" y="49969"/>
                  <a:pt x="241317" y="46011"/>
                  <a:pt x="246078" y="45093"/>
                </a:cubicBezTo>
                <a:cubicBezTo>
                  <a:pt x="248086" y="44691"/>
                  <a:pt x="250697" y="44490"/>
                  <a:pt x="253909" y="44490"/>
                </a:cubicBezTo>
                <a:cubicBezTo>
                  <a:pt x="265211" y="44490"/>
                  <a:pt x="273272" y="47445"/>
                  <a:pt x="278091" y="53354"/>
                </a:cubicBezTo>
                <a:cubicBezTo>
                  <a:pt x="281590" y="57657"/>
                  <a:pt x="283340" y="64254"/>
                  <a:pt x="283340" y="73147"/>
                </a:cubicBezTo>
                <a:cubicBezTo>
                  <a:pt x="283340" y="75327"/>
                  <a:pt x="283254" y="78826"/>
                  <a:pt x="283082" y="83645"/>
                </a:cubicBezTo>
                <a:cubicBezTo>
                  <a:pt x="282795" y="91677"/>
                  <a:pt x="282652" y="97041"/>
                  <a:pt x="282652" y="99737"/>
                </a:cubicBezTo>
                <a:cubicBezTo>
                  <a:pt x="282652" y="108400"/>
                  <a:pt x="282795" y="113922"/>
                  <a:pt x="283082" y="116303"/>
                </a:cubicBezTo>
                <a:cubicBezTo>
                  <a:pt x="283369" y="118684"/>
                  <a:pt x="284043" y="120190"/>
                  <a:pt x="285104" y="120821"/>
                </a:cubicBezTo>
                <a:cubicBezTo>
                  <a:pt x="286166" y="121452"/>
                  <a:pt x="288704" y="121825"/>
                  <a:pt x="292720" y="121940"/>
                </a:cubicBezTo>
                <a:lnTo>
                  <a:pt x="293581" y="122886"/>
                </a:lnTo>
                <a:lnTo>
                  <a:pt x="293581" y="127705"/>
                </a:lnTo>
                <a:moveTo>
                  <a:pt x="261998" y="107654"/>
                </a:moveTo>
                <a:lnTo>
                  <a:pt x="261998" y="86485"/>
                </a:lnTo>
                <a:cubicBezTo>
                  <a:pt x="252532" y="88550"/>
                  <a:pt x="246150" y="90773"/>
                  <a:pt x="242851" y="93154"/>
                </a:cubicBezTo>
                <a:cubicBezTo>
                  <a:pt x="239553" y="95535"/>
                  <a:pt x="237903" y="99164"/>
                  <a:pt x="237903" y="104040"/>
                </a:cubicBezTo>
                <a:cubicBezTo>
                  <a:pt x="237903" y="111842"/>
                  <a:pt x="241317" y="115744"/>
                  <a:pt x="248144" y="115744"/>
                </a:cubicBezTo>
                <a:cubicBezTo>
                  <a:pt x="253938" y="115744"/>
                  <a:pt x="258556" y="113047"/>
                  <a:pt x="261998" y="107654"/>
                </a:cubicBezTo>
                <a:moveTo>
                  <a:pt x="255114" y="40618"/>
                </a:moveTo>
                <a:lnTo>
                  <a:pt x="255114" y="40618"/>
                </a:lnTo>
                <a:moveTo>
                  <a:pt x="255114" y="134934"/>
                </a:moveTo>
                <a:lnTo>
                  <a:pt x="255114" y="134934"/>
                </a:lnTo>
                <a:close/>
                <a:moveTo>
                  <a:pt x="351938" y="127963"/>
                </a:moveTo>
                <a:lnTo>
                  <a:pt x="351077" y="128824"/>
                </a:lnTo>
                <a:cubicBezTo>
                  <a:pt x="345627" y="128422"/>
                  <a:pt x="337767" y="128222"/>
                  <a:pt x="327498" y="128222"/>
                </a:cubicBezTo>
                <a:cubicBezTo>
                  <a:pt x="317229" y="128222"/>
                  <a:pt x="309398" y="128422"/>
                  <a:pt x="304005" y="128824"/>
                </a:cubicBezTo>
                <a:lnTo>
                  <a:pt x="303145" y="127963"/>
                </a:lnTo>
                <a:lnTo>
                  <a:pt x="303145" y="122714"/>
                </a:lnTo>
                <a:lnTo>
                  <a:pt x="304005" y="121853"/>
                </a:lnTo>
                <a:cubicBezTo>
                  <a:pt x="309513" y="121681"/>
                  <a:pt x="312926" y="121251"/>
                  <a:pt x="314246" y="120563"/>
                </a:cubicBezTo>
                <a:cubicBezTo>
                  <a:pt x="315393" y="120046"/>
                  <a:pt x="316024" y="118669"/>
                  <a:pt x="316139" y="116432"/>
                </a:cubicBezTo>
                <a:cubicBezTo>
                  <a:pt x="316541" y="108974"/>
                  <a:pt x="316741" y="95922"/>
                  <a:pt x="316741" y="77277"/>
                </a:cubicBezTo>
                <a:lnTo>
                  <a:pt x="316741" y="48449"/>
                </a:lnTo>
                <a:cubicBezTo>
                  <a:pt x="316741" y="36401"/>
                  <a:pt x="316541" y="26648"/>
                  <a:pt x="316139" y="19190"/>
                </a:cubicBezTo>
                <a:cubicBezTo>
                  <a:pt x="316024" y="17068"/>
                  <a:pt x="315393" y="15676"/>
                  <a:pt x="314246" y="15017"/>
                </a:cubicBezTo>
                <a:cubicBezTo>
                  <a:pt x="313098" y="14357"/>
                  <a:pt x="309771" y="13941"/>
                  <a:pt x="304264" y="13769"/>
                </a:cubicBezTo>
                <a:lnTo>
                  <a:pt x="303403" y="12822"/>
                </a:lnTo>
                <a:lnTo>
                  <a:pt x="303403" y="8089"/>
                </a:lnTo>
                <a:lnTo>
                  <a:pt x="304264" y="7143"/>
                </a:lnTo>
                <a:cubicBezTo>
                  <a:pt x="315336" y="5938"/>
                  <a:pt x="326437" y="3557"/>
                  <a:pt x="337567" y="0"/>
                </a:cubicBezTo>
                <a:lnTo>
                  <a:pt x="339374" y="1033"/>
                </a:lnTo>
                <a:cubicBezTo>
                  <a:pt x="339374" y="2582"/>
                  <a:pt x="339288" y="5421"/>
                  <a:pt x="339116" y="9552"/>
                </a:cubicBezTo>
                <a:cubicBezTo>
                  <a:pt x="338542" y="23263"/>
                  <a:pt x="338255" y="38438"/>
                  <a:pt x="338255" y="55075"/>
                </a:cubicBezTo>
                <a:lnTo>
                  <a:pt x="338255" y="77277"/>
                </a:lnTo>
                <a:cubicBezTo>
                  <a:pt x="338255" y="95922"/>
                  <a:pt x="338456" y="108974"/>
                  <a:pt x="338858" y="116432"/>
                </a:cubicBezTo>
                <a:cubicBezTo>
                  <a:pt x="338972" y="118669"/>
                  <a:pt x="339603" y="120046"/>
                  <a:pt x="340751" y="120563"/>
                </a:cubicBezTo>
                <a:cubicBezTo>
                  <a:pt x="342070" y="121251"/>
                  <a:pt x="345484" y="121681"/>
                  <a:pt x="350991" y="121853"/>
                </a:cubicBezTo>
                <a:lnTo>
                  <a:pt x="351938" y="122714"/>
                </a:lnTo>
                <a:lnTo>
                  <a:pt x="351938" y="127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record">
            <a:extLst xmlns:a="http://schemas.openxmlformats.org/drawingml/2006/main">
              <a:ext uri="{FF2B5EF4-FFF2-40B4-BE49-F238E27FC236}">
                <a16:creationId xmlns:a16="http://schemas.microsoft.com/office/drawing/2014/main" id="{809BF50C-391C-43A4-8772-F217465B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83" y="4813699"/>
            <a:ext cx="502024" cy="134934"/>
          </a:xfrm>
          <a:custGeom xmlns:a="http://schemas.openxmlformats.org/drawingml/2006/main">
            <a:pathLst>
              <a:path w="502024" h="134934">
                <a:moveTo>
                  <a:pt x="64111" y="45093"/>
                </a:moveTo>
                <a:lnTo>
                  <a:pt x="63508" y="60410"/>
                </a:lnTo>
                <a:cubicBezTo>
                  <a:pt x="63451" y="62935"/>
                  <a:pt x="63336" y="65803"/>
                  <a:pt x="63164" y="69016"/>
                </a:cubicBezTo>
                <a:lnTo>
                  <a:pt x="59550" y="70135"/>
                </a:lnTo>
                <a:cubicBezTo>
                  <a:pt x="56853" y="66233"/>
                  <a:pt x="53124" y="64283"/>
                  <a:pt x="48363" y="64283"/>
                </a:cubicBezTo>
                <a:cubicBezTo>
                  <a:pt x="44060" y="64283"/>
                  <a:pt x="40503" y="66004"/>
                  <a:pt x="37692" y="69446"/>
                </a:cubicBezTo>
                <a:cubicBezTo>
                  <a:pt x="35971" y="71569"/>
                  <a:pt x="35110" y="74696"/>
                  <a:pt x="35110" y="78826"/>
                </a:cubicBezTo>
                <a:lnTo>
                  <a:pt x="35110" y="98963"/>
                </a:lnTo>
                <a:cubicBezTo>
                  <a:pt x="35110" y="103151"/>
                  <a:pt x="35311" y="108974"/>
                  <a:pt x="35713" y="116432"/>
                </a:cubicBezTo>
                <a:cubicBezTo>
                  <a:pt x="35827" y="118555"/>
                  <a:pt x="36430" y="119932"/>
                  <a:pt x="37520" y="120563"/>
                </a:cubicBezTo>
                <a:cubicBezTo>
                  <a:pt x="38610" y="121194"/>
                  <a:pt x="42597" y="121624"/>
                  <a:pt x="49481" y="121853"/>
                </a:cubicBezTo>
                <a:lnTo>
                  <a:pt x="50342" y="122628"/>
                </a:lnTo>
                <a:lnTo>
                  <a:pt x="50342" y="127877"/>
                </a:lnTo>
                <a:lnTo>
                  <a:pt x="49481" y="128738"/>
                </a:lnTo>
                <a:cubicBezTo>
                  <a:pt x="41048" y="128394"/>
                  <a:pt x="32672" y="128222"/>
                  <a:pt x="24353" y="128222"/>
                </a:cubicBezTo>
                <a:cubicBezTo>
                  <a:pt x="14084" y="128222"/>
                  <a:pt x="6253" y="128422"/>
                  <a:pt x="861" y="128824"/>
                </a:cubicBezTo>
                <a:lnTo>
                  <a:pt x="0" y="127963"/>
                </a:lnTo>
                <a:lnTo>
                  <a:pt x="0" y="122714"/>
                </a:lnTo>
                <a:lnTo>
                  <a:pt x="861" y="121853"/>
                </a:lnTo>
                <a:cubicBezTo>
                  <a:pt x="6368" y="121681"/>
                  <a:pt x="9782" y="121251"/>
                  <a:pt x="11101" y="120563"/>
                </a:cubicBezTo>
                <a:cubicBezTo>
                  <a:pt x="12248" y="120046"/>
                  <a:pt x="12880" y="118669"/>
                  <a:pt x="12994" y="116432"/>
                </a:cubicBezTo>
                <a:cubicBezTo>
                  <a:pt x="13396" y="108974"/>
                  <a:pt x="13597" y="100971"/>
                  <a:pt x="13597" y="92423"/>
                </a:cubicBezTo>
                <a:lnTo>
                  <a:pt x="13597" y="80117"/>
                </a:lnTo>
                <a:cubicBezTo>
                  <a:pt x="13597" y="68643"/>
                  <a:pt x="13166" y="62045"/>
                  <a:pt x="12306" y="60324"/>
                </a:cubicBezTo>
                <a:cubicBezTo>
                  <a:pt x="11732" y="59177"/>
                  <a:pt x="10499" y="58460"/>
                  <a:pt x="8605" y="58173"/>
                </a:cubicBezTo>
                <a:cubicBezTo>
                  <a:pt x="7917" y="58058"/>
                  <a:pt x="5421" y="57915"/>
                  <a:pt x="1119" y="57743"/>
                </a:cubicBezTo>
                <a:lnTo>
                  <a:pt x="258" y="56882"/>
                </a:lnTo>
                <a:lnTo>
                  <a:pt x="258" y="52063"/>
                </a:lnTo>
                <a:lnTo>
                  <a:pt x="1119" y="51117"/>
                </a:lnTo>
                <a:cubicBezTo>
                  <a:pt x="11445" y="50141"/>
                  <a:pt x="22317" y="47760"/>
                  <a:pt x="33733" y="43974"/>
                </a:cubicBezTo>
                <a:lnTo>
                  <a:pt x="35627" y="45093"/>
                </a:lnTo>
                <a:lnTo>
                  <a:pt x="35455" y="61959"/>
                </a:lnTo>
                <a:cubicBezTo>
                  <a:pt x="39011" y="57829"/>
                  <a:pt x="43314" y="53010"/>
                  <a:pt x="48363" y="47502"/>
                </a:cubicBezTo>
                <a:cubicBezTo>
                  <a:pt x="50715" y="45207"/>
                  <a:pt x="53928" y="44060"/>
                  <a:pt x="58001" y="44060"/>
                </a:cubicBezTo>
                <a:cubicBezTo>
                  <a:pt x="60410" y="44060"/>
                  <a:pt x="62447" y="44404"/>
                  <a:pt x="64111" y="45093"/>
                </a:cubicBezTo>
                <a:close/>
                <a:moveTo>
                  <a:pt x="146707" y="79945"/>
                </a:moveTo>
                <a:cubicBezTo>
                  <a:pt x="146707" y="80920"/>
                  <a:pt x="146679" y="82383"/>
                  <a:pt x="146621" y="84334"/>
                </a:cubicBezTo>
                <a:lnTo>
                  <a:pt x="145675" y="85538"/>
                </a:lnTo>
                <a:cubicBezTo>
                  <a:pt x="138102" y="87604"/>
                  <a:pt x="128062" y="88636"/>
                  <a:pt x="115556" y="88636"/>
                </a:cubicBezTo>
                <a:cubicBezTo>
                  <a:pt x="113318" y="88636"/>
                  <a:pt x="109933" y="88679"/>
                  <a:pt x="105401" y="88765"/>
                </a:cubicBezTo>
                <a:cubicBezTo>
                  <a:pt x="100869" y="88852"/>
                  <a:pt x="97455" y="88895"/>
                  <a:pt x="95161" y="88895"/>
                </a:cubicBezTo>
                <a:cubicBezTo>
                  <a:pt x="95505" y="97328"/>
                  <a:pt x="98115" y="104298"/>
                  <a:pt x="102992" y="109806"/>
                </a:cubicBezTo>
                <a:cubicBezTo>
                  <a:pt x="108098" y="115715"/>
                  <a:pt x="114752" y="118669"/>
                  <a:pt x="122956" y="118669"/>
                </a:cubicBezTo>
                <a:cubicBezTo>
                  <a:pt x="128464" y="118669"/>
                  <a:pt x="135004" y="116776"/>
                  <a:pt x="142577" y="112990"/>
                </a:cubicBezTo>
                <a:lnTo>
                  <a:pt x="144642" y="115485"/>
                </a:lnTo>
                <a:lnTo>
                  <a:pt x="140856" y="124005"/>
                </a:lnTo>
                <a:cubicBezTo>
                  <a:pt x="132480" y="129340"/>
                  <a:pt x="123387" y="132008"/>
                  <a:pt x="113576" y="132008"/>
                </a:cubicBezTo>
                <a:cubicBezTo>
                  <a:pt x="100668" y="132008"/>
                  <a:pt x="90643" y="128365"/>
                  <a:pt x="83500" y="121079"/>
                </a:cubicBezTo>
                <a:cubicBezTo>
                  <a:pt x="76358" y="113793"/>
                  <a:pt x="72786" y="103409"/>
                  <a:pt x="72786" y="89927"/>
                </a:cubicBezTo>
                <a:cubicBezTo>
                  <a:pt x="72786" y="73921"/>
                  <a:pt x="76602" y="62963"/>
                  <a:pt x="84232" y="57054"/>
                </a:cubicBezTo>
                <a:cubicBezTo>
                  <a:pt x="94788" y="48908"/>
                  <a:pt x="104799" y="44835"/>
                  <a:pt x="114265" y="44835"/>
                </a:cubicBezTo>
                <a:cubicBezTo>
                  <a:pt x="124534" y="44835"/>
                  <a:pt x="132480" y="47789"/>
                  <a:pt x="138102" y="53698"/>
                </a:cubicBezTo>
                <a:cubicBezTo>
                  <a:pt x="143839" y="59779"/>
                  <a:pt x="146707" y="68528"/>
                  <a:pt x="146707" y="79945"/>
                </a:cubicBezTo>
                <a:moveTo>
                  <a:pt x="124247" y="77707"/>
                </a:moveTo>
                <a:cubicBezTo>
                  <a:pt x="124247" y="62218"/>
                  <a:pt x="119428" y="54473"/>
                  <a:pt x="109790" y="54473"/>
                </a:cubicBezTo>
                <a:cubicBezTo>
                  <a:pt x="99635" y="54473"/>
                  <a:pt x="94558" y="62160"/>
                  <a:pt x="94558" y="77535"/>
                </a:cubicBezTo>
                <a:lnTo>
                  <a:pt x="94558" y="79429"/>
                </a:lnTo>
                <a:cubicBezTo>
                  <a:pt x="97886" y="79945"/>
                  <a:pt x="103795" y="80203"/>
                  <a:pt x="112286" y="80203"/>
                </a:cubicBezTo>
                <a:cubicBezTo>
                  <a:pt x="116703" y="80203"/>
                  <a:pt x="120662" y="79945"/>
                  <a:pt x="124161" y="79429"/>
                </a:cubicBezTo>
                <a:cubicBezTo>
                  <a:pt x="124218" y="78625"/>
                  <a:pt x="124247" y="78052"/>
                  <a:pt x="124247" y="77707"/>
                </a:cubicBezTo>
                <a:moveTo>
                  <a:pt x="113835" y="134934"/>
                </a:moveTo>
                <a:lnTo>
                  <a:pt x="113835" y="134934"/>
                </a:lnTo>
                <a:moveTo>
                  <a:pt x="113835" y="40618"/>
                </a:moveTo>
                <a:lnTo>
                  <a:pt x="113835" y="40618"/>
                </a:lnTo>
                <a:close/>
                <a:moveTo>
                  <a:pt x="227525" y="117379"/>
                </a:moveTo>
                <a:lnTo>
                  <a:pt x="223739" y="125898"/>
                </a:lnTo>
                <a:cubicBezTo>
                  <a:pt x="215936" y="129971"/>
                  <a:pt x="208249" y="132008"/>
                  <a:pt x="200676" y="132008"/>
                </a:cubicBezTo>
                <a:cubicBezTo>
                  <a:pt x="187882" y="132008"/>
                  <a:pt x="178101" y="128336"/>
                  <a:pt x="171331" y="120993"/>
                </a:cubicBezTo>
                <a:cubicBezTo>
                  <a:pt x="164562" y="113650"/>
                  <a:pt x="161177" y="103581"/>
                  <a:pt x="161177" y="90788"/>
                </a:cubicBezTo>
                <a:cubicBezTo>
                  <a:pt x="161177" y="78970"/>
                  <a:pt x="163787" y="69991"/>
                  <a:pt x="169008" y="63853"/>
                </a:cubicBezTo>
                <a:cubicBezTo>
                  <a:pt x="170442" y="62132"/>
                  <a:pt x="173167" y="59865"/>
                  <a:pt x="177183" y="57054"/>
                </a:cubicBezTo>
                <a:cubicBezTo>
                  <a:pt x="185444" y="51203"/>
                  <a:pt x="190966" y="47703"/>
                  <a:pt x="193748" y="46556"/>
                </a:cubicBezTo>
                <a:cubicBezTo>
                  <a:pt x="196531" y="45408"/>
                  <a:pt x="200791" y="44835"/>
                  <a:pt x="206528" y="44835"/>
                </a:cubicBezTo>
                <a:cubicBezTo>
                  <a:pt x="214330" y="44835"/>
                  <a:pt x="220784" y="46011"/>
                  <a:pt x="225890" y="48363"/>
                </a:cubicBezTo>
                <a:lnTo>
                  <a:pt x="226750" y="49912"/>
                </a:lnTo>
                <a:cubicBezTo>
                  <a:pt x="226693" y="50658"/>
                  <a:pt x="226292" y="53325"/>
                  <a:pt x="225546" y="57915"/>
                </a:cubicBezTo>
                <a:lnTo>
                  <a:pt x="224599" y="63767"/>
                </a:lnTo>
                <a:cubicBezTo>
                  <a:pt x="224427" y="64742"/>
                  <a:pt x="224169" y="68586"/>
                  <a:pt x="223825" y="75298"/>
                </a:cubicBezTo>
                <a:lnTo>
                  <a:pt x="222964" y="76158"/>
                </a:lnTo>
                <a:lnTo>
                  <a:pt x="217801" y="76158"/>
                </a:lnTo>
                <a:lnTo>
                  <a:pt x="216940" y="75298"/>
                </a:lnTo>
                <a:cubicBezTo>
                  <a:pt x="216596" y="70192"/>
                  <a:pt x="216194" y="66635"/>
                  <a:pt x="215735" y="64627"/>
                </a:cubicBezTo>
                <a:cubicBezTo>
                  <a:pt x="213211" y="60152"/>
                  <a:pt x="208363" y="57915"/>
                  <a:pt x="201192" y="57915"/>
                </a:cubicBezTo>
                <a:cubicBezTo>
                  <a:pt x="189030" y="57915"/>
                  <a:pt x="182949" y="65803"/>
                  <a:pt x="182949" y="81580"/>
                </a:cubicBezTo>
                <a:cubicBezTo>
                  <a:pt x="182949" y="93054"/>
                  <a:pt x="185387" y="102090"/>
                  <a:pt x="190263" y="108687"/>
                </a:cubicBezTo>
                <a:cubicBezTo>
                  <a:pt x="195254" y="115514"/>
                  <a:pt x="202282" y="118928"/>
                  <a:pt x="211347" y="118928"/>
                </a:cubicBezTo>
                <a:cubicBezTo>
                  <a:pt x="216854" y="118928"/>
                  <a:pt x="221702" y="117752"/>
                  <a:pt x="225890" y="115399"/>
                </a:cubicBezTo>
                <a:lnTo>
                  <a:pt x="227525" y="117379"/>
                </a:lnTo>
                <a:close/>
                <a:moveTo>
                  <a:pt x="322642" y="85538"/>
                </a:moveTo>
                <a:cubicBezTo>
                  <a:pt x="322642" y="105847"/>
                  <a:pt x="315815" y="119587"/>
                  <a:pt x="302161" y="126759"/>
                </a:cubicBezTo>
                <a:cubicBezTo>
                  <a:pt x="295506" y="130258"/>
                  <a:pt x="287905" y="132008"/>
                  <a:pt x="279357" y="132008"/>
                </a:cubicBezTo>
                <a:cubicBezTo>
                  <a:pt x="266162" y="132008"/>
                  <a:pt x="256108" y="128193"/>
                  <a:pt x="249195" y="120563"/>
                </a:cubicBezTo>
                <a:cubicBezTo>
                  <a:pt x="242282" y="112932"/>
                  <a:pt x="238825" y="102004"/>
                  <a:pt x="238825" y="87776"/>
                </a:cubicBezTo>
                <a:cubicBezTo>
                  <a:pt x="238825" y="68098"/>
                  <a:pt x="245537" y="54989"/>
                  <a:pt x="258962" y="48449"/>
                </a:cubicBezTo>
                <a:cubicBezTo>
                  <a:pt x="265559" y="45236"/>
                  <a:pt x="273218" y="43630"/>
                  <a:pt x="281938" y="43630"/>
                </a:cubicBezTo>
                <a:cubicBezTo>
                  <a:pt x="300239" y="43630"/>
                  <a:pt x="312373" y="49969"/>
                  <a:pt x="318340" y="62648"/>
                </a:cubicBezTo>
                <a:cubicBezTo>
                  <a:pt x="321208" y="68729"/>
                  <a:pt x="322642" y="76359"/>
                  <a:pt x="322642" y="85538"/>
                </a:cubicBezTo>
                <a:moveTo>
                  <a:pt x="298805" y="92595"/>
                </a:moveTo>
                <a:cubicBezTo>
                  <a:pt x="298805" y="78310"/>
                  <a:pt x="297242" y="68084"/>
                  <a:pt x="294115" y="61916"/>
                </a:cubicBezTo>
                <a:cubicBezTo>
                  <a:pt x="290989" y="55749"/>
                  <a:pt x="286212" y="52665"/>
                  <a:pt x="279787" y="52665"/>
                </a:cubicBezTo>
                <a:cubicBezTo>
                  <a:pt x="268370" y="52665"/>
                  <a:pt x="262662" y="62963"/>
                  <a:pt x="262662" y="83559"/>
                </a:cubicBezTo>
                <a:cubicBezTo>
                  <a:pt x="262662" y="110007"/>
                  <a:pt x="269059" y="123230"/>
                  <a:pt x="281852" y="123230"/>
                </a:cubicBezTo>
                <a:cubicBezTo>
                  <a:pt x="289827" y="123230"/>
                  <a:pt x="294904" y="118842"/>
                  <a:pt x="297084" y="110064"/>
                </a:cubicBezTo>
                <a:cubicBezTo>
                  <a:pt x="298231" y="105474"/>
                  <a:pt x="298805" y="99651"/>
                  <a:pt x="298805" y="92595"/>
                </a:cubicBezTo>
                <a:moveTo>
                  <a:pt x="281594" y="134934"/>
                </a:moveTo>
                <a:lnTo>
                  <a:pt x="281594" y="134934"/>
                </a:lnTo>
                <a:moveTo>
                  <a:pt x="281594" y="40618"/>
                </a:moveTo>
                <a:lnTo>
                  <a:pt x="281594" y="40618"/>
                </a:lnTo>
                <a:close/>
                <a:moveTo>
                  <a:pt x="398085" y="45093"/>
                </a:moveTo>
                <a:lnTo>
                  <a:pt x="397483" y="60410"/>
                </a:lnTo>
                <a:cubicBezTo>
                  <a:pt x="397426" y="62935"/>
                  <a:pt x="397311" y="65803"/>
                  <a:pt x="397139" y="69016"/>
                </a:cubicBezTo>
                <a:lnTo>
                  <a:pt x="393524" y="70135"/>
                </a:lnTo>
                <a:cubicBezTo>
                  <a:pt x="390828" y="66233"/>
                  <a:pt x="387099" y="64283"/>
                  <a:pt x="382337" y="64283"/>
                </a:cubicBezTo>
                <a:cubicBezTo>
                  <a:pt x="378035" y="64283"/>
                  <a:pt x="374478" y="66004"/>
                  <a:pt x="371667" y="69446"/>
                </a:cubicBezTo>
                <a:cubicBezTo>
                  <a:pt x="369945" y="71569"/>
                  <a:pt x="369085" y="74696"/>
                  <a:pt x="369085" y="78826"/>
                </a:cubicBezTo>
                <a:lnTo>
                  <a:pt x="369085" y="98963"/>
                </a:lnTo>
                <a:cubicBezTo>
                  <a:pt x="369085" y="103151"/>
                  <a:pt x="369286" y="108974"/>
                  <a:pt x="369687" y="116432"/>
                </a:cubicBezTo>
                <a:cubicBezTo>
                  <a:pt x="369802" y="118555"/>
                  <a:pt x="370404" y="119932"/>
                  <a:pt x="371494" y="120563"/>
                </a:cubicBezTo>
                <a:cubicBezTo>
                  <a:pt x="372584" y="121194"/>
                  <a:pt x="376572" y="121624"/>
                  <a:pt x="383456" y="121853"/>
                </a:cubicBezTo>
                <a:lnTo>
                  <a:pt x="384317" y="122628"/>
                </a:lnTo>
                <a:lnTo>
                  <a:pt x="384317" y="127877"/>
                </a:lnTo>
                <a:lnTo>
                  <a:pt x="383456" y="128738"/>
                </a:lnTo>
                <a:cubicBezTo>
                  <a:pt x="375023" y="128394"/>
                  <a:pt x="366647" y="128222"/>
                  <a:pt x="358328" y="128222"/>
                </a:cubicBezTo>
                <a:cubicBezTo>
                  <a:pt x="348059" y="128222"/>
                  <a:pt x="340228" y="128422"/>
                  <a:pt x="334835" y="128824"/>
                </a:cubicBezTo>
                <a:lnTo>
                  <a:pt x="333975" y="127963"/>
                </a:lnTo>
                <a:lnTo>
                  <a:pt x="333975" y="122714"/>
                </a:lnTo>
                <a:lnTo>
                  <a:pt x="334835" y="121853"/>
                </a:lnTo>
                <a:cubicBezTo>
                  <a:pt x="340343" y="121681"/>
                  <a:pt x="343756" y="121251"/>
                  <a:pt x="345076" y="120563"/>
                </a:cubicBezTo>
                <a:cubicBezTo>
                  <a:pt x="346223" y="120046"/>
                  <a:pt x="346854" y="118669"/>
                  <a:pt x="346969" y="116432"/>
                </a:cubicBezTo>
                <a:cubicBezTo>
                  <a:pt x="347370" y="108974"/>
                  <a:pt x="347571" y="100971"/>
                  <a:pt x="347571" y="92423"/>
                </a:cubicBezTo>
                <a:lnTo>
                  <a:pt x="347571" y="80117"/>
                </a:lnTo>
                <a:cubicBezTo>
                  <a:pt x="347571" y="68643"/>
                  <a:pt x="347141" y="62045"/>
                  <a:pt x="346280" y="60324"/>
                </a:cubicBezTo>
                <a:cubicBezTo>
                  <a:pt x="345707" y="59177"/>
                  <a:pt x="344473" y="58460"/>
                  <a:pt x="342580" y="58173"/>
                </a:cubicBezTo>
                <a:cubicBezTo>
                  <a:pt x="341892" y="58058"/>
                  <a:pt x="339396" y="57915"/>
                  <a:pt x="335093" y="57743"/>
                </a:cubicBezTo>
                <a:lnTo>
                  <a:pt x="334233" y="56882"/>
                </a:lnTo>
                <a:lnTo>
                  <a:pt x="334233" y="52063"/>
                </a:lnTo>
                <a:lnTo>
                  <a:pt x="335093" y="51117"/>
                </a:lnTo>
                <a:cubicBezTo>
                  <a:pt x="345420" y="50141"/>
                  <a:pt x="356291" y="47760"/>
                  <a:pt x="367708" y="43974"/>
                </a:cubicBezTo>
                <a:lnTo>
                  <a:pt x="369601" y="45093"/>
                </a:lnTo>
                <a:lnTo>
                  <a:pt x="369429" y="61959"/>
                </a:lnTo>
                <a:cubicBezTo>
                  <a:pt x="372986" y="57829"/>
                  <a:pt x="377289" y="53010"/>
                  <a:pt x="382337" y="47502"/>
                </a:cubicBezTo>
                <a:cubicBezTo>
                  <a:pt x="384690" y="45207"/>
                  <a:pt x="387902" y="44060"/>
                  <a:pt x="391975" y="44060"/>
                </a:cubicBezTo>
                <a:cubicBezTo>
                  <a:pt x="394385" y="44060"/>
                  <a:pt x="396422" y="44404"/>
                  <a:pt x="398085" y="45093"/>
                </a:cubicBezTo>
                <a:close/>
                <a:moveTo>
                  <a:pt x="502024" y="127963"/>
                </a:moveTo>
                <a:lnTo>
                  <a:pt x="501163" y="128824"/>
                </a:lnTo>
                <a:cubicBezTo>
                  <a:pt x="495541" y="128422"/>
                  <a:pt x="490464" y="128222"/>
                  <a:pt x="485931" y="128222"/>
                </a:cubicBezTo>
                <a:cubicBezTo>
                  <a:pt x="481629" y="128222"/>
                  <a:pt x="475806" y="128422"/>
                  <a:pt x="468462" y="128824"/>
                </a:cubicBezTo>
                <a:lnTo>
                  <a:pt x="467688" y="128222"/>
                </a:lnTo>
                <a:cubicBezTo>
                  <a:pt x="467917" y="125410"/>
                  <a:pt x="468032" y="120706"/>
                  <a:pt x="468032" y="114109"/>
                </a:cubicBezTo>
                <a:cubicBezTo>
                  <a:pt x="465967" y="115830"/>
                  <a:pt x="463012" y="118469"/>
                  <a:pt x="459168" y="122026"/>
                </a:cubicBezTo>
                <a:cubicBezTo>
                  <a:pt x="454407" y="126443"/>
                  <a:pt x="451309" y="129082"/>
                  <a:pt x="449874" y="129943"/>
                </a:cubicBezTo>
                <a:cubicBezTo>
                  <a:pt x="448039" y="130803"/>
                  <a:pt x="445055" y="131233"/>
                  <a:pt x="440925" y="131233"/>
                </a:cubicBezTo>
                <a:cubicBezTo>
                  <a:pt x="431115" y="131233"/>
                  <a:pt x="423197" y="127533"/>
                  <a:pt x="417174" y="120132"/>
                </a:cubicBezTo>
                <a:cubicBezTo>
                  <a:pt x="411150" y="112732"/>
                  <a:pt x="408138" y="103151"/>
                  <a:pt x="408138" y="91390"/>
                </a:cubicBezTo>
                <a:cubicBezTo>
                  <a:pt x="408138" y="79974"/>
                  <a:pt x="410461" y="71081"/>
                  <a:pt x="415108" y="64713"/>
                </a:cubicBezTo>
                <a:cubicBezTo>
                  <a:pt x="416313" y="63049"/>
                  <a:pt x="419870" y="60095"/>
                  <a:pt x="425779" y="55850"/>
                </a:cubicBezTo>
                <a:cubicBezTo>
                  <a:pt x="432663" y="50916"/>
                  <a:pt x="437683" y="47789"/>
                  <a:pt x="440839" y="46470"/>
                </a:cubicBezTo>
                <a:cubicBezTo>
                  <a:pt x="443592" y="45322"/>
                  <a:pt x="447092" y="44748"/>
                  <a:pt x="451337" y="44748"/>
                </a:cubicBezTo>
                <a:cubicBezTo>
                  <a:pt x="457304" y="44748"/>
                  <a:pt x="462869" y="46011"/>
                  <a:pt x="468032" y="48535"/>
                </a:cubicBezTo>
                <a:lnTo>
                  <a:pt x="468032" y="43716"/>
                </a:lnTo>
                <a:cubicBezTo>
                  <a:pt x="468032" y="28628"/>
                  <a:pt x="467659" y="19735"/>
                  <a:pt x="466913" y="17039"/>
                </a:cubicBezTo>
                <a:cubicBezTo>
                  <a:pt x="466512" y="15547"/>
                  <a:pt x="465336" y="14629"/>
                  <a:pt x="463385" y="14285"/>
                </a:cubicBezTo>
                <a:cubicBezTo>
                  <a:pt x="462467" y="14113"/>
                  <a:pt x="459828" y="13941"/>
                  <a:pt x="455468" y="13769"/>
                </a:cubicBezTo>
                <a:lnTo>
                  <a:pt x="454607" y="12822"/>
                </a:lnTo>
                <a:lnTo>
                  <a:pt x="454607" y="8089"/>
                </a:lnTo>
                <a:lnTo>
                  <a:pt x="455468" y="7143"/>
                </a:lnTo>
                <a:cubicBezTo>
                  <a:pt x="466483" y="5995"/>
                  <a:pt x="477584" y="3614"/>
                  <a:pt x="488771" y="0"/>
                </a:cubicBezTo>
                <a:lnTo>
                  <a:pt x="490664" y="1033"/>
                </a:lnTo>
                <a:cubicBezTo>
                  <a:pt x="490664" y="1262"/>
                  <a:pt x="490550" y="4102"/>
                  <a:pt x="490320" y="9552"/>
                </a:cubicBezTo>
                <a:cubicBezTo>
                  <a:pt x="489804" y="21887"/>
                  <a:pt x="489546" y="40417"/>
                  <a:pt x="489546" y="65143"/>
                </a:cubicBezTo>
                <a:lnTo>
                  <a:pt x="489546" y="92939"/>
                </a:lnTo>
                <a:cubicBezTo>
                  <a:pt x="489546" y="109060"/>
                  <a:pt x="489919" y="117924"/>
                  <a:pt x="490664" y="119530"/>
                </a:cubicBezTo>
                <a:cubicBezTo>
                  <a:pt x="491123" y="120505"/>
                  <a:pt x="491754" y="121108"/>
                  <a:pt x="492558" y="121337"/>
                </a:cubicBezTo>
                <a:cubicBezTo>
                  <a:pt x="493820" y="121739"/>
                  <a:pt x="496688" y="122112"/>
                  <a:pt x="501163" y="122456"/>
                </a:cubicBezTo>
                <a:lnTo>
                  <a:pt x="502024" y="123316"/>
                </a:lnTo>
                <a:lnTo>
                  <a:pt x="502024" y="127963"/>
                </a:lnTo>
                <a:moveTo>
                  <a:pt x="468032" y="83043"/>
                </a:moveTo>
                <a:lnTo>
                  <a:pt x="468032" y="66865"/>
                </a:lnTo>
                <a:cubicBezTo>
                  <a:pt x="463901" y="61931"/>
                  <a:pt x="459943" y="58775"/>
                  <a:pt x="456156" y="57399"/>
                </a:cubicBezTo>
                <a:cubicBezTo>
                  <a:pt x="453575" y="56481"/>
                  <a:pt x="450821" y="56022"/>
                  <a:pt x="447895" y="56022"/>
                </a:cubicBezTo>
                <a:cubicBezTo>
                  <a:pt x="439978" y="56022"/>
                  <a:pt x="434872" y="60095"/>
                  <a:pt x="432577" y="68241"/>
                </a:cubicBezTo>
                <a:cubicBezTo>
                  <a:pt x="431315" y="72774"/>
                  <a:pt x="430684" y="77822"/>
                  <a:pt x="430684" y="83387"/>
                </a:cubicBezTo>
                <a:cubicBezTo>
                  <a:pt x="430684" y="95263"/>
                  <a:pt x="433467" y="104069"/>
                  <a:pt x="439032" y="109806"/>
                </a:cubicBezTo>
                <a:cubicBezTo>
                  <a:pt x="441957" y="112846"/>
                  <a:pt x="445887" y="114367"/>
                  <a:pt x="450821" y="114367"/>
                </a:cubicBezTo>
                <a:cubicBezTo>
                  <a:pt x="454894" y="114367"/>
                  <a:pt x="458681" y="113076"/>
                  <a:pt x="462180" y="110494"/>
                </a:cubicBezTo>
                <a:cubicBezTo>
                  <a:pt x="465336" y="108199"/>
                  <a:pt x="467200" y="105733"/>
                  <a:pt x="467774" y="103094"/>
                </a:cubicBezTo>
                <a:cubicBezTo>
                  <a:pt x="467946" y="102290"/>
                  <a:pt x="468032" y="95607"/>
                  <a:pt x="468032" y="830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25938d0a349b7"/>
          <a:stretch xmlns:a="http://schemas.openxmlformats.org/drawingml/2006/main"/>
        </p:blipFill>
        <p:spPr>
          <a:xfrm xmlns:a="http://schemas.openxmlformats.org/drawingml/2006/main">
            <a:off x="3267726" y="3318801"/>
            <a:ext cx="1923578" cy="629274"/>
          </a:xfrm>
          <a:prstGeom xmlns:a="http://schemas.openxmlformats.org/drawingml/2006/main" prst="rect">
            <a:avLst/>
          </a:prstGeom>
        </p:spPr>
      </p:pic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d7289d6fa4e3a"/>
          <a:stretch xmlns:a="http://schemas.openxmlformats.org/drawingml/2006/main"/>
        </p:blipFill>
        <p:spPr>
          <a:xfrm xmlns:a="http://schemas.openxmlformats.org/drawingml/2006/main">
            <a:off x="3445473" y="3312290"/>
            <a:ext cx="1604237" cy="684474"/>
          </a:xfrm>
          <a:prstGeom xmlns:a="http://schemas.openxmlformats.org/drawingml/2006/main" prst="rect">
            <a:avLst/>
          </a:prstGeom>
        </p:spPr>
      </p:pic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FF63B-20F2-428B-83D5-4EBDECB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238" y="3350639"/>
            <a:ext cx="1809599" cy="517147"/>
          </a:xfrm>
          <a:custGeom xmlns:a="http://schemas.openxmlformats.org/drawingml/2006/main">
            <a:pathLst>
              <a:path w="1809599" h="517147">
                <a:moveTo>
                  <a:pt x="0" y="517147"/>
                </a:moveTo>
                <a:lnTo>
                  <a:pt x="0" y="0"/>
                </a:lnTo>
                <a:lnTo>
                  <a:pt x="1809599" y="0"/>
                </a:lnTo>
                <a:lnTo>
                  <a:pt x="1809599" y="517147"/>
                </a:lnTo>
                <a:lnTo>
                  <a:pt x="0" y="51714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B04F8-AECF-4DBB-8276-5E949FB2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238" y="3350639"/>
            <a:ext cx="1809599" cy="517147"/>
          </a:xfrm>
          <a:custGeom xmlns:a="http://schemas.openxmlformats.org/drawingml/2006/main">
            <a:pathLst>
              <a:path w="1809599" h="517147" fill="none">
                <a:moveTo>
                  <a:pt x="0" y="517147"/>
                </a:moveTo>
                <a:lnTo>
                  <a:pt x="1809599" y="517147"/>
                </a:lnTo>
                <a:lnTo>
                  <a:pt x="1809599" y="0"/>
                </a:lnTo>
                <a:lnTo>
                  <a:pt x="0" y="0"/>
                </a:lnTo>
                <a:lnTo>
                  <a:pt x="0" y="5171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round/>
          </a:ln>
        </p:spPr>
      </p:sp>
      <p:sp>
        <p:nvSpPr>
          <p:cNvPr id="83" name="Text Ph-II-①">
            <a:extLst xmlns:a="http://schemas.openxmlformats.org/drawingml/2006/main">
              <a:ext uri="{FF2B5EF4-FFF2-40B4-BE49-F238E27FC236}">
                <a16:creationId xmlns:a16="http://schemas.microsoft.com/office/drawing/2014/main" id="{1535912B-2462-4567-A0EE-A029F6B5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788" y="3406195"/>
            <a:ext cx="667469" cy="194398"/>
          </a:xfrm>
          <a:custGeom xmlns:a="http://schemas.openxmlformats.org/drawingml/2006/main">
            <a:pathLst>
              <a:path w="667469" h="194398">
                <a:moveTo>
                  <a:pt x="97586" y="61443"/>
                </a:moveTo>
                <a:cubicBezTo>
                  <a:pt x="97586" y="73261"/>
                  <a:pt x="93556" y="82483"/>
                  <a:pt x="85495" y="89110"/>
                </a:cubicBezTo>
                <a:cubicBezTo>
                  <a:pt x="77435" y="95736"/>
                  <a:pt x="68327" y="99049"/>
                  <a:pt x="58173" y="99049"/>
                </a:cubicBezTo>
                <a:cubicBezTo>
                  <a:pt x="54731" y="99049"/>
                  <a:pt x="51260" y="98647"/>
                  <a:pt x="47760" y="97844"/>
                </a:cubicBezTo>
                <a:cubicBezTo>
                  <a:pt x="47244" y="96295"/>
                  <a:pt x="46240" y="94230"/>
                  <a:pt x="44748" y="91648"/>
                </a:cubicBezTo>
                <a:lnTo>
                  <a:pt x="46556" y="89755"/>
                </a:lnTo>
                <a:cubicBezTo>
                  <a:pt x="48965" y="90558"/>
                  <a:pt x="51174" y="90960"/>
                  <a:pt x="53182" y="90960"/>
                </a:cubicBezTo>
                <a:cubicBezTo>
                  <a:pt x="58976" y="90960"/>
                  <a:pt x="63623" y="88909"/>
                  <a:pt x="67123" y="84807"/>
                </a:cubicBezTo>
                <a:cubicBezTo>
                  <a:pt x="70622" y="80705"/>
                  <a:pt x="72372" y="74954"/>
                  <a:pt x="72372" y="67553"/>
                </a:cubicBezTo>
                <a:cubicBezTo>
                  <a:pt x="72372" y="51547"/>
                  <a:pt x="65172" y="43544"/>
                  <a:pt x="50772" y="43544"/>
                </a:cubicBezTo>
                <a:cubicBezTo>
                  <a:pt x="49051" y="43544"/>
                  <a:pt x="45609" y="43888"/>
                  <a:pt x="40446" y="44576"/>
                </a:cubicBezTo>
                <a:cubicBezTo>
                  <a:pt x="39929" y="45953"/>
                  <a:pt x="39671" y="55333"/>
                  <a:pt x="39671" y="72716"/>
                </a:cubicBezTo>
                <a:lnTo>
                  <a:pt x="39671" y="118239"/>
                </a:lnTo>
                <a:cubicBezTo>
                  <a:pt x="39671" y="131893"/>
                  <a:pt x="40044" y="140786"/>
                  <a:pt x="40790" y="144916"/>
                </a:cubicBezTo>
                <a:cubicBezTo>
                  <a:pt x="41077" y="146580"/>
                  <a:pt x="42052" y="147641"/>
                  <a:pt x="43716" y="148100"/>
                </a:cubicBezTo>
                <a:cubicBezTo>
                  <a:pt x="44232" y="148215"/>
                  <a:pt x="48162" y="148502"/>
                  <a:pt x="55505" y="148961"/>
                </a:cubicBezTo>
                <a:lnTo>
                  <a:pt x="56452" y="149907"/>
                </a:lnTo>
                <a:lnTo>
                  <a:pt x="56452" y="155587"/>
                </a:lnTo>
                <a:lnTo>
                  <a:pt x="55591" y="156447"/>
                </a:lnTo>
                <a:cubicBezTo>
                  <a:pt x="47732" y="156103"/>
                  <a:pt x="38323" y="155931"/>
                  <a:pt x="27365" y="155931"/>
                </a:cubicBezTo>
                <a:cubicBezTo>
                  <a:pt x="15031" y="155931"/>
                  <a:pt x="6196" y="156103"/>
                  <a:pt x="861" y="156447"/>
                </a:cubicBezTo>
                <a:lnTo>
                  <a:pt x="0" y="155673"/>
                </a:lnTo>
                <a:lnTo>
                  <a:pt x="0" y="149907"/>
                </a:lnTo>
                <a:lnTo>
                  <a:pt x="947" y="148961"/>
                </a:lnTo>
                <a:cubicBezTo>
                  <a:pt x="6741" y="148617"/>
                  <a:pt x="10068" y="148330"/>
                  <a:pt x="10929" y="148100"/>
                </a:cubicBezTo>
                <a:cubicBezTo>
                  <a:pt x="12593" y="147641"/>
                  <a:pt x="13568" y="146580"/>
                  <a:pt x="13855" y="144916"/>
                </a:cubicBezTo>
                <a:cubicBezTo>
                  <a:pt x="14601" y="140786"/>
                  <a:pt x="14974" y="131893"/>
                  <a:pt x="14974" y="118239"/>
                </a:cubicBezTo>
                <a:lnTo>
                  <a:pt x="14974" y="72716"/>
                </a:lnTo>
                <a:cubicBezTo>
                  <a:pt x="14974" y="59062"/>
                  <a:pt x="14601" y="50170"/>
                  <a:pt x="13855" y="46039"/>
                </a:cubicBezTo>
                <a:cubicBezTo>
                  <a:pt x="13568" y="44376"/>
                  <a:pt x="12593" y="43314"/>
                  <a:pt x="10929" y="42855"/>
                </a:cubicBezTo>
                <a:cubicBezTo>
                  <a:pt x="10068" y="42626"/>
                  <a:pt x="6712" y="42339"/>
                  <a:pt x="861" y="41995"/>
                </a:cubicBezTo>
                <a:lnTo>
                  <a:pt x="0" y="41048"/>
                </a:lnTo>
                <a:lnTo>
                  <a:pt x="0" y="35368"/>
                </a:lnTo>
                <a:lnTo>
                  <a:pt x="947" y="34508"/>
                </a:lnTo>
                <a:cubicBezTo>
                  <a:pt x="6569" y="34852"/>
                  <a:pt x="15203" y="35024"/>
                  <a:pt x="26849" y="35024"/>
                </a:cubicBezTo>
                <a:cubicBezTo>
                  <a:pt x="31668" y="35024"/>
                  <a:pt x="38610" y="34938"/>
                  <a:pt x="47674" y="34766"/>
                </a:cubicBezTo>
                <a:cubicBezTo>
                  <a:pt x="56739" y="34594"/>
                  <a:pt x="61959" y="34508"/>
                  <a:pt x="63336" y="34508"/>
                </a:cubicBezTo>
                <a:cubicBezTo>
                  <a:pt x="79056" y="34508"/>
                  <a:pt x="89267" y="38495"/>
                  <a:pt x="93972" y="46470"/>
                </a:cubicBezTo>
                <a:cubicBezTo>
                  <a:pt x="96381" y="50600"/>
                  <a:pt x="97586" y="55591"/>
                  <a:pt x="97586" y="61443"/>
                </a:cubicBezTo>
                <a:close/>
                <a:moveTo>
                  <a:pt x="205396" y="155587"/>
                </a:moveTo>
                <a:lnTo>
                  <a:pt x="204535" y="156534"/>
                </a:lnTo>
                <a:cubicBezTo>
                  <a:pt x="198224" y="156132"/>
                  <a:pt x="192889" y="155931"/>
                  <a:pt x="188529" y="155931"/>
                </a:cubicBezTo>
                <a:cubicBezTo>
                  <a:pt x="184513" y="155931"/>
                  <a:pt x="178661" y="156132"/>
                  <a:pt x="170974" y="156534"/>
                </a:cubicBezTo>
                <a:lnTo>
                  <a:pt x="170113" y="155673"/>
                </a:lnTo>
                <a:cubicBezTo>
                  <a:pt x="171146" y="142880"/>
                  <a:pt x="171662" y="133012"/>
                  <a:pt x="171662" y="126070"/>
                </a:cubicBezTo>
                <a:lnTo>
                  <a:pt x="171662" y="109203"/>
                </a:lnTo>
                <a:cubicBezTo>
                  <a:pt x="171662" y="95205"/>
                  <a:pt x="166614" y="88206"/>
                  <a:pt x="156517" y="88206"/>
                </a:cubicBezTo>
                <a:cubicBezTo>
                  <a:pt x="151124" y="88206"/>
                  <a:pt x="146936" y="90071"/>
                  <a:pt x="143953" y="93800"/>
                </a:cubicBezTo>
                <a:cubicBezTo>
                  <a:pt x="141543" y="96783"/>
                  <a:pt x="140338" y="100627"/>
                  <a:pt x="140338" y="105331"/>
                </a:cubicBezTo>
                <a:lnTo>
                  <a:pt x="140338" y="115485"/>
                </a:lnTo>
                <a:cubicBezTo>
                  <a:pt x="140338" y="127132"/>
                  <a:pt x="140539" y="136684"/>
                  <a:pt x="140941" y="144142"/>
                </a:cubicBezTo>
                <a:cubicBezTo>
                  <a:pt x="141055" y="146379"/>
                  <a:pt x="141687" y="147756"/>
                  <a:pt x="142834" y="148272"/>
                </a:cubicBezTo>
                <a:cubicBezTo>
                  <a:pt x="144153" y="148961"/>
                  <a:pt x="147567" y="149391"/>
                  <a:pt x="153074" y="149563"/>
                </a:cubicBezTo>
                <a:lnTo>
                  <a:pt x="154021" y="150424"/>
                </a:lnTo>
                <a:lnTo>
                  <a:pt x="154021" y="155673"/>
                </a:lnTo>
                <a:lnTo>
                  <a:pt x="153160" y="156534"/>
                </a:lnTo>
                <a:cubicBezTo>
                  <a:pt x="147710" y="156132"/>
                  <a:pt x="139851" y="155931"/>
                  <a:pt x="129581" y="155931"/>
                </a:cubicBezTo>
                <a:cubicBezTo>
                  <a:pt x="119312" y="155931"/>
                  <a:pt x="111481" y="156132"/>
                  <a:pt x="106089" y="156534"/>
                </a:cubicBezTo>
                <a:lnTo>
                  <a:pt x="105228" y="155673"/>
                </a:lnTo>
                <a:lnTo>
                  <a:pt x="105228" y="150424"/>
                </a:lnTo>
                <a:lnTo>
                  <a:pt x="106089" y="149563"/>
                </a:lnTo>
                <a:cubicBezTo>
                  <a:pt x="111596" y="149391"/>
                  <a:pt x="115010" y="148961"/>
                  <a:pt x="116329" y="148272"/>
                </a:cubicBezTo>
                <a:cubicBezTo>
                  <a:pt x="117476" y="147756"/>
                  <a:pt x="118108" y="146379"/>
                  <a:pt x="118222" y="144142"/>
                </a:cubicBezTo>
                <a:cubicBezTo>
                  <a:pt x="118624" y="136684"/>
                  <a:pt x="118825" y="123632"/>
                  <a:pt x="118825" y="104987"/>
                </a:cubicBezTo>
                <a:lnTo>
                  <a:pt x="118825" y="76158"/>
                </a:lnTo>
                <a:cubicBezTo>
                  <a:pt x="118825" y="64111"/>
                  <a:pt x="118624" y="54358"/>
                  <a:pt x="118222" y="46900"/>
                </a:cubicBezTo>
                <a:cubicBezTo>
                  <a:pt x="118108" y="44777"/>
                  <a:pt x="117476" y="43386"/>
                  <a:pt x="116329" y="42726"/>
                </a:cubicBezTo>
                <a:cubicBezTo>
                  <a:pt x="115182" y="42066"/>
                  <a:pt x="111854" y="41650"/>
                  <a:pt x="106347" y="41478"/>
                </a:cubicBezTo>
                <a:lnTo>
                  <a:pt x="105486" y="40532"/>
                </a:lnTo>
                <a:lnTo>
                  <a:pt x="105486" y="35799"/>
                </a:lnTo>
                <a:lnTo>
                  <a:pt x="106347" y="34852"/>
                </a:lnTo>
                <a:cubicBezTo>
                  <a:pt x="117419" y="33647"/>
                  <a:pt x="128520" y="31267"/>
                  <a:pt x="139650" y="27710"/>
                </a:cubicBezTo>
                <a:lnTo>
                  <a:pt x="141457" y="28742"/>
                </a:lnTo>
                <a:cubicBezTo>
                  <a:pt x="141457" y="30291"/>
                  <a:pt x="141371" y="33131"/>
                  <a:pt x="141199" y="37262"/>
                </a:cubicBezTo>
                <a:cubicBezTo>
                  <a:pt x="140625" y="50973"/>
                  <a:pt x="140338" y="66147"/>
                  <a:pt x="140338" y="82785"/>
                </a:cubicBezTo>
                <a:lnTo>
                  <a:pt x="140338" y="87604"/>
                </a:lnTo>
                <a:lnTo>
                  <a:pt x="155484" y="74868"/>
                </a:lnTo>
                <a:cubicBezTo>
                  <a:pt x="159270" y="73319"/>
                  <a:pt x="163430" y="72544"/>
                  <a:pt x="167962" y="72544"/>
                </a:cubicBezTo>
                <a:cubicBezTo>
                  <a:pt x="177084" y="72544"/>
                  <a:pt x="183911" y="75298"/>
                  <a:pt x="188443" y="80805"/>
                </a:cubicBezTo>
                <a:cubicBezTo>
                  <a:pt x="192115" y="85280"/>
                  <a:pt x="193950" y="91849"/>
                  <a:pt x="193950" y="100512"/>
                </a:cubicBezTo>
                <a:cubicBezTo>
                  <a:pt x="193950" y="101487"/>
                  <a:pt x="193836" y="104987"/>
                  <a:pt x="193606" y="111011"/>
                </a:cubicBezTo>
                <a:cubicBezTo>
                  <a:pt x="193377" y="117034"/>
                  <a:pt x="193262" y="122513"/>
                  <a:pt x="193262" y="127447"/>
                </a:cubicBezTo>
                <a:cubicBezTo>
                  <a:pt x="193262" y="136110"/>
                  <a:pt x="193405" y="141632"/>
                  <a:pt x="193692" y="144013"/>
                </a:cubicBezTo>
                <a:cubicBezTo>
                  <a:pt x="193979" y="146393"/>
                  <a:pt x="194639" y="147899"/>
                  <a:pt x="195672" y="148530"/>
                </a:cubicBezTo>
                <a:cubicBezTo>
                  <a:pt x="196704" y="149162"/>
                  <a:pt x="199687" y="149534"/>
                  <a:pt x="204621" y="149649"/>
                </a:cubicBezTo>
                <a:lnTo>
                  <a:pt x="205396" y="150510"/>
                </a:lnTo>
                <a:lnTo>
                  <a:pt x="205396" y="155587"/>
                </a:lnTo>
                <a:close/>
                <a:moveTo>
                  <a:pt x="258388" y="122198"/>
                </a:moveTo>
                <a:lnTo>
                  <a:pt x="212607" y="122198"/>
                </a:lnTo>
                <a:lnTo>
                  <a:pt x="211316" y="120821"/>
                </a:lnTo>
                <a:cubicBezTo>
                  <a:pt x="212234" y="119329"/>
                  <a:pt x="213353" y="116375"/>
                  <a:pt x="214672" y="111957"/>
                </a:cubicBezTo>
                <a:cubicBezTo>
                  <a:pt x="215992" y="107540"/>
                  <a:pt x="216795" y="104470"/>
                  <a:pt x="217082" y="102749"/>
                </a:cubicBezTo>
                <a:lnTo>
                  <a:pt x="262433" y="102749"/>
                </a:lnTo>
                <a:lnTo>
                  <a:pt x="264068" y="104470"/>
                </a:lnTo>
                <a:cubicBezTo>
                  <a:pt x="261830" y="108257"/>
                  <a:pt x="259937" y="114166"/>
                  <a:pt x="258388" y="122198"/>
                </a:cubicBezTo>
                <a:close/>
                <a:moveTo>
                  <a:pt x="328753" y="155587"/>
                </a:moveTo>
                <a:lnTo>
                  <a:pt x="327978" y="156447"/>
                </a:lnTo>
                <a:cubicBezTo>
                  <a:pt x="322241" y="156103"/>
                  <a:pt x="313378" y="155931"/>
                  <a:pt x="301387" y="155931"/>
                </a:cubicBezTo>
                <a:cubicBezTo>
                  <a:pt x="289454" y="155931"/>
                  <a:pt x="280619" y="156103"/>
                  <a:pt x="274882" y="156447"/>
                </a:cubicBezTo>
                <a:lnTo>
                  <a:pt x="274108" y="155587"/>
                </a:lnTo>
                <a:lnTo>
                  <a:pt x="274108" y="149821"/>
                </a:lnTo>
                <a:lnTo>
                  <a:pt x="274968" y="148961"/>
                </a:lnTo>
                <a:cubicBezTo>
                  <a:pt x="280820" y="148617"/>
                  <a:pt x="284176" y="148330"/>
                  <a:pt x="285037" y="148100"/>
                </a:cubicBezTo>
                <a:cubicBezTo>
                  <a:pt x="286701" y="147641"/>
                  <a:pt x="287676" y="146580"/>
                  <a:pt x="287963" y="144916"/>
                </a:cubicBezTo>
                <a:cubicBezTo>
                  <a:pt x="288708" y="140786"/>
                  <a:pt x="289081" y="131893"/>
                  <a:pt x="289081" y="118239"/>
                </a:cubicBezTo>
                <a:lnTo>
                  <a:pt x="289081" y="72716"/>
                </a:lnTo>
                <a:cubicBezTo>
                  <a:pt x="289081" y="59062"/>
                  <a:pt x="288708" y="50170"/>
                  <a:pt x="287963" y="46039"/>
                </a:cubicBezTo>
                <a:cubicBezTo>
                  <a:pt x="287676" y="44376"/>
                  <a:pt x="286701" y="43314"/>
                  <a:pt x="285037" y="42855"/>
                </a:cubicBezTo>
                <a:cubicBezTo>
                  <a:pt x="284176" y="42626"/>
                  <a:pt x="280820" y="42339"/>
                  <a:pt x="274968" y="41995"/>
                </a:cubicBezTo>
                <a:lnTo>
                  <a:pt x="274108" y="41134"/>
                </a:lnTo>
                <a:lnTo>
                  <a:pt x="274108" y="35282"/>
                </a:lnTo>
                <a:lnTo>
                  <a:pt x="274968" y="34508"/>
                </a:lnTo>
                <a:cubicBezTo>
                  <a:pt x="280476" y="34852"/>
                  <a:pt x="289311" y="35024"/>
                  <a:pt x="301473" y="35024"/>
                </a:cubicBezTo>
                <a:cubicBezTo>
                  <a:pt x="313578" y="35024"/>
                  <a:pt x="322385" y="34852"/>
                  <a:pt x="327892" y="34508"/>
                </a:cubicBezTo>
                <a:lnTo>
                  <a:pt x="328753" y="35282"/>
                </a:lnTo>
                <a:lnTo>
                  <a:pt x="328753" y="41134"/>
                </a:lnTo>
                <a:lnTo>
                  <a:pt x="327892" y="41995"/>
                </a:lnTo>
                <a:cubicBezTo>
                  <a:pt x="322040" y="42339"/>
                  <a:pt x="318684" y="42626"/>
                  <a:pt x="317824" y="42855"/>
                </a:cubicBezTo>
                <a:cubicBezTo>
                  <a:pt x="316160" y="43314"/>
                  <a:pt x="315185" y="44376"/>
                  <a:pt x="314898" y="46039"/>
                </a:cubicBezTo>
                <a:cubicBezTo>
                  <a:pt x="314152" y="50170"/>
                  <a:pt x="313779" y="59062"/>
                  <a:pt x="313779" y="72716"/>
                </a:cubicBezTo>
                <a:lnTo>
                  <a:pt x="313779" y="118239"/>
                </a:lnTo>
                <a:cubicBezTo>
                  <a:pt x="313779" y="131893"/>
                  <a:pt x="314152" y="140786"/>
                  <a:pt x="314898" y="144916"/>
                </a:cubicBezTo>
                <a:cubicBezTo>
                  <a:pt x="315185" y="146580"/>
                  <a:pt x="316160" y="147641"/>
                  <a:pt x="317824" y="148100"/>
                </a:cubicBezTo>
                <a:cubicBezTo>
                  <a:pt x="318684" y="148330"/>
                  <a:pt x="322040" y="148617"/>
                  <a:pt x="327892" y="148961"/>
                </a:cubicBezTo>
                <a:lnTo>
                  <a:pt x="328753" y="149821"/>
                </a:lnTo>
                <a:lnTo>
                  <a:pt x="328753" y="155587"/>
                </a:lnTo>
                <a:moveTo>
                  <a:pt x="301387" y="29603"/>
                </a:moveTo>
                <a:lnTo>
                  <a:pt x="301387" y="29603"/>
                </a:lnTo>
                <a:moveTo>
                  <a:pt x="301387" y="162643"/>
                </a:moveTo>
                <a:lnTo>
                  <a:pt x="301387" y="162643"/>
                </a:lnTo>
                <a:close/>
                <a:moveTo>
                  <a:pt x="398044" y="155587"/>
                </a:moveTo>
                <a:lnTo>
                  <a:pt x="397269" y="156447"/>
                </a:lnTo>
                <a:cubicBezTo>
                  <a:pt x="391532" y="156103"/>
                  <a:pt x="382668" y="155931"/>
                  <a:pt x="370678" y="155931"/>
                </a:cubicBezTo>
                <a:cubicBezTo>
                  <a:pt x="358745" y="155931"/>
                  <a:pt x="349910" y="156103"/>
                  <a:pt x="344173" y="156447"/>
                </a:cubicBezTo>
                <a:lnTo>
                  <a:pt x="343399" y="155587"/>
                </a:lnTo>
                <a:lnTo>
                  <a:pt x="343399" y="149821"/>
                </a:lnTo>
                <a:lnTo>
                  <a:pt x="344259" y="148961"/>
                </a:lnTo>
                <a:cubicBezTo>
                  <a:pt x="350111" y="148617"/>
                  <a:pt x="353467" y="148330"/>
                  <a:pt x="354328" y="148100"/>
                </a:cubicBezTo>
                <a:cubicBezTo>
                  <a:pt x="355991" y="147641"/>
                  <a:pt x="356967" y="146580"/>
                  <a:pt x="357254" y="144916"/>
                </a:cubicBezTo>
                <a:cubicBezTo>
                  <a:pt x="357999" y="140786"/>
                  <a:pt x="358372" y="131893"/>
                  <a:pt x="358372" y="118239"/>
                </a:cubicBezTo>
                <a:lnTo>
                  <a:pt x="358372" y="72716"/>
                </a:lnTo>
                <a:cubicBezTo>
                  <a:pt x="358372" y="59062"/>
                  <a:pt x="357999" y="50170"/>
                  <a:pt x="357254" y="46039"/>
                </a:cubicBezTo>
                <a:cubicBezTo>
                  <a:pt x="356967" y="44376"/>
                  <a:pt x="355991" y="43314"/>
                  <a:pt x="354328" y="42855"/>
                </a:cubicBezTo>
                <a:cubicBezTo>
                  <a:pt x="353467" y="42626"/>
                  <a:pt x="350111" y="42339"/>
                  <a:pt x="344259" y="41995"/>
                </a:cubicBezTo>
                <a:lnTo>
                  <a:pt x="343399" y="41134"/>
                </a:lnTo>
                <a:lnTo>
                  <a:pt x="343399" y="35282"/>
                </a:lnTo>
                <a:lnTo>
                  <a:pt x="344259" y="34508"/>
                </a:lnTo>
                <a:cubicBezTo>
                  <a:pt x="349767" y="34852"/>
                  <a:pt x="358602" y="35024"/>
                  <a:pt x="370764" y="35024"/>
                </a:cubicBezTo>
                <a:cubicBezTo>
                  <a:pt x="382869" y="35024"/>
                  <a:pt x="391676" y="34852"/>
                  <a:pt x="397183" y="34508"/>
                </a:cubicBezTo>
                <a:lnTo>
                  <a:pt x="398044" y="35282"/>
                </a:lnTo>
                <a:lnTo>
                  <a:pt x="398044" y="41134"/>
                </a:lnTo>
                <a:lnTo>
                  <a:pt x="397183" y="41995"/>
                </a:lnTo>
                <a:cubicBezTo>
                  <a:pt x="391331" y="42339"/>
                  <a:pt x="387975" y="42626"/>
                  <a:pt x="387115" y="42855"/>
                </a:cubicBezTo>
                <a:cubicBezTo>
                  <a:pt x="385451" y="43314"/>
                  <a:pt x="384476" y="44376"/>
                  <a:pt x="384189" y="46039"/>
                </a:cubicBezTo>
                <a:cubicBezTo>
                  <a:pt x="383443" y="50170"/>
                  <a:pt x="383070" y="59062"/>
                  <a:pt x="383070" y="72716"/>
                </a:cubicBezTo>
                <a:lnTo>
                  <a:pt x="383070" y="118239"/>
                </a:lnTo>
                <a:cubicBezTo>
                  <a:pt x="383070" y="131893"/>
                  <a:pt x="383443" y="140786"/>
                  <a:pt x="384189" y="144916"/>
                </a:cubicBezTo>
                <a:cubicBezTo>
                  <a:pt x="384476" y="146580"/>
                  <a:pt x="385451" y="147641"/>
                  <a:pt x="387115" y="148100"/>
                </a:cubicBezTo>
                <a:cubicBezTo>
                  <a:pt x="387975" y="148330"/>
                  <a:pt x="391331" y="148617"/>
                  <a:pt x="397183" y="148961"/>
                </a:cubicBezTo>
                <a:lnTo>
                  <a:pt x="398044" y="149821"/>
                </a:lnTo>
                <a:lnTo>
                  <a:pt x="398044" y="155587"/>
                </a:lnTo>
                <a:moveTo>
                  <a:pt x="370678" y="29603"/>
                </a:moveTo>
                <a:lnTo>
                  <a:pt x="370678" y="29603"/>
                </a:lnTo>
                <a:moveTo>
                  <a:pt x="370678" y="162643"/>
                </a:moveTo>
                <a:lnTo>
                  <a:pt x="370678" y="162643"/>
                </a:lnTo>
                <a:close/>
                <a:moveTo>
                  <a:pt x="455717" y="122198"/>
                </a:moveTo>
                <a:lnTo>
                  <a:pt x="409936" y="122198"/>
                </a:lnTo>
                <a:lnTo>
                  <a:pt x="408645" y="120821"/>
                </a:lnTo>
                <a:cubicBezTo>
                  <a:pt x="409563" y="119329"/>
                  <a:pt x="410682" y="116375"/>
                  <a:pt x="412001" y="111957"/>
                </a:cubicBezTo>
                <a:cubicBezTo>
                  <a:pt x="413321" y="107540"/>
                  <a:pt x="414124" y="104470"/>
                  <a:pt x="414411" y="102749"/>
                </a:cubicBezTo>
                <a:lnTo>
                  <a:pt x="459761" y="102749"/>
                </a:lnTo>
                <a:lnTo>
                  <a:pt x="461396" y="104470"/>
                </a:lnTo>
                <a:cubicBezTo>
                  <a:pt x="459159" y="108257"/>
                  <a:pt x="457266" y="114166"/>
                  <a:pt x="455717" y="122198"/>
                </a:cubicBezTo>
                <a:close/>
                <a:moveTo>
                  <a:pt x="473072" y="97242"/>
                </a:moveTo>
                <a:cubicBezTo>
                  <a:pt x="473072" y="88292"/>
                  <a:pt x="474233" y="79672"/>
                  <a:pt x="476557" y="71382"/>
                </a:cubicBezTo>
                <a:cubicBezTo>
                  <a:pt x="478880" y="63092"/>
                  <a:pt x="482136" y="55348"/>
                  <a:pt x="486324" y="48148"/>
                </a:cubicBezTo>
                <a:cubicBezTo>
                  <a:pt x="490512" y="40948"/>
                  <a:pt x="495575" y="34393"/>
                  <a:pt x="501513" y="28484"/>
                </a:cubicBezTo>
                <a:cubicBezTo>
                  <a:pt x="507450" y="22575"/>
                  <a:pt x="514005" y="17512"/>
                  <a:pt x="521176" y="13295"/>
                </a:cubicBezTo>
                <a:cubicBezTo>
                  <a:pt x="528347" y="9079"/>
                  <a:pt x="536078" y="5809"/>
                  <a:pt x="544368" y="3485"/>
                </a:cubicBezTo>
                <a:cubicBezTo>
                  <a:pt x="552658" y="1162"/>
                  <a:pt x="561278" y="0"/>
                  <a:pt x="570227" y="0"/>
                </a:cubicBezTo>
                <a:cubicBezTo>
                  <a:pt x="579177" y="0"/>
                  <a:pt x="587797" y="1162"/>
                  <a:pt x="596087" y="3485"/>
                </a:cubicBezTo>
                <a:cubicBezTo>
                  <a:pt x="604377" y="5809"/>
                  <a:pt x="612122" y="9079"/>
                  <a:pt x="619322" y="13295"/>
                </a:cubicBezTo>
                <a:cubicBezTo>
                  <a:pt x="626521" y="17512"/>
                  <a:pt x="633076" y="22575"/>
                  <a:pt x="638985" y="28484"/>
                </a:cubicBezTo>
                <a:cubicBezTo>
                  <a:pt x="644894" y="34393"/>
                  <a:pt x="649957" y="40948"/>
                  <a:pt x="654174" y="48148"/>
                </a:cubicBezTo>
                <a:cubicBezTo>
                  <a:pt x="658390" y="55348"/>
                  <a:pt x="661661" y="63092"/>
                  <a:pt x="663984" y="71382"/>
                </a:cubicBezTo>
                <a:cubicBezTo>
                  <a:pt x="666307" y="79672"/>
                  <a:pt x="667469" y="88292"/>
                  <a:pt x="667469" y="97242"/>
                </a:cubicBezTo>
                <a:cubicBezTo>
                  <a:pt x="667469" y="106192"/>
                  <a:pt x="666307" y="114811"/>
                  <a:pt x="663984" y="123101"/>
                </a:cubicBezTo>
                <a:cubicBezTo>
                  <a:pt x="661661" y="131391"/>
                  <a:pt x="658390" y="139122"/>
                  <a:pt x="654174" y="146293"/>
                </a:cubicBezTo>
                <a:cubicBezTo>
                  <a:pt x="649957" y="153464"/>
                  <a:pt x="644894" y="160019"/>
                  <a:pt x="638985" y="165957"/>
                </a:cubicBezTo>
                <a:cubicBezTo>
                  <a:pt x="633076" y="171894"/>
                  <a:pt x="626521" y="176957"/>
                  <a:pt x="619322" y="181145"/>
                </a:cubicBezTo>
                <a:cubicBezTo>
                  <a:pt x="612122" y="185333"/>
                  <a:pt x="604377" y="188589"/>
                  <a:pt x="596087" y="190912"/>
                </a:cubicBezTo>
                <a:cubicBezTo>
                  <a:pt x="587797" y="193236"/>
                  <a:pt x="579177" y="194398"/>
                  <a:pt x="570227" y="194398"/>
                </a:cubicBezTo>
                <a:cubicBezTo>
                  <a:pt x="561278" y="194398"/>
                  <a:pt x="552658" y="193236"/>
                  <a:pt x="544368" y="190912"/>
                </a:cubicBezTo>
                <a:cubicBezTo>
                  <a:pt x="536078" y="188589"/>
                  <a:pt x="528347" y="185333"/>
                  <a:pt x="521176" y="181145"/>
                </a:cubicBezTo>
                <a:cubicBezTo>
                  <a:pt x="514005" y="176957"/>
                  <a:pt x="507450" y="171894"/>
                  <a:pt x="501513" y="165957"/>
                </a:cubicBezTo>
                <a:cubicBezTo>
                  <a:pt x="495575" y="160019"/>
                  <a:pt x="490512" y="153464"/>
                  <a:pt x="486324" y="146293"/>
                </a:cubicBezTo>
                <a:cubicBezTo>
                  <a:pt x="482136" y="139122"/>
                  <a:pt x="478880" y="131391"/>
                  <a:pt x="476557" y="123101"/>
                </a:cubicBezTo>
                <a:cubicBezTo>
                  <a:pt x="474233" y="114811"/>
                  <a:pt x="473072" y="106192"/>
                  <a:pt x="473072" y="97242"/>
                </a:cubicBezTo>
                <a:moveTo>
                  <a:pt x="480816" y="97242"/>
                </a:moveTo>
                <a:cubicBezTo>
                  <a:pt x="480816" y="105560"/>
                  <a:pt x="481878" y="113564"/>
                  <a:pt x="484001" y="121251"/>
                </a:cubicBezTo>
                <a:cubicBezTo>
                  <a:pt x="486123" y="128939"/>
                  <a:pt x="489121" y="136124"/>
                  <a:pt x="492993" y="142808"/>
                </a:cubicBezTo>
                <a:cubicBezTo>
                  <a:pt x="496866" y="149491"/>
                  <a:pt x="501527" y="155587"/>
                  <a:pt x="506977" y="161094"/>
                </a:cubicBezTo>
                <a:cubicBezTo>
                  <a:pt x="512427" y="166602"/>
                  <a:pt x="518465" y="171306"/>
                  <a:pt x="525092" y="175207"/>
                </a:cubicBezTo>
                <a:cubicBezTo>
                  <a:pt x="531718" y="179109"/>
                  <a:pt x="538832" y="182135"/>
                  <a:pt x="546433" y="184286"/>
                </a:cubicBezTo>
                <a:cubicBezTo>
                  <a:pt x="554035" y="186438"/>
                  <a:pt x="561966" y="187513"/>
                  <a:pt x="570227" y="187513"/>
                </a:cubicBezTo>
                <a:cubicBezTo>
                  <a:pt x="578431" y="187513"/>
                  <a:pt x="586348" y="186438"/>
                  <a:pt x="593978" y="184286"/>
                </a:cubicBezTo>
                <a:cubicBezTo>
                  <a:pt x="601609" y="182135"/>
                  <a:pt x="608737" y="179109"/>
                  <a:pt x="615363" y="175207"/>
                </a:cubicBezTo>
                <a:cubicBezTo>
                  <a:pt x="621989" y="171306"/>
                  <a:pt x="628027" y="166602"/>
                  <a:pt x="633478" y="161094"/>
                </a:cubicBezTo>
                <a:cubicBezTo>
                  <a:pt x="638928" y="155587"/>
                  <a:pt x="643603" y="149491"/>
                  <a:pt x="647504" y="142808"/>
                </a:cubicBezTo>
                <a:cubicBezTo>
                  <a:pt x="651406" y="136124"/>
                  <a:pt x="654418" y="128939"/>
                  <a:pt x="656540" y="121251"/>
                </a:cubicBezTo>
                <a:cubicBezTo>
                  <a:pt x="658663" y="113564"/>
                  <a:pt x="659724" y="105560"/>
                  <a:pt x="659724" y="97242"/>
                </a:cubicBezTo>
                <a:cubicBezTo>
                  <a:pt x="659724" y="88923"/>
                  <a:pt x="658663" y="80920"/>
                  <a:pt x="656540" y="73233"/>
                </a:cubicBezTo>
                <a:cubicBezTo>
                  <a:pt x="654418" y="65545"/>
                  <a:pt x="651406" y="58345"/>
                  <a:pt x="647504" y="51633"/>
                </a:cubicBezTo>
                <a:cubicBezTo>
                  <a:pt x="643603" y="44921"/>
                  <a:pt x="638928" y="38825"/>
                  <a:pt x="633478" y="33346"/>
                </a:cubicBezTo>
                <a:cubicBezTo>
                  <a:pt x="628027" y="27867"/>
                  <a:pt x="621989" y="23163"/>
                  <a:pt x="615363" y="19233"/>
                </a:cubicBezTo>
                <a:cubicBezTo>
                  <a:pt x="608737" y="15303"/>
                  <a:pt x="601609" y="12263"/>
                  <a:pt x="593978" y="10111"/>
                </a:cubicBezTo>
                <a:cubicBezTo>
                  <a:pt x="586348" y="7960"/>
                  <a:pt x="578431" y="6884"/>
                  <a:pt x="570227" y="6884"/>
                </a:cubicBezTo>
                <a:cubicBezTo>
                  <a:pt x="561966" y="6884"/>
                  <a:pt x="554035" y="7960"/>
                  <a:pt x="546433" y="10111"/>
                </a:cubicBezTo>
                <a:cubicBezTo>
                  <a:pt x="538832" y="12263"/>
                  <a:pt x="531718" y="15303"/>
                  <a:pt x="525092" y="19233"/>
                </a:cubicBezTo>
                <a:cubicBezTo>
                  <a:pt x="518465" y="23163"/>
                  <a:pt x="512427" y="27867"/>
                  <a:pt x="506977" y="33346"/>
                </a:cubicBezTo>
                <a:cubicBezTo>
                  <a:pt x="501527" y="38825"/>
                  <a:pt x="496866" y="44921"/>
                  <a:pt x="492993" y="51633"/>
                </a:cubicBezTo>
                <a:cubicBezTo>
                  <a:pt x="489121" y="58345"/>
                  <a:pt x="486123" y="65545"/>
                  <a:pt x="484001" y="73233"/>
                </a:cubicBezTo>
                <a:cubicBezTo>
                  <a:pt x="481878" y="80920"/>
                  <a:pt x="480816" y="88923"/>
                  <a:pt x="480816" y="97242"/>
                </a:cubicBezTo>
                <a:moveTo>
                  <a:pt x="578058" y="127533"/>
                </a:moveTo>
                <a:cubicBezTo>
                  <a:pt x="578058" y="130115"/>
                  <a:pt x="578202" y="132065"/>
                  <a:pt x="578489" y="133385"/>
                </a:cubicBezTo>
                <a:cubicBezTo>
                  <a:pt x="578775" y="134704"/>
                  <a:pt x="579148" y="135766"/>
                  <a:pt x="579607" y="136569"/>
                </a:cubicBezTo>
                <a:lnTo>
                  <a:pt x="579607" y="136483"/>
                </a:lnTo>
                <a:cubicBezTo>
                  <a:pt x="580009" y="137114"/>
                  <a:pt x="580468" y="137645"/>
                  <a:pt x="580984" y="138075"/>
                </a:cubicBezTo>
                <a:cubicBezTo>
                  <a:pt x="581501" y="138505"/>
                  <a:pt x="582218" y="138878"/>
                  <a:pt x="583136" y="139194"/>
                </a:cubicBezTo>
                <a:cubicBezTo>
                  <a:pt x="584053" y="139509"/>
                  <a:pt x="585230" y="139796"/>
                  <a:pt x="586664" y="140054"/>
                </a:cubicBezTo>
                <a:cubicBezTo>
                  <a:pt x="588098" y="140312"/>
                  <a:pt x="589905" y="140527"/>
                  <a:pt x="592085" y="140699"/>
                </a:cubicBezTo>
                <a:lnTo>
                  <a:pt x="592085" y="146121"/>
                </a:lnTo>
                <a:lnTo>
                  <a:pt x="548972" y="146121"/>
                </a:lnTo>
                <a:lnTo>
                  <a:pt x="548972" y="140699"/>
                </a:lnTo>
                <a:cubicBezTo>
                  <a:pt x="552127" y="140355"/>
                  <a:pt x="554637" y="139954"/>
                  <a:pt x="556502" y="139495"/>
                </a:cubicBezTo>
                <a:cubicBezTo>
                  <a:pt x="558366" y="139036"/>
                  <a:pt x="559772" y="138333"/>
                  <a:pt x="560718" y="137386"/>
                </a:cubicBezTo>
                <a:cubicBezTo>
                  <a:pt x="561665" y="136440"/>
                  <a:pt x="562267" y="135192"/>
                  <a:pt x="562525" y="133643"/>
                </a:cubicBezTo>
                <a:cubicBezTo>
                  <a:pt x="562784" y="132094"/>
                  <a:pt x="562913" y="130057"/>
                  <a:pt x="562913" y="127533"/>
                </a:cubicBezTo>
                <a:lnTo>
                  <a:pt x="562913" y="67725"/>
                </a:lnTo>
                <a:cubicBezTo>
                  <a:pt x="562913" y="64398"/>
                  <a:pt x="561851" y="62734"/>
                  <a:pt x="559729" y="62734"/>
                </a:cubicBezTo>
                <a:cubicBezTo>
                  <a:pt x="558409" y="62734"/>
                  <a:pt x="556688" y="63293"/>
                  <a:pt x="554565" y="64412"/>
                </a:cubicBezTo>
                <a:cubicBezTo>
                  <a:pt x="552443" y="65531"/>
                  <a:pt x="550004" y="67008"/>
                  <a:pt x="547251" y="68844"/>
                </a:cubicBezTo>
                <a:lnTo>
                  <a:pt x="543378" y="62562"/>
                </a:lnTo>
                <a:lnTo>
                  <a:pt x="573239" y="45351"/>
                </a:lnTo>
                <a:lnTo>
                  <a:pt x="578575" y="45351"/>
                </a:lnTo>
                <a:cubicBezTo>
                  <a:pt x="578460" y="47646"/>
                  <a:pt x="578345" y="50471"/>
                  <a:pt x="578230" y="53827"/>
                </a:cubicBezTo>
                <a:cubicBezTo>
                  <a:pt x="578116" y="57183"/>
                  <a:pt x="578058" y="60927"/>
                  <a:pt x="578058" y="65057"/>
                </a:cubicBezTo>
                <a:lnTo>
                  <a:pt x="578058" y="1275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①">
            <a:extLst xmlns:a="http://schemas.openxmlformats.org/drawingml/2006/main">
              <a:ext uri="{FF2B5EF4-FFF2-40B4-BE49-F238E27FC236}">
                <a16:creationId xmlns:a16="http://schemas.microsoft.com/office/drawing/2014/main" id="{BE06FCC2-02BA-4C4A-AC93-82BE0058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860" y="3406195"/>
            <a:ext cx="194398" cy="194398"/>
          </a:xfrm>
          <a:custGeom xmlns:a="http://schemas.openxmlformats.org/drawingml/2006/main">
            <a:pathLst>
              <a:path w="194398" h="194398" fill="none">
                <a:moveTo>
                  <a:pt x="0" y="97242"/>
                </a:moveTo>
                <a:cubicBezTo>
                  <a:pt x="0" y="88292"/>
                  <a:pt x="1162" y="79672"/>
                  <a:pt x="3485" y="71382"/>
                </a:cubicBezTo>
                <a:cubicBezTo>
                  <a:pt x="5809" y="63092"/>
                  <a:pt x="9064" y="55348"/>
                  <a:pt x="13252" y="48148"/>
                </a:cubicBezTo>
                <a:cubicBezTo>
                  <a:pt x="17440" y="40948"/>
                  <a:pt x="22503" y="34393"/>
                  <a:pt x="28441" y="28484"/>
                </a:cubicBezTo>
                <a:cubicBezTo>
                  <a:pt x="34379" y="22575"/>
                  <a:pt x="40933" y="17512"/>
                  <a:pt x="48105" y="13295"/>
                </a:cubicBezTo>
                <a:cubicBezTo>
                  <a:pt x="55276" y="9079"/>
                  <a:pt x="63006" y="5809"/>
                  <a:pt x="71296" y="3485"/>
                </a:cubicBezTo>
                <a:cubicBezTo>
                  <a:pt x="79586" y="1162"/>
                  <a:pt x="88206" y="0"/>
                  <a:pt x="97156" y="0"/>
                </a:cubicBezTo>
                <a:cubicBezTo>
                  <a:pt x="106105" y="0"/>
                  <a:pt x="114725" y="1162"/>
                  <a:pt x="123015" y="3485"/>
                </a:cubicBezTo>
                <a:cubicBezTo>
                  <a:pt x="131305" y="5809"/>
                  <a:pt x="139050" y="9079"/>
                  <a:pt x="146250" y="13295"/>
                </a:cubicBezTo>
                <a:cubicBezTo>
                  <a:pt x="153450" y="17512"/>
                  <a:pt x="160004" y="22575"/>
                  <a:pt x="165914" y="28484"/>
                </a:cubicBezTo>
                <a:cubicBezTo>
                  <a:pt x="171823" y="34393"/>
                  <a:pt x="176885" y="40948"/>
                  <a:pt x="181102" y="48148"/>
                </a:cubicBezTo>
                <a:cubicBezTo>
                  <a:pt x="185319" y="55348"/>
                  <a:pt x="188589" y="63092"/>
                  <a:pt x="190912" y="71382"/>
                </a:cubicBezTo>
                <a:cubicBezTo>
                  <a:pt x="193236" y="79672"/>
                  <a:pt x="194398" y="88292"/>
                  <a:pt x="194398" y="97242"/>
                </a:cubicBezTo>
                <a:cubicBezTo>
                  <a:pt x="194398" y="106192"/>
                  <a:pt x="193236" y="114811"/>
                  <a:pt x="190912" y="123101"/>
                </a:cubicBezTo>
                <a:cubicBezTo>
                  <a:pt x="188589" y="131391"/>
                  <a:pt x="185319" y="139122"/>
                  <a:pt x="181102" y="146293"/>
                </a:cubicBezTo>
                <a:cubicBezTo>
                  <a:pt x="176885" y="153464"/>
                  <a:pt x="171823" y="160019"/>
                  <a:pt x="165914" y="165957"/>
                </a:cubicBezTo>
                <a:cubicBezTo>
                  <a:pt x="160004" y="171894"/>
                  <a:pt x="153450" y="176957"/>
                  <a:pt x="146250" y="181145"/>
                </a:cubicBezTo>
                <a:cubicBezTo>
                  <a:pt x="139050" y="185333"/>
                  <a:pt x="131305" y="188589"/>
                  <a:pt x="123015" y="190912"/>
                </a:cubicBezTo>
                <a:cubicBezTo>
                  <a:pt x="114725" y="193236"/>
                  <a:pt x="106105" y="194398"/>
                  <a:pt x="97156" y="194398"/>
                </a:cubicBezTo>
                <a:cubicBezTo>
                  <a:pt x="88206" y="194398"/>
                  <a:pt x="79586" y="193236"/>
                  <a:pt x="71296" y="190912"/>
                </a:cubicBezTo>
                <a:cubicBezTo>
                  <a:pt x="63006" y="188589"/>
                  <a:pt x="55276" y="185333"/>
                  <a:pt x="48105" y="181145"/>
                </a:cubicBezTo>
                <a:cubicBezTo>
                  <a:pt x="40933" y="176957"/>
                  <a:pt x="34379" y="171894"/>
                  <a:pt x="28441" y="165957"/>
                </a:cubicBezTo>
                <a:cubicBezTo>
                  <a:pt x="22503" y="160019"/>
                  <a:pt x="17440" y="153464"/>
                  <a:pt x="13252" y="146293"/>
                </a:cubicBezTo>
                <a:cubicBezTo>
                  <a:pt x="9064" y="139122"/>
                  <a:pt x="5809" y="131391"/>
                  <a:pt x="3485" y="123101"/>
                </a:cubicBezTo>
                <a:cubicBezTo>
                  <a:pt x="1162" y="114811"/>
                  <a:pt x="0" y="106192"/>
                  <a:pt x="0" y="97242"/>
                </a:cubicBezTo>
                <a:moveTo>
                  <a:pt x="7745" y="97242"/>
                </a:moveTo>
                <a:cubicBezTo>
                  <a:pt x="7745" y="105560"/>
                  <a:pt x="8806" y="113564"/>
                  <a:pt x="10929" y="121251"/>
                </a:cubicBezTo>
                <a:cubicBezTo>
                  <a:pt x="13052" y="128939"/>
                  <a:pt x="16049" y="136124"/>
                  <a:pt x="19922" y="142808"/>
                </a:cubicBezTo>
                <a:cubicBezTo>
                  <a:pt x="23794" y="149491"/>
                  <a:pt x="28455" y="155587"/>
                  <a:pt x="33906" y="161094"/>
                </a:cubicBezTo>
                <a:cubicBezTo>
                  <a:pt x="39356" y="166602"/>
                  <a:pt x="45394" y="171306"/>
                  <a:pt x="52020" y="175207"/>
                </a:cubicBezTo>
                <a:cubicBezTo>
                  <a:pt x="58646" y="179109"/>
                  <a:pt x="65760" y="182135"/>
                  <a:pt x="73362" y="184286"/>
                </a:cubicBezTo>
                <a:cubicBezTo>
                  <a:pt x="80963" y="186438"/>
                  <a:pt x="88895" y="187513"/>
                  <a:pt x="97156" y="187513"/>
                </a:cubicBezTo>
                <a:cubicBezTo>
                  <a:pt x="105360" y="187513"/>
                  <a:pt x="113277" y="186438"/>
                  <a:pt x="120907" y="184286"/>
                </a:cubicBezTo>
                <a:cubicBezTo>
                  <a:pt x="128537" y="182135"/>
                  <a:pt x="135665" y="179109"/>
                  <a:pt x="142291" y="175207"/>
                </a:cubicBezTo>
                <a:cubicBezTo>
                  <a:pt x="148918" y="171306"/>
                  <a:pt x="154956" y="166602"/>
                  <a:pt x="160406" y="161094"/>
                </a:cubicBezTo>
                <a:cubicBezTo>
                  <a:pt x="165856" y="155587"/>
                  <a:pt x="170532" y="149491"/>
                  <a:pt x="174433" y="142808"/>
                </a:cubicBezTo>
                <a:cubicBezTo>
                  <a:pt x="178334" y="136124"/>
                  <a:pt x="181346" y="128939"/>
                  <a:pt x="183469" y="121251"/>
                </a:cubicBezTo>
                <a:cubicBezTo>
                  <a:pt x="185591" y="113564"/>
                  <a:pt x="186653" y="105560"/>
                  <a:pt x="186653" y="97242"/>
                </a:cubicBezTo>
                <a:cubicBezTo>
                  <a:pt x="186653" y="88923"/>
                  <a:pt x="185591" y="80920"/>
                  <a:pt x="183469" y="73233"/>
                </a:cubicBezTo>
                <a:cubicBezTo>
                  <a:pt x="181346" y="65545"/>
                  <a:pt x="178334" y="58345"/>
                  <a:pt x="174433" y="51633"/>
                </a:cubicBezTo>
                <a:cubicBezTo>
                  <a:pt x="170532" y="44921"/>
                  <a:pt x="165856" y="38825"/>
                  <a:pt x="160406" y="33346"/>
                </a:cubicBezTo>
                <a:cubicBezTo>
                  <a:pt x="154956" y="27867"/>
                  <a:pt x="148918" y="23163"/>
                  <a:pt x="142291" y="19233"/>
                </a:cubicBezTo>
                <a:cubicBezTo>
                  <a:pt x="135665" y="15303"/>
                  <a:pt x="128537" y="12263"/>
                  <a:pt x="120907" y="10111"/>
                </a:cubicBezTo>
                <a:cubicBezTo>
                  <a:pt x="113277" y="7960"/>
                  <a:pt x="105360" y="6884"/>
                  <a:pt x="97156" y="6884"/>
                </a:cubicBezTo>
                <a:cubicBezTo>
                  <a:pt x="88895" y="6884"/>
                  <a:pt x="80963" y="7960"/>
                  <a:pt x="73362" y="10111"/>
                </a:cubicBezTo>
                <a:cubicBezTo>
                  <a:pt x="65760" y="12263"/>
                  <a:pt x="58646" y="15303"/>
                  <a:pt x="52020" y="19233"/>
                </a:cubicBezTo>
                <a:cubicBezTo>
                  <a:pt x="45394" y="23163"/>
                  <a:pt x="39356" y="27867"/>
                  <a:pt x="33906" y="33346"/>
                </a:cubicBezTo>
                <a:cubicBezTo>
                  <a:pt x="28455" y="38825"/>
                  <a:pt x="23794" y="44921"/>
                  <a:pt x="19922" y="51633"/>
                </a:cubicBezTo>
                <a:cubicBezTo>
                  <a:pt x="16049" y="58345"/>
                  <a:pt x="13052" y="65545"/>
                  <a:pt x="10929" y="73233"/>
                </a:cubicBezTo>
                <a:cubicBezTo>
                  <a:pt x="8806" y="80920"/>
                  <a:pt x="7745" y="88923"/>
                  <a:pt x="7745" y="97242"/>
                </a:cubicBezTo>
                <a:moveTo>
                  <a:pt x="104987" y="127533"/>
                </a:moveTo>
                <a:cubicBezTo>
                  <a:pt x="104987" y="130115"/>
                  <a:pt x="105130" y="132065"/>
                  <a:pt x="105417" y="133385"/>
                </a:cubicBezTo>
                <a:cubicBezTo>
                  <a:pt x="105704" y="134704"/>
                  <a:pt x="106077" y="135766"/>
                  <a:pt x="106536" y="136569"/>
                </a:cubicBezTo>
                <a:lnTo>
                  <a:pt x="106536" y="136483"/>
                </a:lnTo>
                <a:cubicBezTo>
                  <a:pt x="106937" y="137114"/>
                  <a:pt x="107396" y="137645"/>
                  <a:pt x="107913" y="138075"/>
                </a:cubicBezTo>
                <a:cubicBezTo>
                  <a:pt x="108429" y="138505"/>
                  <a:pt x="109146" y="138878"/>
                  <a:pt x="110064" y="139194"/>
                </a:cubicBezTo>
                <a:cubicBezTo>
                  <a:pt x="110982" y="139509"/>
                  <a:pt x="112158" y="139796"/>
                  <a:pt x="113592" y="140054"/>
                </a:cubicBezTo>
                <a:cubicBezTo>
                  <a:pt x="115026" y="140312"/>
                  <a:pt x="116834" y="140527"/>
                  <a:pt x="119014" y="140699"/>
                </a:cubicBezTo>
                <a:lnTo>
                  <a:pt x="119014" y="146121"/>
                </a:lnTo>
                <a:lnTo>
                  <a:pt x="75900" y="146121"/>
                </a:lnTo>
                <a:lnTo>
                  <a:pt x="75900" y="140699"/>
                </a:lnTo>
                <a:cubicBezTo>
                  <a:pt x="79056" y="140355"/>
                  <a:pt x="81566" y="139954"/>
                  <a:pt x="83430" y="139495"/>
                </a:cubicBezTo>
                <a:cubicBezTo>
                  <a:pt x="85295" y="139036"/>
                  <a:pt x="86700" y="138333"/>
                  <a:pt x="87647" y="137386"/>
                </a:cubicBezTo>
                <a:cubicBezTo>
                  <a:pt x="88593" y="136440"/>
                  <a:pt x="89196" y="135192"/>
                  <a:pt x="89454" y="133643"/>
                </a:cubicBezTo>
                <a:cubicBezTo>
                  <a:pt x="89712" y="132094"/>
                  <a:pt x="89841" y="130057"/>
                  <a:pt x="89841" y="127533"/>
                </a:cubicBezTo>
                <a:lnTo>
                  <a:pt x="89841" y="67725"/>
                </a:lnTo>
                <a:cubicBezTo>
                  <a:pt x="89841" y="64398"/>
                  <a:pt x="88780" y="62734"/>
                  <a:pt x="86657" y="62734"/>
                </a:cubicBezTo>
                <a:cubicBezTo>
                  <a:pt x="85338" y="62734"/>
                  <a:pt x="83617" y="63293"/>
                  <a:pt x="81494" y="64412"/>
                </a:cubicBezTo>
                <a:cubicBezTo>
                  <a:pt x="79371" y="65531"/>
                  <a:pt x="76933" y="67008"/>
                  <a:pt x="74179" y="68844"/>
                </a:cubicBezTo>
                <a:lnTo>
                  <a:pt x="70307" y="62562"/>
                </a:lnTo>
                <a:lnTo>
                  <a:pt x="100168" y="45351"/>
                </a:lnTo>
                <a:lnTo>
                  <a:pt x="105503" y="45351"/>
                </a:lnTo>
                <a:cubicBezTo>
                  <a:pt x="105388" y="47646"/>
                  <a:pt x="105274" y="50471"/>
                  <a:pt x="105159" y="53827"/>
                </a:cubicBezTo>
                <a:cubicBezTo>
                  <a:pt x="105044" y="57183"/>
                  <a:pt x="104987" y="60927"/>
                  <a:pt x="104987" y="65057"/>
                </a:cubicBezTo>
                <a:lnTo>
                  <a:pt x="104987" y="1275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9" cap="flat">
            <a:solidFill>
              <a:srgbClr val="000000"/>
            </a:solidFill>
            <a:round/>
          </a:ln>
        </p:spPr>
      </p:sp>
      <p:sp>
        <p:nvSpPr>
          <p:cNvPr id="85" name="Text Matrix">
            <a:extLst xmlns:a="http://schemas.openxmlformats.org/drawingml/2006/main">
              <a:ext uri="{FF2B5EF4-FFF2-40B4-BE49-F238E27FC236}">
                <a16:creationId xmlns:a16="http://schemas.microsoft.com/office/drawing/2014/main" id="{882F6E49-E3C9-4706-9472-A497A32D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485" y="3436143"/>
            <a:ext cx="529574" cy="132696"/>
          </a:xfrm>
          <a:custGeom xmlns:a="http://schemas.openxmlformats.org/drawingml/2006/main">
            <a:pathLst>
              <a:path w="529574" h="132696">
                <a:moveTo>
                  <a:pt x="163332" y="125640"/>
                </a:moveTo>
                <a:lnTo>
                  <a:pt x="162471" y="126500"/>
                </a:lnTo>
                <a:cubicBezTo>
                  <a:pt x="156792" y="126156"/>
                  <a:pt x="147957" y="125984"/>
                  <a:pt x="135966" y="125984"/>
                </a:cubicBezTo>
                <a:cubicBezTo>
                  <a:pt x="123689" y="125984"/>
                  <a:pt x="114854" y="126156"/>
                  <a:pt x="109462" y="126500"/>
                </a:cubicBezTo>
                <a:lnTo>
                  <a:pt x="108687" y="125726"/>
                </a:lnTo>
                <a:lnTo>
                  <a:pt x="108687" y="119874"/>
                </a:lnTo>
                <a:lnTo>
                  <a:pt x="109548" y="119014"/>
                </a:lnTo>
                <a:cubicBezTo>
                  <a:pt x="115399" y="118669"/>
                  <a:pt x="118756" y="118383"/>
                  <a:pt x="119616" y="118153"/>
                </a:cubicBezTo>
                <a:cubicBezTo>
                  <a:pt x="121280" y="117694"/>
                  <a:pt x="122255" y="116633"/>
                  <a:pt x="122542" y="114969"/>
                </a:cubicBezTo>
                <a:cubicBezTo>
                  <a:pt x="123288" y="110838"/>
                  <a:pt x="123661" y="101946"/>
                  <a:pt x="123661" y="88292"/>
                </a:cubicBezTo>
                <a:lnTo>
                  <a:pt x="123661" y="30119"/>
                </a:lnTo>
                <a:lnTo>
                  <a:pt x="104470" y="69446"/>
                </a:lnTo>
                <a:cubicBezTo>
                  <a:pt x="103380" y="71626"/>
                  <a:pt x="99651" y="79658"/>
                  <a:pt x="93283" y="93541"/>
                </a:cubicBezTo>
                <a:lnTo>
                  <a:pt x="77535" y="127963"/>
                </a:lnTo>
                <a:lnTo>
                  <a:pt x="71770" y="127963"/>
                </a:lnTo>
                <a:cubicBezTo>
                  <a:pt x="68786" y="120850"/>
                  <a:pt x="64742" y="111871"/>
                  <a:pt x="59636" y="101028"/>
                </a:cubicBezTo>
                <a:lnTo>
                  <a:pt x="47588" y="75470"/>
                </a:lnTo>
                <a:lnTo>
                  <a:pt x="25042" y="28570"/>
                </a:lnTo>
                <a:lnTo>
                  <a:pt x="25042" y="88292"/>
                </a:lnTo>
                <a:cubicBezTo>
                  <a:pt x="25042" y="101946"/>
                  <a:pt x="25415" y="110838"/>
                  <a:pt x="26161" y="114969"/>
                </a:cubicBezTo>
                <a:cubicBezTo>
                  <a:pt x="26447" y="116633"/>
                  <a:pt x="27423" y="117694"/>
                  <a:pt x="29086" y="118153"/>
                </a:cubicBezTo>
                <a:cubicBezTo>
                  <a:pt x="29947" y="118383"/>
                  <a:pt x="33303" y="118669"/>
                  <a:pt x="39155" y="119014"/>
                </a:cubicBezTo>
                <a:lnTo>
                  <a:pt x="40015" y="119874"/>
                </a:lnTo>
                <a:lnTo>
                  <a:pt x="40015" y="125726"/>
                </a:lnTo>
                <a:lnTo>
                  <a:pt x="39155" y="126500"/>
                </a:lnTo>
                <a:cubicBezTo>
                  <a:pt x="32557" y="126156"/>
                  <a:pt x="26419" y="125984"/>
                  <a:pt x="20739" y="125984"/>
                </a:cubicBezTo>
                <a:cubicBezTo>
                  <a:pt x="14142" y="125984"/>
                  <a:pt x="7515" y="126156"/>
                  <a:pt x="861" y="126500"/>
                </a:cubicBezTo>
                <a:lnTo>
                  <a:pt x="0" y="125726"/>
                </a:lnTo>
                <a:lnTo>
                  <a:pt x="0" y="119874"/>
                </a:lnTo>
                <a:lnTo>
                  <a:pt x="861" y="119014"/>
                </a:lnTo>
                <a:cubicBezTo>
                  <a:pt x="6712" y="118669"/>
                  <a:pt x="10068" y="118383"/>
                  <a:pt x="10929" y="118153"/>
                </a:cubicBezTo>
                <a:cubicBezTo>
                  <a:pt x="12593" y="117694"/>
                  <a:pt x="13568" y="116633"/>
                  <a:pt x="13855" y="114969"/>
                </a:cubicBezTo>
                <a:cubicBezTo>
                  <a:pt x="14601" y="110838"/>
                  <a:pt x="14974" y="101946"/>
                  <a:pt x="14974" y="88292"/>
                </a:cubicBezTo>
                <a:lnTo>
                  <a:pt x="14974" y="42769"/>
                </a:lnTo>
                <a:cubicBezTo>
                  <a:pt x="14974" y="29115"/>
                  <a:pt x="14601" y="20223"/>
                  <a:pt x="13855" y="16092"/>
                </a:cubicBezTo>
                <a:cubicBezTo>
                  <a:pt x="13568" y="14429"/>
                  <a:pt x="12593" y="13367"/>
                  <a:pt x="10929" y="12908"/>
                </a:cubicBezTo>
                <a:cubicBezTo>
                  <a:pt x="10068" y="12679"/>
                  <a:pt x="6712" y="12392"/>
                  <a:pt x="861" y="12048"/>
                </a:cubicBezTo>
                <a:lnTo>
                  <a:pt x="0" y="11187"/>
                </a:lnTo>
                <a:lnTo>
                  <a:pt x="0" y="5335"/>
                </a:lnTo>
                <a:lnTo>
                  <a:pt x="861" y="4561"/>
                </a:lnTo>
                <a:cubicBezTo>
                  <a:pt x="6827" y="4905"/>
                  <a:pt x="14371" y="5077"/>
                  <a:pt x="23493" y="5077"/>
                </a:cubicBezTo>
                <a:cubicBezTo>
                  <a:pt x="30492" y="5077"/>
                  <a:pt x="36602" y="4905"/>
                  <a:pt x="41823" y="4561"/>
                </a:cubicBezTo>
                <a:cubicBezTo>
                  <a:pt x="43716" y="8921"/>
                  <a:pt x="46412" y="15060"/>
                  <a:pt x="49912" y="22977"/>
                </a:cubicBezTo>
                <a:lnTo>
                  <a:pt x="55419" y="34852"/>
                </a:lnTo>
                <a:lnTo>
                  <a:pt x="82785" y="92079"/>
                </a:lnTo>
                <a:lnTo>
                  <a:pt x="95951" y="65402"/>
                </a:lnTo>
                <a:lnTo>
                  <a:pt x="116518" y="21428"/>
                </a:lnTo>
                <a:cubicBezTo>
                  <a:pt x="118928" y="16207"/>
                  <a:pt x="121280" y="10585"/>
                  <a:pt x="123575" y="4561"/>
                </a:cubicBezTo>
                <a:cubicBezTo>
                  <a:pt x="130057" y="4905"/>
                  <a:pt x="134417" y="5077"/>
                  <a:pt x="136655" y="5077"/>
                </a:cubicBezTo>
                <a:cubicBezTo>
                  <a:pt x="147899" y="5077"/>
                  <a:pt x="156505" y="4905"/>
                  <a:pt x="162471" y="4561"/>
                </a:cubicBezTo>
                <a:lnTo>
                  <a:pt x="163332" y="5335"/>
                </a:lnTo>
                <a:lnTo>
                  <a:pt x="163332" y="11273"/>
                </a:lnTo>
                <a:lnTo>
                  <a:pt x="162471" y="12048"/>
                </a:lnTo>
                <a:cubicBezTo>
                  <a:pt x="156620" y="12392"/>
                  <a:pt x="153263" y="12679"/>
                  <a:pt x="152403" y="12908"/>
                </a:cubicBezTo>
                <a:cubicBezTo>
                  <a:pt x="150739" y="13367"/>
                  <a:pt x="149764" y="14429"/>
                  <a:pt x="149477" y="16092"/>
                </a:cubicBezTo>
                <a:cubicBezTo>
                  <a:pt x="148731" y="20223"/>
                  <a:pt x="148358" y="29115"/>
                  <a:pt x="148358" y="42769"/>
                </a:cubicBezTo>
                <a:lnTo>
                  <a:pt x="148358" y="88292"/>
                </a:lnTo>
                <a:cubicBezTo>
                  <a:pt x="148358" y="101946"/>
                  <a:pt x="148731" y="110838"/>
                  <a:pt x="149477" y="114969"/>
                </a:cubicBezTo>
                <a:cubicBezTo>
                  <a:pt x="149764" y="116633"/>
                  <a:pt x="150739" y="117694"/>
                  <a:pt x="152403" y="118153"/>
                </a:cubicBezTo>
                <a:cubicBezTo>
                  <a:pt x="153263" y="118383"/>
                  <a:pt x="156620" y="118669"/>
                  <a:pt x="162471" y="119014"/>
                </a:cubicBezTo>
                <a:lnTo>
                  <a:pt x="163332" y="119874"/>
                </a:lnTo>
                <a:lnTo>
                  <a:pt x="163332" y="125640"/>
                </a:lnTo>
                <a:close/>
                <a:moveTo>
                  <a:pt x="253603" y="125468"/>
                </a:moveTo>
                <a:lnTo>
                  <a:pt x="252657" y="126414"/>
                </a:lnTo>
                <a:cubicBezTo>
                  <a:pt x="247838" y="126128"/>
                  <a:pt x="242301" y="125984"/>
                  <a:pt x="236048" y="125984"/>
                </a:cubicBezTo>
                <a:cubicBezTo>
                  <a:pt x="231172" y="125984"/>
                  <a:pt x="226496" y="126128"/>
                  <a:pt x="222021" y="126414"/>
                </a:cubicBezTo>
                <a:lnTo>
                  <a:pt x="221247" y="125468"/>
                </a:lnTo>
                <a:lnTo>
                  <a:pt x="222021" y="113936"/>
                </a:lnTo>
                <a:lnTo>
                  <a:pt x="205327" y="126673"/>
                </a:lnTo>
                <a:cubicBezTo>
                  <a:pt x="204007" y="127648"/>
                  <a:pt x="202114" y="128250"/>
                  <a:pt x="199647" y="128480"/>
                </a:cubicBezTo>
                <a:cubicBezTo>
                  <a:pt x="198672" y="128594"/>
                  <a:pt x="197524" y="128652"/>
                  <a:pt x="196205" y="128652"/>
                </a:cubicBezTo>
                <a:cubicBezTo>
                  <a:pt x="189837" y="128652"/>
                  <a:pt x="184946" y="126730"/>
                  <a:pt x="181532" y="122886"/>
                </a:cubicBezTo>
                <a:cubicBezTo>
                  <a:pt x="178119" y="119042"/>
                  <a:pt x="176412" y="113736"/>
                  <a:pt x="176412" y="106966"/>
                </a:cubicBezTo>
                <a:cubicBezTo>
                  <a:pt x="176412" y="98016"/>
                  <a:pt x="179252" y="91677"/>
                  <a:pt x="184932" y="87948"/>
                </a:cubicBezTo>
                <a:cubicBezTo>
                  <a:pt x="191070" y="83875"/>
                  <a:pt x="203433" y="80203"/>
                  <a:pt x="222021" y="76933"/>
                </a:cubicBezTo>
                <a:cubicBezTo>
                  <a:pt x="222021" y="67811"/>
                  <a:pt x="219612" y="61701"/>
                  <a:pt x="214793" y="58603"/>
                </a:cubicBezTo>
                <a:cubicBezTo>
                  <a:pt x="211867" y="56710"/>
                  <a:pt x="208367" y="55763"/>
                  <a:pt x="204294" y="55763"/>
                </a:cubicBezTo>
                <a:cubicBezTo>
                  <a:pt x="199819" y="55763"/>
                  <a:pt x="196291" y="56681"/>
                  <a:pt x="193709" y="58517"/>
                </a:cubicBezTo>
                <a:lnTo>
                  <a:pt x="190439" y="66520"/>
                </a:lnTo>
                <a:lnTo>
                  <a:pt x="189320" y="67123"/>
                </a:lnTo>
                <a:lnTo>
                  <a:pt x="184932" y="66090"/>
                </a:lnTo>
                <a:lnTo>
                  <a:pt x="184329" y="64885"/>
                </a:lnTo>
                <a:lnTo>
                  <a:pt x="184759" y="54731"/>
                </a:lnTo>
                <a:cubicBezTo>
                  <a:pt x="194225" y="47732"/>
                  <a:pt x="201339" y="43773"/>
                  <a:pt x="206101" y="42855"/>
                </a:cubicBezTo>
                <a:cubicBezTo>
                  <a:pt x="208109" y="42454"/>
                  <a:pt x="210719" y="42253"/>
                  <a:pt x="213932" y="42253"/>
                </a:cubicBezTo>
                <a:cubicBezTo>
                  <a:pt x="225234" y="42253"/>
                  <a:pt x="233294" y="45207"/>
                  <a:pt x="238113" y="51117"/>
                </a:cubicBezTo>
                <a:cubicBezTo>
                  <a:pt x="241613" y="55419"/>
                  <a:pt x="243363" y="62017"/>
                  <a:pt x="243363" y="70909"/>
                </a:cubicBezTo>
                <a:cubicBezTo>
                  <a:pt x="243363" y="73089"/>
                  <a:pt x="243277" y="76589"/>
                  <a:pt x="243105" y="81408"/>
                </a:cubicBezTo>
                <a:cubicBezTo>
                  <a:pt x="242818" y="89440"/>
                  <a:pt x="242674" y="94804"/>
                  <a:pt x="242674" y="97500"/>
                </a:cubicBezTo>
                <a:cubicBezTo>
                  <a:pt x="242674" y="106163"/>
                  <a:pt x="242818" y="111685"/>
                  <a:pt x="243105" y="114066"/>
                </a:cubicBezTo>
                <a:cubicBezTo>
                  <a:pt x="243391" y="116446"/>
                  <a:pt x="244065" y="117952"/>
                  <a:pt x="245127" y="118583"/>
                </a:cubicBezTo>
                <a:cubicBezTo>
                  <a:pt x="246188" y="119214"/>
                  <a:pt x="248727" y="119587"/>
                  <a:pt x="252743" y="119702"/>
                </a:cubicBezTo>
                <a:lnTo>
                  <a:pt x="253603" y="120649"/>
                </a:lnTo>
                <a:lnTo>
                  <a:pt x="253603" y="125468"/>
                </a:lnTo>
                <a:moveTo>
                  <a:pt x="222021" y="105417"/>
                </a:moveTo>
                <a:lnTo>
                  <a:pt x="222021" y="84248"/>
                </a:lnTo>
                <a:cubicBezTo>
                  <a:pt x="212555" y="86313"/>
                  <a:pt x="206173" y="88536"/>
                  <a:pt x="202874" y="90917"/>
                </a:cubicBezTo>
                <a:cubicBezTo>
                  <a:pt x="199575" y="93298"/>
                  <a:pt x="197926" y="96926"/>
                  <a:pt x="197926" y="101803"/>
                </a:cubicBezTo>
                <a:cubicBezTo>
                  <a:pt x="197926" y="109605"/>
                  <a:pt x="201339" y="113506"/>
                  <a:pt x="208166" y="113506"/>
                </a:cubicBezTo>
                <a:cubicBezTo>
                  <a:pt x="213961" y="113506"/>
                  <a:pt x="218579" y="110810"/>
                  <a:pt x="222021" y="105417"/>
                </a:cubicBezTo>
                <a:moveTo>
                  <a:pt x="215137" y="38380"/>
                </a:moveTo>
                <a:lnTo>
                  <a:pt x="215137" y="38380"/>
                </a:lnTo>
                <a:moveTo>
                  <a:pt x="215137" y="132696"/>
                </a:moveTo>
                <a:lnTo>
                  <a:pt x="215137" y="132696"/>
                </a:lnTo>
                <a:close/>
                <a:moveTo>
                  <a:pt x="315489" y="114711"/>
                </a:moveTo>
                <a:cubicBezTo>
                  <a:pt x="315088" y="115170"/>
                  <a:pt x="313854" y="116375"/>
                  <a:pt x="311789" y="118325"/>
                </a:cubicBezTo>
                <a:cubicBezTo>
                  <a:pt x="308404" y="121538"/>
                  <a:pt x="305507" y="124464"/>
                  <a:pt x="303097" y="127103"/>
                </a:cubicBezTo>
                <a:cubicBezTo>
                  <a:pt x="300286" y="128021"/>
                  <a:pt x="297446" y="128480"/>
                  <a:pt x="294578" y="128480"/>
                </a:cubicBezTo>
                <a:cubicBezTo>
                  <a:pt x="286604" y="128480"/>
                  <a:pt x="280781" y="126156"/>
                  <a:pt x="277109" y="121509"/>
                </a:cubicBezTo>
                <a:cubicBezTo>
                  <a:pt x="275560" y="119501"/>
                  <a:pt x="274527" y="117178"/>
                  <a:pt x="274011" y="114539"/>
                </a:cubicBezTo>
                <a:cubicBezTo>
                  <a:pt x="273437" y="111384"/>
                  <a:pt x="273179" y="107253"/>
                  <a:pt x="273236" y="102147"/>
                </a:cubicBezTo>
                <a:lnTo>
                  <a:pt x="273495" y="81580"/>
                </a:lnTo>
                <a:lnTo>
                  <a:pt x="273495" y="60066"/>
                </a:lnTo>
                <a:lnTo>
                  <a:pt x="271171" y="60066"/>
                </a:lnTo>
                <a:lnTo>
                  <a:pt x="266610" y="60238"/>
                </a:lnTo>
                <a:lnTo>
                  <a:pt x="263082" y="60238"/>
                </a:lnTo>
                <a:lnTo>
                  <a:pt x="262135" y="59464"/>
                </a:lnTo>
                <a:lnTo>
                  <a:pt x="262135" y="57226"/>
                </a:lnTo>
                <a:lnTo>
                  <a:pt x="262824" y="55936"/>
                </a:lnTo>
                <a:cubicBezTo>
                  <a:pt x="263856" y="55247"/>
                  <a:pt x="265463" y="54214"/>
                  <a:pt x="267643" y="52838"/>
                </a:cubicBezTo>
                <a:cubicBezTo>
                  <a:pt x="270225" y="51231"/>
                  <a:pt x="272175" y="49883"/>
                  <a:pt x="273495" y="48793"/>
                </a:cubicBezTo>
                <a:lnTo>
                  <a:pt x="273495" y="37090"/>
                </a:lnTo>
                <a:cubicBezTo>
                  <a:pt x="273495" y="32213"/>
                  <a:pt x="273265" y="27050"/>
                  <a:pt x="272806" y="21600"/>
                </a:cubicBezTo>
                <a:cubicBezTo>
                  <a:pt x="277109" y="20223"/>
                  <a:pt x="280594" y="19004"/>
                  <a:pt x="283262" y="17942"/>
                </a:cubicBezTo>
                <a:cubicBezTo>
                  <a:pt x="285929" y="16881"/>
                  <a:pt x="289702" y="15146"/>
                  <a:pt x="294578" y="12736"/>
                </a:cubicBezTo>
                <a:lnTo>
                  <a:pt x="296815" y="14457"/>
                </a:lnTo>
                <a:cubicBezTo>
                  <a:pt x="296127" y="21571"/>
                  <a:pt x="295639" y="27939"/>
                  <a:pt x="295352" y="33561"/>
                </a:cubicBezTo>
                <a:lnTo>
                  <a:pt x="294578" y="48449"/>
                </a:lnTo>
                <a:lnTo>
                  <a:pt x="297418" y="48449"/>
                </a:lnTo>
                <a:cubicBezTo>
                  <a:pt x="303671" y="48449"/>
                  <a:pt x="309064" y="48248"/>
                  <a:pt x="313596" y="47846"/>
                </a:cubicBezTo>
                <a:lnTo>
                  <a:pt x="314543" y="48793"/>
                </a:lnTo>
                <a:lnTo>
                  <a:pt x="313338" y="58861"/>
                </a:lnTo>
                <a:lnTo>
                  <a:pt x="312477" y="59722"/>
                </a:lnTo>
                <a:lnTo>
                  <a:pt x="294578" y="59722"/>
                </a:lnTo>
                <a:lnTo>
                  <a:pt x="294578" y="88895"/>
                </a:lnTo>
                <a:cubicBezTo>
                  <a:pt x="294578" y="98246"/>
                  <a:pt x="294693" y="103753"/>
                  <a:pt x="294922" y="105417"/>
                </a:cubicBezTo>
                <a:cubicBezTo>
                  <a:pt x="295209" y="107827"/>
                  <a:pt x="296227" y="109777"/>
                  <a:pt x="297977" y="111269"/>
                </a:cubicBezTo>
                <a:cubicBezTo>
                  <a:pt x="299727" y="112760"/>
                  <a:pt x="302093" y="113506"/>
                  <a:pt x="305077" y="113506"/>
                </a:cubicBezTo>
                <a:cubicBezTo>
                  <a:pt x="307429" y="113506"/>
                  <a:pt x="310269" y="112875"/>
                  <a:pt x="313596" y="111613"/>
                </a:cubicBezTo>
                <a:lnTo>
                  <a:pt x="315489" y="114711"/>
                </a:lnTo>
                <a:close/>
                <a:moveTo>
                  <a:pt x="385278" y="42855"/>
                </a:moveTo>
                <a:lnTo>
                  <a:pt x="384675" y="58173"/>
                </a:lnTo>
                <a:cubicBezTo>
                  <a:pt x="384618" y="60697"/>
                  <a:pt x="384503" y="63566"/>
                  <a:pt x="384331" y="66778"/>
                </a:cubicBezTo>
                <a:lnTo>
                  <a:pt x="380717" y="67897"/>
                </a:lnTo>
                <a:cubicBezTo>
                  <a:pt x="378020" y="63996"/>
                  <a:pt x="374291" y="62045"/>
                  <a:pt x="369530" y="62045"/>
                </a:cubicBezTo>
                <a:cubicBezTo>
                  <a:pt x="365227" y="62045"/>
                  <a:pt x="361670" y="63767"/>
                  <a:pt x="358859" y="67209"/>
                </a:cubicBezTo>
                <a:cubicBezTo>
                  <a:pt x="357138" y="69331"/>
                  <a:pt x="356277" y="72458"/>
                  <a:pt x="356277" y="76589"/>
                </a:cubicBezTo>
                <a:lnTo>
                  <a:pt x="356277" y="96726"/>
                </a:lnTo>
                <a:cubicBezTo>
                  <a:pt x="356277" y="100914"/>
                  <a:pt x="356478" y="106737"/>
                  <a:pt x="356880" y="114195"/>
                </a:cubicBezTo>
                <a:cubicBezTo>
                  <a:pt x="356994" y="116317"/>
                  <a:pt x="357597" y="117694"/>
                  <a:pt x="358687" y="118325"/>
                </a:cubicBezTo>
                <a:cubicBezTo>
                  <a:pt x="359777" y="118956"/>
                  <a:pt x="363764" y="119387"/>
                  <a:pt x="370648" y="119616"/>
                </a:cubicBezTo>
                <a:lnTo>
                  <a:pt x="371509" y="120391"/>
                </a:lnTo>
                <a:lnTo>
                  <a:pt x="371509" y="125640"/>
                </a:lnTo>
                <a:lnTo>
                  <a:pt x="370648" y="126500"/>
                </a:lnTo>
                <a:cubicBezTo>
                  <a:pt x="362215" y="126156"/>
                  <a:pt x="353839" y="125984"/>
                  <a:pt x="345520" y="125984"/>
                </a:cubicBezTo>
                <a:cubicBezTo>
                  <a:pt x="335251" y="125984"/>
                  <a:pt x="327420" y="126185"/>
                  <a:pt x="322027" y="126587"/>
                </a:cubicBezTo>
                <a:lnTo>
                  <a:pt x="321167" y="125726"/>
                </a:lnTo>
                <a:lnTo>
                  <a:pt x="321167" y="120477"/>
                </a:lnTo>
                <a:lnTo>
                  <a:pt x="322027" y="119616"/>
                </a:lnTo>
                <a:cubicBezTo>
                  <a:pt x="327535" y="119444"/>
                  <a:pt x="330948" y="119014"/>
                  <a:pt x="332268" y="118325"/>
                </a:cubicBezTo>
                <a:cubicBezTo>
                  <a:pt x="333415" y="117809"/>
                  <a:pt x="334046" y="116432"/>
                  <a:pt x="334161" y="114195"/>
                </a:cubicBezTo>
                <a:cubicBezTo>
                  <a:pt x="334563" y="106737"/>
                  <a:pt x="334764" y="98733"/>
                  <a:pt x="334764" y="90185"/>
                </a:cubicBezTo>
                <a:lnTo>
                  <a:pt x="334764" y="77880"/>
                </a:lnTo>
                <a:cubicBezTo>
                  <a:pt x="334764" y="66406"/>
                  <a:pt x="334333" y="59808"/>
                  <a:pt x="333473" y="58087"/>
                </a:cubicBezTo>
                <a:cubicBezTo>
                  <a:pt x="332899" y="56940"/>
                  <a:pt x="331666" y="56222"/>
                  <a:pt x="329772" y="55936"/>
                </a:cubicBezTo>
                <a:cubicBezTo>
                  <a:pt x="329084" y="55821"/>
                  <a:pt x="326588" y="55677"/>
                  <a:pt x="322286" y="55505"/>
                </a:cubicBezTo>
                <a:lnTo>
                  <a:pt x="321425" y="54645"/>
                </a:lnTo>
                <a:lnTo>
                  <a:pt x="321425" y="49826"/>
                </a:lnTo>
                <a:lnTo>
                  <a:pt x="322286" y="48879"/>
                </a:lnTo>
                <a:cubicBezTo>
                  <a:pt x="332612" y="47904"/>
                  <a:pt x="343484" y="45523"/>
                  <a:pt x="354900" y="41737"/>
                </a:cubicBezTo>
                <a:lnTo>
                  <a:pt x="356794" y="42855"/>
                </a:lnTo>
                <a:lnTo>
                  <a:pt x="356621" y="59722"/>
                </a:lnTo>
                <a:cubicBezTo>
                  <a:pt x="360178" y="55591"/>
                  <a:pt x="364481" y="50772"/>
                  <a:pt x="369530" y="45265"/>
                </a:cubicBezTo>
                <a:cubicBezTo>
                  <a:pt x="371882" y="42970"/>
                  <a:pt x="375095" y="41823"/>
                  <a:pt x="379168" y="41823"/>
                </a:cubicBezTo>
                <a:cubicBezTo>
                  <a:pt x="381577" y="41823"/>
                  <a:pt x="383614" y="42167"/>
                  <a:pt x="385278" y="42855"/>
                </a:cubicBezTo>
                <a:close/>
                <a:moveTo>
                  <a:pt x="427859" y="13425"/>
                </a:moveTo>
                <a:cubicBezTo>
                  <a:pt x="427859" y="17096"/>
                  <a:pt x="426568" y="20237"/>
                  <a:pt x="423986" y="22848"/>
                </a:cubicBezTo>
                <a:cubicBezTo>
                  <a:pt x="421405" y="25458"/>
                  <a:pt x="418307" y="26763"/>
                  <a:pt x="414693" y="26763"/>
                </a:cubicBezTo>
                <a:cubicBezTo>
                  <a:pt x="411021" y="26763"/>
                  <a:pt x="407894" y="25458"/>
                  <a:pt x="405313" y="22848"/>
                </a:cubicBezTo>
                <a:cubicBezTo>
                  <a:pt x="402731" y="20237"/>
                  <a:pt x="401440" y="17096"/>
                  <a:pt x="401440" y="13425"/>
                </a:cubicBezTo>
                <a:cubicBezTo>
                  <a:pt x="401440" y="9638"/>
                  <a:pt x="402745" y="6454"/>
                  <a:pt x="405356" y="3872"/>
                </a:cubicBezTo>
                <a:cubicBezTo>
                  <a:pt x="407966" y="1291"/>
                  <a:pt x="411078" y="0"/>
                  <a:pt x="414693" y="0"/>
                </a:cubicBezTo>
                <a:cubicBezTo>
                  <a:pt x="418249" y="0"/>
                  <a:pt x="421333" y="1291"/>
                  <a:pt x="423943" y="3872"/>
                </a:cubicBezTo>
                <a:cubicBezTo>
                  <a:pt x="426554" y="6454"/>
                  <a:pt x="427859" y="9638"/>
                  <a:pt x="427859" y="13425"/>
                </a:cubicBezTo>
                <a:moveTo>
                  <a:pt x="439734" y="125726"/>
                </a:moveTo>
                <a:lnTo>
                  <a:pt x="438874" y="126587"/>
                </a:lnTo>
                <a:cubicBezTo>
                  <a:pt x="433424" y="126185"/>
                  <a:pt x="425564" y="125984"/>
                  <a:pt x="415295" y="125984"/>
                </a:cubicBezTo>
                <a:cubicBezTo>
                  <a:pt x="405026" y="125984"/>
                  <a:pt x="397195" y="126185"/>
                  <a:pt x="391802" y="126587"/>
                </a:cubicBezTo>
                <a:lnTo>
                  <a:pt x="390941" y="125726"/>
                </a:lnTo>
                <a:lnTo>
                  <a:pt x="390941" y="120477"/>
                </a:lnTo>
                <a:lnTo>
                  <a:pt x="391802" y="119616"/>
                </a:lnTo>
                <a:cubicBezTo>
                  <a:pt x="397309" y="119444"/>
                  <a:pt x="400723" y="119014"/>
                  <a:pt x="402042" y="118325"/>
                </a:cubicBezTo>
                <a:cubicBezTo>
                  <a:pt x="403190" y="117809"/>
                  <a:pt x="403821" y="116432"/>
                  <a:pt x="403936" y="114195"/>
                </a:cubicBezTo>
                <a:cubicBezTo>
                  <a:pt x="404337" y="106737"/>
                  <a:pt x="404538" y="98733"/>
                  <a:pt x="404538" y="90185"/>
                </a:cubicBezTo>
                <a:lnTo>
                  <a:pt x="404538" y="77880"/>
                </a:lnTo>
                <a:cubicBezTo>
                  <a:pt x="404538" y="66750"/>
                  <a:pt x="404108" y="60152"/>
                  <a:pt x="403247" y="58087"/>
                </a:cubicBezTo>
                <a:cubicBezTo>
                  <a:pt x="402788" y="56940"/>
                  <a:pt x="401555" y="56222"/>
                  <a:pt x="399547" y="55936"/>
                </a:cubicBezTo>
                <a:cubicBezTo>
                  <a:pt x="398858" y="55821"/>
                  <a:pt x="396363" y="55677"/>
                  <a:pt x="392060" y="55505"/>
                </a:cubicBezTo>
                <a:lnTo>
                  <a:pt x="391200" y="54645"/>
                </a:lnTo>
                <a:lnTo>
                  <a:pt x="391200" y="49826"/>
                </a:lnTo>
                <a:lnTo>
                  <a:pt x="392060" y="48879"/>
                </a:lnTo>
                <a:cubicBezTo>
                  <a:pt x="403075" y="47904"/>
                  <a:pt x="414176" y="45523"/>
                  <a:pt x="425363" y="41737"/>
                </a:cubicBezTo>
                <a:lnTo>
                  <a:pt x="427170" y="42855"/>
                </a:lnTo>
                <a:cubicBezTo>
                  <a:pt x="426425" y="53297"/>
                  <a:pt x="426052" y="62103"/>
                  <a:pt x="426052" y="69274"/>
                </a:cubicBezTo>
                <a:lnTo>
                  <a:pt x="426052" y="96726"/>
                </a:lnTo>
                <a:cubicBezTo>
                  <a:pt x="426052" y="100914"/>
                  <a:pt x="426253" y="106737"/>
                  <a:pt x="426654" y="114195"/>
                </a:cubicBezTo>
                <a:cubicBezTo>
                  <a:pt x="426769" y="116432"/>
                  <a:pt x="427400" y="117809"/>
                  <a:pt x="428547" y="118325"/>
                </a:cubicBezTo>
                <a:cubicBezTo>
                  <a:pt x="429867" y="119014"/>
                  <a:pt x="433280" y="119444"/>
                  <a:pt x="438788" y="119616"/>
                </a:cubicBezTo>
                <a:lnTo>
                  <a:pt x="439734" y="120477"/>
                </a:lnTo>
                <a:lnTo>
                  <a:pt x="439734" y="125726"/>
                </a:lnTo>
                <a:moveTo>
                  <a:pt x="415295" y="132696"/>
                </a:moveTo>
                <a:lnTo>
                  <a:pt x="415295" y="132696"/>
                </a:lnTo>
                <a:close/>
                <a:moveTo>
                  <a:pt x="529574" y="125296"/>
                </a:moveTo>
                <a:lnTo>
                  <a:pt x="528713" y="126156"/>
                </a:lnTo>
                <a:cubicBezTo>
                  <a:pt x="525787" y="126041"/>
                  <a:pt x="521456" y="125984"/>
                  <a:pt x="515719" y="125984"/>
                </a:cubicBezTo>
                <a:cubicBezTo>
                  <a:pt x="508261" y="125984"/>
                  <a:pt x="503843" y="126041"/>
                  <a:pt x="502466" y="126156"/>
                </a:cubicBezTo>
                <a:cubicBezTo>
                  <a:pt x="501434" y="124779"/>
                  <a:pt x="499655" y="121997"/>
                  <a:pt x="497131" y="117809"/>
                </a:cubicBezTo>
                <a:cubicBezTo>
                  <a:pt x="495869" y="115744"/>
                  <a:pt x="494004" y="112617"/>
                  <a:pt x="491537" y="108429"/>
                </a:cubicBezTo>
                <a:lnTo>
                  <a:pt x="484911" y="96726"/>
                </a:lnTo>
                <a:cubicBezTo>
                  <a:pt x="477625" y="106364"/>
                  <a:pt x="470856" y="116174"/>
                  <a:pt x="464602" y="126156"/>
                </a:cubicBezTo>
                <a:cubicBezTo>
                  <a:pt x="462709" y="126041"/>
                  <a:pt x="460213" y="125984"/>
                  <a:pt x="457116" y="125984"/>
                </a:cubicBezTo>
                <a:cubicBezTo>
                  <a:pt x="453272" y="125984"/>
                  <a:pt x="450719" y="126041"/>
                  <a:pt x="449457" y="126156"/>
                </a:cubicBezTo>
                <a:lnTo>
                  <a:pt x="448424" y="125210"/>
                </a:lnTo>
                <a:lnTo>
                  <a:pt x="448424" y="120218"/>
                </a:lnTo>
                <a:lnTo>
                  <a:pt x="449371" y="119272"/>
                </a:lnTo>
                <a:cubicBezTo>
                  <a:pt x="452526" y="119214"/>
                  <a:pt x="454677" y="118813"/>
                  <a:pt x="455825" y="118067"/>
                </a:cubicBezTo>
                <a:cubicBezTo>
                  <a:pt x="456972" y="117321"/>
                  <a:pt x="459496" y="114596"/>
                  <a:pt x="463398" y="109892"/>
                </a:cubicBezTo>
                <a:cubicBezTo>
                  <a:pt x="467585" y="104786"/>
                  <a:pt x="473122" y="97701"/>
                  <a:pt x="480006" y="88636"/>
                </a:cubicBezTo>
                <a:lnTo>
                  <a:pt x="468733" y="69790"/>
                </a:lnTo>
                <a:cubicBezTo>
                  <a:pt x="465463" y="64283"/>
                  <a:pt x="463197" y="60640"/>
                  <a:pt x="461935" y="58861"/>
                </a:cubicBezTo>
                <a:cubicBezTo>
                  <a:pt x="460558" y="56853"/>
                  <a:pt x="459324" y="55520"/>
                  <a:pt x="458234" y="54860"/>
                </a:cubicBezTo>
                <a:cubicBezTo>
                  <a:pt x="457144" y="54200"/>
                  <a:pt x="455796" y="53870"/>
                  <a:pt x="454190" y="53870"/>
                </a:cubicBezTo>
                <a:cubicBezTo>
                  <a:pt x="453673" y="53870"/>
                  <a:pt x="452469" y="53985"/>
                  <a:pt x="450575" y="54214"/>
                </a:cubicBezTo>
                <a:lnTo>
                  <a:pt x="449371" y="53440"/>
                </a:lnTo>
                <a:lnTo>
                  <a:pt x="448424" y="48793"/>
                </a:lnTo>
                <a:lnTo>
                  <a:pt x="449198" y="47588"/>
                </a:lnTo>
                <a:cubicBezTo>
                  <a:pt x="458894" y="45695"/>
                  <a:pt x="467155" y="43859"/>
                  <a:pt x="473982" y="42081"/>
                </a:cubicBezTo>
                <a:cubicBezTo>
                  <a:pt x="478400" y="45351"/>
                  <a:pt x="485083" y="54960"/>
                  <a:pt x="494033" y="70909"/>
                </a:cubicBezTo>
                <a:cubicBezTo>
                  <a:pt x="498278" y="65402"/>
                  <a:pt x="503040" y="58718"/>
                  <a:pt x="508318" y="50858"/>
                </a:cubicBezTo>
                <a:lnTo>
                  <a:pt x="512879" y="44060"/>
                </a:lnTo>
                <a:cubicBezTo>
                  <a:pt x="516379" y="44232"/>
                  <a:pt x="519333" y="44318"/>
                  <a:pt x="521743" y="44318"/>
                </a:cubicBezTo>
                <a:cubicBezTo>
                  <a:pt x="524037" y="44318"/>
                  <a:pt x="526304" y="44232"/>
                  <a:pt x="528541" y="44060"/>
                </a:cubicBezTo>
                <a:lnTo>
                  <a:pt x="529574" y="45093"/>
                </a:lnTo>
                <a:lnTo>
                  <a:pt x="529574" y="49998"/>
                </a:lnTo>
                <a:lnTo>
                  <a:pt x="528713" y="50858"/>
                </a:lnTo>
                <a:cubicBezTo>
                  <a:pt x="525672" y="51088"/>
                  <a:pt x="523621" y="51489"/>
                  <a:pt x="522560" y="52063"/>
                </a:cubicBezTo>
                <a:cubicBezTo>
                  <a:pt x="521499" y="52637"/>
                  <a:pt x="519534" y="54530"/>
                  <a:pt x="516665" y="57743"/>
                </a:cubicBezTo>
                <a:cubicBezTo>
                  <a:pt x="514830" y="59751"/>
                  <a:pt x="511416" y="63795"/>
                  <a:pt x="506425" y="69876"/>
                </a:cubicBezTo>
                <a:lnTo>
                  <a:pt x="499024" y="78826"/>
                </a:lnTo>
                <a:lnTo>
                  <a:pt x="511416" y="100770"/>
                </a:lnTo>
                <a:cubicBezTo>
                  <a:pt x="517268" y="111154"/>
                  <a:pt x="521025" y="116862"/>
                  <a:pt x="522689" y="117895"/>
                </a:cubicBezTo>
                <a:cubicBezTo>
                  <a:pt x="523435" y="118354"/>
                  <a:pt x="525443" y="118813"/>
                  <a:pt x="528713" y="119272"/>
                </a:cubicBezTo>
                <a:lnTo>
                  <a:pt x="529574" y="120218"/>
                </a:lnTo>
                <a:lnTo>
                  <a:pt x="529574" y="125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download">
            <a:extLst xmlns:a="http://schemas.openxmlformats.org/drawingml/2006/main">
              <a:ext uri="{FF2B5EF4-FFF2-40B4-BE49-F238E27FC236}">
                <a16:creationId xmlns:a16="http://schemas.microsoft.com/office/drawing/2014/main" id="{58D441FB-0603-4B3B-A12E-D8246279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090" y="3643284"/>
            <a:ext cx="797260" cy="134934"/>
          </a:xfrm>
          <a:custGeom xmlns:a="http://schemas.openxmlformats.org/drawingml/2006/main">
            <a:pathLst>
              <a:path w="797260" h="134934">
                <a:moveTo>
                  <a:pt x="93886" y="127963"/>
                </a:moveTo>
                <a:lnTo>
                  <a:pt x="93025" y="128824"/>
                </a:lnTo>
                <a:cubicBezTo>
                  <a:pt x="87403" y="128422"/>
                  <a:pt x="82326" y="128222"/>
                  <a:pt x="77793" y="128222"/>
                </a:cubicBezTo>
                <a:cubicBezTo>
                  <a:pt x="73491" y="128222"/>
                  <a:pt x="67668" y="128422"/>
                  <a:pt x="60324" y="128824"/>
                </a:cubicBezTo>
                <a:lnTo>
                  <a:pt x="59550" y="128222"/>
                </a:lnTo>
                <a:cubicBezTo>
                  <a:pt x="59779" y="125410"/>
                  <a:pt x="59894" y="120706"/>
                  <a:pt x="59894" y="114109"/>
                </a:cubicBezTo>
                <a:cubicBezTo>
                  <a:pt x="57829" y="115830"/>
                  <a:pt x="54874" y="118469"/>
                  <a:pt x="51030" y="122026"/>
                </a:cubicBezTo>
                <a:cubicBezTo>
                  <a:pt x="46269" y="126443"/>
                  <a:pt x="43171" y="129082"/>
                  <a:pt x="41737" y="129943"/>
                </a:cubicBezTo>
                <a:cubicBezTo>
                  <a:pt x="39901" y="130803"/>
                  <a:pt x="36917" y="131233"/>
                  <a:pt x="32787" y="131233"/>
                </a:cubicBezTo>
                <a:cubicBezTo>
                  <a:pt x="22977" y="131233"/>
                  <a:pt x="15060" y="127533"/>
                  <a:pt x="9036" y="120132"/>
                </a:cubicBezTo>
                <a:cubicBezTo>
                  <a:pt x="3012" y="112732"/>
                  <a:pt x="0" y="103151"/>
                  <a:pt x="0" y="91390"/>
                </a:cubicBezTo>
                <a:cubicBezTo>
                  <a:pt x="0" y="79974"/>
                  <a:pt x="2323" y="71081"/>
                  <a:pt x="6970" y="64713"/>
                </a:cubicBezTo>
                <a:cubicBezTo>
                  <a:pt x="8175" y="63049"/>
                  <a:pt x="11732" y="60095"/>
                  <a:pt x="17641" y="55850"/>
                </a:cubicBezTo>
                <a:cubicBezTo>
                  <a:pt x="24526" y="50916"/>
                  <a:pt x="29545" y="47789"/>
                  <a:pt x="32701" y="46470"/>
                </a:cubicBezTo>
                <a:cubicBezTo>
                  <a:pt x="35455" y="45322"/>
                  <a:pt x="38954" y="44748"/>
                  <a:pt x="43199" y="44748"/>
                </a:cubicBezTo>
                <a:cubicBezTo>
                  <a:pt x="49166" y="44748"/>
                  <a:pt x="54731" y="46011"/>
                  <a:pt x="59894" y="48535"/>
                </a:cubicBezTo>
                <a:lnTo>
                  <a:pt x="59894" y="43716"/>
                </a:lnTo>
                <a:cubicBezTo>
                  <a:pt x="59894" y="28628"/>
                  <a:pt x="59521" y="19735"/>
                  <a:pt x="58775" y="17039"/>
                </a:cubicBezTo>
                <a:cubicBezTo>
                  <a:pt x="58374" y="15547"/>
                  <a:pt x="57198" y="14629"/>
                  <a:pt x="55247" y="14285"/>
                </a:cubicBezTo>
                <a:cubicBezTo>
                  <a:pt x="54329" y="14113"/>
                  <a:pt x="51690" y="13941"/>
                  <a:pt x="47330" y="13769"/>
                </a:cubicBezTo>
                <a:lnTo>
                  <a:pt x="46470" y="12822"/>
                </a:lnTo>
                <a:lnTo>
                  <a:pt x="46470" y="8089"/>
                </a:lnTo>
                <a:lnTo>
                  <a:pt x="47330" y="7143"/>
                </a:lnTo>
                <a:cubicBezTo>
                  <a:pt x="58345" y="5995"/>
                  <a:pt x="69446" y="3614"/>
                  <a:pt x="80633" y="0"/>
                </a:cubicBezTo>
                <a:lnTo>
                  <a:pt x="82526" y="1033"/>
                </a:lnTo>
                <a:cubicBezTo>
                  <a:pt x="82526" y="1262"/>
                  <a:pt x="82412" y="4102"/>
                  <a:pt x="82182" y="9552"/>
                </a:cubicBezTo>
                <a:cubicBezTo>
                  <a:pt x="81666" y="21887"/>
                  <a:pt x="81408" y="40417"/>
                  <a:pt x="81408" y="65143"/>
                </a:cubicBezTo>
                <a:lnTo>
                  <a:pt x="81408" y="92939"/>
                </a:lnTo>
                <a:cubicBezTo>
                  <a:pt x="81408" y="109060"/>
                  <a:pt x="81781" y="117924"/>
                  <a:pt x="82526" y="119530"/>
                </a:cubicBezTo>
                <a:cubicBezTo>
                  <a:pt x="82985" y="120505"/>
                  <a:pt x="83617" y="121108"/>
                  <a:pt x="84420" y="121337"/>
                </a:cubicBezTo>
                <a:cubicBezTo>
                  <a:pt x="85682" y="121739"/>
                  <a:pt x="88550" y="122112"/>
                  <a:pt x="93025" y="122456"/>
                </a:cubicBezTo>
                <a:lnTo>
                  <a:pt x="93886" y="123316"/>
                </a:lnTo>
                <a:lnTo>
                  <a:pt x="93886" y="127963"/>
                </a:lnTo>
                <a:moveTo>
                  <a:pt x="59894" y="83043"/>
                </a:moveTo>
                <a:lnTo>
                  <a:pt x="59894" y="66865"/>
                </a:lnTo>
                <a:cubicBezTo>
                  <a:pt x="55763" y="61931"/>
                  <a:pt x="51805" y="58775"/>
                  <a:pt x="48019" y="57399"/>
                </a:cubicBezTo>
                <a:cubicBezTo>
                  <a:pt x="45437" y="56481"/>
                  <a:pt x="42683" y="56022"/>
                  <a:pt x="39757" y="56022"/>
                </a:cubicBezTo>
                <a:cubicBezTo>
                  <a:pt x="31840" y="56022"/>
                  <a:pt x="26734" y="60095"/>
                  <a:pt x="24440" y="68241"/>
                </a:cubicBezTo>
                <a:cubicBezTo>
                  <a:pt x="23177" y="72774"/>
                  <a:pt x="22546" y="77822"/>
                  <a:pt x="22546" y="83387"/>
                </a:cubicBezTo>
                <a:cubicBezTo>
                  <a:pt x="22546" y="95263"/>
                  <a:pt x="25329" y="104069"/>
                  <a:pt x="30894" y="109806"/>
                </a:cubicBezTo>
                <a:cubicBezTo>
                  <a:pt x="33820" y="112846"/>
                  <a:pt x="37749" y="114367"/>
                  <a:pt x="42683" y="114367"/>
                </a:cubicBezTo>
                <a:cubicBezTo>
                  <a:pt x="46756" y="114367"/>
                  <a:pt x="50543" y="113076"/>
                  <a:pt x="54042" y="110494"/>
                </a:cubicBezTo>
                <a:cubicBezTo>
                  <a:pt x="57198" y="108199"/>
                  <a:pt x="59062" y="105733"/>
                  <a:pt x="59636" y="103094"/>
                </a:cubicBezTo>
                <a:cubicBezTo>
                  <a:pt x="59808" y="102290"/>
                  <a:pt x="59894" y="95607"/>
                  <a:pt x="59894" y="83043"/>
                </a:cubicBezTo>
                <a:close/>
                <a:moveTo>
                  <a:pt x="188558" y="85538"/>
                </a:moveTo>
                <a:cubicBezTo>
                  <a:pt x="188558" y="105847"/>
                  <a:pt x="181731" y="119587"/>
                  <a:pt x="168077" y="126759"/>
                </a:cubicBezTo>
                <a:cubicBezTo>
                  <a:pt x="161422" y="130258"/>
                  <a:pt x="153820" y="132008"/>
                  <a:pt x="145272" y="132008"/>
                </a:cubicBezTo>
                <a:cubicBezTo>
                  <a:pt x="132077" y="132008"/>
                  <a:pt x="122023" y="128193"/>
                  <a:pt x="115110" y="120563"/>
                </a:cubicBezTo>
                <a:cubicBezTo>
                  <a:pt x="108197" y="112932"/>
                  <a:pt x="104741" y="102004"/>
                  <a:pt x="104741" y="87776"/>
                </a:cubicBezTo>
                <a:cubicBezTo>
                  <a:pt x="104741" y="68098"/>
                  <a:pt x="111453" y="54989"/>
                  <a:pt x="124877" y="48449"/>
                </a:cubicBezTo>
                <a:cubicBezTo>
                  <a:pt x="131475" y="45236"/>
                  <a:pt x="139134" y="43630"/>
                  <a:pt x="147854" y="43630"/>
                </a:cubicBezTo>
                <a:cubicBezTo>
                  <a:pt x="166155" y="43630"/>
                  <a:pt x="178289" y="49969"/>
                  <a:pt x="184255" y="62648"/>
                </a:cubicBezTo>
                <a:cubicBezTo>
                  <a:pt x="187124" y="68729"/>
                  <a:pt x="188558" y="76359"/>
                  <a:pt x="188558" y="85538"/>
                </a:cubicBezTo>
                <a:moveTo>
                  <a:pt x="164721" y="92595"/>
                </a:moveTo>
                <a:cubicBezTo>
                  <a:pt x="164721" y="78310"/>
                  <a:pt x="163157" y="68084"/>
                  <a:pt x="160031" y="61916"/>
                </a:cubicBezTo>
                <a:cubicBezTo>
                  <a:pt x="156904" y="55749"/>
                  <a:pt x="152128" y="52665"/>
                  <a:pt x="145703" y="52665"/>
                </a:cubicBezTo>
                <a:cubicBezTo>
                  <a:pt x="134286" y="52665"/>
                  <a:pt x="128578" y="62963"/>
                  <a:pt x="128578" y="83559"/>
                </a:cubicBezTo>
                <a:cubicBezTo>
                  <a:pt x="128578" y="110007"/>
                  <a:pt x="134974" y="123230"/>
                  <a:pt x="147768" y="123230"/>
                </a:cubicBezTo>
                <a:cubicBezTo>
                  <a:pt x="155742" y="123230"/>
                  <a:pt x="160820" y="118842"/>
                  <a:pt x="163000" y="110064"/>
                </a:cubicBezTo>
                <a:cubicBezTo>
                  <a:pt x="164147" y="105474"/>
                  <a:pt x="164721" y="99651"/>
                  <a:pt x="164721" y="92595"/>
                </a:cubicBezTo>
                <a:moveTo>
                  <a:pt x="147510" y="134934"/>
                </a:moveTo>
                <a:lnTo>
                  <a:pt x="147510" y="134934"/>
                </a:lnTo>
                <a:moveTo>
                  <a:pt x="147510" y="40618"/>
                </a:moveTo>
                <a:lnTo>
                  <a:pt x="147510" y="40618"/>
                </a:lnTo>
                <a:close/>
                <a:moveTo>
                  <a:pt x="340073" y="53010"/>
                </a:moveTo>
                <a:lnTo>
                  <a:pt x="339127" y="53870"/>
                </a:lnTo>
                <a:cubicBezTo>
                  <a:pt x="335742" y="53985"/>
                  <a:pt x="333590" y="54229"/>
                  <a:pt x="332673" y="54602"/>
                </a:cubicBezTo>
                <a:cubicBezTo>
                  <a:pt x="331755" y="54975"/>
                  <a:pt x="330966" y="55634"/>
                  <a:pt x="330306" y="56581"/>
                </a:cubicBezTo>
                <a:cubicBezTo>
                  <a:pt x="329646" y="57528"/>
                  <a:pt x="328427" y="60410"/>
                  <a:pt x="326649" y="65229"/>
                </a:cubicBezTo>
                <a:cubicBezTo>
                  <a:pt x="324526" y="70966"/>
                  <a:pt x="322432" y="76933"/>
                  <a:pt x="320367" y="83129"/>
                </a:cubicBezTo>
                <a:lnTo>
                  <a:pt x="310384" y="113076"/>
                </a:lnTo>
                <a:cubicBezTo>
                  <a:pt x="309524" y="115600"/>
                  <a:pt x="308663" y="118411"/>
                  <a:pt x="307803" y="121509"/>
                </a:cubicBezTo>
                <a:lnTo>
                  <a:pt x="305479" y="129684"/>
                </a:lnTo>
                <a:lnTo>
                  <a:pt x="291366" y="129684"/>
                </a:lnTo>
                <a:lnTo>
                  <a:pt x="281986" y="106622"/>
                </a:lnTo>
                <a:lnTo>
                  <a:pt x="268132" y="74696"/>
                </a:lnTo>
                <a:cubicBezTo>
                  <a:pt x="260214" y="91275"/>
                  <a:pt x="253158" y="107196"/>
                  <a:pt x="246962" y="122456"/>
                </a:cubicBezTo>
                <a:lnTo>
                  <a:pt x="244036" y="129684"/>
                </a:lnTo>
                <a:lnTo>
                  <a:pt x="230095" y="129684"/>
                </a:lnTo>
                <a:cubicBezTo>
                  <a:pt x="229923" y="129226"/>
                  <a:pt x="229407" y="127045"/>
                  <a:pt x="228546" y="123144"/>
                </a:cubicBezTo>
                <a:cubicBezTo>
                  <a:pt x="228030" y="120907"/>
                  <a:pt x="227313" y="118124"/>
                  <a:pt x="226395" y="114797"/>
                </a:cubicBezTo>
                <a:lnTo>
                  <a:pt x="213745" y="69704"/>
                </a:lnTo>
                <a:cubicBezTo>
                  <a:pt x="211852" y="63049"/>
                  <a:pt x="210532" y="58861"/>
                  <a:pt x="209786" y="57140"/>
                </a:cubicBezTo>
                <a:cubicBezTo>
                  <a:pt x="209213" y="55993"/>
                  <a:pt x="208467" y="55204"/>
                  <a:pt x="207549" y="54774"/>
                </a:cubicBezTo>
                <a:cubicBezTo>
                  <a:pt x="206631" y="54344"/>
                  <a:pt x="203849" y="54042"/>
                  <a:pt x="199202" y="53870"/>
                </a:cubicBezTo>
                <a:lnTo>
                  <a:pt x="198341" y="52924"/>
                </a:lnTo>
                <a:lnTo>
                  <a:pt x="198341" y="47846"/>
                </a:lnTo>
                <a:lnTo>
                  <a:pt x="199288" y="46986"/>
                </a:lnTo>
                <a:cubicBezTo>
                  <a:pt x="203763" y="47158"/>
                  <a:pt x="211163" y="47244"/>
                  <a:pt x="221490" y="47244"/>
                </a:cubicBezTo>
                <a:cubicBezTo>
                  <a:pt x="232046" y="47244"/>
                  <a:pt x="239906" y="47158"/>
                  <a:pt x="245069" y="46986"/>
                </a:cubicBezTo>
                <a:lnTo>
                  <a:pt x="246015" y="47846"/>
                </a:lnTo>
                <a:lnTo>
                  <a:pt x="246015" y="53010"/>
                </a:lnTo>
                <a:lnTo>
                  <a:pt x="245069" y="53784"/>
                </a:lnTo>
                <a:cubicBezTo>
                  <a:pt x="240594" y="53784"/>
                  <a:pt x="237611" y="53985"/>
                  <a:pt x="236119" y="54387"/>
                </a:cubicBezTo>
                <a:cubicBezTo>
                  <a:pt x="234628" y="54788"/>
                  <a:pt x="233882" y="55649"/>
                  <a:pt x="233882" y="56968"/>
                </a:cubicBezTo>
                <a:cubicBezTo>
                  <a:pt x="233882" y="58173"/>
                  <a:pt x="234169" y="59865"/>
                  <a:pt x="234742" y="62045"/>
                </a:cubicBezTo>
                <a:lnTo>
                  <a:pt x="245155" y="101717"/>
                </a:lnTo>
                <a:lnTo>
                  <a:pt x="265808" y="55763"/>
                </a:lnTo>
                <a:cubicBezTo>
                  <a:pt x="267242" y="52321"/>
                  <a:pt x="268791" y="48678"/>
                  <a:pt x="270455" y="44835"/>
                </a:cubicBezTo>
                <a:lnTo>
                  <a:pt x="279233" y="44835"/>
                </a:lnTo>
                <a:lnTo>
                  <a:pt x="303586" y="101717"/>
                </a:lnTo>
                <a:lnTo>
                  <a:pt x="312019" y="76072"/>
                </a:lnTo>
                <a:cubicBezTo>
                  <a:pt x="315175" y="66492"/>
                  <a:pt x="316752" y="60296"/>
                  <a:pt x="316752" y="57485"/>
                </a:cubicBezTo>
                <a:cubicBezTo>
                  <a:pt x="316752" y="56050"/>
                  <a:pt x="316265" y="55161"/>
                  <a:pt x="315289" y="54817"/>
                </a:cubicBezTo>
                <a:cubicBezTo>
                  <a:pt x="314314" y="54473"/>
                  <a:pt x="311101" y="54157"/>
                  <a:pt x="305651" y="53870"/>
                </a:cubicBezTo>
                <a:lnTo>
                  <a:pt x="304705" y="53010"/>
                </a:lnTo>
                <a:lnTo>
                  <a:pt x="304705" y="47932"/>
                </a:lnTo>
                <a:lnTo>
                  <a:pt x="305737" y="46986"/>
                </a:lnTo>
                <a:cubicBezTo>
                  <a:pt x="310040" y="47158"/>
                  <a:pt x="316007" y="47244"/>
                  <a:pt x="323637" y="47244"/>
                </a:cubicBezTo>
                <a:cubicBezTo>
                  <a:pt x="329259" y="47244"/>
                  <a:pt x="334422" y="47158"/>
                  <a:pt x="339127" y="46986"/>
                </a:cubicBezTo>
                <a:lnTo>
                  <a:pt x="340073" y="47846"/>
                </a:lnTo>
                <a:lnTo>
                  <a:pt x="340073" y="53010"/>
                </a:lnTo>
                <a:close/>
                <a:moveTo>
                  <a:pt x="445644" y="127877"/>
                </a:moveTo>
                <a:lnTo>
                  <a:pt x="444784" y="128824"/>
                </a:lnTo>
                <a:cubicBezTo>
                  <a:pt x="438473" y="128422"/>
                  <a:pt x="433138" y="128222"/>
                  <a:pt x="428778" y="128222"/>
                </a:cubicBezTo>
                <a:cubicBezTo>
                  <a:pt x="424762" y="128222"/>
                  <a:pt x="418910" y="128422"/>
                  <a:pt x="411222" y="128824"/>
                </a:cubicBezTo>
                <a:lnTo>
                  <a:pt x="410362" y="127963"/>
                </a:lnTo>
                <a:cubicBezTo>
                  <a:pt x="411395" y="115170"/>
                  <a:pt x="411911" y="105302"/>
                  <a:pt x="411911" y="98361"/>
                </a:cubicBezTo>
                <a:lnTo>
                  <a:pt x="411911" y="81494"/>
                </a:lnTo>
                <a:cubicBezTo>
                  <a:pt x="411911" y="67496"/>
                  <a:pt x="406862" y="60496"/>
                  <a:pt x="396765" y="60496"/>
                </a:cubicBezTo>
                <a:cubicBezTo>
                  <a:pt x="391487" y="60496"/>
                  <a:pt x="387357" y="62304"/>
                  <a:pt x="384373" y="65918"/>
                </a:cubicBezTo>
                <a:cubicBezTo>
                  <a:pt x="381849" y="68959"/>
                  <a:pt x="380587" y="72028"/>
                  <a:pt x="380587" y="75126"/>
                </a:cubicBezTo>
                <a:lnTo>
                  <a:pt x="380587" y="91218"/>
                </a:lnTo>
                <a:cubicBezTo>
                  <a:pt x="380587" y="106077"/>
                  <a:pt x="380960" y="115199"/>
                  <a:pt x="381706" y="118583"/>
                </a:cubicBezTo>
                <a:cubicBezTo>
                  <a:pt x="382165" y="120591"/>
                  <a:pt x="385492" y="121653"/>
                  <a:pt x="391688" y="121767"/>
                </a:cubicBezTo>
                <a:lnTo>
                  <a:pt x="392549" y="122628"/>
                </a:lnTo>
                <a:lnTo>
                  <a:pt x="392549" y="127877"/>
                </a:lnTo>
                <a:lnTo>
                  <a:pt x="391688" y="128738"/>
                </a:lnTo>
                <a:cubicBezTo>
                  <a:pt x="386812" y="128394"/>
                  <a:pt x="379526" y="128222"/>
                  <a:pt x="369830" y="128222"/>
                </a:cubicBezTo>
                <a:cubicBezTo>
                  <a:pt x="359561" y="128222"/>
                  <a:pt x="351730" y="128422"/>
                  <a:pt x="346337" y="128824"/>
                </a:cubicBezTo>
                <a:lnTo>
                  <a:pt x="345477" y="127963"/>
                </a:lnTo>
                <a:lnTo>
                  <a:pt x="345477" y="122714"/>
                </a:lnTo>
                <a:lnTo>
                  <a:pt x="346337" y="121853"/>
                </a:lnTo>
                <a:cubicBezTo>
                  <a:pt x="351845" y="121681"/>
                  <a:pt x="355258" y="121251"/>
                  <a:pt x="356578" y="120563"/>
                </a:cubicBezTo>
                <a:cubicBezTo>
                  <a:pt x="357725" y="120046"/>
                  <a:pt x="358356" y="118669"/>
                  <a:pt x="358471" y="116432"/>
                </a:cubicBezTo>
                <a:cubicBezTo>
                  <a:pt x="358872" y="108974"/>
                  <a:pt x="359073" y="100971"/>
                  <a:pt x="359073" y="92423"/>
                </a:cubicBezTo>
                <a:lnTo>
                  <a:pt x="359073" y="80117"/>
                </a:lnTo>
                <a:cubicBezTo>
                  <a:pt x="359073" y="68643"/>
                  <a:pt x="358643" y="62045"/>
                  <a:pt x="357782" y="60324"/>
                </a:cubicBezTo>
                <a:cubicBezTo>
                  <a:pt x="357209" y="59177"/>
                  <a:pt x="355975" y="58460"/>
                  <a:pt x="354082" y="58173"/>
                </a:cubicBezTo>
                <a:cubicBezTo>
                  <a:pt x="353394" y="58058"/>
                  <a:pt x="350898" y="57915"/>
                  <a:pt x="346595" y="57743"/>
                </a:cubicBezTo>
                <a:lnTo>
                  <a:pt x="345735" y="56882"/>
                </a:lnTo>
                <a:lnTo>
                  <a:pt x="345735" y="52063"/>
                </a:lnTo>
                <a:lnTo>
                  <a:pt x="346595" y="51117"/>
                </a:lnTo>
                <a:cubicBezTo>
                  <a:pt x="356922" y="50141"/>
                  <a:pt x="367793" y="47760"/>
                  <a:pt x="379210" y="43974"/>
                </a:cubicBezTo>
                <a:lnTo>
                  <a:pt x="381103" y="45093"/>
                </a:lnTo>
                <a:lnTo>
                  <a:pt x="380931" y="59550"/>
                </a:lnTo>
                <a:lnTo>
                  <a:pt x="395733" y="47158"/>
                </a:lnTo>
                <a:cubicBezTo>
                  <a:pt x="399519" y="45609"/>
                  <a:pt x="403678" y="44835"/>
                  <a:pt x="408211" y="44835"/>
                </a:cubicBezTo>
                <a:cubicBezTo>
                  <a:pt x="417332" y="44835"/>
                  <a:pt x="424159" y="47588"/>
                  <a:pt x="428692" y="53096"/>
                </a:cubicBezTo>
                <a:cubicBezTo>
                  <a:pt x="432363" y="57571"/>
                  <a:pt x="434199" y="64139"/>
                  <a:pt x="434199" y="72802"/>
                </a:cubicBezTo>
                <a:cubicBezTo>
                  <a:pt x="434199" y="73778"/>
                  <a:pt x="434084" y="77765"/>
                  <a:pt x="433855" y="84764"/>
                </a:cubicBezTo>
                <a:cubicBezTo>
                  <a:pt x="433625" y="91763"/>
                  <a:pt x="433511" y="96754"/>
                  <a:pt x="433511" y="99737"/>
                </a:cubicBezTo>
                <a:cubicBezTo>
                  <a:pt x="433511" y="108400"/>
                  <a:pt x="433654" y="113922"/>
                  <a:pt x="433941" y="116303"/>
                </a:cubicBezTo>
                <a:cubicBezTo>
                  <a:pt x="434228" y="118684"/>
                  <a:pt x="434887" y="120190"/>
                  <a:pt x="435920" y="120821"/>
                </a:cubicBezTo>
                <a:cubicBezTo>
                  <a:pt x="436953" y="121452"/>
                  <a:pt x="439936" y="121825"/>
                  <a:pt x="444870" y="121940"/>
                </a:cubicBezTo>
                <a:lnTo>
                  <a:pt x="445644" y="122800"/>
                </a:lnTo>
                <a:lnTo>
                  <a:pt x="445644" y="127877"/>
                </a:lnTo>
                <a:close/>
                <a:moveTo>
                  <a:pt x="502452" y="127963"/>
                </a:moveTo>
                <a:lnTo>
                  <a:pt x="501592" y="128824"/>
                </a:lnTo>
                <a:cubicBezTo>
                  <a:pt x="496142" y="128422"/>
                  <a:pt x="488282" y="128222"/>
                  <a:pt x="478013" y="128222"/>
                </a:cubicBezTo>
                <a:cubicBezTo>
                  <a:pt x="467744" y="128222"/>
                  <a:pt x="459913" y="128422"/>
                  <a:pt x="454520" y="128824"/>
                </a:cubicBezTo>
                <a:lnTo>
                  <a:pt x="453659" y="127963"/>
                </a:lnTo>
                <a:lnTo>
                  <a:pt x="453659" y="122714"/>
                </a:lnTo>
                <a:lnTo>
                  <a:pt x="454520" y="121853"/>
                </a:lnTo>
                <a:cubicBezTo>
                  <a:pt x="460027" y="121681"/>
                  <a:pt x="463441" y="121251"/>
                  <a:pt x="464760" y="120563"/>
                </a:cubicBezTo>
                <a:cubicBezTo>
                  <a:pt x="465908" y="120046"/>
                  <a:pt x="466539" y="118669"/>
                  <a:pt x="466654" y="116432"/>
                </a:cubicBezTo>
                <a:cubicBezTo>
                  <a:pt x="467055" y="108974"/>
                  <a:pt x="467256" y="95922"/>
                  <a:pt x="467256" y="77277"/>
                </a:cubicBezTo>
                <a:lnTo>
                  <a:pt x="467256" y="48449"/>
                </a:lnTo>
                <a:cubicBezTo>
                  <a:pt x="467256" y="36401"/>
                  <a:pt x="467055" y="26648"/>
                  <a:pt x="466654" y="19190"/>
                </a:cubicBezTo>
                <a:cubicBezTo>
                  <a:pt x="466539" y="17068"/>
                  <a:pt x="465908" y="15676"/>
                  <a:pt x="464760" y="15017"/>
                </a:cubicBezTo>
                <a:cubicBezTo>
                  <a:pt x="463613" y="14357"/>
                  <a:pt x="460286" y="13941"/>
                  <a:pt x="454778" y="13769"/>
                </a:cubicBezTo>
                <a:lnTo>
                  <a:pt x="453917" y="12822"/>
                </a:lnTo>
                <a:lnTo>
                  <a:pt x="453917" y="8089"/>
                </a:lnTo>
                <a:lnTo>
                  <a:pt x="454778" y="7143"/>
                </a:lnTo>
                <a:cubicBezTo>
                  <a:pt x="465850" y="5938"/>
                  <a:pt x="476951" y="3557"/>
                  <a:pt x="488081" y="0"/>
                </a:cubicBezTo>
                <a:lnTo>
                  <a:pt x="489888" y="1033"/>
                </a:lnTo>
                <a:cubicBezTo>
                  <a:pt x="489888" y="2582"/>
                  <a:pt x="489802" y="5421"/>
                  <a:pt x="489630" y="9552"/>
                </a:cubicBezTo>
                <a:cubicBezTo>
                  <a:pt x="489056" y="23263"/>
                  <a:pt x="488770" y="38438"/>
                  <a:pt x="488770" y="55075"/>
                </a:cubicBezTo>
                <a:lnTo>
                  <a:pt x="488770" y="77277"/>
                </a:lnTo>
                <a:cubicBezTo>
                  <a:pt x="488770" y="95922"/>
                  <a:pt x="488970" y="108974"/>
                  <a:pt x="489372" y="116432"/>
                </a:cubicBezTo>
                <a:cubicBezTo>
                  <a:pt x="489487" y="118669"/>
                  <a:pt x="490118" y="120046"/>
                  <a:pt x="491265" y="120563"/>
                </a:cubicBezTo>
                <a:cubicBezTo>
                  <a:pt x="492585" y="121251"/>
                  <a:pt x="495998" y="121681"/>
                  <a:pt x="501506" y="121853"/>
                </a:cubicBezTo>
                <a:lnTo>
                  <a:pt x="502452" y="122714"/>
                </a:lnTo>
                <a:lnTo>
                  <a:pt x="502452" y="127963"/>
                </a:lnTo>
                <a:close/>
                <a:moveTo>
                  <a:pt x="598316" y="85538"/>
                </a:moveTo>
                <a:cubicBezTo>
                  <a:pt x="598316" y="105847"/>
                  <a:pt x="591489" y="119587"/>
                  <a:pt x="577835" y="126759"/>
                </a:cubicBezTo>
                <a:cubicBezTo>
                  <a:pt x="571180" y="130258"/>
                  <a:pt x="563578" y="132008"/>
                  <a:pt x="555030" y="132008"/>
                </a:cubicBezTo>
                <a:cubicBezTo>
                  <a:pt x="541835" y="132008"/>
                  <a:pt x="531781" y="128193"/>
                  <a:pt x="524868" y="120563"/>
                </a:cubicBezTo>
                <a:cubicBezTo>
                  <a:pt x="517955" y="112932"/>
                  <a:pt x="514498" y="102004"/>
                  <a:pt x="514498" y="87776"/>
                </a:cubicBezTo>
                <a:cubicBezTo>
                  <a:pt x="514498" y="68098"/>
                  <a:pt x="521211" y="54989"/>
                  <a:pt x="534635" y="48449"/>
                </a:cubicBezTo>
                <a:cubicBezTo>
                  <a:pt x="541233" y="45236"/>
                  <a:pt x="548892" y="43630"/>
                  <a:pt x="557612" y="43630"/>
                </a:cubicBezTo>
                <a:cubicBezTo>
                  <a:pt x="575913" y="43630"/>
                  <a:pt x="588046" y="49969"/>
                  <a:pt x="594013" y="62648"/>
                </a:cubicBezTo>
                <a:cubicBezTo>
                  <a:pt x="596881" y="68729"/>
                  <a:pt x="598316" y="76359"/>
                  <a:pt x="598316" y="85538"/>
                </a:cubicBezTo>
                <a:moveTo>
                  <a:pt x="574478" y="92595"/>
                </a:moveTo>
                <a:cubicBezTo>
                  <a:pt x="574478" y="78310"/>
                  <a:pt x="572915" y="68084"/>
                  <a:pt x="569788" y="61916"/>
                </a:cubicBezTo>
                <a:cubicBezTo>
                  <a:pt x="566662" y="55749"/>
                  <a:pt x="561886" y="52665"/>
                  <a:pt x="555460" y="52665"/>
                </a:cubicBezTo>
                <a:cubicBezTo>
                  <a:pt x="544044" y="52665"/>
                  <a:pt x="538335" y="62963"/>
                  <a:pt x="538335" y="83559"/>
                </a:cubicBezTo>
                <a:cubicBezTo>
                  <a:pt x="538335" y="110007"/>
                  <a:pt x="544732" y="123230"/>
                  <a:pt x="557526" y="123230"/>
                </a:cubicBezTo>
                <a:cubicBezTo>
                  <a:pt x="565500" y="123230"/>
                  <a:pt x="570577" y="118842"/>
                  <a:pt x="572757" y="110064"/>
                </a:cubicBezTo>
                <a:cubicBezTo>
                  <a:pt x="573905" y="105474"/>
                  <a:pt x="574478" y="99651"/>
                  <a:pt x="574478" y="92595"/>
                </a:cubicBezTo>
                <a:moveTo>
                  <a:pt x="557268" y="134934"/>
                </a:moveTo>
                <a:lnTo>
                  <a:pt x="557268" y="134934"/>
                </a:lnTo>
                <a:moveTo>
                  <a:pt x="557268" y="40618"/>
                </a:moveTo>
                <a:lnTo>
                  <a:pt x="557268" y="40618"/>
                </a:lnTo>
                <a:close/>
                <a:moveTo>
                  <a:pt x="689421" y="127705"/>
                </a:moveTo>
                <a:lnTo>
                  <a:pt x="688474" y="128652"/>
                </a:lnTo>
                <a:cubicBezTo>
                  <a:pt x="683655" y="128365"/>
                  <a:pt x="678119" y="128222"/>
                  <a:pt x="671865" y="128222"/>
                </a:cubicBezTo>
                <a:cubicBezTo>
                  <a:pt x="666989" y="128222"/>
                  <a:pt x="662313" y="128365"/>
                  <a:pt x="657839" y="128652"/>
                </a:cubicBezTo>
                <a:lnTo>
                  <a:pt x="657064" y="127705"/>
                </a:lnTo>
                <a:lnTo>
                  <a:pt x="657839" y="116174"/>
                </a:lnTo>
                <a:lnTo>
                  <a:pt x="641144" y="128910"/>
                </a:lnTo>
                <a:cubicBezTo>
                  <a:pt x="639824" y="129885"/>
                  <a:pt x="637931" y="130488"/>
                  <a:pt x="635464" y="130717"/>
                </a:cubicBezTo>
                <a:cubicBezTo>
                  <a:pt x="634489" y="130832"/>
                  <a:pt x="633342" y="130889"/>
                  <a:pt x="632022" y="130889"/>
                </a:cubicBezTo>
                <a:cubicBezTo>
                  <a:pt x="625654" y="130889"/>
                  <a:pt x="620763" y="128967"/>
                  <a:pt x="617350" y="125124"/>
                </a:cubicBezTo>
                <a:cubicBezTo>
                  <a:pt x="613936" y="121280"/>
                  <a:pt x="612230" y="115973"/>
                  <a:pt x="612230" y="109203"/>
                </a:cubicBezTo>
                <a:cubicBezTo>
                  <a:pt x="612230" y="100254"/>
                  <a:pt x="615069" y="93914"/>
                  <a:pt x="620749" y="90185"/>
                </a:cubicBezTo>
                <a:cubicBezTo>
                  <a:pt x="626888" y="86112"/>
                  <a:pt x="639251" y="82440"/>
                  <a:pt x="657839" y="79170"/>
                </a:cubicBezTo>
                <a:cubicBezTo>
                  <a:pt x="657839" y="70049"/>
                  <a:pt x="655429" y="63939"/>
                  <a:pt x="650610" y="60841"/>
                </a:cubicBezTo>
                <a:cubicBezTo>
                  <a:pt x="647684" y="58947"/>
                  <a:pt x="644185" y="58001"/>
                  <a:pt x="640111" y="58001"/>
                </a:cubicBezTo>
                <a:cubicBezTo>
                  <a:pt x="635636" y="58001"/>
                  <a:pt x="632108" y="58919"/>
                  <a:pt x="629527" y="60755"/>
                </a:cubicBezTo>
                <a:lnTo>
                  <a:pt x="626256" y="68758"/>
                </a:lnTo>
                <a:lnTo>
                  <a:pt x="625138" y="69360"/>
                </a:lnTo>
                <a:lnTo>
                  <a:pt x="620749" y="68327"/>
                </a:lnTo>
                <a:lnTo>
                  <a:pt x="620147" y="67123"/>
                </a:lnTo>
                <a:lnTo>
                  <a:pt x="620577" y="56968"/>
                </a:lnTo>
                <a:cubicBezTo>
                  <a:pt x="630043" y="49969"/>
                  <a:pt x="637157" y="46011"/>
                  <a:pt x="641918" y="45093"/>
                </a:cubicBezTo>
                <a:cubicBezTo>
                  <a:pt x="643926" y="44691"/>
                  <a:pt x="646537" y="44490"/>
                  <a:pt x="649749" y="44490"/>
                </a:cubicBezTo>
                <a:cubicBezTo>
                  <a:pt x="661051" y="44490"/>
                  <a:pt x="669112" y="47445"/>
                  <a:pt x="673931" y="53354"/>
                </a:cubicBezTo>
                <a:cubicBezTo>
                  <a:pt x="677430" y="57657"/>
                  <a:pt x="679180" y="64254"/>
                  <a:pt x="679180" y="73147"/>
                </a:cubicBezTo>
                <a:cubicBezTo>
                  <a:pt x="679180" y="75327"/>
                  <a:pt x="679094" y="78826"/>
                  <a:pt x="678922" y="83645"/>
                </a:cubicBezTo>
                <a:cubicBezTo>
                  <a:pt x="678635" y="91677"/>
                  <a:pt x="678492" y="97041"/>
                  <a:pt x="678492" y="99737"/>
                </a:cubicBezTo>
                <a:cubicBezTo>
                  <a:pt x="678492" y="108400"/>
                  <a:pt x="678635" y="113922"/>
                  <a:pt x="678922" y="116303"/>
                </a:cubicBezTo>
                <a:cubicBezTo>
                  <a:pt x="679209" y="118684"/>
                  <a:pt x="679883" y="120190"/>
                  <a:pt x="680944" y="120821"/>
                </a:cubicBezTo>
                <a:cubicBezTo>
                  <a:pt x="682006" y="121452"/>
                  <a:pt x="684544" y="121825"/>
                  <a:pt x="688560" y="121940"/>
                </a:cubicBezTo>
                <a:lnTo>
                  <a:pt x="689421" y="122886"/>
                </a:lnTo>
                <a:lnTo>
                  <a:pt x="689421" y="127705"/>
                </a:lnTo>
                <a:moveTo>
                  <a:pt x="657839" y="107654"/>
                </a:moveTo>
                <a:lnTo>
                  <a:pt x="657839" y="86485"/>
                </a:lnTo>
                <a:cubicBezTo>
                  <a:pt x="648373" y="88550"/>
                  <a:pt x="641990" y="90773"/>
                  <a:pt x="638691" y="93154"/>
                </a:cubicBezTo>
                <a:cubicBezTo>
                  <a:pt x="635393" y="95535"/>
                  <a:pt x="633743" y="99164"/>
                  <a:pt x="633743" y="104040"/>
                </a:cubicBezTo>
                <a:cubicBezTo>
                  <a:pt x="633743" y="111842"/>
                  <a:pt x="637157" y="115744"/>
                  <a:pt x="643984" y="115744"/>
                </a:cubicBezTo>
                <a:cubicBezTo>
                  <a:pt x="649778" y="115744"/>
                  <a:pt x="654396" y="113047"/>
                  <a:pt x="657839" y="107654"/>
                </a:cubicBezTo>
                <a:moveTo>
                  <a:pt x="650954" y="40618"/>
                </a:moveTo>
                <a:lnTo>
                  <a:pt x="650954" y="40618"/>
                </a:lnTo>
                <a:moveTo>
                  <a:pt x="650954" y="134934"/>
                </a:moveTo>
                <a:lnTo>
                  <a:pt x="650954" y="134934"/>
                </a:lnTo>
                <a:close/>
                <a:moveTo>
                  <a:pt x="797260" y="127963"/>
                </a:moveTo>
                <a:lnTo>
                  <a:pt x="796399" y="128824"/>
                </a:lnTo>
                <a:cubicBezTo>
                  <a:pt x="790777" y="128422"/>
                  <a:pt x="785700" y="128222"/>
                  <a:pt x="781168" y="128222"/>
                </a:cubicBezTo>
                <a:cubicBezTo>
                  <a:pt x="776865" y="128222"/>
                  <a:pt x="771042" y="128422"/>
                  <a:pt x="763699" y="128824"/>
                </a:cubicBezTo>
                <a:lnTo>
                  <a:pt x="762924" y="128222"/>
                </a:lnTo>
                <a:cubicBezTo>
                  <a:pt x="763154" y="125410"/>
                  <a:pt x="763268" y="120706"/>
                  <a:pt x="763268" y="114109"/>
                </a:cubicBezTo>
                <a:cubicBezTo>
                  <a:pt x="761203" y="115830"/>
                  <a:pt x="758248" y="118469"/>
                  <a:pt x="754405" y="122026"/>
                </a:cubicBezTo>
                <a:cubicBezTo>
                  <a:pt x="749643" y="126443"/>
                  <a:pt x="746545" y="129082"/>
                  <a:pt x="745111" y="129943"/>
                </a:cubicBezTo>
                <a:cubicBezTo>
                  <a:pt x="743275" y="130803"/>
                  <a:pt x="740292" y="131233"/>
                  <a:pt x="736161" y="131233"/>
                </a:cubicBezTo>
                <a:cubicBezTo>
                  <a:pt x="726351" y="131233"/>
                  <a:pt x="718434" y="127533"/>
                  <a:pt x="712410" y="120132"/>
                </a:cubicBezTo>
                <a:cubicBezTo>
                  <a:pt x="706386" y="112732"/>
                  <a:pt x="703374" y="103151"/>
                  <a:pt x="703374" y="91390"/>
                </a:cubicBezTo>
                <a:cubicBezTo>
                  <a:pt x="703374" y="79974"/>
                  <a:pt x="705698" y="71081"/>
                  <a:pt x="710345" y="64713"/>
                </a:cubicBezTo>
                <a:cubicBezTo>
                  <a:pt x="711549" y="63049"/>
                  <a:pt x="715106" y="60095"/>
                  <a:pt x="721015" y="55850"/>
                </a:cubicBezTo>
                <a:cubicBezTo>
                  <a:pt x="727900" y="50916"/>
                  <a:pt x="732920" y="47789"/>
                  <a:pt x="736075" y="46470"/>
                </a:cubicBezTo>
                <a:cubicBezTo>
                  <a:pt x="738829" y="45322"/>
                  <a:pt x="742328" y="44748"/>
                  <a:pt x="746574" y="44748"/>
                </a:cubicBezTo>
                <a:cubicBezTo>
                  <a:pt x="752540" y="44748"/>
                  <a:pt x="758105" y="46011"/>
                  <a:pt x="763268" y="48535"/>
                </a:cubicBezTo>
                <a:lnTo>
                  <a:pt x="763268" y="43716"/>
                </a:lnTo>
                <a:cubicBezTo>
                  <a:pt x="763268" y="28628"/>
                  <a:pt x="762895" y="19735"/>
                  <a:pt x="762150" y="17039"/>
                </a:cubicBezTo>
                <a:cubicBezTo>
                  <a:pt x="761748" y="15547"/>
                  <a:pt x="760572" y="14629"/>
                  <a:pt x="758621" y="14285"/>
                </a:cubicBezTo>
                <a:cubicBezTo>
                  <a:pt x="757703" y="14113"/>
                  <a:pt x="755064" y="13941"/>
                  <a:pt x="750704" y="13769"/>
                </a:cubicBezTo>
                <a:lnTo>
                  <a:pt x="749844" y="12822"/>
                </a:lnTo>
                <a:lnTo>
                  <a:pt x="749844" y="8089"/>
                </a:lnTo>
                <a:lnTo>
                  <a:pt x="750704" y="7143"/>
                </a:lnTo>
                <a:cubicBezTo>
                  <a:pt x="761719" y="5995"/>
                  <a:pt x="772820" y="3614"/>
                  <a:pt x="784007" y="0"/>
                </a:cubicBezTo>
                <a:lnTo>
                  <a:pt x="785901" y="1033"/>
                </a:lnTo>
                <a:cubicBezTo>
                  <a:pt x="785901" y="1262"/>
                  <a:pt x="785786" y="4102"/>
                  <a:pt x="785556" y="9552"/>
                </a:cubicBezTo>
                <a:cubicBezTo>
                  <a:pt x="785040" y="21887"/>
                  <a:pt x="784782" y="40417"/>
                  <a:pt x="784782" y="65143"/>
                </a:cubicBezTo>
                <a:lnTo>
                  <a:pt x="784782" y="92939"/>
                </a:lnTo>
                <a:cubicBezTo>
                  <a:pt x="784782" y="109060"/>
                  <a:pt x="785155" y="117924"/>
                  <a:pt x="785901" y="119530"/>
                </a:cubicBezTo>
                <a:cubicBezTo>
                  <a:pt x="786360" y="120505"/>
                  <a:pt x="786991" y="121108"/>
                  <a:pt x="787794" y="121337"/>
                </a:cubicBezTo>
                <a:cubicBezTo>
                  <a:pt x="789056" y="121739"/>
                  <a:pt x="791925" y="122112"/>
                  <a:pt x="796399" y="122456"/>
                </a:cubicBezTo>
                <a:lnTo>
                  <a:pt x="797260" y="123316"/>
                </a:lnTo>
                <a:lnTo>
                  <a:pt x="797260" y="127963"/>
                </a:lnTo>
                <a:moveTo>
                  <a:pt x="763268" y="83043"/>
                </a:moveTo>
                <a:lnTo>
                  <a:pt x="763268" y="66865"/>
                </a:lnTo>
                <a:cubicBezTo>
                  <a:pt x="759138" y="61931"/>
                  <a:pt x="755179" y="58775"/>
                  <a:pt x="751393" y="57399"/>
                </a:cubicBezTo>
                <a:cubicBezTo>
                  <a:pt x="748811" y="56481"/>
                  <a:pt x="746057" y="56022"/>
                  <a:pt x="743131" y="56022"/>
                </a:cubicBezTo>
                <a:cubicBezTo>
                  <a:pt x="735214" y="56022"/>
                  <a:pt x="730109" y="60095"/>
                  <a:pt x="727814" y="68241"/>
                </a:cubicBezTo>
                <a:cubicBezTo>
                  <a:pt x="726552" y="72774"/>
                  <a:pt x="725921" y="77822"/>
                  <a:pt x="725921" y="83387"/>
                </a:cubicBezTo>
                <a:cubicBezTo>
                  <a:pt x="725921" y="95263"/>
                  <a:pt x="728703" y="104069"/>
                  <a:pt x="734268" y="109806"/>
                </a:cubicBezTo>
                <a:cubicBezTo>
                  <a:pt x="737194" y="112846"/>
                  <a:pt x="741124" y="114367"/>
                  <a:pt x="746057" y="114367"/>
                </a:cubicBezTo>
                <a:cubicBezTo>
                  <a:pt x="750131" y="114367"/>
                  <a:pt x="753917" y="113076"/>
                  <a:pt x="757417" y="110494"/>
                </a:cubicBezTo>
                <a:cubicBezTo>
                  <a:pt x="760572" y="108199"/>
                  <a:pt x="762436" y="105733"/>
                  <a:pt x="763010" y="103094"/>
                </a:cubicBezTo>
                <a:cubicBezTo>
                  <a:pt x="763182" y="102290"/>
                  <a:pt x="763268" y="95607"/>
                  <a:pt x="763268" y="830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ae52c6a9845b3"/>
          <a:stretch xmlns:a="http://schemas.openxmlformats.org/drawingml/2006/main"/>
        </p:blipFill>
        <p:spPr>
          <a:xfrm xmlns:a="http://schemas.openxmlformats.org/drawingml/2006/main">
            <a:off x="3692829" y="3953985"/>
            <a:ext cx="794037" cy="738639"/>
          </a:xfrm>
          <a:prstGeom xmlns:a="http://schemas.openxmlformats.org/drawingml/2006/main" prst="rect">
            <a:avLst/>
          </a:prstGeom>
        </p:spPr>
      </p:pic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CC1CA-65FD-4B8F-9362-ADCC321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937" y="4507848"/>
            <a:ext cx="1260794" cy="581442"/>
          </a:xfrm>
          <a:custGeom xmlns:a="http://schemas.openxmlformats.org/drawingml/2006/main">
            <a:pathLst>
              <a:path w="1260794" h="581442" fill="none">
                <a:moveTo>
                  <a:pt x="0" y="581442"/>
                </a:moveTo>
                <a:lnTo>
                  <a:pt x="1260794" y="581442"/>
                </a:lnTo>
                <a:lnTo>
                  <a:pt x="1260794" y="0"/>
                </a:lnTo>
                <a:lnTo>
                  <a:pt x="0" y="0"/>
                </a:lnTo>
                <a:lnTo>
                  <a:pt x="0" y="5814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89" name="Text Perturbed">
            <a:extLst xmlns:a="http://schemas.openxmlformats.org/drawingml/2006/main">
              <a:ext uri="{FF2B5EF4-FFF2-40B4-BE49-F238E27FC236}">
                <a16:creationId xmlns:a16="http://schemas.microsoft.com/office/drawing/2014/main" id="{E610E621-1F4D-4D71-A676-A7A39DD7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285" y="4597793"/>
            <a:ext cx="792848" cy="134934"/>
          </a:xfrm>
          <a:custGeom xmlns:a="http://schemas.openxmlformats.org/drawingml/2006/main">
            <a:pathLst>
              <a:path w="792848" h="134934">
                <a:moveTo>
                  <a:pt x="97586" y="33733"/>
                </a:moveTo>
                <a:cubicBezTo>
                  <a:pt x="97586" y="45552"/>
                  <a:pt x="93556" y="54774"/>
                  <a:pt x="85495" y="61400"/>
                </a:cubicBezTo>
                <a:cubicBezTo>
                  <a:pt x="77435" y="68026"/>
                  <a:pt x="68327" y="71339"/>
                  <a:pt x="58173" y="71339"/>
                </a:cubicBezTo>
                <a:cubicBezTo>
                  <a:pt x="54731" y="71339"/>
                  <a:pt x="51260" y="70938"/>
                  <a:pt x="47760" y="70135"/>
                </a:cubicBezTo>
                <a:cubicBezTo>
                  <a:pt x="47244" y="68586"/>
                  <a:pt x="46240" y="66520"/>
                  <a:pt x="44748" y="63939"/>
                </a:cubicBezTo>
                <a:lnTo>
                  <a:pt x="46556" y="62045"/>
                </a:lnTo>
                <a:cubicBezTo>
                  <a:pt x="48965" y="62849"/>
                  <a:pt x="51174" y="63250"/>
                  <a:pt x="53182" y="63250"/>
                </a:cubicBezTo>
                <a:cubicBezTo>
                  <a:pt x="58976" y="63250"/>
                  <a:pt x="63623" y="61199"/>
                  <a:pt x="67123" y="57097"/>
                </a:cubicBezTo>
                <a:cubicBezTo>
                  <a:pt x="70622" y="52995"/>
                  <a:pt x="72372" y="47244"/>
                  <a:pt x="72372" y="39843"/>
                </a:cubicBezTo>
                <a:cubicBezTo>
                  <a:pt x="72372" y="23837"/>
                  <a:pt x="65172" y="15834"/>
                  <a:pt x="50772" y="15834"/>
                </a:cubicBezTo>
                <a:cubicBezTo>
                  <a:pt x="49051" y="15834"/>
                  <a:pt x="45609" y="16178"/>
                  <a:pt x="40446" y="16867"/>
                </a:cubicBezTo>
                <a:cubicBezTo>
                  <a:pt x="39929" y="18244"/>
                  <a:pt x="39671" y="27624"/>
                  <a:pt x="39671" y="45007"/>
                </a:cubicBezTo>
                <a:lnTo>
                  <a:pt x="39671" y="90530"/>
                </a:lnTo>
                <a:cubicBezTo>
                  <a:pt x="39671" y="104184"/>
                  <a:pt x="40044" y="113076"/>
                  <a:pt x="40790" y="117207"/>
                </a:cubicBezTo>
                <a:cubicBezTo>
                  <a:pt x="41077" y="118870"/>
                  <a:pt x="42052" y="119932"/>
                  <a:pt x="43716" y="120391"/>
                </a:cubicBezTo>
                <a:cubicBezTo>
                  <a:pt x="44232" y="120505"/>
                  <a:pt x="48162" y="120792"/>
                  <a:pt x="55505" y="121251"/>
                </a:cubicBezTo>
                <a:lnTo>
                  <a:pt x="56452" y="122198"/>
                </a:lnTo>
                <a:lnTo>
                  <a:pt x="56452" y="127877"/>
                </a:lnTo>
                <a:lnTo>
                  <a:pt x="55591" y="128738"/>
                </a:lnTo>
                <a:cubicBezTo>
                  <a:pt x="47732" y="128394"/>
                  <a:pt x="38323" y="128222"/>
                  <a:pt x="27365" y="128222"/>
                </a:cubicBezTo>
                <a:cubicBezTo>
                  <a:pt x="15031" y="128222"/>
                  <a:pt x="6196" y="128394"/>
                  <a:pt x="861" y="128738"/>
                </a:cubicBezTo>
                <a:lnTo>
                  <a:pt x="0" y="127963"/>
                </a:lnTo>
                <a:lnTo>
                  <a:pt x="0" y="122198"/>
                </a:lnTo>
                <a:lnTo>
                  <a:pt x="947" y="121251"/>
                </a:lnTo>
                <a:cubicBezTo>
                  <a:pt x="6741" y="120907"/>
                  <a:pt x="10068" y="120620"/>
                  <a:pt x="10929" y="120391"/>
                </a:cubicBezTo>
                <a:cubicBezTo>
                  <a:pt x="12593" y="119932"/>
                  <a:pt x="13568" y="118870"/>
                  <a:pt x="13855" y="117207"/>
                </a:cubicBezTo>
                <a:cubicBezTo>
                  <a:pt x="14601" y="113076"/>
                  <a:pt x="14974" y="104184"/>
                  <a:pt x="14974" y="90530"/>
                </a:cubicBezTo>
                <a:lnTo>
                  <a:pt x="14974" y="45007"/>
                </a:lnTo>
                <a:cubicBezTo>
                  <a:pt x="14974" y="31353"/>
                  <a:pt x="14601" y="22460"/>
                  <a:pt x="13855" y="18330"/>
                </a:cubicBezTo>
                <a:cubicBezTo>
                  <a:pt x="13568" y="16666"/>
                  <a:pt x="12593" y="15605"/>
                  <a:pt x="10929" y="15146"/>
                </a:cubicBezTo>
                <a:cubicBezTo>
                  <a:pt x="10068" y="14916"/>
                  <a:pt x="6712" y="14629"/>
                  <a:pt x="861" y="14285"/>
                </a:cubicBezTo>
                <a:lnTo>
                  <a:pt x="0" y="13338"/>
                </a:lnTo>
                <a:lnTo>
                  <a:pt x="0" y="7659"/>
                </a:lnTo>
                <a:lnTo>
                  <a:pt x="947" y="6798"/>
                </a:lnTo>
                <a:cubicBezTo>
                  <a:pt x="6569" y="7143"/>
                  <a:pt x="15203" y="7315"/>
                  <a:pt x="26849" y="7315"/>
                </a:cubicBezTo>
                <a:cubicBezTo>
                  <a:pt x="31668" y="7315"/>
                  <a:pt x="38610" y="7229"/>
                  <a:pt x="47674" y="7056"/>
                </a:cubicBezTo>
                <a:cubicBezTo>
                  <a:pt x="56739" y="6884"/>
                  <a:pt x="61959" y="6798"/>
                  <a:pt x="63336" y="6798"/>
                </a:cubicBezTo>
                <a:cubicBezTo>
                  <a:pt x="79056" y="6798"/>
                  <a:pt x="89267" y="10786"/>
                  <a:pt x="93972" y="18760"/>
                </a:cubicBezTo>
                <a:cubicBezTo>
                  <a:pt x="96381" y="22891"/>
                  <a:pt x="97586" y="27882"/>
                  <a:pt x="97586" y="33733"/>
                </a:cubicBezTo>
                <a:close/>
                <a:moveTo>
                  <a:pt x="183394" y="79945"/>
                </a:moveTo>
                <a:cubicBezTo>
                  <a:pt x="183394" y="80920"/>
                  <a:pt x="183365" y="82383"/>
                  <a:pt x="183308" y="84334"/>
                </a:cubicBezTo>
                <a:lnTo>
                  <a:pt x="182361" y="85538"/>
                </a:lnTo>
                <a:cubicBezTo>
                  <a:pt x="174788" y="87604"/>
                  <a:pt x="164749" y="88636"/>
                  <a:pt x="152242" y="88636"/>
                </a:cubicBezTo>
                <a:cubicBezTo>
                  <a:pt x="150005" y="88636"/>
                  <a:pt x="146620" y="88679"/>
                  <a:pt x="142088" y="88765"/>
                </a:cubicBezTo>
                <a:cubicBezTo>
                  <a:pt x="137555" y="88852"/>
                  <a:pt x="134142" y="88895"/>
                  <a:pt x="131847" y="88895"/>
                </a:cubicBezTo>
                <a:cubicBezTo>
                  <a:pt x="132191" y="97328"/>
                  <a:pt x="134802" y="104298"/>
                  <a:pt x="139678" y="109806"/>
                </a:cubicBezTo>
                <a:cubicBezTo>
                  <a:pt x="144784" y="115715"/>
                  <a:pt x="151439" y="118669"/>
                  <a:pt x="159643" y="118669"/>
                </a:cubicBezTo>
                <a:cubicBezTo>
                  <a:pt x="165150" y="118669"/>
                  <a:pt x="171691" y="116776"/>
                  <a:pt x="179263" y="112990"/>
                </a:cubicBezTo>
                <a:lnTo>
                  <a:pt x="181329" y="115485"/>
                </a:lnTo>
                <a:lnTo>
                  <a:pt x="177542" y="124005"/>
                </a:lnTo>
                <a:cubicBezTo>
                  <a:pt x="169166" y="129340"/>
                  <a:pt x="160073" y="132008"/>
                  <a:pt x="150263" y="132008"/>
                </a:cubicBezTo>
                <a:cubicBezTo>
                  <a:pt x="137355" y="132008"/>
                  <a:pt x="127329" y="128365"/>
                  <a:pt x="120187" y="121079"/>
                </a:cubicBezTo>
                <a:cubicBezTo>
                  <a:pt x="113044" y="113793"/>
                  <a:pt x="109473" y="103409"/>
                  <a:pt x="109473" y="89927"/>
                </a:cubicBezTo>
                <a:cubicBezTo>
                  <a:pt x="109473" y="73921"/>
                  <a:pt x="113288" y="62963"/>
                  <a:pt x="120918" y="57054"/>
                </a:cubicBezTo>
                <a:cubicBezTo>
                  <a:pt x="131474" y="48908"/>
                  <a:pt x="141485" y="44835"/>
                  <a:pt x="150951" y="44835"/>
                </a:cubicBezTo>
                <a:cubicBezTo>
                  <a:pt x="161221" y="44835"/>
                  <a:pt x="169166" y="47789"/>
                  <a:pt x="174788" y="53698"/>
                </a:cubicBezTo>
                <a:cubicBezTo>
                  <a:pt x="180525" y="59779"/>
                  <a:pt x="183394" y="68528"/>
                  <a:pt x="183394" y="79945"/>
                </a:cubicBezTo>
                <a:moveTo>
                  <a:pt x="160934" y="77707"/>
                </a:moveTo>
                <a:cubicBezTo>
                  <a:pt x="160934" y="62218"/>
                  <a:pt x="156115" y="54473"/>
                  <a:pt x="146476" y="54473"/>
                </a:cubicBezTo>
                <a:cubicBezTo>
                  <a:pt x="136322" y="54473"/>
                  <a:pt x="131245" y="62160"/>
                  <a:pt x="131245" y="77535"/>
                </a:cubicBezTo>
                <a:lnTo>
                  <a:pt x="131245" y="79429"/>
                </a:lnTo>
                <a:cubicBezTo>
                  <a:pt x="134572" y="79945"/>
                  <a:pt x="140481" y="80203"/>
                  <a:pt x="148972" y="80203"/>
                </a:cubicBezTo>
                <a:cubicBezTo>
                  <a:pt x="153390" y="80203"/>
                  <a:pt x="157348" y="79945"/>
                  <a:pt x="160848" y="79429"/>
                </a:cubicBezTo>
                <a:cubicBezTo>
                  <a:pt x="160905" y="78625"/>
                  <a:pt x="160934" y="78052"/>
                  <a:pt x="160934" y="77707"/>
                </a:cubicBezTo>
                <a:moveTo>
                  <a:pt x="150521" y="134934"/>
                </a:moveTo>
                <a:lnTo>
                  <a:pt x="150521" y="134934"/>
                </a:lnTo>
                <a:moveTo>
                  <a:pt x="150521" y="40618"/>
                </a:moveTo>
                <a:lnTo>
                  <a:pt x="150521" y="40618"/>
                </a:lnTo>
                <a:close/>
                <a:moveTo>
                  <a:pt x="258532" y="45093"/>
                </a:moveTo>
                <a:lnTo>
                  <a:pt x="257930" y="60410"/>
                </a:lnTo>
                <a:cubicBezTo>
                  <a:pt x="257873" y="62935"/>
                  <a:pt x="257758" y="65803"/>
                  <a:pt x="257586" y="69016"/>
                </a:cubicBezTo>
                <a:lnTo>
                  <a:pt x="253972" y="70135"/>
                </a:lnTo>
                <a:cubicBezTo>
                  <a:pt x="251275" y="66233"/>
                  <a:pt x="247546" y="64283"/>
                  <a:pt x="242784" y="64283"/>
                </a:cubicBezTo>
                <a:cubicBezTo>
                  <a:pt x="238482" y="64283"/>
                  <a:pt x="234925" y="66004"/>
                  <a:pt x="232114" y="69446"/>
                </a:cubicBezTo>
                <a:cubicBezTo>
                  <a:pt x="230393" y="71569"/>
                  <a:pt x="229532" y="74696"/>
                  <a:pt x="229532" y="78826"/>
                </a:cubicBezTo>
                <a:lnTo>
                  <a:pt x="229532" y="98963"/>
                </a:lnTo>
                <a:cubicBezTo>
                  <a:pt x="229532" y="103151"/>
                  <a:pt x="229733" y="108974"/>
                  <a:pt x="230134" y="116432"/>
                </a:cubicBezTo>
                <a:cubicBezTo>
                  <a:pt x="230249" y="118555"/>
                  <a:pt x="230852" y="119932"/>
                  <a:pt x="231942" y="120563"/>
                </a:cubicBezTo>
                <a:cubicBezTo>
                  <a:pt x="233032" y="121194"/>
                  <a:pt x="237019" y="121624"/>
                  <a:pt x="243903" y="121853"/>
                </a:cubicBezTo>
                <a:lnTo>
                  <a:pt x="244764" y="122628"/>
                </a:lnTo>
                <a:lnTo>
                  <a:pt x="244764" y="127877"/>
                </a:lnTo>
                <a:lnTo>
                  <a:pt x="243903" y="128738"/>
                </a:lnTo>
                <a:cubicBezTo>
                  <a:pt x="235470" y="128394"/>
                  <a:pt x="227094" y="128222"/>
                  <a:pt x="218775" y="128222"/>
                </a:cubicBezTo>
                <a:cubicBezTo>
                  <a:pt x="208506" y="128222"/>
                  <a:pt x="200675" y="128422"/>
                  <a:pt x="195282" y="128824"/>
                </a:cubicBezTo>
                <a:lnTo>
                  <a:pt x="194422" y="127963"/>
                </a:lnTo>
                <a:lnTo>
                  <a:pt x="194422" y="122714"/>
                </a:lnTo>
                <a:lnTo>
                  <a:pt x="195282" y="121853"/>
                </a:lnTo>
                <a:cubicBezTo>
                  <a:pt x="200790" y="121681"/>
                  <a:pt x="204203" y="121251"/>
                  <a:pt x="205523" y="120563"/>
                </a:cubicBezTo>
                <a:cubicBezTo>
                  <a:pt x="206670" y="120046"/>
                  <a:pt x="207301" y="118669"/>
                  <a:pt x="207416" y="116432"/>
                </a:cubicBezTo>
                <a:cubicBezTo>
                  <a:pt x="207818" y="108974"/>
                  <a:pt x="208018" y="100971"/>
                  <a:pt x="208018" y="92423"/>
                </a:cubicBezTo>
                <a:lnTo>
                  <a:pt x="208018" y="80117"/>
                </a:lnTo>
                <a:cubicBezTo>
                  <a:pt x="208018" y="68643"/>
                  <a:pt x="207588" y="62045"/>
                  <a:pt x="206728" y="60324"/>
                </a:cubicBezTo>
                <a:cubicBezTo>
                  <a:pt x="206154" y="59177"/>
                  <a:pt x="204920" y="58460"/>
                  <a:pt x="203027" y="58173"/>
                </a:cubicBezTo>
                <a:cubicBezTo>
                  <a:pt x="202339" y="58058"/>
                  <a:pt x="199843" y="57915"/>
                  <a:pt x="195540" y="57743"/>
                </a:cubicBezTo>
                <a:lnTo>
                  <a:pt x="194680" y="56882"/>
                </a:lnTo>
                <a:lnTo>
                  <a:pt x="194680" y="52063"/>
                </a:lnTo>
                <a:lnTo>
                  <a:pt x="195540" y="51117"/>
                </a:lnTo>
                <a:cubicBezTo>
                  <a:pt x="205867" y="50141"/>
                  <a:pt x="216739" y="47760"/>
                  <a:pt x="228155" y="43974"/>
                </a:cubicBezTo>
                <a:lnTo>
                  <a:pt x="230048" y="45093"/>
                </a:lnTo>
                <a:lnTo>
                  <a:pt x="229876" y="61959"/>
                </a:lnTo>
                <a:cubicBezTo>
                  <a:pt x="233433" y="57829"/>
                  <a:pt x="237736" y="53010"/>
                  <a:pt x="242784" y="47502"/>
                </a:cubicBezTo>
                <a:cubicBezTo>
                  <a:pt x="245137" y="45207"/>
                  <a:pt x="248349" y="44060"/>
                  <a:pt x="252423" y="44060"/>
                </a:cubicBezTo>
                <a:cubicBezTo>
                  <a:pt x="254832" y="44060"/>
                  <a:pt x="256869" y="44404"/>
                  <a:pt x="258532" y="45093"/>
                </a:cubicBezTo>
                <a:close/>
                <a:moveTo>
                  <a:pt x="316517" y="116948"/>
                </a:moveTo>
                <a:cubicBezTo>
                  <a:pt x="316115" y="117407"/>
                  <a:pt x="314882" y="118612"/>
                  <a:pt x="312817" y="120563"/>
                </a:cubicBezTo>
                <a:cubicBezTo>
                  <a:pt x="309432" y="123775"/>
                  <a:pt x="306535" y="126701"/>
                  <a:pt x="304125" y="129340"/>
                </a:cubicBezTo>
                <a:cubicBezTo>
                  <a:pt x="301314" y="130258"/>
                  <a:pt x="298474" y="130717"/>
                  <a:pt x="295606" y="130717"/>
                </a:cubicBezTo>
                <a:cubicBezTo>
                  <a:pt x="287631" y="130717"/>
                  <a:pt x="281808" y="128394"/>
                  <a:pt x="278136" y="123747"/>
                </a:cubicBezTo>
                <a:cubicBezTo>
                  <a:pt x="276587" y="121739"/>
                  <a:pt x="275555" y="119415"/>
                  <a:pt x="275039" y="116776"/>
                </a:cubicBezTo>
                <a:cubicBezTo>
                  <a:pt x="274465" y="113621"/>
                  <a:pt x="274207" y="109490"/>
                  <a:pt x="274264" y="104384"/>
                </a:cubicBezTo>
                <a:lnTo>
                  <a:pt x="274522" y="83817"/>
                </a:lnTo>
                <a:lnTo>
                  <a:pt x="274522" y="62304"/>
                </a:lnTo>
                <a:lnTo>
                  <a:pt x="272199" y="62304"/>
                </a:lnTo>
                <a:lnTo>
                  <a:pt x="267638" y="62476"/>
                </a:lnTo>
                <a:lnTo>
                  <a:pt x="264110" y="62476"/>
                </a:lnTo>
                <a:lnTo>
                  <a:pt x="263163" y="61701"/>
                </a:lnTo>
                <a:lnTo>
                  <a:pt x="263163" y="59464"/>
                </a:lnTo>
                <a:lnTo>
                  <a:pt x="263851" y="58173"/>
                </a:lnTo>
                <a:cubicBezTo>
                  <a:pt x="264884" y="57485"/>
                  <a:pt x="266490" y="56452"/>
                  <a:pt x="268670" y="55075"/>
                </a:cubicBezTo>
                <a:cubicBezTo>
                  <a:pt x="271252" y="53469"/>
                  <a:pt x="273203" y="52120"/>
                  <a:pt x="274522" y="51030"/>
                </a:cubicBezTo>
                <a:lnTo>
                  <a:pt x="274522" y="39327"/>
                </a:lnTo>
                <a:cubicBezTo>
                  <a:pt x="274522" y="34451"/>
                  <a:pt x="274293" y="29287"/>
                  <a:pt x="273834" y="23837"/>
                </a:cubicBezTo>
                <a:cubicBezTo>
                  <a:pt x="278136" y="22460"/>
                  <a:pt x="281622" y="21241"/>
                  <a:pt x="284289" y="20180"/>
                </a:cubicBezTo>
                <a:cubicBezTo>
                  <a:pt x="286957" y="19118"/>
                  <a:pt x="290729" y="17383"/>
                  <a:pt x="295606" y="14974"/>
                </a:cubicBezTo>
                <a:lnTo>
                  <a:pt x="297843" y="16695"/>
                </a:lnTo>
                <a:cubicBezTo>
                  <a:pt x="297155" y="23808"/>
                  <a:pt x="296667" y="30177"/>
                  <a:pt x="296380" y="35799"/>
                </a:cubicBezTo>
                <a:lnTo>
                  <a:pt x="295606" y="50686"/>
                </a:lnTo>
                <a:lnTo>
                  <a:pt x="298445" y="50686"/>
                </a:lnTo>
                <a:cubicBezTo>
                  <a:pt x="304699" y="50686"/>
                  <a:pt x="310091" y="50485"/>
                  <a:pt x="314624" y="50084"/>
                </a:cubicBezTo>
                <a:lnTo>
                  <a:pt x="315570" y="51030"/>
                </a:lnTo>
                <a:lnTo>
                  <a:pt x="314366" y="61099"/>
                </a:lnTo>
                <a:lnTo>
                  <a:pt x="313505" y="61959"/>
                </a:lnTo>
                <a:lnTo>
                  <a:pt x="295606" y="61959"/>
                </a:lnTo>
                <a:lnTo>
                  <a:pt x="295606" y="91132"/>
                </a:lnTo>
                <a:cubicBezTo>
                  <a:pt x="295606" y="100483"/>
                  <a:pt x="295720" y="105991"/>
                  <a:pt x="295950" y="107654"/>
                </a:cubicBezTo>
                <a:cubicBezTo>
                  <a:pt x="296237" y="110064"/>
                  <a:pt x="297255" y="112015"/>
                  <a:pt x="299005" y="113506"/>
                </a:cubicBezTo>
                <a:cubicBezTo>
                  <a:pt x="300755" y="114998"/>
                  <a:pt x="303121" y="115744"/>
                  <a:pt x="306104" y="115744"/>
                </a:cubicBezTo>
                <a:cubicBezTo>
                  <a:pt x="308456" y="115744"/>
                  <a:pt x="311296" y="115113"/>
                  <a:pt x="314624" y="113850"/>
                </a:cubicBezTo>
                <a:lnTo>
                  <a:pt x="316517" y="116948"/>
                </a:lnTo>
                <a:close/>
                <a:moveTo>
                  <a:pt x="421244" y="127791"/>
                </a:moveTo>
                <a:lnTo>
                  <a:pt x="420383" y="128652"/>
                </a:lnTo>
                <a:cubicBezTo>
                  <a:pt x="411777" y="128365"/>
                  <a:pt x="406356" y="128222"/>
                  <a:pt x="404119" y="128222"/>
                </a:cubicBezTo>
                <a:cubicBezTo>
                  <a:pt x="402225" y="128222"/>
                  <a:pt x="399414" y="128293"/>
                  <a:pt x="395685" y="128437"/>
                </a:cubicBezTo>
                <a:cubicBezTo>
                  <a:pt x="391956" y="128580"/>
                  <a:pt x="389174" y="128652"/>
                  <a:pt x="387338" y="128652"/>
                </a:cubicBezTo>
                <a:lnTo>
                  <a:pt x="386650" y="127963"/>
                </a:lnTo>
                <a:cubicBezTo>
                  <a:pt x="387108" y="123259"/>
                  <a:pt x="387338" y="118784"/>
                  <a:pt x="387338" y="114539"/>
                </a:cubicBezTo>
                <a:cubicBezTo>
                  <a:pt x="384355" y="116776"/>
                  <a:pt x="379134" y="121538"/>
                  <a:pt x="371676" y="128824"/>
                </a:cubicBezTo>
                <a:cubicBezTo>
                  <a:pt x="367947" y="130258"/>
                  <a:pt x="363960" y="130975"/>
                  <a:pt x="359714" y="130975"/>
                </a:cubicBezTo>
                <a:cubicBezTo>
                  <a:pt x="351969" y="130975"/>
                  <a:pt x="345860" y="128867"/>
                  <a:pt x="341385" y="124650"/>
                </a:cubicBezTo>
                <a:cubicBezTo>
                  <a:pt x="336910" y="120434"/>
                  <a:pt x="334672" y="114367"/>
                  <a:pt x="334672" y="106450"/>
                </a:cubicBezTo>
                <a:cubicBezTo>
                  <a:pt x="334672" y="105474"/>
                  <a:pt x="334730" y="103409"/>
                  <a:pt x="334845" y="100254"/>
                </a:cubicBezTo>
                <a:cubicBezTo>
                  <a:pt x="334959" y="97098"/>
                  <a:pt x="335017" y="94058"/>
                  <a:pt x="335017" y="91132"/>
                </a:cubicBezTo>
                <a:lnTo>
                  <a:pt x="335017" y="80117"/>
                </a:lnTo>
                <a:cubicBezTo>
                  <a:pt x="335017" y="68758"/>
                  <a:pt x="334586" y="62160"/>
                  <a:pt x="333726" y="60324"/>
                </a:cubicBezTo>
                <a:cubicBezTo>
                  <a:pt x="333152" y="59177"/>
                  <a:pt x="331919" y="58460"/>
                  <a:pt x="330025" y="58173"/>
                </a:cubicBezTo>
                <a:cubicBezTo>
                  <a:pt x="329337" y="58058"/>
                  <a:pt x="326813" y="57915"/>
                  <a:pt x="322453" y="57743"/>
                </a:cubicBezTo>
                <a:lnTo>
                  <a:pt x="321592" y="56882"/>
                </a:lnTo>
                <a:lnTo>
                  <a:pt x="321592" y="52063"/>
                </a:lnTo>
                <a:lnTo>
                  <a:pt x="322453" y="51117"/>
                </a:lnTo>
                <a:cubicBezTo>
                  <a:pt x="333410" y="50141"/>
                  <a:pt x="344511" y="47760"/>
                  <a:pt x="355756" y="43974"/>
                </a:cubicBezTo>
                <a:lnTo>
                  <a:pt x="357649" y="45093"/>
                </a:lnTo>
                <a:cubicBezTo>
                  <a:pt x="356903" y="54616"/>
                  <a:pt x="356530" y="63422"/>
                  <a:pt x="356530" y="71511"/>
                </a:cubicBezTo>
                <a:lnTo>
                  <a:pt x="356530" y="88292"/>
                </a:lnTo>
                <a:cubicBezTo>
                  <a:pt x="356530" y="96152"/>
                  <a:pt x="356789" y="101516"/>
                  <a:pt x="357305" y="104384"/>
                </a:cubicBezTo>
                <a:cubicBezTo>
                  <a:pt x="357879" y="107827"/>
                  <a:pt x="359241" y="110437"/>
                  <a:pt x="361392" y="112215"/>
                </a:cubicBezTo>
                <a:cubicBezTo>
                  <a:pt x="363544" y="113994"/>
                  <a:pt x="366427" y="114883"/>
                  <a:pt x="370041" y="114883"/>
                </a:cubicBezTo>
                <a:cubicBezTo>
                  <a:pt x="374516" y="114883"/>
                  <a:pt x="378446" y="113449"/>
                  <a:pt x="381830" y="110580"/>
                </a:cubicBezTo>
                <a:cubicBezTo>
                  <a:pt x="385043" y="107712"/>
                  <a:pt x="386736" y="104442"/>
                  <a:pt x="386908" y="100770"/>
                </a:cubicBezTo>
                <a:cubicBezTo>
                  <a:pt x="387022" y="97959"/>
                  <a:pt x="387080" y="96209"/>
                  <a:pt x="387080" y="95521"/>
                </a:cubicBezTo>
                <a:lnTo>
                  <a:pt x="387080" y="80117"/>
                </a:lnTo>
                <a:cubicBezTo>
                  <a:pt x="387080" y="68872"/>
                  <a:pt x="386650" y="62275"/>
                  <a:pt x="385789" y="60324"/>
                </a:cubicBezTo>
                <a:cubicBezTo>
                  <a:pt x="385273" y="59177"/>
                  <a:pt x="384068" y="58460"/>
                  <a:pt x="382175" y="58173"/>
                </a:cubicBezTo>
                <a:cubicBezTo>
                  <a:pt x="381486" y="58058"/>
                  <a:pt x="378962" y="57915"/>
                  <a:pt x="374602" y="57743"/>
                </a:cubicBezTo>
                <a:lnTo>
                  <a:pt x="373655" y="56882"/>
                </a:lnTo>
                <a:lnTo>
                  <a:pt x="373655" y="52063"/>
                </a:lnTo>
                <a:lnTo>
                  <a:pt x="374602" y="51117"/>
                </a:lnTo>
                <a:cubicBezTo>
                  <a:pt x="385502" y="50141"/>
                  <a:pt x="396603" y="47760"/>
                  <a:pt x="407905" y="43974"/>
                </a:cubicBezTo>
                <a:lnTo>
                  <a:pt x="409712" y="45093"/>
                </a:lnTo>
                <a:cubicBezTo>
                  <a:pt x="408966" y="53698"/>
                  <a:pt x="408593" y="62504"/>
                  <a:pt x="408593" y="71511"/>
                </a:cubicBezTo>
                <a:lnTo>
                  <a:pt x="408593" y="98533"/>
                </a:lnTo>
                <a:cubicBezTo>
                  <a:pt x="408593" y="110638"/>
                  <a:pt x="408938" y="117493"/>
                  <a:pt x="409626" y="119100"/>
                </a:cubicBezTo>
                <a:cubicBezTo>
                  <a:pt x="409970" y="119903"/>
                  <a:pt x="410544" y="120419"/>
                  <a:pt x="411347" y="120649"/>
                </a:cubicBezTo>
                <a:cubicBezTo>
                  <a:pt x="412724" y="121050"/>
                  <a:pt x="415707" y="121395"/>
                  <a:pt x="420297" y="121681"/>
                </a:cubicBezTo>
                <a:lnTo>
                  <a:pt x="421244" y="122542"/>
                </a:lnTo>
                <a:lnTo>
                  <a:pt x="421244" y="127791"/>
                </a:lnTo>
                <a:moveTo>
                  <a:pt x="371332" y="40618"/>
                </a:moveTo>
                <a:lnTo>
                  <a:pt x="371332" y="40618"/>
                </a:lnTo>
                <a:moveTo>
                  <a:pt x="371332" y="134934"/>
                </a:moveTo>
                <a:lnTo>
                  <a:pt x="371332" y="134934"/>
                </a:lnTo>
                <a:close/>
                <a:moveTo>
                  <a:pt x="493284" y="45093"/>
                </a:moveTo>
                <a:lnTo>
                  <a:pt x="492681" y="60410"/>
                </a:lnTo>
                <a:cubicBezTo>
                  <a:pt x="492624" y="62935"/>
                  <a:pt x="492509" y="65803"/>
                  <a:pt x="492337" y="69016"/>
                </a:cubicBezTo>
                <a:lnTo>
                  <a:pt x="488723" y="70135"/>
                </a:lnTo>
                <a:cubicBezTo>
                  <a:pt x="486026" y="66233"/>
                  <a:pt x="482297" y="64283"/>
                  <a:pt x="477535" y="64283"/>
                </a:cubicBezTo>
                <a:cubicBezTo>
                  <a:pt x="473233" y="64283"/>
                  <a:pt x="469676" y="66004"/>
                  <a:pt x="466865" y="69446"/>
                </a:cubicBezTo>
                <a:cubicBezTo>
                  <a:pt x="465144" y="71569"/>
                  <a:pt x="464283" y="74696"/>
                  <a:pt x="464283" y="78826"/>
                </a:cubicBezTo>
                <a:lnTo>
                  <a:pt x="464283" y="98963"/>
                </a:lnTo>
                <a:cubicBezTo>
                  <a:pt x="464283" y="103151"/>
                  <a:pt x="464484" y="108974"/>
                  <a:pt x="464885" y="116432"/>
                </a:cubicBezTo>
                <a:cubicBezTo>
                  <a:pt x="465000" y="118555"/>
                  <a:pt x="465603" y="119932"/>
                  <a:pt x="466693" y="120563"/>
                </a:cubicBezTo>
                <a:cubicBezTo>
                  <a:pt x="467783" y="121194"/>
                  <a:pt x="471770" y="121624"/>
                  <a:pt x="478654" y="121853"/>
                </a:cubicBezTo>
                <a:lnTo>
                  <a:pt x="479515" y="122628"/>
                </a:lnTo>
                <a:lnTo>
                  <a:pt x="479515" y="127877"/>
                </a:lnTo>
                <a:lnTo>
                  <a:pt x="478654" y="128738"/>
                </a:lnTo>
                <a:cubicBezTo>
                  <a:pt x="470221" y="128394"/>
                  <a:pt x="461845" y="128222"/>
                  <a:pt x="453526" y="128222"/>
                </a:cubicBezTo>
                <a:cubicBezTo>
                  <a:pt x="443257" y="128222"/>
                  <a:pt x="435426" y="128422"/>
                  <a:pt x="430033" y="128824"/>
                </a:cubicBezTo>
                <a:lnTo>
                  <a:pt x="429173" y="127963"/>
                </a:lnTo>
                <a:lnTo>
                  <a:pt x="429173" y="122714"/>
                </a:lnTo>
                <a:lnTo>
                  <a:pt x="430033" y="121853"/>
                </a:lnTo>
                <a:cubicBezTo>
                  <a:pt x="435541" y="121681"/>
                  <a:pt x="438954" y="121251"/>
                  <a:pt x="440274" y="120563"/>
                </a:cubicBezTo>
                <a:cubicBezTo>
                  <a:pt x="441421" y="120046"/>
                  <a:pt x="442052" y="118669"/>
                  <a:pt x="442167" y="116432"/>
                </a:cubicBezTo>
                <a:cubicBezTo>
                  <a:pt x="442569" y="108974"/>
                  <a:pt x="442769" y="100971"/>
                  <a:pt x="442769" y="92423"/>
                </a:cubicBezTo>
                <a:lnTo>
                  <a:pt x="442769" y="80117"/>
                </a:lnTo>
                <a:cubicBezTo>
                  <a:pt x="442769" y="68643"/>
                  <a:pt x="442339" y="62045"/>
                  <a:pt x="441479" y="60324"/>
                </a:cubicBezTo>
                <a:cubicBezTo>
                  <a:pt x="440905" y="59177"/>
                  <a:pt x="439671" y="58460"/>
                  <a:pt x="437778" y="58173"/>
                </a:cubicBezTo>
                <a:cubicBezTo>
                  <a:pt x="437090" y="58058"/>
                  <a:pt x="434594" y="57915"/>
                  <a:pt x="430291" y="57743"/>
                </a:cubicBezTo>
                <a:lnTo>
                  <a:pt x="429431" y="56882"/>
                </a:lnTo>
                <a:lnTo>
                  <a:pt x="429431" y="52063"/>
                </a:lnTo>
                <a:lnTo>
                  <a:pt x="430291" y="51117"/>
                </a:lnTo>
                <a:cubicBezTo>
                  <a:pt x="440618" y="50141"/>
                  <a:pt x="451490" y="47760"/>
                  <a:pt x="462906" y="43974"/>
                </a:cubicBezTo>
                <a:lnTo>
                  <a:pt x="464799" y="45093"/>
                </a:lnTo>
                <a:lnTo>
                  <a:pt x="464627" y="61959"/>
                </a:lnTo>
                <a:cubicBezTo>
                  <a:pt x="468184" y="57829"/>
                  <a:pt x="472487" y="53010"/>
                  <a:pt x="477535" y="47502"/>
                </a:cubicBezTo>
                <a:cubicBezTo>
                  <a:pt x="479888" y="45207"/>
                  <a:pt x="483100" y="44060"/>
                  <a:pt x="487174" y="44060"/>
                </a:cubicBezTo>
                <a:cubicBezTo>
                  <a:pt x="489583" y="44060"/>
                  <a:pt x="491620" y="44404"/>
                  <a:pt x="493284" y="45093"/>
                </a:cubicBezTo>
                <a:close/>
                <a:moveTo>
                  <a:pt x="592488" y="78740"/>
                </a:moveTo>
                <a:cubicBezTo>
                  <a:pt x="592488" y="89124"/>
                  <a:pt x="590022" y="98102"/>
                  <a:pt x="585088" y="105675"/>
                </a:cubicBezTo>
                <a:cubicBezTo>
                  <a:pt x="582965" y="108945"/>
                  <a:pt x="581043" y="111240"/>
                  <a:pt x="579322" y="112560"/>
                </a:cubicBezTo>
                <a:cubicBezTo>
                  <a:pt x="577601" y="113879"/>
                  <a:pt x="573958" y="116489"/>
                  <a:pt x="568393" y="120391"/>
                </a:cubicBezTo>
                <a:cubicBezTo>
                  <a:pt x="567188" y="121251"/>
                  <a:pt x="563947" y="123546"/>
                  <a:pt x="558669" y="127275"/>
                </a:cubicBezTo>
                <a:cubicBezTo>
                  <a:pt x="555915" y="129226"/>
                  <a:pt x="552789" y="130574"/>
                  <a:pt x="549289" y="131320"/>
                </a:cubicBezTo>
                <a:cubicBezTo>
                  <a:pt x="547109" y="131778"/>
                  <a:pt x="544671" y="132008"/>
                  <a:pt x="541974" y="132008"/>
                </a:cubicBezTo>
                <a:cubicBezTo>
                  <a:pt x="535205" y="132008"/>
                  <a:pt x="528005" y="129627"/>
                  <a:pt x="520375" y="124865"/>
                </a:cubicBezTo>
                <a:lnTo>
                  <a:pt x="512371" y="131320"/>
                </a:lnTo>
                <a:lnTo>
                  <a:pt x="508499" y="129943"/>
                </a:lnTo>
                <a:cubicBezTo>
                  <a:pt x="509589" y="111699"/>
                  <a:pt x="510134" y="95808"/>
                  <a:pt x="510134" y="82268"/>
                </a:cubicBezTo>
                <a:lnTo>
                  <a:pt x="510134" y="48449"/>
                </a:lnTo>
                <a:cubicBezTo>
                  <a:pt x="510134" y="45466"/>
                  <a:pt x="509991" y="38524"/>
                  <a:pt x="509704" y="27624"/>
                </a:cubicBezTo>
                <a:cubicBezTo>
                  <a:pt x="509646" y="24583"/>
                  <a:pt x="509503" y="21858"/>
                  <a:pt x="509274" y="19448"/>
                </a:cubicBezTo>
                <a:cubicBezTo>
                  <a:pt x="508987" y="16465"/>
                  <a:pt x="507466" y="14715"/>
                  <a:pt x="504713" y="14199"/>
                </a:cubicBezTo>
                <a:cubicBezTo>
                  <a:pt x="504082" y="14084"/>
                  <a:pt x="501701" y="13941"/>
                  <a:pt x="497570" y="13769"/>
                </a:cubicBezTo>
                <a:lnTo>
                  <a:pt x="496710" y="12822"/>
                </a:lnTo>
                <a:lnTo>
                  <a:pt x="496710" y="8089"/>
                </a:lnTo>
                <a:lnTo>
                  <a:pt x="497570" y="7143"/>
                </a:lnTo>
                <a:cubicBezTo>
                  <a:pt x="508528" y="5995"/>
                  <a:pt x="519629" y="3614"/>
                  <a:pt x="530873" y="0"/>
                </a:cubicBezTo>
                <a:lnTo>
                  <a:pt x="532766" y="1033"/>
                </a:lnTo>
                <a:cubicBezTo>
                  <a:pt x="532021" y="22489"/>
                  <a:pt x="531648" y="39098"/>
                  <a:pt x="531648" y="50858"/>
                </a:cubicBezTo>
                <a:lnTo>
                  <a:pt x="531648" y="59980"/>
                </a:lnTo>
                <a:lnTo>
                  <a:pt x="542060" y="51289"/>
                </a:lnTo>
                <a:cubicBezTo>
                  <a:pt x="547224" y="46986"/>
                  <a:pt x="553161" y="44835"/>
                  <a:pt x="559874" y="44835"/>
                </a:cubicBezTo>
                <a:cubicBezTo>
                  <a:pt x="573757" y="44835"/>
                  <a:pt x="583367" y="50342"/>
                  <a:pt x="588702" y="61357"/>
                </a:cubicBezTo>
                <a:cubicBezTo>
                  <a:pt x="591226" y="66578"/>
                  <a:pt x="592488" y="72372"/>
                  <a:pt x="592488" y="78740"/>
                </a:cubicBezTo>
                <a:moveTo>
                  <a:pt x="570372" y="88378"/>
                </a:moveTo>
                <a:cubicBezTo>
                  <a:pt x="570372" y="79945"/>
                  <a:pt x="568436" y="73204"/>
                  <a:pt x="564564" y="68155"/>
                </a:cubicBezTo>
                <a:cubicBezTo>
                  <a:pt x="560691" y="63107"/>
                  <a:pt x="555485" y="60583"/>
                  <a:pt x="548945" y="60583"/>
                </a:cubicBezTo>
                <a:cubicBezTo>
                  <a:pt x="545158" y="60583"/>
                  <a:pt x="541515" y="61587"/>
                  <a:pt x="538016" y="63594"/>
                </a:cubicBezTo>
                <a:cubicBezTo>
                  <a:pt x="535090" y="65258"/>
                  <a:pt x="532967" y="67180"/>
                  <a:pt x="531648" y="69360"/>
                </a:cubicBezTo>
                <a:lnTo>
                  <a:pt x="531648" y="109978"/>
                </a:lnTo>
                <a:cubicBezTo>
                  <a:pt x="535950" y="116346"/>
                  <a:pt x="541888" y="119530"/>
                  <a:pt x="549461" y="119530"/>
                </a:cubicBezTo>
                <a:cubicBezTo>
                  <a:pt x="556231" y="119530"/>
                  <a:pt x="561451" y="116604"/>
                  <a:pt x="565123" y="110752"/>
                </a:cubicBezTo>
                <a:cubicBezTo>
                  <a:pt x="568623" y="105188"/>
                  <a:pt x="570372" y="97729"/>
                  <a:pt x="570372" y="88378"/>
                </a:cubicBezTo>
                <a:close/>
                <a:moveTo>
                  <a:pt x="682858" y="79945"/>
                </a:moveTo>
                <a:cubicBezTo>
                  <a:pt x="682858" y="80920"/>
                  <a:pt x="682829" y="82383"/>
                  <a:pt x="682771" y="84334"/>
                </a:cubicBezTo>
                <a:lnTo>
                  <a:pt x="681825" y="85538"/>
                </a:lnTo>
                <a:cubicBezTo>
                  <a:pt x="674252" y="87604"/>
                  <a:pt x="664212" y="88636"/>
                  <a:pt x="651706" y="88636"/>
                </a:cubicBezTo>
                <a:cubicBezTo>
                  <a:pt x="649468" y="88636"/>
                  <a:pt x="646083" y="88679"/>
                  <a:pt x="641551" y="88765"/>
                </a:cubicBezTo>
                <a:cubicBezTo>
                  <a:pt x="637019" y="88852"/>
                  <a:pt x="633606" y="88895"/>
                  <a:pt x="631311" y="88895"/>
                </a:cubicBezTo>
                <a:cubicBezTo>
                  <a:pt x="631655" y="97328"/>
                  <a:pt x="634265" y="104298"/>
                  <a:pt x="639142" y="109806"/>
                </a:cubicBezTo>
                <a:cubicBezTo>
                  <a:pt x="644248" y="115715"/>
                  <a:pt x="650903" y="118669"/>
                  <a:pt x="659106" y="118669"/>
                </a:cubicBezTo>
                <a:cubicBezTo>
                  <a:pt x="664614" y="118669"/>
                  <a:pt x="671154" y="116776"/>
                  <a:pt x="678727" y="112990"/>
                </a:cubicBezTo>
                <a:lnTo>
                  <a:pt x="680792" y="115485"/>
                </a:lnTo>
                <a:lnTo>
                  <a:pt x="677006" y="124005"/>
                </a:lnTo>
                <a:cubicBezTo>
                  <a:pt x="668630" y="129340"/>
                  <a:pt x="659537" y="132008"/>
                  <a:pt x="649726" y="132008"/>
                </a:cubicBezTo>
                <a:cubicBezTo>
                  <a:pt x="636818" y="132008"/>
                  <a:pt x="626793" y="128365"/>
                  <a:pt x="619650" y="121079"/>
                </a:cubicBezTo>
                <a:cubicBezTo>
                  <a:pt x="612508" y="113793"/>
                  <a:pt x="608937" y="103409"/>
                  <a:pt x="608937" y="89927"/>
                </a:cubicBezTo>
                <a:cubicBezTo>
                  <a:pt x="608937" y="73921"/>
                  <a:pt x="612752" y="62963"/>
                  <a:pt x="620382" y="57054"/>
                </a:cubicBezTo>
                <a:cubicBezTo>
                  <a:pt x="630938" y="48908"/>
                  <a:pt x="640949" y="44835"/>
                  <a:pt x="650415" y="44835"/>
                </a:cubicBezTo>
                <a:cubicBezTo>
                  <a:pt x="660684" y="44835"/>
                  <a:pt x="668630" y="47789"/>
                  <a:pt x="674252" y="53698"/>
                </a:cubicBezTo>
                <a:cubicBezTo>
                  <a:pt x="679989" y="59779"/>
                  <a:pt x="682858" y="68528"/>
                  <a:pt x="682858" y="79945"/>
                </a:cubicBezTo>
                <a:moveTo>
                  <a:pt x="660397" y="77707"/>
                </a:moveTo>
                <a:cubicBezTo>
                  <a:pt x="660397" y="62218"/>
                  <a:pt x="655578" y="54473"/>
                  <a:pt x="645940" y="54473"/>
                </a:cubicBezTo>
                <a:cubicBezTo>
                  <a:pt x="635786" y="54473"/>
                  <a:pt x="630708" y="62160"/>
                  <a:pt x="630708" y="77535"/>
                </a:cubicBezTo>
                <a:lnTo>
                  <a:pt x="630708" y="79429"/>
                </a:lnTo>
                <a:cubicBezTo>
                  <a:pt x="634036" y="79945"/>
                  <a:pt x="639945" y="80203"/>
                  <a:pt x="648436" y="80203"/>
                </a:cubicBezTo>
                <a:cubicBezTo>
                  <a:pt x="652853" y="80203"/>
                  <a:pt x="656812" y="79945"/>
                  <a:pt x="660311" y="79429"/>
                </a:cubicBezTo>
                <a:cubicBezTo>
                  <a:pt x="660369" y="78625"/>
                  <a:pt x="660397" y="78052"/>
                  <a:pt x="660397" y="77707"/>
                </a:cubicBezTo>
                <a:moveTo>
                  <a:pt x="649985" y="134934"/>
                </a:moveTo>
                <a:lnTo>
                  <a:pt x="649985" y="134934"/>
                </a:lnTo>
                <a:moveTo>
                  <a:pt x="649985" y="40618"/>
                </a:moveTo>
                <a:lnTo>
                  <a:pt x="649985" y="40618"/>
                </a:lnTo>
                <a:close/>
                <a:moveTo>
                  <a:pt x="792848" y="127963"/>
                </a:moveTo>
                <a:lnTo>
                  <a:pt x="791987" y="128824"/>
                </a:lnTo>
                <a:cubicBezTo>
                  <a:pt x="786365" y="128422"/>
                  <a:pt x="781288" y="128222"/>
                  <a:pt x="776756" y="128222"/>
                </a:cubicBezTo>
                <a:cubicBezTo>
                  <a:pt x="772453" y="128222"/>
                  <a:pt x="766630" y="128422"/>
                  <a:pt x="759287" y="128824"/>
                </a:cubicBezTo>
                <a:lnTo>
                  <a:pt x="758512" y="128222"/>
                </a:lnTo>
                <a:cubicBezTo>
                  <a:pt x="758742" y="125410"/>
                  <a:pt x="758856" y="120706"/>
                  <a:pt x="758856" y="114109"/>
                </a:cubicBezTo>
                <a:cubicBezTo>
                  <a:pt x="756791" y="115830"/>
                  <a:pt x="753836" y="118469"/>
                  <a:pt x="749993" y="122026"/>
                </a:cubicBezTo>
                <a:cubicBezTo>
                  <a:pt x="745231" y="126443"/>
                  <a:pt x="742133" y="129082"/>
                  <a:pt x="740699" y="129943"/>
                </a:cubicBezTo>
                <a:cubicBezTo>
                  <a:pt x="738863" y="130803"/>
                  <a:pt x="735880" y="131233"/>
                  <a:pt x="731749" y="131233"/>
                </a:cubicBezTo>
                <a:cubicBezTo>
                  <a:pt x="721939" y="131233"/>
                  <a:pt x="714022" y="127533"/>
                  <a:pt x="707998" y="120132"/>
                </a:cubicBezTo>
                <a:cubicBezTo>
                  <a:pt x="701974" y="112732"/>
                  <a:pt x="698962" y="103151"/>
                  <a:pt x="698962" y="91390"/>
                </a:cubicBezTo>
                <a:cubicBezTo>
                  <a:pt x="698962" y="79974"/>
                  <a:pt x="701286" y="71081"/>
                  <a:pt x="705933" y="64713"/>
                </a:cubicBezTo>
                <a:cubicBezTo>
                  <a:pt x="707137" y="63049"/>
                  <a:pt x="710694" y="60095"/>
                  <a:pt x="716603" y="55850"/>
                </a:cubicBezTo>
                <a:cubicBezTo>
                  <a:pt x="723488" y="50916"/>
                  <a:pt x="728508" y="47789"/>
                  <a:pt x="731663" y="46470"/>
                </a:cubicBezTo>
                <a:cubicBezTo>
                  <a:pt x="734417" y="45322"/>
                  <a:pt x="737916" y="44748"/>
                  <a:pt x="742162" y="44748"/>
                </a:cubicBezTo>
                <a:cubicBezTo>
                  <a:pt x="748128" y="44748"/>
                  <a:pt x="753693" y="46011"/>
                  <a:pt x="758856" y="48535"/>
                </a:cubicBezTo>
                <a:lnTo>
                  <a:pt x="758856" y="43716"/>
                </a:lnTo>
                <a:cubicBezTo>
                  <a:pt x="758856" y="28628"/>
                  <a:pt x="758483" y="19735"/>
                  <a:pt x="757738" y="17039"/>
                </a:cubicBezTo>
                <a:cubicBezTo>
                  <a:pt x="757336" y="15547"/>
                  <a:pt x="756160" y="14629"/>
                  <a:pt x="754209" y="14285"/>
                </a:cubicBezTo>
                <a:cubicBezTo>
                  <a:pt x="753291" y="14113"/>
                  <a:pt x="750652" y="13941"/>
                  <a:pt x="746292" y="13769"/>
                </a:cubicBezTo>
                <a:lnTo>
                  <a:pt x="745432" y="12822"/>
                </a:lnTo>
                <a:lnTo>
                  <a:pt x="745432" y="8089"/>
                </a:lnTo>
                <a:lnTo>
                  <a:pt x="746292" y="7143"/>
                </a:lnTo>
                <a:cubicBezTo>
                  <a:pt x="757307" y="5995"/>
                  <a:pt x="768408" y="3614"/>
                  <a:pt x="779595" y="0"/>
                </a:cubicBezTo>
                <a:lnTo>
                  <a:pt x="781489" y="1033"/>
                </a:lnTo>
                <a:cubicBezTo>
                  <a:pt x="781489" y="1262"/>
                  <a:pt x="781374" y="4102"/>
                  <a:pt x="781144" y="9552"/>
                </a:cubicBezTo>
                <a:cubicBezTo>
                  <a:pt x="780628" y="21887"/>
                  <a:pt x="780370" y="40417"/>
                  <a:pt x="780370" y="65143"/>
                </a:cubicBezTo>
                <a:lnTo>
                  <a:pt x="780370" y="92939"/>
                </a:lnTo>
                <a:cubicBezTo>
                  <a:pt x="780370" y="109060"/>
                  <a:pt x="780743" y="117924"/>
                  <a:pt x="781489" y="119530"/>
                </a:cubicBezTo>
                <a:cubicBezTo>
                  <a:pt x="781948" y="120505"/>
                  <a:pt x="782579" y="121108"/>
                  <a:pt x="783382" y="121337"/>
                </a:cubicBezTo>
                <a:cubicBezTo>
                  <a:pt x="784644" y="121739"/>
                  <a:pt x="787513" y="122112"/>
                  <a:pt x="791987" y="122456"/>
                </a:cubicBezTo>
                <a:lnTo>
                  <a:pt x="792848" y="123316"/>
                </a:lnTo>
                <a:lnTo>
                  <a:pt x="792848" y="127963"/>
                </a:lnTo>
                <a:moveTo>
                  <a:pt x="758856" y="83043"/>
                </a:moveTo>
                <a:lnTo>
                  <a:pt x="758856" y="66865"/>
                </a:lnTo>
                <a:cubicBezTo>
                  <a:pt x="754726" y="61931"/>
                  <a:pt x="750767" y="58775"/>
                  <a:pt x="746981" y="57399"/>
                </a:cubicBezTo>
                <a:cubicBezTo>
                  <a:pt x="744399" y="56481"/>
                  <a:pt x="741645" y="56022"/>
                  <a:pt x="738719" y="56022"/>
                </a:cubicBezTo>
                <a:cubicBezTo>
                  <a:pt x="730802" y="56022"/>
                  <a:pt x="725697" y="60095"/>
                  <a:pt x="723402" y="68241"/>
                </a:cubicBezTo>
                <a:cubicBezTo>
                  <a:pt x="722140" y="72774"/>
                  <a:pt x="721509" y="77822"/>
                  <a:pt x="721509" y="83387"/>
                </a:cubicBezTo>
                <a:cubicBezTo>
                  <a:pt x="721509" y="95263"/>
                  <a:pt x="724291" y="104069"/>
                  <a:pt x="729856" y="109806"/>
                </a:cubicBezTo>
                <a:cubicBezTo>
                  <a:pt x="732782" y="112846"/>
                  <a:pt x="736712" y="114367"/>
                  <a:pt x="741645" y="114367"/>
                </a:cubicBezTo>
                <a:cubicBezTo>
                  <a:pt x="745719" y="114367"/>
                  <a:pt x="749505" y="113076"/>
                  <a:pt x="753005" y="110494"/>
                </a:cubicBezTo>
                <a:cubicBezTo>
                  <a:pt x="756160" y="108199"/>
                  <a:pt x="758024" y="105733"/>
                  <a:pt x="758598" y="103094"/>
                </a:cubicBezTo>
                <a:cubicBezTo>
                  <a:pt x="758770" y="102290"/>
                  <a:pt x="758856" y="95607"/>
                  <a:pt x="758856" y="8304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record𝒚">
            <a:extLst xmlns:a="http://schemas.openxmlformats.org/drawingml/2006/main">
              <a:ext uri="{FF2B5EF4-FFF2-40B4-BE49-F238E27FC236}">
                <a16:creationId xmlns:a16="http://schemas.microsoft.com/office/drawing/2014/main" id="{F87322D3-CCD2-4937-8E59-3E616B6A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194" y="4808678"/>
            <a:ext cx="651644" cy="165827"/>
          </a:xfrm>
          <a:custGeom xmlns:a="http://schemas.openxmlformats.org/drawingml/2006/main">
            <a:pathLst>
              <a:path w="651644" h="165827">
                <a:moveTo>
                  <a:pt x="64111" y="45093"/>
                </a:moveTo>
                <a:lnTo>
                  <a:pt x="63508" y="60410"/>
                </a:lnTo>
                <a:cubicBezTo>
                  <a:pt x="63451" y="62935"/>
                  <a:pt x="63336" y="65803"/>
                  <a:pt x="63164" y="69016"/>
                </a:cubicBezTo>
                <a:lnTo>
                  <a:pt x="59550" y="70135"/>
                </a:lnTo>
                <a:cubicBezTo>
                  <a:pt x="56853" y="66233"/>
                  <a:pt x="53124" y="64283"/>
                  <a:pt x="48363" y="64283"/>
                </a:cubicBezTo>
                <a:cubicBezTo>
                  <a:pt x="44060" y="64283"/>
                  <a:pt x="40503" y="66004"/>
                  <a:pt x="37692" y="69446"/>
                </a:cubicBezTo>
                <a:cubicBezTo>
                  <a:pt x="35971" y="71569"/>
                  <a:pt x="35110" y="74696"/>
                  <a:pt x="35110" y="78826"/>
                </a:cubicBezTo>
                <a:lnTo>
                  <a:pt x="35110" y="98963"/>
                </a:lnTo>
                <a:cubicBezTo>
                  <a:pt x="35110" y="103151"/>
                  <a:pt x="35311" y="108974"/>
                  <a:pt x="35713" y="116432"/>
                </a:cubicBezTo>
                <a:cubicBezTo>
                  <a:pt x="35827" y="118555"/>
                  <a:pt x="36430" y="119932"/>
                  <a:pt x="37520" y="120563"/>
                </a:cubicBezTo>
                <a:cubicBezTo>
                  <a:pt x="38610" y="121194"/>
                  <a:pt x="42597" y="121624"/>
                  <a:pt x="49481" y="121853"/>
                </a:cubicBezTo>
                <a:lnTo>
                  <a:pt x="50342" y="122628"/>
                </a:lnTo>
                <a:lnTo>
                  <a:pt x="50342" y="127877"/>
                </a:lnTo>
                <a:lnTo>
                  <a:pt x="49481" y="128738"/>
                </a:lnTo>
                <a:cubicBezTo>
                  <a:pt x="41048" y="128394"/>
                  <a:pt x="32672" y="128222"/>
                  <a:pt x="24353" y="128222"/>
                </a:cubicBezTo>
                <a:cubicBezTo>
                  <a:pt x="14084" y="128222"/>
                  <a:pt x="6253" y="128422"/>
                  <a:pt x="861" y="128824"/>
                </a:cubicBezTo>
                <a:lnTo>
                  <a:pt x="0" y="127963"/>
                </a:lnTo>
                <a:lnTo>
                  <a:pt x="0" y="122714"/>
                </a:lnTo>
                <a:lnTo>
                  <a:pt x="861" y="121853"/>
                </a:lnTo>
                <a:cubicBezTo>
                  <a:pt x="6368" y="121681"/>
                  <a:pt x="9782" y="121251"/>
                  <a:pt x="11101" y="120563"/>
                </a:cubicBezTo>
                <a:cubicBezTo>
                  <a:pt x="12248" y="120046"/>
                  <a:pt x="12880" y="118669"/>
                  <a:pt x="12994" y="116432"/>
                </a:cubicBezTo>
                <a:cubicBezTo>
                  <a:pt x="13396" y="108974"/>
                  <a:pt x="13597" y="100971"/>
                  <a:pt x="13597" y="92423"/>
                </a:cubicBezTo>
                <a:lnTo>
                  <a:pt x="13597" y="80117"/>
                </a:lnTo>
                <a:cubicBezTo>
                  <a:pt x="13597" y="68643"/>
                  <a:pt x="13166" y="62045"/>
                  <a:pt x="12306" y="60324"/>
                </a:cubicBezTo>
                <a:cubicBezTo>
                  <a:pt x="11732" y="59177"/>
                  <a:pt x="10499" y="58460"/>
                  <a:pt x="8605" y="58173"/>
                </a:cubicBezTo>
                <a:cubicBezTo>
                  <a:pt x="7917" y="58058"/>
                  <a:pt x="5421" y="57915"/>
                  <a:pt x="1119" y="57743"/>
                </a:cubicBezTo>
                <a:lnTo>
                  <a:pt x="258" y="56882"/>
                </a:lnTo>
                <a:lnTo>
                  <a:pt x="258" y="52063"/>
                </a:lnTo>
                <a:lnTo>
                  <a:pt x="1119" y="51117"/>
                </a:lnTo>
                <a:cubicBezTo>
                  <a:pt x="11445" y="50141"/>
                  <a:pt x="22317" y="47760"/>
                  <a:pt x="33733" y="43974"/>
                </a:cubicBezTo>
                <a:lnTo>
                  <a:pt x="35627" y="45093"/>
                </a:lnTo>
                <a:lnTo>
                  <a:pt x="35455" y="61959"/>
                </a:lnTo>
                <a:cubicBezTo>
                  <a:pt x="39011" y="57829"/>
                  <a:pt x="43314" y="53010"/>
                  <a:pt x="48363" y="47502"/>
                </a:cubicBezTo>
                <a:cubicBezTo>
                  <a:pt x="50715" y="45207"/>
                  <a:pt x="53928" y="44060"/>
                  <a:pt x="58001" y="44060"/>
                </a:cubicBezTo>
                <a:cubicBezTo>
                  <a:pt x="60410" y="44060"/>
                  <a:pt x="62447" y="44404"/>
                  <a:pt x="64111" y="45093"/>
                </a:cubicBezTo>
                <a:close/>
                <a:moveTo>
                  <a:pt x="146707" y="79945"/>
                </a:moveTo>
                <a:cubicBezTo>
                  <a:pt x="146707" y="80920"/>
                  <a:pt x="146678" y="82383"/>
                  <a:pt x="146621" y="84334"/>
                </a:cubicBezTo>
                <a:lnTo>
                  <a:pt x="145674" y="85538"/>
                </a:lnTo>
                <a:cubicBezTo>
                  <a:pt x="138101" y="87604"/>
                  <a:pt x="128062" y="88636"/>
                  <a:pt x="115555" y="88636"/>
                </a:cubicBezTo>
                <a:cubicBezTo>
                  <a:pt x="113318" y="88636"/>
                  <a:pt x="109933" y="88679"/>
                  <a:pt x="105401" y="88765"/>
                </a:cubicBezTo>
                <a:cubicBezTo>
                  <a:pt x="100868" y="88852"/>
                  <a:pt x="97455" y="88895"/>
                  <a:pt x="95160" y="88895"/>
                </a:cubicBezTo>
                <a:cubicBezTo>
                  <a:pt x="95504" y="97328"/>
                  <a:pt x="98115" y="104298"/>
                  <a:pt x="102991" y="109806"/>
                </a:cubicBezTo>
                <a:cubicBezTo>
                  <a:pt x="108097" y="115715"/>
                  <a:pt x="114752" y="118669"/>
                  <a:pt x="122956" y="118669"/>
                </a:cubicBezTo>
                <a:cubicBezTo>
                  <a:pt x="128463" y="118669"/>
                  <a:pt x="135003" y="116776"/>
                  <a:pt x="142576" y="112990"/>
                </a:cubicBezTo>
                <a:lnTo>
                  <a:pt x="144642" y="115485"/>
                </a:lnTo>
                <a:lnTo>
                  <a:pt x="140855" y="124005"/>
                </a:lnTo>
                <a:cubicBezTo>
                  <a:pt x="132479" y="129340"/>
                  <a:pt x="123386" y="132008"/>
                  <a:pt x="113576" y="132008"/>
                </a:cubicBezTo>
                <a:cubicBezTo>
                  <a:pt x="100668" y="132008"/>
                  <a:pt x="90642" y="128365"/>
                  <a:pt x="83500" y="121079"/>
                </a:cubicBezTo>
                <a:cubicBezTo>
                  <a:pt x="76357" y="113793"/>
                  <a:pt x="72786" y="103409"/>
                  <a:pt x="72786" y="89927"/>
                </a:cubicBezTo>
                <a:cubicBezTo>
                  <a:pt x="72786" y="73921"/>
                  <a:pt x="76601" y="62963"/>
                  <a:pt x="84231" y="57054"/>
                </a:cubicBezTo>
                <a:cubicBezTo>
                  <a:pt x="94787" y="48908"/>
                  <a:pt x="104798" y="44835"/>
                  <a:pt x="114264" y="44835"/>
                </a:cubicBezTo>
                <a:cubicBezTo>
                  <a:pt x="124533" y="44835"/>
                  <a:pt x="132479" y="47789"/>
                  <a:pt x="138101" y="53698"/>
                </a:cubicBezTo>
                <a:cubicBezTo>
                  <a:pt x="143838" y="59779"/>
                  <a:pt x="146707" y="68528"/>
                  <a:pt x="146707" y="79945"/>
                </a:cubicBezTo>
                <a:moveTo>
                  <a:pt x="124247" y="77707"/>
                </a:moveTo>
                <a:cubicBezTo>
                  <a:pt x="124247" y="62218"/>
                  <a:pt x="119428" y="54473"/>
                  <a:pt x="109789" y="54473"/>
                </a:cubicBezTo>
                <a:cubicBezTo>
                  <a:pt x="99635" y="54473"/>
                  <a:pt x="94558" y="62160"/>
                  <a:pt x="94558" y="77535"/>
                </a:cubicBezTo>
                <a:lnTo>
                  <a:pt x="94558" y="79429"/>
                </a:lnTo>
                <a:cubicBezTo>
                  <a:pt x="97885" y="79945"/>
                  <a:pt x="103794" y="80203"/>
                  <a:pt x="112285" y="80203"/>
                </a:cubicBezTo>
                <a:cubicBezTo>
                  <a:pt x="116702" y="80203"/>
                  <a:pt x="120661" y="79945"/>
                  <a:pt x="124161" y="79429"/>
                </a:cubicBezTo>
                <a:cubicBezTo>
                  <a:pt x="124218" y="78625"/>
                  <a:pt x="124247" y="78052"/>
                  <a:pt x="124247" y="77707"/>
                </a:cubicBezTo>
                <a:moveTo>
                  <a:pt x="113834" y="134934"/>
                </a:moveTo>
                <a:lnTo>
                  <a:pt x="113834" y="134934"/>
                </a:lnTo>
                <a:moveTo>
                  <a:pt x="113834" y="40618"/>
                </a:moveTo>
                <a:lnTo>
                  <a:pt x="113834" y="40618"/>
                </a:lnTo>
                <a:close/>
                <a:moveTo>
                  <a:pt x="227525" y="117379"/>
                </a:moveTo>
                <a:lnTo>
                  <a:pt x="223739" y="125898"/>
                </a:lnTo>
                <a:cubicBezTo>
                  <a:pt x="215936" y="129971"/>
                  <a:pt x="208249" y="132008"/>
                  <a:pt x="200676" y="132008"/>
                </a:cubicBezTo>
                <a:cubicBezTo>
                  <a:pt x="187882" y="132008"/>
                  <a:pt x="178101" y="128336"/>
                  <a:pt x="171331" y="120993"/>
                </a:cubicBezTo>
                <a:cubicBezTo>
                  <a:pt x="164562" y="113650"/>
                  <a:pt x="161177" y="103581"/>
                  <a:pt x="161177" y="90788"/>
                </a:cubicBezTo>
                <a:cubicBezTo>
                  <a:pt x="161177" y="78970"/>
                  <a:pt x="163787" y="69991"/>
                  <a:pt x="169008" y="63853"/>
                </a:cubicBezTo>
                <a:cubicBezTo>
                  <a:pt x="170442" y="62132"/>
                  <a:pt x="173167" y="59865"/>
                  <a:pt x="177183" y="57054"/>
                </a:cubicBezTo>
                <a:cubicBezTo>
                  <a:pt x="185444" y="51203"/>
                  <a:pt x="190966" y="47703"/>
                  <a:pt x="193748" y="46556"/>
                </a:cubicBezTo>
                <a:cubicBezTo>
                  <a:pt x="196531" y="45408"/>
                  <a:pt x="200791" y="44835"/>
                  <a:pt x="206528" y="44835"/>
                </a:cubicBezTo>
                <a:cubicBezTo>
                  <a:pt x="214330" y="44835"/>
                  <a:pt x="220784" y="46011"/>
                  <a:pt x="225890" y="48363"/>
                </a:cubicBezTo>
                <a:lnTo>
                  <a:pt x="226750" y="49912"/>
                </a:lnTo>
                <a:cubicBezTo>
                  <a:pt x="226693" y="50658"/>
                  <a:pt x="226292" y="53325"/>
                  <a:pt x="225546" y="57915"/>
                </a:cubicBezTo>
                <a:lnTo>
                  <a:pt x="224599" y="63767"/>
                </a:lnTo>
                <a:cubicBezTo>
                  <a:pt x="224427" y="64742"/>
                  <a:pt x="224169" y="68586"/>
                  <a:pt x="223825" y="75298"/>
                </a:cubicBezTo>
                <a:lnTo>
                  <a:pt x="222964" y="76158"/>
                </a:lnTo>
                <a:lnTo>
                  <a:pt x="217801" y="76158"/>
                </a:lnTo>
                <a:lnTo>
                  <a:pt x="216940" y="75298"/>
                </a:lnTo>
                <a:cubicBezTo>
                  <a:pt x="216596" y="70192"/>
                  <a:pt x="216194" y="66635"/>
                  <a:pt x="215735" y="64627"/>
                </a:cubicBezTo>
                <a:cubicBezTo>
                  <a:pt x="213211" y="60152"/>
                  <a:pt x="208363" y="57915"/>
                  <a:pt x="201192" y="57915"/>
                </a:cubicBezTo>
                <a:cubicBezTo>
                  <a:pt x="189030" y="57915"/>
                  <a:pt x="182949" y="65803"/>
                  <a:pt x="182949" y="81580"/>
                </a:cubicBezTo>
                <a:cubicBezTo>
                  <a:pt x="182949" y="93054"/>
                  <a:pt x="185387" y="102090"/>
                  <a:pt x="190263" y="108687"/>
                </a:cubicBezTo>
                <a:cubicBezTo>
                  <a:pt x="195254" y="115514"/>
                  <a:pt x="202282" y="118928"/>
                  <a:pt x="211347" y="118928"/>
                </a:cubicBezTo>
                <a:cubicBezTo>
                  <a:pt x="216854" y="118928"/>
                  <a:pt x="221702" y="117752"/>
                  <a:pt x="225890" y="115399"/>
                </a:cubicBezTo>
                <a:lnTo>
                  <a:pt x="227525" y="117379"/>
                </a:lnTo>
                <a:close/>
                <a:moveTo>
                  <a:pt x="322642" y="85538"/>
                </a:moveTo>
                <a:cubicBezTo>
                  <a:pt x="322642" y="105847"/>
                  <a:pt x="315815" y="119587"/>
                  <a:pt x="302161" y="126759"/>
                </a:cubicBezTo>
                <a:cubicBezTo>
                  <a:pt x="295506" y="130258"/>
                  <a:pt x="287905" y="132008"/>
                  <a:pt x="279357" y="132008"/>
                </a:cubicBezTo>
                <a:cubicBezTo>
                  <a:pt x="266162" y="132008"/>
                  <a:pt x="256108" y="128193"/>
                  <a:pt x="249195" y="120563"/>
                </a:cubicBezTo>
                <a:cubicBezTo>
                  <a:pt x="242282" y="112932"/>
                  <a:pt x="238825" y="102004"/>
                  <a:pt x="238825" y="87776"/>
                </a:cubicBezTo>
                <a:cubicBezTo>
                  <a:pt x="238825" y="68098"/>
                  <a:pt x="245537" y="54989"/>
                  <a:pt x="258962" y="48449"/>
                </a:cubicBezTo>
                <a:cubicBezTo>
                  <a:pt x="265559" y="45236"/>
                  <a:pt x="273218" y="43630"/>
                  <a:pt x="281938" y="43630"/>
                </a:cubicBezTo>
                <a:cubicBezTo>
                  <a:pt x="300239" y="43630"/>
                  <a:pt x="312373" y="49969"/>
                  <a:pt x="318340" y="62648"/>
                </a:cubicBezTo>
                <a:cubicBezTo>
                  <a:pt x="321208" y="68729"/>
                  <a:pt x="322642" y="76359"/>
                  <a:pt x="322642" y="85538"/>
                </a:cubicBezTo>
                <a:moveTo>
                  <a:pt x="298805" y="92595"/>
                </a:moveTo>
                <a:cubicBezTo>
                  <a:pt x="298805" y="78310"/>
                  <a:pt x="297242" y="68084"/>
                  <a:pt x="294115" y="61916"/>
                </a:cubicBezTo>
                <a:cubicBezTo>
                  <a:pt x="290989" y="55749"/>
                  <a:pt x="286212" y="52665"/>
                  <a:pt x="279787" y="52665"/>
                </a:cubicBezTo>
                <a:cubicBezTo>
                  <a:pt x="268370" y="52665"/>
                  <a:pt x="262662" y="62963"/>
                  <a:pt x="262662" y="83559"/>
                </a:cubicBezTo>
                <a:cubicBezTo>
                  <a:pt x="262662" y="110007"/>
                  <a:pt x="269059" y="123230"/>
                  <a:pt x="281852" y="123230"/>
                </a:cubicBezTo>
                <a:cubicBezTo>
                  <a:pt x="289827" y="123230"/>
                  <a:pt x="294904" y="118842"/>
                  <a:pt x="297084" y="110064"/>
                </a:cubicBezTo>
                <a:cubicBezTo>
                  <a:pt x="298231" y="105474"/>
                  <a:pt x="298805" y="99651"/>
                  <a:pt x="298805" y="92595"/>
                </a:cubicBezTo>
                <a:moveTo>
                  <a:pt x="281594" y="134934"/>
                </a:moveTo>
                <a:lnTo>
                  <a:pt x="281594" y="134934"/>
                </a:lnTo>
                <a:moveTo>
                  <a:pt x="281594" y="40618"/>
                </a:moveTo>
                <a:lnTo>
                  <a:pt x="281594" y="40618"/>
                </a:lnTo>
                <a:close/>
                <a:moveTo>
                  <a:pt x="398085" y="45093"/>
                </a:moveTo>
                <a:lnTo>
                  <a:pt x="397483" y="60410"/>
                </a:lnTo>
                <a:cubicBezTo>
                  <a:pt x="397426" y="62935"/>
                  <a:pt x="397311" y="65803"/>
                  <a:pt x="397139" y="69016"/>
                </a:cubicBezTo>
                <a:lnTo>
                  <a:pt x="393524" y="70135"/>
                </a:lnTo>
                <a:cubicBezTo>
                  <a:pt x="390828" y="66233"/>
                  <a:pt x="387099" y="64283"/>
                  <a:pt x="382337" y="64283"/>
                </a:cubicBezTo>
                <a:cubicBezTo>
                  <a:pt x="378035" y="64283"/>
                  <a:pt x="374478" y="66004"/>
                  <a:pt x="371667" y="69446"/>
                </a:cubicBezTo>
                <a:cubicBezTo>
                  <a:pt x="369945" y="71569"/>
                  <a:pt x="369085" y="74696"/>
                  <a:pt x="369085" y="78826"/>
                </a:cubicBezTo>
                <a:lnTo>
                  <a:pt x="369085" y="98963"/>
                </a:lnTo>
                <a:cubicBezTo>
                  <a:pt x="369085" y="103151"/>
                  <a:pt x="369286" y="108974"/>
                  <a:pt x="369687" y="116432"/>
                </a:cubicBezTo>
                <a:cubicBezTo>
                  <a:pt x="369802" y="118555"/>
                  <a:pt x="370404" y="119932"/>
                  <a:pt x="371494" y="120563"/>
                </a:cubicBezTo>
                <a:cubicBezTo>
                  <a:pt x="372584" y="121194"/>
                  <a:pt x="376572" y="121624"/>
                  <a:pt x="383456" y="121853"/>
                </a:cubicBezTo>
                <a:lnTo>
                  <a:pt x="384317" y="122628"/>
                </a:lnTo>
                <a:lnTo>
                  <a:pt x="384317" y="127877"/>
                </a:lnTo>
                <a:lnTo>
                  <a:pt x="383456" y="128738"/>
                </a:lnTo>
                <a:cubicBezTo>
                  <a:pt x="375023" y="128394"/>
                  <a:pt x="366647" y="128222"/>
                  <a:pt x="358328" y="128222"/>
                </a:cubicBezTo>
                <a:cubicBezTo>
                  <a:pt x="348059" y="128222"/>
                  <a:pt x="340228" y="128422"/>
                  <a:pt x="334835" y="128824"/>
                </a:cubicBezTo>
                <a:lnTo>
                  <a:pt x="333975" y="127963"/>
                </a:lnTo>
                <a:lnTo>
                  <a:pt x="333975" y="122714"/>
                </a:lnTo>
                <a:lnTo>
                  <a:pt x="334835" y="121853"/>
                </a:lnTo>
                <a:cubicBezTo>
                  <a:pt x="340343" y="121681"/>
                  <a:pt x="343756" y="121251"/>
                  <a:pt x="345076" y="120563"/>
                </a:cubicBezTo>
                <a:cubicBezTo>
                  <a:pt x="346223" y="120046"/>
                  <a:pt x="346854" y="118669"/>
                  <a:pt x="346969" y="116432"/>
                </a:cubicBezTo>
                <a:cubicBezTo>
                  <a:pt x="347370" y="108974"/>
                  <a:pt x="347571" y="100971"/>
                  <a:pt x="347571" y="92423"/>
                </a:cubicBezTo>
                <a:lnTo>
                  <a:pt x="347571" y="80117"/>
                </a:lnTo>
                <a:cubicBezTo>
                  <a:pt x="347571" y="68643"/>
                  <a:pt x="347141" y="62045"/>
                  <a:pt x="346280" y="60324"/>
                </a:cubicBezTo>
                <a:cubicBezTo>
                  <a:pt x="345707" y="59177"/>
                  <a:pt x="344473" y="58460"/>
                  <a:pt x="342580" y="58173"/>
                </a:cubicBezTo>
                <a:cubicBezTo>
                  <a:pt x="341892" y="58058"/>
                  <a:pt x="339396" y="57915"/>
                  <a:pt x="335093" y="57743"/>
                </a:cubicBezTo>
                <a:lnTo>
                  <a:pt x="334233" y="56882"/>
                </a:lnTo>
                <a:lnTo>
                  <a:pt x="334233" y="52063"/>
                </a:lnTo>
                <a:lnTo>
                  <a:pt x="335093" y="51117"/>
                </a:lnTo>
                <a:cubicBezTo>
                  <a:pt x="345420" y="50141"/>
                  <a:pt x="356291" y="47760"/>
                  <a:pt x="367708" y="43974"/>
                </a:cubicBezTo>
                <a:lnTo>
                  <a:pt x="369601" y="45093"/>
                </a:lnTo>
                <a:lnTo>
                  <a:pt x="369429" y="61959"/>
                </a:lnTo>
                <a:cubicBezTo>
                  <a:pt x="372986" y="57829"/>
                  <a:pt x="377289" y="53010"/>
                  <a:pt x="382337" y="47502"/>
                </a:cubicBezTo>
                <a:cubicBezTo>
                  <a:pt x="384690" y="45207"/>
                  <a:pt x="387902" y="44060"/>
                  <a:pt x="391975" y="44060"/>
                </a:cubicBezTo>
                <a:cubicBezTo>
                  <a:pt x="394385" y="44060"/>
                  <a:pt x="396422" y="44404"/>
                  <a:pt x="398085" y="45093"/>
                </a:cubicBezTo>
                <a:close/>
                <a:moveTo>
                  <a:pt x="502023" y="127963"/>
                </a:moveTo>
                <a:lnTo>
                  <a:pt x="501163" y="128824"/>
                </a:lnTo>
                <a:cubicBezTo>
                  <a:pt x="495541" y="128422"/>
                  <a:pt x="490463" y="128222"/>
                  <a:pt x="485931" y="128222"/>
                </a:cubicBezTo>
                <a:cubicBezTo>
                  <a:pt x="481628" y="128222"/>
                  <a:pt x="475805" y="128422"/>
                  <a:pt x="468462" y="128824"/>
                </a:cubicBezTo>
                <a:lnTo>
                  <a:pt x="467687" y="128222"/>
                </a:lnTo>
                <a:cubicBezTo>
                  <a:pt x="467917" y="125410"/>
                  <a:pt x="468032" y="120706"/>
                  <a:pt x="468032" y="114109"/>
                </a:cubicBezTo>
                <a:cubicBezTo>
                  <a:pt x="465966" y="115830"/>
                  <a:pt x="463012" y="118469"/>
                  <a:pt x="459168" y="122026"/>
                </a:cubicBezTo>
                <a:cubicBezTo>
                  <a:pt x="454406" y="126443"/>
                  <a:pt x="451308" y="129082"/>
                  <a:pt x="449874" y="129943"/>
                </a:cubicBezTo>
                <a:cubicBezTo>
                  <a:pt x="448038" y="130803"/>
                  <a:pt x="445055" y="131233"/>
                  <a:pt x="440924" y="131233"/>
                </a:cubicBezTo>
                <a:cubicBezTo>
                  <a:pt x="431114" y="131233"/>
                  <a:pt x="423197" y="127533"/>
                  <a:pt x="417173" y="120132"/>
                </a:cubicBezTo>
                <a:cubicBezTo>
                  <a:pt x="411150" y="112732"/>
                  <a:pt x="408138" y="103151"/>
                  <a:pt x="408138" y="91390"/>
                </a:cubicBezTo>
                <a:cubicBezTo>
                  <a:pt x="408138" y="79974"/>
                  <a:pt x="410461" y="71081"/>
                  <a:pt x="415108" y="64713"/>
                </a:cubicBezTo>
                <a:cubicBezTo>
                  <a:pt x="416313" y="63049"/>
                  <a:pt x="419870" y="60095"/>
                  <a:pt x="425779" y="55850"/>
                </a:cubicBezTo>
                <a:cubicBezTo>
                  <a:pt x="432663" y="50916"/>
                  <a:pt x="437683" y="47789"/>
                  <a:pt x="440838" y="46470"/>
                </a:cubicBezTo>
                <a:cubicBezTo>
                  <a:pt x="443592" y="45322"/>
                  <a:pt x="447092" y="44748"/>
                  <a:pt x="451337" y="44748"/>
                </a:cubicBezTo>
                <a:cubicBezTo>
                  <a:pt x="457304" y="44748"/>
                  <a:pt x="462868" y="46011"/>
                  <a:pt x="468032" y="48535"/>
                </a:cubicBezTo>
                <a:lnTo>
                  <a:pt x="468032" y="43716"/>
                </a:lnTo>
                <a:cubicBezTo>
                  <a:pt x="468032" y="28628"/>
                  <a:pt x="467659" y="19735"/>
                  <a:pt x="466913" y="17039"/>
                </a:cubicBezTo>
                <a:cubicBezTo>
                  <a:pt x="466511" y="15547"/>
                  <a:pt x="465335" y="14629"/>
                  <a:pt x="463385" y="14285"/>
                </a:cubicBezTo>
                <a:cubicBezTo>
                  <a:pt x="462467" y="14113"/>
                  <a:pt x="459828" y="13941"/>
                  <a:pt x="455468" y="13769"/>
                </a:cubicBezTo>
                <a:lnTo>
                  <a:pt x="454607" y="12822"/>
                </a:lnTo>
                <a:lnTo>
                  <a:pt x="454607" y="8089"/>
                </a:lnTo>
                <a:lnTo>
                  <a:pt x="455468" y="7143"/>
                </a:lnTo>
                <a:cubicBezTo>
                  <a:pt x="466483" y="5995"/>
                  <a:pt x="477584" y="3614"/>
                  <a:pt x="488771" y="0"/>
                </a:cubicBezTo>
                <a:lnTo>
                  <a:pt x="490664" y="1033"/>
                </a:lnTo>
                <a:cubicBezTo>
                  <a:pt x="490664" y="1262"/>
                  <a:pt x="490549" y="4102"/>
                  <a:pt x="490320" y="9552"/>
                </a:cubicBezTo>
                <a:cubicBezTo>
                  <a:pt x="489804" y="21887"/>
                  <a:pt x="489545" y="40417"/>
                  <a:pt x="489545" y="65143"/>
                </a:cubicBezTo>
                <a:lnTo>
                  <a:pt x="489545" y="92939"/>
                </a:lnTo>
                <a:cubicBezTo>
                  <a:pt x="489545" y="109060"/>
                  <a:pt x="489918" y="117924"/>
                  <a:pt x="490664" y="119530"/>
                </a:cubicBezTo>
                <a:cubicBezTo>
                  <a:pt x="491123" y="120505"/>
                  <a:pt x="491754" y="121108"/>
                  <a:pt x="492557" y="121337"/>
                </a:cubicBezTo>
                <a:cubicBezTo>
                  <a:pt x="493819" y="121739"/>
                  <a:pt x="496688" y="122112"/>
                  <a:pt x="501163" y="122456"/>
                </a:cubicBezTo>
                <a:lnTo>
                  <a:pt x="502023" y="123316"/>
                </a:lnTo>
                <a:lnTo>
                  <a:pt x="502023" y="127963"/>
                </a:lnTo>
                <a:moveTo>
                  <a:pt x="468032" y="83043"/>
                </a:moveTo>
                <a:lnTo>
                  <a:pt x="468032" y="66865"/>
                </a:lnTo>
                <a:cubicBezTo>
                  <a:pt x="463901" y="61931"/>
                  <a:pt x="459943" y="58775"/>
                  <a:pt x="456156" y="57399"/>
                </a:cubicBezTo>
                <a:cubicBezTo>
                  <a:pt x="453575" y="56481"/>
                  <a:pt x="450821" y="56022"/>
                  <a:pt x="447895" y="56022"/>
                </a:cubicBezTo>
                <a:cubicBezTo>
                  <a:pt x="439978" y="56022"/>
                  <a:pt x="434872" y="60095"/>
                  <a:pt x="432577" y="68241"/>
                </a:cubicBezTo>
                <a:cubicBezTo>
                  <a:pt x="431315" y="72774"/>
                  <a:pt x="430684" y="77822"/>
                  <a:pt x="430684" y="83387"/>
                </a:cubicBezTo>
                <a:cubicBezTo>
                  <a:pt x="430684" y="95263"/>
                  <a:pt x="433466" y="104069"/>
                  <a:pt x="439031" y="109806"/>
                </a:cubicBezTo>
                <a:cubicBezTo>
                  <a:pt x="441957" y="112846"/>
                  <a:pt x="445887" y="114367"/>
                  <a:pt x="450821" y="114367"/>
                </a:cubicBezTo>
                <a:cubicBezTo>
                  <a:pt x="454894" y="114367"/>
                  <a:pt x="458680" y="113076"/>
                  <a:pt x="462180" y="110494"/>
                </a:cubicBezTo>
                <a:cubicBezTo>
                  <a:pt x="465335" y="108199"/>
                  <a:pt x="467200" y="105733"/>
                  <a:pt x="467774" y="103094"/>
                </a:cubicBezTo>
                <a:cubicBezTo>
                  <a:pt x="467946" y="102290"/>
                  <a:pt x="468032" y="95607"/>
                  <a:pt x="468032" y="83043"/>
                </a:cubicBezTo>
                <a:close/>
                <a:moveTo>
                  <a:pt x="592267" y="129168"/>
                </a:moveTo>
                <a:cubicBezTo>
                  <a:pt x="591119" y="122169"/>
                  <a:pt x="589642" y="113922"/>
                  <a:pt x="587835" y="104427"/>
                </a:cubicBezTo>
                <a:cubicBezTo>
                  <a:pt x="586028" y="94933"/>
                  <a:pt x="584263" y="86299"/>
                  <a:pt x="582542" y="78525"/>
                </a:cubicBezTo>
                <a:cubicBezTo>
                  <a:pt x="580821" y="70751"/>
                  <a:pt x="579559" y="65488"/>
                  <a:pt x="578756" y="62734"/>
                </a:cubicBezTo>
                <a:cubicBezTo>
                  <a:pt x="577953" y="59980"/>
                  <a:pt x="577178" y="58015"/>
                  <a:pt x="576432" y="56839"/>
                </a:cubicBezTo>
                <a:cubicBezTo>
                  <a:pt x="575687" y="55663"/>
                  <a:pt x="574998" y="54889"/>
                  <a:pt x="574367" y="54516"/>
                </a:cubicBezTo>
                <a:cubicBezTo>
                  <a:pt x="573736" y="54143"/>
                  <a:pt x="573076" y="53956"/>
                  <a:pt x="572388" y="53956"/>
                </a:cubicBezTo>
                <a:cubicBezTo>
                  <a:pt x="570954" y="53956"/>
                  <a:pt x="569634" y="54544"/>
                  <a:pt x="568429" y="55720"/>
                </a:cubicBezTo>
                <a:cubicBezTo>
                  <a:pt x="567225" y="56897"/>
                  <a:pt x="565647" y="59378"/>
                  <a:pt x="563696" y="63164"/>
                </a:cubicBezTo>
                <a:lnTo>
                  <a:pt x="555865" y="59550"/>
                </a:lnTo>
                <a:cubicBezTo>
                  <a:pt x="559193" y="53526"/>
                  <a:pt x="562979" y="49008"/>
                  <a:pt x="567225" y="45996"/>
                </a:cubicBezTo>
                <a:cubicBezTo>
                  <a:pt x="571470" y="42984"/>
                  <a:pt x="576346" y="41478"/>
                  <a:pt x="581854" y="41478"/>
                </a:cubicBezTo>
                <a:cubicBezTo>
                  <a:pt x="586271" y="41478"/>
                  <a:pt x="589843" y="42124"/>
                  <a:pt x="592568" y="43415"/>
                </a:cubicBezTo>
                <a:cubicBezTo>
                  <a:pt x="595293" y="44705"/>
                  <a:pt x="597459" y="46484"/>
                  <a:pt x="599065" y="48750"/>
                </a:cubicBezTo>
                <a:cubicBezTo>
                  <a:pt x="600671" y="51016"/>
                  <a:pt x="601962" y="53899"/>
                  <a:pt x="602937" y="57399"/>
                </a:cubicBezTo>
                <a:cubicBezTo>
                  <a:pt x="603741" y="60152"/>
                  <a:pt x="604687" y="65000"/>
                  <a:pt x="605777" y="71942"/>
                </a:cubicBezTo>
                <a:cubicBezTo>
                  <a:pt x="607556" y="83244"/>
                  <a:pt x="609076" y="94345"/>
                  <a:pt x="610338" y="105245"/>
                </a:cubicBezTo>
                <a:cubicBezTo>
                  <a:pt x="616706" y="96123"/>
                  <a:pt x="621597" y="87231"/>
                  <a:pt x="625010" y="78568"/>
                </a:cubicBezTo>
                <a:cubicBezTo>
                  <a:pt x="628424" y="69905"/>
                  <a:pt x="630131" y="62160"/>
                  <a:pt x="630131" y="55333"/>
                </a:cubicBezTo>
                <a:cubicBezTo>
                  <a:pt x="630131" y="53153"/>
                  <a:pt x="629614" y="51504"/>
                  <a:pt x="628582" y="50385"/>
                </a:cubicBezTo>
                <a:cubicBezTo>
                  <a:pt x="627549" y="49266"/>
                  <a:pt x="625742" y="48650"/>
                  <a:pt x="623160" y="48535"/>
                </a:cubicBezTo>
                <a:lnTo>
                  <a:pt x="624365" y="42855"/>
                </a:lnTo>
                <a:lnTo>
                  <a:pt x="648632" y="42855"/>
                </a:lnTo>
                <a:lnTo>
                  <a:pt x="651644" y="48535"/>
                </a:lnTo>
                <a:cubicBezTo>
                  <a:pt x="650497" y="52493"/>
                  <a:pt x="648718" y="57284"/>
                  <a:pt x="646309" y="62906"/>
                </a:cubicBezTo>
                <a:cubicBezTo>
                  <a:pt x="642752" y="71167"/>
                  <a:pt x="637962" y="80432"/>
                  <a:pt x="631938" y="90702"/>
                </a:cubicBezTo>
                <a:cubicBezTo>
                  <a:pt x="626488" y="99938"/>
                  <a:pt x="620550" y="109175"/>
                  <a:pt x="614124" y="118411"/>
                </a:cubicBezTo>
                <a:cubicBezTo>
                  <a:pt x="606609" y="129197"/>
                  <a:pt x="600069" y="137903"/>
                  <a:pt x="594504" y="144529"/>
                </a:cubicBezTo>
                <a:cubicBezTo>
                  <a:pt x="588939" y="151155"/>
                  <a:pt x="584120" y="156046"/>
                  <a:pt x="580047" y="159201"/>
                </a:cubicBezTo>
                <a:cubicBezTo>
                  <a:pt x="576834" y="161611"/>
                  <a:pt x="573765" y="163318"/>
                  <a:pt x="570839" y="164322"/>
                </a:cubicBezTo>
                <a:cubicBezTo>
                  <a:pt x="567913" y="165325"/>
                  <a:pt x="564815" y="165827"/>
                  <a:pt x="561545" y="165827"/>
                </a:cubicBezTo>
                <a:cubicBezTo>
                  <a:pt x="557300" y="165827"/>
                  <a:pt x="553284" y="165196"/>
                  <a:pt x="549497" y="163934"/>
                </a:cubicBezTo>
                <a:lnTo>
                  <a:pt x="553800" y="144486"/>
                </a:lnTo>
                <a:lnTo>
                  <a:pt x="562836" y="144486"/>
                </a:lnTo>
                <a:cubicBezTo>
                  <a:pt x="562893" y="146895"/>
                  <a:pt x="563252" y="148674"/>
                  <a:pt x="563912" y="149821"/>
                </a:cubicBezTo>
                <a:cubicBezTo>
                  <a:pt x="564571" y="150969"/>
                  <a:pt x="565762" y="151542"/>
                  <a:pt x="567483" y="151542"/>
                </a:cubicBezTo>
                <a:cubicBezTo>
                  <a:pt x="568860" y="151542"/>
                  <a:pt x="570150" y="151299"/>
                  <a:pt x="571355" y="150811"/>
                </a:cubicBezTo>
                <a:cubicBezTo>
                  <a:pt x="572560" y="150323"/>
                  <a:pt x="574080" y="149362"/>
                  <a:pt x="575916" y="147928"/>
                </a:cubicBezTo>
                <a:cubicBezTo>
                  <a:pt x="577752" y="146494"/>
                  <a:pt x="580061" y="144156"/>
                  <a:pt x="582844" y="140915"/>
                </a:cubicBezTo>
                <a:cubicBezTo>
                  <a:pt x="585626" y="137673"/>
                  <a:pt x="588767" y="133758"/>
                  <a:pt x="592267" y="129168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𝒏">
            <a:extLst xmlns:a="http://schemas.openxmlformats.org/drawingml/2006/main">
              <a:ext uri="{FF2B5EF4-FFF2-40B4-BE49-F238E27FC236}">
                <a16:creationId xmlns:a16="http://schemas.microsoft.com/office/drawing/2014/main" id="{1E5040D5-EDF4-4F0B-A6D3-7C7AD383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032" y="4910033"/>
            <a:ext cx="79836" cy="64019"/>
          </a:xfrm>
          <a:custGeom xmlns:a="http://schemas.openxmlformats.org/drawingml/2006/main">
            <a:pathLst>
              <a:path w="79836" h="64019">
                <a:moveTo>
                  <a:pt x="4501" y="16005"/>
                </a:moveTo>
                <a:lnTo>
                  <a:pt x="0" y="11503"/>
                </a:lnTo>
                <a:cubicBezTo>
                  <a:pt x="4168" y="7252"/>
                  <a:pt x="7867" y="4272"/>
                  <a:pt x="11097" y="2563"/>
                </a:cubicBezTo>
                <a:cubicBezTo>
                  <a:pt x="14327" y="854"/>
                  <a:pt x="17734" y="0"/>
                  <a:pt x="21319" y="0"/>
                </a:cubicBezTo>
                <a:cubicBezTo>
                  <a:pt x="24778" y="0"/>
                  <a:pt x="27539" y="969"/>
                  <a:pt x="29602" y="2907"/>
                </a:cubicBezTo>
                <a:cubicBezTo>
                  <a:pt x="31666" y="4845"/>
                  <a:pt x="32697" y="7398"/>
                  <a:pt x="32697" y="10566"/>
                </a:cubicBezTo>
                <a:cubicBezTo>
                  <a:pt x="32697" y="11608"/>
                  <a:pt x="32572" y="12608"/>
                  <a:pt x="32322" y="13566"/>
                </a:cubicBezTo>
                <a:lnTo>
                  <a:pt x="32947" y="14067"/>
                </a:lnTo>
                <a:cubicBezTo>
                  <a:pt x="36865" y="9190"/>
                  <a:pt x="40585" y="5627"/>
                  <a:pt x="44107" y="3376"/>
                </a:cubicBezTo>
                <a:cubicBezTo>
                  <a:pt x="47629" y="1125"/>
                  <a:pt x="51744" y="0"/>
                  <a:pt x="56454" y="0"/>
                </a:cubicBezTo>
                <a:cubicBezTo>
                  <a:pt x="60747" y="0"/>
                  <a:pt x="64113" y="1209"/>
                  <a:pt x="66551" y="3626"/>
                </a:cubicBezTo>
                <a:cubicBezTo>
                  <a:pt x="68989" y="6043"/>
                  <a:pt x="70208" y="9336"/>
                  <a:pt x="70208" y="13504"/>
                </a:cubicBezTo>
                <a:cubicBezTo>
                  <a:pt x="70208" y="14838"/>
                  <a:pt x="70073" y="16505"/>
                  <a:pt x="69802" y="18505"/>
                </a:cubicBezTo>
                <a:cubicBezTo>
                  <a:pt x="69531" y="20506"/>
                  <a:pt x="69208" y="22277"/>
                  <a:pt x="68833" y="23820"/>
                </a:cubicBezTo>
                <a:lnTo>
                  <a:pt x="63894" y="43325"/>
                </a:lnTo>
                <a:cubicBezTo>
                  <a:pt x="63185" y="46118"/>
                  <a:pt x="62831" y="48556"/>
                  <a:pt x="62831" y="50640"/>
                </a:cubicBezTo>
                <a:cubicBezTo>
                  <a:pt x="62831" y="52265"/>
                  <a:pt x="63102" y="53391"/>
                  <a:pt x="63644" y="54016"/>
                </a:cubicBezTo>
                <a:cubicBezTo>
                  <a:pt x="64186" y="54641"/>
                  <a:pt x="64957" y="54954"/>
                  <a:pt x="65957" y="54954"/>
                </a:cubicBezTo>
                <a:cubicBezTo>
                  <a:pt x="67166" y="54954"/>
                  <a:pt x="68520" y="54381"/>
                  <a:pt x="70021" y="53234"/>
                </a:cubicBezTo>
                <a:cubicBezTo>
                  <a:pt x="71521" y="52088"/>
                  <a:pt x="73292" y="50348"/>
                  <a:pt x="75335" y="48014"/>
                </a:cubicBezTo>
                <a:lnTo>
                  <a:pt x="79836" y="52515"/>
                </a:lnTo>
                <a:cubicBezTo>
                  <a:pt x="75751" y="56683"/>
                  <a:pt x="72094" y="59643"/>
                  <a:pt x="68864" y="61393"/>
                </a:cubicBezTo>
                <a:cubicBezTo>
                  <a:pt x="65634" y="63144"/>
                  <a:pt x="62081" y="64019"/>
                  <a:pt x="58205" y="64019"/>
                </a:cubicBezTo>
                <a:cubicBezTo>
                  <a:pt x="53787" y="64019"/>
                  <a:pt x="50557" y="62925"/>
                  <a:pt x="48514" y="60737"/>
                </a:cubicBezTo>
                <a:cubicBezTo>
                  <a:pt x="46472" y="58548"/>
                  <a:pt x="45451" y="55329"/>
                  <a:pt x="45451" y="51078"/>
                </a:cubicBezTo>
                <a:cubicBezTo>
                  <a:pt x="45451" y="48035"/>
                  <a:pt x="46055" y="44138"/>
                  <a:pt x="47264" y="39387"/>
                </a:cubicBezTo>
                <a:lnTo>
                  <a:pt x="50015" y="29009"/>
                </a:lnTo>
                <a:cubicBezTo>
                  <a:pt x="50723" y="26341"/>
                  <a:pt x="51328" y="23705"/>
                  <a:pt x="51828" y="21100"/>
                </a:cubicBezTo>
                <a:cubicBezTo>
                  <a:pt x="52328" y="18495"/>
                  <a:pt x="52578" y="16359"/>
                  <a:pt x="52578" y="14692"/>
                </a:cubicBezTo>
                <a:cubicBezTo>
                  <a:pt x="52578" y="12816"/>
                  <a:pt x="52182" y="11420"/>
                  <a:pt x="51390" y="10503"/>
                </a:cubicBezTo>
                <a:cubicBezTo>
                  <a:pt x="50598" y="9586"/>
                  <a:pt x="49473" y="9128"/>
                  <a:pt x="48014" y="9128"/>
                </a:cubicBezTo>
                <a:cubicBezTo>
                  <a:pt x="45972" y="9128"/>
                  <a:pt x="43638" y="10336"/>
                  <a:pt x="41012" y="12754"/>
                </a:cubicBezTo>
                <a:cubicBezTo>
                  <a:pt x="38386" y="15171"/>
                  <a:pt x="36282" y="17724"/>
                  <a:pt x="34698" y="20412"/>
                </a:cubicBezTo>
                <a:cubicBezTo>
                  <a:pt x="33114" y="23101"/>
                  <a:pt x="31864" y="26612"/>
                  <a:pt x="30947" y="30947"/>
                </a:cubicBezTo>
                <a:lnTo>
                  <a:pt x="23945" y="63019"/>
                </a:lnTo>
                <a:lnTo>
                  <a:pt x="6002" y="63019"/>
                </a:lnTo>
                <a:lnTo>
                  <a:pt x="16067" y="19568"/>
                </a:lnTo>
                <a:cubicBezTo>
                  <a:pt x="16692" y="16859"/>
                  <a:pt x="17005" y="14796"/>
                  <a:pt x="17005" y="13379"/>
                </a:cubicBezTo>
                <a:cubicBezTo>
                  <a:pt x="17005" y="12004"/>
                  <a:pt x="16776" y="10941"/>
                  <a:pt x="16317" y="10190"/>
                </a:cubicBezTo>
                <a:cubicBezTo>
                  <a:pt x="15859" y="9440"/>
                  <a:pt x="15067" y="9065"/>
                  <a:pt x="13942" y="9065"/>
                </a:cubicBezTo>
                <a:cubicBezTo>
                  <a:pt x="12650" y="9065"/>
                  <a:pt x="11253" y="9649"/>
                  <a:pt x="9753" y="10816"/>
                </a:cubicBezTo>
                <a:cubicBezTo>
                  <a:pt x="8252" y="11983"/>
                  <a:pt x="6502" y="13712"/>
                  <a:pt x="4501" y="1600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87a7f32fc4b64"/>
          <a:stretch xmlns:a="http://schemas.openxmlformats.org/drawingml/2006/main"/>
        </p:blipFill>
        <p:spPr>
          <a:xfrm xmlns:a="http://schemas.openxmlformats.org/drawingml/2006/main">
            <a:off x="450898" y="4101290"/>
            <a:ext cx="628138" cy="606724"/>
          </a:xfrm>
          <a:prstGeom xmlns:a="http://schemas.openxmlformats.org/drawingml/2006/main" prst="rect">
            <a:avLst/>
          </a:prstGeom>
        </p:spPr>
      </p:pic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177B5-6241-49A8-A00B-52421464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48" y="4204550"/>
            <a:ext cx="173695" cy="166620"/>
          </a:xfrm>
          <a:custGeom xmlns:a="http://schemas.openxmlformats.org/drawingml/2006/main">
            <a:pathLst>
              <a:path w="173695" h="166620">
                <a:moveTo>
                  <a:pt x="173695" y="83310"/>
                </a:moveTo>
                <a:cubicBezTo>
                  <a:pt x="173695" y="129322"/>
                  <a:pt x="134813" y="166620"/>
                  <a:pt x="86848" y="166620"/>
                </a:cubicBezTo>
                <a:cubicBezTo>
                  <a:pt x="38882" y="166620"/>
                  <a:pt x="0" y="129322"/>
                  <a:pt x="0" y="83310"/>
                </a:cubicBezTo>
                <a:cubicBezTo>
                  <a:pt x="0" y="37299"/>
                  <a:pt x="38882" y="0"/>
                  <a:pt x="86848" y="0"/>
                </a:cubicBezTo>
                <a:cubicBezTo>
                  <a:pt x="134813" y="0"/>
                  <a:pt x="173695" y="37299"/>
                  <a:pt x="173695" y="83310"/>
                </a:cubicBez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A7FAD-EDFB-4C57-86CD-08D0B8EB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48" y="4204550"/>
            <a:ext cx="173695" cy="166620"/>
          </a:xfrm>
          <a:custGeom xmlns:a="http://schemas.openxmlformats.org/drawingml/2006/main">
            <a:pathLst>
              <a:path w="173695" h="166620" fill="none">
                <a:moveTo>
                  <a:pt x="173695" y="83310"/>
                </a:moveTo>
                <a:cubicBezTo>
                  <a:pt x="173695" y="129322"/>
                  <a:pt x="134813" y="166620"/>
                  <a:pt x="86848" y="166620"/>
                </a:cubicBezTo>
                <a:cubicBezTo>
                  <a:pt x="38882" y="166620"/>
                  <a:pt x="0" y="129322"/>
                  <a:pt x="0" y="83310"/>
                </a:cubicBezTo>
                <a:cubicBezTo>
                  <a:pt x="0" y="37299"/>
                  <a:pt x="38882" y="0"/>
                  <a:pt x="86848" y="0"/>
                </a:cubicBezTo>
                <a:cubicBezTo>
                  <a:pt x="134813" y="0"/>
                  <a:pt x="173695" y="37299"/>
                  <a:pt x="173695" y="833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202" cap="flat">
            <a:solidFill>
              <a:srgbClr val="00000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6C22C-5238-45EE-9CD5-8BA1C0C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0" y="4391997"/>
            <a:ext cx="347390" cy="166620"/>
          </a:xfrm>
          <a:custGeom xmlns:a="http://schemas.openxmlformats.org/drawingml/2006/main">
            <a:pathLst>
              <a:path w="347390" h="166620">
                <a:moveTo>
                  <a:pt x="347390" y="166620"/>
                </a:moveTo>
                <a:lnTo>
                  <a:pt x="347390" y="83310"/>
                </a:lnTo>
                <a:cubicBezTo>
                  <a:pt x="347390" y="70814"/>
                  <a:pt x="340877" y="58317"/>
                  <a:pt x="330021" y="49986"/>
                </a:cubicBezTo>
                <a:cubicBezTo>
                  <a:pt x="306138" y="31241"/>
                  <a:pt x="275741" y="18745"/>
                  <a:pt x="245345" y="10414"/>
                </a:cubicBezTo>
                <a:cubicBezTo>
                  <a:pt x="223633" y="4166"/>
                  <a:pt x="199750" y="0"/>
                  <a:pt x="173695" y="0"/>
                </a:cubicBezTo>
                <a:cubicBezTo>
                  <a:pt x="149812" y="0"/>
                  <a:pt x="125929" y="4165"/>
                  <a:pt x="102046" y="10414"/>
                </a:cubicBezTo>
                <a:cubicBezTo>
                  <a:pt x="71649" y="18745"/>
                  <a:pt x="41253" y="33324"/>
                  <a:pt x="17370" y="49986"/>
                </a:cubicBezTo>
                <a:cubicBezTo>
                  <a:pt x="6514" y="58317"/>
                  <a:pt x="0" y="70814"/>
                  <a:pt x="0" y="83310"/>
                </a:cubicBezTo>
                <a:lnTo>
                  <a:pt x="0" y="166620"/>
                </a:lnTo>
                <a:lnTo>
                  <a:pt x="347390" y="16662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53F51-CE6C-46A5-8779-A4FA6D0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0" y="4391997"/>
            <a:ext cx="347390" cy="166620"/>
          </a:xfrm>
          <a:custGeom xmlns:a="http://schemas.openxmlformats.org/drawingml/2006/main">
            <a:pathLst>
              <a:path w="347390" h="166620" fill="none">
                <a:moveTo>
                  <a:pt x="347390" y="166620"/>
                </a:moveTo>
                <a:lnTo>
                  <a:pt x="347390" y="83310"/>
                </a:lnTo>
                <a:cubicBezTo>
                  <a:pt x="347390" y="70814"/>
                  <a:pt x="340877" y="58317"/>
                  <a:pt x="330021" y="49986"/>
                </a:cubicBezTo>
                <a:cubicBezTo>
                  <a:pt x="306138" y="31241"/>
                  <a:pt x="275741" y="18745"/>
                  <a:pt x="245345" y="10414"/>
                </a:cubicBezTo>
                <a:cubicBezTo>
                  <a:pt x="223633" y="4166"/>
                  <a:pt x="199750" y="0"/>
                  <a:pt x="173695" y="0"/>
                </a:cubicBezTo>
                <a:cubicBezTo>
                  <a:pt x="149812" y="0"/>
                  <a:pt x="125929" y="4165"/>
                  <a:pt x="102046" y="10414"/>
                </a:cubicBezTo>
                <a:cubicBezTo>
                  <a:pt x="71649" y="18745"/>
                  <a:pt x="41253" y="33324"/>
                  <a:pt x="17370" y="49986"/>
                </a:cubicBezTo>
                <a:cubicBezTo>
                  <a:pt x="6514" y="58317"/>
                  <a:pt x="0" y="70814"/>
                  <a:pt x="0" y="83310"/>
                </a:cubicBezTo>
                <a:lnTo>
                  <a:pt x="0" y="166620"/>
                </a:lnTo>
                <a:lnTo>
                  <a:pt x="347390" y="1666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202" cap="flat">
            <a:solidFill>
              <a:srgbClr val="000000"/>
            </a:solidFill>
            <a:round/>
          </a:ln>
        </p:spPr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758e3168a4acc"/>
          <a:stretch xmlns:a="http://schemas.openxmlformats.org/drawingml/2006/main"/>
        </p:blipFill>
        <p:spPr>
          <a:xfrm xmlns:a="http://schemas.openxmlformats.org/drawingml/2006/main">
            <a:off x="398177" y="4119328"/>
            <a:ext cx="626644" cy="605281"/>
          </a:xfrm>
          <a:prstGeom xmlns:a="http://schemas.openxmlformats.org/drawingml/2006/main" prst="rect">
            <a:avLst/>
          </a:prstGeom>
        </p:spPr>
      </p:pic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EB923-F8D1-4C8A-B783-25346D12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98" y="4221747"/>
            <a:ext cx="173695" cy="166620"/>
          </a:xfrm>
          <a:custGeom xmlns:a="http://schemas.openxmlformats.org/drawingml/2006/main">
            <a:pathLst>
              <a:path w="173695" h="166620">
                <a:moveTo>
                  <a:pt x="173695" y="83310"/>
                </a:moveTo>
                <a:cubicBezTo>
                  <a:pt x="173695" y="129322"/>
                  <a:pt x="134813" y="166620"/>
                  <a:pt x="86848" y="166620"/>
                </a:cubicBezTo>
                <a:cubicBezTo>
                  <a:pt x="38882" y="166620"/>
                  <a:pt x="0" y="129322"/>
                  <a:pt x="0" y="83310"/>
                </a:cubicBezTo>
                <a:cubicBezTo>
                  <a:pt x="0" y="37299"/>
                  <a:pt x="38882" y="0"/>
                  <a:pt x="86848" y="0"/>
                </a:cubicBezTo>
                <a:cubicBezTo>
                  <a:pt x="134813" y="0"/>
                  <a:pt x="173695" y="37299"/>
                  <a:pt x="173695" y="83310"/>
                </a:cubicBez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A1C3F-65F4-4DF8-A898-50FF7703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98" y="4221747"/>
            <a:ext cx="173695" cy="166620"/>
          </a:xfrm>
          <a:custGeom xmlns:a="http://schemas.openxmlformats.org/drawingml/2006/main">
            <a:pathLst>
              <a:path w="173695" h="166620" fill="none">
                <a:moveTo>
                  <a:pt x="173695" y="83310"/>
                </a:moveTo>
                <a:cubicBezTo>
                  <a:pt x="173695" y="129322"/>
                  <a:pt x="134813" y="166620"/>
                  <a:pt x="86848" y="166620"/>
                </a:cubicBezTo>
                <a:cubicBezTo>
                  <a:pt x="38882" y="166620"/>
                  <a:pt x="0" y="129322"/>
                  <a:pt x="0" y="83310"/>
                </a:cubicBezTo>
                <a:cubicBezTo>
                  <a:pt x="0" y="37299"/>
                  <a:pt x="38882" y="0"/>
                  <a:pt x="86848" y="0"/>
                </a:cubicBezTo>
                <a:cubicBezTo>
                  <a:pt x="134813" y="0"/>
                  <a:pt x="173695" y="37299"/>
                  <a:pt x="173695" y="833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202" cap="flat">
            <a:solidFill>
              <a:srgbClr val="00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6FB60-00C9-4656-89B1-B834537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1" y="4409195"/>
            <a:ext cx="347390" cy="166620"/>
          </a:xfrm>
          <a:custGeom xmlns:a="http://schemas.openxmlformats.org/drawingml/2006/main">
            <a:pathLst>
              <a:path w="347390" h="166620">
                <a:moveTo>
                  <a:pt x="347390" y="166620"/>
                </a:moveTo>
                <a:lnTo>
                  <a:pt x="347390" y="83310"/>
                </a:lnTo>
                <a:cubicBezTo>
                  <a:pt x="347390" y="70814"/>
                  <a:pt x="340877" y="58317"/>
                  <a:pt x="330021" y="49986"/>
                </a:cubicBezTo>
                <a:cubicBezTo>
                  <a:pt x="306138" y="31241"/>
                  <a:pt x="275741" y="18745"/>
                  <a:pt x="245344" y="10414"/>
                </a:cubicBezTo>
                <a:cubicBezTo>
                  <a:pt x="223633" y="4166"/>
                  <a:pt x="199749" y="0"/>
                  <a:pt x="173695" y="0"/>
                </a:cubicBezTo>
                <a:cubicBezTo>
                  <a:pt x="149812" y="0"/>
                  <a:pt x="125929" y="4165"/>
                  <a:pt x="102046" y="10414"/>
                </a:cubicBezTo>
                <a:cubicBezTo>
                  <a:pt x="71649" y="18745"/>
                  <a:pt x="41253" y="33324"/>
                  <a:pt x="17370" y="49986"/>
                </a:cubicBezTo>
                <a:cubicBezTo>
                  <a:pt x="6514" y="58317"/>
                  <a:pt x="0" y="70814"/>
                  <a:pt x="0" y="83310"/>
                </a:cubicBezTo>
                <a:lnTo>
                  <a:pt x="0" y="166620"/>
                </a:lnTo>
                <a:lnTo>
                  <a:pt x="347390" y="16662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BCAF0-DF62-4EFD-8BB5-3A5B521D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1" y="4409195"/>
            <a:ext cx="347390" cy="166620"/>
          </a:xfrm>
          <a:custGeom xmlns:a="http://schemas.openxmlformats.org/drawingml/2006/main">
            <a:pathLst>
              <a:path w="347390" h="166620" fill="none">
                <a:moveTo>
                  <a:pt x="347390" y="166620"/>
                </a:moveTo>
                <a:lnTo>
                  <a:pt x="347390" y="83310"/>
                </a:lnTo>
                <a:cubicBezTo>
                  <a:pt x="347390" y="70814"/>
                  <a:pt x="340877" y="58317"/>
                  <a:pt x="330021" y="49986"/>
                </a:cubicBezTo>
                <a:cubicBezTo>
                  <a:pt x="306138" y="31241"/>
                  <a:pt x="275741" y="18745"/>
                  <a:pt x="245344" y="10414"/>
                </a:cubicBezTo>
                <a:cubicBezTo>
                  <a:pt x="223633" y="4166"/>
                  <a:pt x="199749" y="0"/>
                  <a:pt x="173695" y="0"/>
                </a:cubicBezTo>
                <a:cubicBezTo>
                  <a:pt x="149812" y="0"/>
                  <a:pt x="125929" y="4165"/>
                  <a:pt x="102046" y="10414"/>
                </a:cubicBezTo>
                <a:cubicBezTo>
                  <a:pt x="71649" y="18745"/>
                  <a:pt x="41253" y="33324"/>
                  <a:pt x="17370" y="49986"/>
                </a:cubicBezTo>
                <a:cubicBezTo>
                  <a:pt x="6514" y="58317"/>
                  <a:pt x="0" y="70814"/>
                  <a:pt x="0" y="83310"/>
                </a:cubicBezTo>
                <a:lnTo>
                  <a:pt x="0" y="166620"/>
                </a:lnTo>
                <a:lnTo>
                  <a:pt x="347390" y="1666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202" cap="flat">
            <a:solidFill>
              <a:srgbClr val="000000"/>
            </a:solidFill>
            <a:round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c9d38418f497b"/>
          <a:stretch xmlns:a="http://schemas.openxmlformats.org/drawingml/2006/main"/>
        </p:blipFill>
        <p:spPr>
          <a:xfrm xmlns:a="http://schemas.openxmlformats.org/drawingml/2006/main">
            <a:off x="335503" y="4128217"/>
            <a:ext cx="626954" cy="605580"/>
          </a:xfrm>
          <a:prstGeom xmlns:a="http://schemas.openxmlformats.org/drawingml/2006/main" prst="rect">
            <a:avLst/>
          </a:prstGeom>
        </p:spPr>
      </p:pic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FBA2D-9406-4F6B-9F6E-23FFF721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10" y="4230408"/>
            <a:ext cx="173695" cy="166620"/>
          </a:xfrm>
          <a:custGeom xmlns:a="http://schemas.openxmlformats.org/drawingml/2006/main">
            <a:pathLst>
              <a:path w="173695" h="166620">
                <a:moveTo>
                  <a:pt x="173695" y="83310"/>
                </a:moveTo>
                <a:cubicBezTo>
                  <a:pt x="173695" y="129322"/>
                  <a:pt x="134813" y="166620"/>
                  <a:pt x="86848" y="166620"/>
                </a:cubicBezTo>
                <a:cubicBezTo>
                  <a:pt x="38882" y="166620"/>
                  <a:pt x="0" y="129322"/>
                  <a:pt x="0" y="83310"/>
                </a:cubicBezTo>
                <a:cubicBezTo>
                  <a:pt x="0" y="37299"/>
                  <a:pt x="38882" y="0"/>
                  <a:pt x="86848" y="0"/>
                </a:cubicBezTo>
                <a:cubicBezTo>
                  <a:pt x="134813" y="0"/>
                  <a:pt x="173695" y="37299"/>
                  <a:pt x="173695" y="83310"/>
                </a:cubicBez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ACE63-7105-4A2C-86DF-CF5867F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10" y="4230408"/>
            <a:ext cx="173695" cy="166620"/>
          </a:xfrm>
          <a:custGeom xmlns:a="http://schemas.openxmlformats.org/drawingml/2006/main">
            <a:pathLst>
              <a:path w="173695" h="166620" fill="none">
                <a:moveTo>
                  <a:pt x="173695" y="83310"/>
                </a:moveTo>
                <a:cubicBezTo>
                  <a:pt x="173695" y="129322"/>
                  <a:pt x="134813" y="166620"/>
                  <a:pt x="86848" y="166620"/>
                </a:cubicBezTo>
                <a:cubicBezTo>
                  <a:pt x="38882" y="166620"/>
                  <a:pt x="0" y="129322"/>
                  <a:pt x="0" y="83310"/>
                </a:cubicBezTo>
                <a:cubicBezTo>
                  <a:pt x="0" y="37299"/>
                  <a:pt x="38882" y="0"/>
                  <a:pt x="86848" y="0"/>
                </a:cubicBezTo>
                <a:cubicBezTo>
                  <a:pt x="134813" y="0"/>
                  <a:pt x="173695" y="37299"/>
                  <a:pt x="173695" y="833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202" cap="flat">
            <a:solidFill>
              <a:srgbClr val="00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F0E9F-D819-4325-BD2A-B7E9C3EC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62" y="4417856"/>
            <a:ext cx="347390" cy="166620"/>
          </a:xfrm>
          <a:custGeom xmlns:a="http://schemas.openxmlformats.org/drawingml/2006/main">
            <a:pathLst>
              <a:path w="347390" h="166620">
                <a:moveTo>
                  <a:pt x="347390" y="166620"/>
                </a:moveTo>
                <a:lnTo>
                  <a:pt x="347390" y="83310"/>
                </a:lnTo>
                <a:cubicBezTo>
                  <a:pt x="347390" y="70814"/>
                  <a:pt x="340877" y="58317"/>
                  <a:pt x="330021" y="49986"/>
                </a:cubicBezTo>
                <a:cubicBezTo>
                  <a:pt x="306138" y="31241"/>
                  <a:pt x="275741" y="18745"/>
                  <a:pt x="245344" y="10414"/>
                </a:cubicBezTo>
                <a:cubicBezTo>
                  <a:pt x="223633" y="4166"/>
                  <a:pt x="199749" y="0"/>
                  <a:pt x="173695" y="0"/>
                </a:cubicBezTo>
                <a:cubicBezTo>
                  <a:pt x="149812" y="0"/>
                  <a:pt x="125929" y="4165"/>
                  <a:pt x="102046" y="10414"/>
                </a:cubicBezTo>
                <a:cubicBezTo>
                  <a:pt x="71649" y="18745"/>
                  <a:pt x="41253" y="33324"/>
                  <a:pt x="17370" y="49986"/>
                </a:cubicBezTo>
                <a:cubicBezTo>
                  <a:pt x="6514" y="58317"/>
                  <a:pt x="0" y="70814"/>
                  <a:pt x="0" y="83310"/>
                </a:cubicBezTo>
                <a:lnTo>
                  <a:pt x="0" y="166620"/>
                </a:lnTo>
                <a:lnTo>
                  <a:pt x="347390" y="166620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7E0F0-AE00-45D2-87E5-FE0B308E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62" y="4417856"/>
            <a:ext cx="347390" cy="166620"/>
          </a:xfrm>
          <a:custGeom xmlns:a="http://schemas.openxmlformats.org/drawingml/2006/main">
            <a:pathLst>
              <a:path w="347390" h="166620" fill="none">
                <a:moveTo>
                  <a:pt x="347390" y="166620"/>
                </a:moveTo>
                <a:lnTo>
                  <a:pt x="347390" y="83310"/>
                </a:lnTo>
                <a:cubicBezTo>
                  <a:pt x="347390" y="70814"/>
                  <a:pt x="340877" y="58317"/>
                  <a:pt x="330021" y="49986"/>
                </a:cubicBezTo>
                <a:cubicBezTo>
                  <a:pt x="306138" y="31241"/>
                  <a:pt x="275741" y="18745"/>
                  <a:pt x="245344" y="10414"/>
                </a:cubicBezTo>
                <a:cubicBezTo>
                  <a:pt x="223633" y="4166"/>
                  <a:pt x="199749" y="0"/>
                  <a:pt x="173695" y="0"/>
                </a:cubicBezTo>
                <a:cubicBezTo>
                  <a:pt x="149812" y="0"/>
                  <a:pt x="125929" y="4165"/>
                  <a:pt x="102046" y="10414"/>
                </a:cubicBezTo>
                <a:cubicBezTo>
                  <a:pt x="71649" y="18745"/>
                  <a:pt x="41253" y="33324"/>
                  <a:pt x="17370" y="49986"/>
                </a:cubicBezTo>
                <a:cubicBezTo>
                  <a:pt x="6514" y="58317"/>
                  <a:pt x="0" y="70814"/>
                  <a:pt x="0" y="83310"/>
                </a:cubicBezTo>
                <a:lnTo>
                  <a:pt x="0" y="166620"/>
                </a:lnTo>
                <a:lnTo>
                  <a:pt x="347390" y="1666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202" cap="flat">
            <a:solidFill>
              <a:srgbClr val="000000"/>
            </a:solidFill>
            <a:round/>
          </a:ln>
        </p:spPr>
      </p:sp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0f549294f4eb0"/>
          <a:stretch xmlns:a="http://schemas.openxmlformats.org/drawingml/2006/main"/>
        </p:blipFill>
        <p:spPr>
          <a:xfrm xmlns:a="http://schemas.openxmlformats.org/drawingml/2006/main">
            <a:off x="2172628" y="4109186"/>
            <a:ext cx="599530" cy="563844"/>
          </a:xfrm>
          <a:prstGeom xmlns:a="http://schemas.openxmlformats.org/drawingml/2006/main" prst="rect">
            <a:avLst/>
          </a:prstGeom>
        </p:spPr>
      </p:pic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96CDE-217B-44C7-9031-3E83AA83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945" y="4204616"/>
            <a:ext cx="226040" cy="325088"/>
          </a:xfrm>
          <a:custGeom xmlns:a="http://schemas.openxmlformats.org/drawingml/2006/main">
            <a:pathLst>
              <a:path w="226040" h="325088">
                <a:moveTo>
                  <a:pt x="113020" y="143421"/>
                </a:moveTo>
                <a:cubicBezTo>
                  <a:pt x="87334" y="143421"/>
                  <a:pt x="66785" y="124298"/>
                  <a:pt x="66785" y="100395"/>
                </a:cubicBezTo>
                <a:cubicBezTo>
                  <a:pt x="66785" y="76491"/>
                  <a:pt x="87334" y="57368"/>
                  <a:pt x="113020" y="57368"/>
                </a:cubicBezTo>
                <a:cubicBezTo>
                  <a:pt x="138707" y="57368"/>
                  <a:pt x="159256" y="76491"/>
                  <a:pt x="159256" y="100395"/>
                </a:cubicBezTo>
                <a:cubicBezTo>
                  <a:pt x="159256" y="124298"/>
                  <a:pt x="138707" y="143421"/>
                  <a:pt x="113020" y="143421"/>
                </a:cubicBezTo>
                <a:close/>
                <a:moveTo>
                  <a:pt x="113020" y="0"/>
                </a:moveTo>
                <a:cubicBezTo>
                  <a:pt x="77573" y="0"/>
                  <a:pt x="44181" y="16254"/>
                  <a:pt x="24145" y="43983"/>
                </a:cubicBezTo>
                <a:cubicBezTo>
                  <a:pt x="4110" y="71233"/>
                  <a:pt x="0" y="106132"/>
                  <a:pt x="12843" y="137206"/>
                </a:cubicBezTo>
                <a:lnTo>
                  <a:pt x="61647" y="237601"/>
                </a:lnTo>
                <a:lnTo>
                  <a:pt x="103773" y="319829"/>
                </a:lnTo>
                <a:cubicBezTo>
                  <a:pt x="105314" y="323176"/>
                  <a:pt x="108911" y="325088"/>
                  <a:pt x="113020" y="325088"/>
                </a:cubicBezTo>
                <a:cubicBezTo>
                  <a:pt x="117130" y="325088"/>
                  <a:pt x="120726" y="323176"/>
                  <a:pt x="122267" y="319829"/>
                </a:cubicBezTo>
                <a:lnTo>
                  <a:pt x="164393" y="237601"/>
                </a:lnTo>
                <a:lnTo>
                  <a:pt x="213197" y="137206"/>
                </a:lnTo>
                <a:cubicBezTo>
                  <a:pt x="226040" y="106132"/>
                  <a:pt x="221931" y="71233"/>
                  <a:pt x="201895" y="43983"/>
                </a:cubicBezTo>
                <a:cubicBezTo>
                  <a:pt x="181860" y="16254"/>
                  <a:pt x="148467" y="0"/>
                  <a:pt x="113020" y="0"/>
                </a:cubicBez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0BC13-E820-421F-BEC7-5207A599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945" y="4204616"/>
            <a:ext cx="226040" cy="325088"/>
          </a:xfrm>
          <a:custGeom xmlns:a="http://schemas.openxmlformats.org/drawingml/2006/main">
            <a:pathLst>
              <a:path w="226040" h="325088" fill="none">
                <a:moveTo>
                  <a:pt x="113020" y="143421"/>
                </a:moveTo>
                <a:cubicBezTo>
                  <a:pt x="87334" y="143421"/>
                  <a:pt x="66785" y="124298"/>
                  <a:pt x="66785" y="100395"/>
                </a:cubicBezTo>
                <a:cubicBezTo>
                  <a:pt x="66785" y="76491"/>
                  <a:pt x="87334" y="57368"/>
                  <a:pt x="113020" y="57368"/>
                </a:cubicBezTo>
                <a:cubicBezTo>
                  <a:pt x="138707" y="57368"/>
                  <a:pt x="159256" y="76491"/>
                  <a:pt x="159256" y="100395"/>
                </a:cubicBezTo>
                <a:cubicBezTo>
                  <a:pt x="159256" y="124298"/>
                  <a:pt x="138707" y="143421"/>
                  <a:pt x="113020" y="143421"/>
                </a:cubicBezTo>
                <a:close/>
                <a:moveTo>
                  <a:pt x="113020" y="0"/>
                </a:moveTo>
                <a:cubicBezTo>
                  <a:pt x="77573" y="0"/>
                  <a:pt x="44181" y="16254"/>
                  <a:pt x="24145" y="43983"/>
                </a:cubicBezTo>
                <a:cubicBezTo>
                  <a:pt x="4110" y="71233"/>
                  <a:pt x="0" y="106132"/>
                  <a:pt x="12843" y="137206"/>
                </a:cubicBezTo>
                <a:lnTo>
                  <a:pt x="61647" y="237601"/>
                </a:lnTo>
                <a:lnTo>
                  <a:pt x="103773" y="319829"/>
                </a:lnTo>
                <a:cubicBezTo>
                  <a:pt x="105314" y="323176"/>
                  <a:pt x="108911" y="325088"/>
                  <a:pt x="113020" y="325088"/>
                </a:cubicBezTo>
                <a:cubicBezTo>
                  <a:pt x="117130" y="325088"/>
                  <a:pt x="120726" y="323176"/>
                  <a:pt x="122267" y="319829"/>
                </a:cubicBezTo>
                <a:lnTo>
                  <a:pt x="164393" y="237601"/>
                </a:lnTo>
                <a:lnTo>
                  <a:pt x="213197" y="137206"/>
                </a:lnTo>
                <a:cubicBezTo>
                  <a:pt x="226040" y="106132"/>
                  <a:pt x="221931" y="71233"/>
                  <a:pt x="201895" y="43983"/>
                </a:cubicBezTo>
                <a:cubicBezTo>
                  <a:pt x="181860" y="16254"/>
                  <a:pt x="148467" y="0"/>
                  <a:pt x="11302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782" cap="flat">
            <a:solidFill>
              <a:srgbClr val="000000"/>
            </a:solidFill>
            <a:round/>
          </a:ln>
        </p:spPr>
      </p:sp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c2ecf1aee400d"/>
          <a:stretch xmlns:a="http://schemas.openxmlformats.org/drawingml/2006/main"/>
        </p:blipFill>
        <p:spPr>
          <a:xfrm xmlns:a="http://schemas.openxmlformats.org/drawingml/2006/main">
            <a:off x="2128944" y="4107679"/>
            <a:ext cx="599530" cy="563844"/>
          </a:xfrm>
          <a:prstGeom xmlns:a="http://schemas.openxmlformats.org/drawingml/2006/main" prst="rect">
            <a:avLst/>
          </a:prstGeom>
        </p:spPr>
      </p:pic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EDFAB-03AF-4660-86CB-FD0C5C14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513" y="4203989"/>
            <a:ext cx="226040" cy="325088"/>
          </a:xfrm>
          <a:custGeom xmlns:a="http://schemas.openxmlformats.org/drawingml/2006/main">
            <a:pathLst>
              <a:path w="226040" h="325088">
                <a:moveTo>
                  <a:pt x="113020" y="143421"/>
                </a:moveTo>
                <a:cubicBezTo>
                  <a:pt x="87334" y="143421"/>
                  <a:pt x="66785" y="124298"/>
                  <a:pt x="66785" y="100395"/>
                </a:cubicBezTo>
                <a:cubicBezTo>
                  <a:pt x="66785" y="76491"/>
                  <a:pt x="87334" y="57368"/>
                  <a:pt x="113020" y="57369"/>
                </a:cubicBezTo>
                <a:cubicBezTo>
                  <a:pt x="138707" y="57369"/>
                  <a:pt x="159256" y="76491"/>
                  <a:pt x="159256" y="100395"/>
                </a:cubicBezTo>
                <a:cubicBezTo>
                  <a:pt x="159256" y="124298"/>
                  <a:pt x="138707" y="143421"/>
                  <a:pt x="113020" y="143421"/>
                </a:cubicBezTo>
                <a:close/>
                <a:moveTo>
                  <a:pt x="113020" y="0"/>
                </a:moveTo>
                <a:cubicBezTo>
                  <a:pt x="77573" y="0"/>
                  <a:pt x="44181" y="16254"/>
                  <a:pt x="24145" y="43982"/>
                </a:cubicBezTo>
                <a:cubicBezTo>
                  <a:pt x="4110" y="71233"/>
                  <a:pt x="0" y="106132"/>
                  <a:pt x="12843" y="137206"/>
                </a:cubicBezTo>
                <a:lnTo>
                  <a:pt x="61647" y="237601"/>
                </a:lnTo>
                <a:lnTo>
                  <a:pt x="103773" y="319829"/>
                </a:lnTo>
                <a:cubicBezTo>
                  <a:pt x="105314" y="323176"/>
                  <a:pt x="108911" y="325088"/>
                  <a:pt x="113020" y="325088"/>
                </a:cubicBezTo>
                <a:cubicBezTo>
                  <a:pt x="117130" y="325088"/>
                  <a:pt x="120726" y="323176"/>
                  <a:pt x="122267" y="319829"/>
                </a:cubicBezTo>
                <a:lnTo>
                  <a:pt x="164393" y="237601"/>
                </a:lnTo>
                <a:lnTo>
                  <a:pt x="213197" y="137206"/>
                </a:lnTo>
                <a:cubicBezTo>
                  <a:pt x="226040" y="106132"/>
                  <a:pt x="221931" y="71233"/>
                  <a:pt x="201895" y="43983"/>
                </a:cubicBezTo>
                <a:cubicBezTo>
                  <a:pt x="181860" y="16254"/>
                  <a:pt x="148467" y="0"/>
                  <a:pt x="113020" y="0"/>
                </a:cubicBez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434E9-3610-466B-9539-33231FCD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513" y="4203989"/>
            <a:ext cx="226040" cy="325088"/>
          </a:xfrm>
          <a:custGeom xmlns:a="http://schemas.openxmlformats.org/drawingml/2006/main">
            <a:pathLst>
              <a:path w="226040" h="325088" fill="none">
                <a:moveTo>
                  <a:pt x="113020" y="143421"/>
                </a:moveTo>
                <a:cubicBezTo>
                  <a:pt x="87334" y="143421"/>
                  <a:pt x="66785" y="124298"/>
                  <a:pt x="66785" y="100395"/>
                </a:cubicBezTo>
                <a:cubicBezTo>
                  <a:pt x="66785" y="76491"/>
                  <a:pt x="87334" y="57368"/>
                  <a:pt x="113020" y="57369"/>
                </a:cubicBezTo>
                <a:cubicBezTo>
                  <a:pt x="138707" y="57369"/>
                  <a:pt x="159256" y="76491"/>
                  <a:pt x="159256" y="100395"/>
                </a:cubicBezTo>
                <a:cubicBezTo>
                  <a:pt x="159256" y="124298"/>
                  <a:pt x="138707" y="143421"/>
                  <a:pt x="113020" y="143421"/>
                </a:cubicBezTo>
                <a:close/>
                <a:moveTo>
                  <a:pt x="113020" y="0"/>
                </a:moveTo>
                <a:cubicBezTo>
                  <a:pt x="77573" y="0"/>
                  <a:pt x="44181" y="16254"/>
                  <a:pt x="24145" y="43982"/>
                </a:cubicBezTo>
                <a:cubicBezTo>
                  <a:pt x="4110" y="71233"/>
                  <a:pt x="0" y="106132"/>
                  <a:pt x="12843" y="137206"/>
                </a:cubicBezTo>
                <a:lnTo>
                  <a:pt x="61647" y="237601"/>
                </a:lnTo>
                <a:lnTo>
                  <a:pt x="103773" y="319829"/>
                </a:lnTo>
                <a:cubicBezTo>
                  <a:pt x="105314" y="323176"/>
                  <a:pt x="108911" y="325088"/>
                  <a:pt x="113020" y="325088"/>
                </a:cubicBezTo>
                <a:cubicBezTo>
                  <a:pt x="117130" y="325088"/>
                  <a:pt x="120726" y="323176"/>
                  <a:pt x="122267" y="319829"/>
                </a:cubicBezTo>
                <a:lnTo>
                  <a:pt x="164393" y="237601"/>
                </a:lnTo>
                <a:lnTo>
                  <a:pt x="213197" y="137206"/>
                </a:lnTo>
                <a:cubicBezTo>
                  <a:pt x="226040" y="106132"/>
                  <a:pt x="221931" y="71233"/>
                  <a:pt x="201895" y="43983"/>
                </a:cubicBezTo>
                <a:cubicBezTo>
                  <a:pt x="181860" y="16254"/>
                  <a:pt x="148467" y="0"/>
                  <a:pt x="11302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782" cap="flat">
            <a:solidFill>
              <a:srgbClr val="000000"/>
            </a:solidFill>
            <a:round/>
          </a:ln>
        </p:spPr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5ea5329814590"/>
          <a:stretch xmlns:a="http://schemas.openxmlformats.org/drawingml/2006/main"/>
        </p:blipFill>
        <p:spPr>
          <a:xfrm xmlns:a="http://schemas.openxmlformats.org/drawingml/2006/main">
            <a:off x="2091486" y="4107165"/>
            <a:ext cx="600623" cy="564872"/>
          </a:xfrm>
          <a:prstGeom xmlns:a="http://schemas.openxmlformats.org/drawingml/2006/main" prst="rect">
            <a:avLst/>
          </a:prstGeom>
        </p:spPr>
      </p:pic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3927F-0C90-47B5-9C51-BA5EF92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106" y="4203236"/>
            <a:ext cx="226040" cy="325088"/>
          </a:xfrm>
          <a:custGeom xmlns:a="http://schemas.openxmlformats.org/drawingml/2006/main">
            <a:pathLst>
              <a:path w="226040" h="325088">
                <a:moveTo>
                  <a:pt x="113020" y="143421"/>
                </a:moveTo>
                <a:cubicBezTo>
                  <a:pt x="87334" y="143421"/>
                  <a:pt x="66785" y="124298"/>
                  <a:pt x="66785" y="100395"/>
                </a:cubicBezTo>
                <a:cubicBezTo>
                  <a:pt x="66785" y="76491"/>
                  <a:pt x="87334" y="57368"/>
                  <a:pt x="113020" y="57369"/>
                </a:cubicBezTo>
                <a:cubicBezTo>
                  <a:pt x="138707" y="57369"/>
                  <a:pt x="159256" y="76491"/>
                  <a:pt x="159256" y="100395"/>
                </a:cubicBezTo>
                <a:cubicBezTo>
                  <a:pt x="159256" y="124298"/>
                  <a:pt x="138707" y="143421"/>
                  <a:pt x="113020" y="143421"/>
                </a:cubicBezTo>
                <a:close/>
                <a:moveTo>
                  <a:pt x="113020" y="0"/>
                </a:moveTo>
                <a:cubicBezTo>
                  <a:pt x="77573" y="0"/>
                  <a:pt x="44181" y="16254"/>
                  <a:pt x="24145" y="43982"/>
                </a:cubicBezTo>
                <a:cubicBezTo>
                  <a:pt x="4110" y="71233"/>
                  <a:pt x="0" y="106132"/>
                  <a:pt x="12843" y="137206"/>
                </a:cubicBezTo>
                <a:lnTo>
                  <a:pt x="61647" y="237601"/>
                </a:lnTo>
                <a:lnTo>
                  <a:pt x="103773" y="319829"/>
                </a:lnTo>
                <a:cubicBezTo>
                  <a:pt x="105314" y="323176"/>
                  <a:pt x="108911" y="325088"/>
                  <a:pt x="113020" y="325088"/>
                </a:cubicBezTo>
                <a:cubicBezTo>
                  <a:pt x="117130" y="325088"/>
                  <a:pt x="120726" y="323176"/>
                  <a:pt x="122267" y="319829"/>
                </a:cubicBezTo>
                <a:lnTo>
                  <a:pt x="164393" y="237601"/>
                </a:lnTo>
                <a:lnTo>
                  <a:pt x="213197" y="137206"/>
                </a:lnTo>
                <a:cubicBezTo>
                  <a:pt x="226040" y="106132"/>
                  <a:pt x="221931" y="71233"/>
                  <a:pt x="201895" y="43983"/>
                </a:cubicBezTo>
                <a:cubicBezTo>
                  <a:pt x="181860" y="16254"/>
                  <a:pt x="148467" y="0"/>
                  <a:pt x="113020" y="0"/>
                </a:cubicBez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3A038-784D-4D2C-985C-797AB54B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106" y="4203236"/>
            <a:ext cx="226040" cy="325088"/>
          </a:xfrm>
          <a:custGeom xmlns:a="http://schemas.openxmlformats.org/drawingml/2006/main">
            <a:pathLst>
              <a:path w="226040" h="325088" fill="none">
                <a:moveTo>
                  <a:pt x="113020" y="143421"/>
                </a:moveTo>
                <a:cubicBezTo>
                  <a:pt x="87334" y="143421"/>
                  <a:pt x="66785" y="124298"/>
                  <a:pt x="66785" y="100395"/>
                </a:cubicBezTo>
                <a:cubicBezTo>
                  <a:pt x="66785" y="76491"/>
                  <a:pt x="87334" y="57368"/>
                  <a:pt x="113020" y="57369"/>
                </a:cubicBezTo>
                <a:cubicBezTo>
                  <a:pt x="138707" y="57369"/>
                  <a:pt x="159256" y="76491"/>
                  <a:pt x="159256" y="100395"/>
                </a:cubicBezTo>
                <a:cubicBezTo>
                  <a:pt x="159256" y="124298"/>
                  <a:pt x="138707" y="143421"/>
                  <a:pt x="113020" y="143421"/>
                </a:cubicBezTo>
                <a:close/>
                <a:moveTo>
                  <a:pt x="113020" y="0"/>
                </a:moveTo>
                <a:cubicBezTo>
                  <a:pt x="77573" y="0"/>
                  <a:pt x="44181" y="16254"/>
                  <a:pt x="24145" y="43982"/>
                </a:cubicBezTo>
                <a:cubicBezTo>
                  <a:pt x="4110" y="71233"/>
                  <a:pt x="0" y="106132"/>
                  <a:pt x="12843" y="137206"/>
                </a:cubicBezTo>
                <a:lnTo>
                  <a:pt x="61647" y="237601"/>
                </a:lnTo>
                <a:lnTo>
                  <a:pt x="103773" y="319829"/>
                </a:lnTo>
                <a:cubicBezTo>
                  <a:pt x="105314" y="323176"/>
                  <a:pt x="108911" y="325088"/>
                  <a:pt x="113020" y="325088"/>
                </a:cubicBezTo>
                <a:cubicBezTo>
                  <a:pt x="117130" y="325088"/>
                  <a:pt x="120726" y="323176"/>
                  <a:pt x="122267" y="319829"/>
                </a:cubicBezTo>
                <a:lnTo>
                  <a:pt x="164393" y="237601"/>
                </a:lnTo>
                <a:lnTo>
                  <a:pt x="213197" y="137206"/>
                </a:lnTo>
                <a:cubicBezTo>
                  <a:pt x="226040" y="106132"/>
                  <a:pt x="221931" y="71233"/>
                  <a:pt x="201895" y="43983"/>
                </a:cubicBezTo>
                <a:cubicBezTo>
                  <a:pt x="181860" y="16254"/>
                  <a:pt x="148467" y="0"/>
                  <a:pt x="11302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782" cap="flat">
            <a:solidFill>
              <a:srgbClr val="000000"/>
            </a:solidFill>
            <a:round/>
          </a:ln>
        </p:spPr>
      </p:sp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653cfe82a4aa3"/>
          <a:stretch xmlns:a="http://schemas.openxmlformats.org/drawingml/2006/main"/>
        </p:blipFill>
        <p:spPr>
          <a:xfrm xmlns:a="http://schemas.openxmlformats.org/drawingml/2006/main">
            <a:off x="5532669" y="4087571"/>
            <a:ext cx="608192" cy="572416"/>
          </a:xfrm>
          <a:prstGeom xmlns:a="http://schemas.openxmlformats.org/drawingml/2006/main" prst="rect">
            <a:avLst/>
          </a:prstGeom>
        </p:spPr>
      </p:pic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AD6EB-0D8B-4887-B04E-50CF7E3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47" y="4184756"/>
            <a:ext cx="230234" cy="331124"/>
          </a:xfrm>
          <a:custGeom xmlns:a="http://schemas.openxmlformats.org/drawingml/2006/main">
            <a:pathLst>
              <a:path w="230234" h="331124">
                <a:moveTo>
                  <a:pt x="115117" y="146084"/>
                </a:moveTo>
                <a:cubicBezTo>
                  <a:pt x="88954" y="146084"/>
                  <a:pt x="68024" y="126606"/>
                  <a:pt x="68024" y="102259"/>
                </a:cubicBezTo>
                <a:cubicBezTo>
                  <a:pt x="68024" y="77911"/>
                  <a:pt x="88954" y="58434"/>
                  <a:pt x="115117" y="58434"/>
                </a:cubicBezTo>
                <a:cubicBezTo>
                  <a:pt x="141280" y="58434"/>
                  <a:pt x="162210" y="77911"/>
                  <a:pt x="162211" y="102259"/>
                </a:cubicBezTo>
                <a:cubicBezTo>
                  <a:pt x="162211" y="126606"/>
                  <a:pt x="141280" y="146084"/>
                  <a:pt x="115117" y="146084"/>
                </a:cubicBezTo>
                <a:close/>
                <a:moveTo>
                  <a:pt x="115117" y="0"/>
                </a:moveTo>
                <a:cubicBezTo>
                  <a:pt x="79012" y="0"/>
                  <a:pt x="45000" y="16556"/>
                  <a:pt x="24593" y="44799"/>
                </a:cubicBezTo>
                <a:cubicBezTo>
                  <a:pt x="4186" y="72555"/>
                  <a:pt x="0" y="108102"/>
                  <a:pt x="13082" y="139754"/>
                </a:cubicBezTo>
                <a:lnTo>
                  <a:pt x="62791" y="242012"/>
                </a:lnTo>
                <a:lnTo>
                  <a:pt x="105699" y="325767"/>
                </a:lnTo>
                <a:cubicBezTo>
                  <a:pt x="107269" y="329176"/>
                  <a:pt x="110931" y="331124"/>
                  <a:pt x="115117" y="331124"/>
                </a:cubicBezTo>
                <a:cubicBezTo>
                  <a:pt x="119304" y="331124"/>
                  <a:pt x="122966" y="329176"/>
                  <a:pt x="124536" y="325767"/>
                </a:cubicBezTo>
                <a:lnTo>
                  <a:pt x="167443" y="242012"/>
                </a:lnTo>
                <a:lnTo>
                  <a:pt x="217153" y="139754"/>
                </a:lnTo>
                <a:cubicBezTo>
                  <a:pt x="230234" y="108102"/>
                  <a:pt x="226048" y="72555"/>
                  <a:pt x="205641" y="44799"/>
                </a:cubicBezTo>
                <a:cubicBezTo>
                  <a:pt x="185234" y="16556"/>
                  <a:pt x="151222" y="0"/>
                  <a:pt x="115117" y="0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7F144-A04A-48B1-842F-03F43D75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47" y="4184756"/>
            <a:ext cx="230234" cy="331124"/>
          </a:xfrm>
          <a:custGeom xmlns:a="http://schemas.openxmlformats.org/drawingml/2006/main">
            <a:pathLst>
              <a:path w="230234" h="331124" fill="none">
                <a:moveTo>
                  <a:pt x="115117" y="146084"/>
                </a:moveTo>
                <a:cubicBezTo>
                  <a:pt x="88954" y="146084"/>
                  <a:pt x="68024" y="126606"/>
                  <a:pt x="68024" y="102259"/>
                </a:cubicBezTo>
                <a:cubicBezTo>
                  <a:pt x="68024" y="77911"/>
                  <a:pt x="88954" y="58434"/>
                  <a:pt x="115117" y="58434"/>
                </a:cubicBezTo>
                <a:cubicBezTo>
                  <a:pt x="141280" y="58434"/>
                  <a:pt x="162210" y="77911"/>
                  <a:pt x="162211" y="102259"/>
                </a:cubicBezTo>
                <a:cubicBezTo>
                  <a:pt x="162211" y="126606"/>
                  <a:pt x="141280" y="146084"/>
                  <a:pt x="115117" y="146084"/>
                </a:cubicBezTo>
                <a:close/>
                <a:moveTo>
                  <a:pt x="115117" y="0"/>
                </a:moveTo>
                <a:cubicBezTo>
                  <a:pt x="79012" y="0"/>
                  <a:pt x="45000" y="16556"/>
                  <a:pt x="24593" y="44799"/>
                </a:cubicBezTo>
                <a:cubicBezTo>
                  <a:pt x="4186" y="72555"/>
                  <a:pt x="0" y="108102"/>
                  <a:pt x="13082" y="139754"/>
                </a:cubicBezTo>
                <a:lnTo>
                  <a:pt x="62791" y="242012"/>
                </a:lnTo>
                <a:lnTo>
                  <a:pt x="105699" y="325767"/>
                </a:lnTo>
                <a:cubicBezTo>
                  <a:pt x="107269" y="329176"/>
                  <a:pt x="110931" y="331124"/>
                  <a:pt x="115117" y="331124"/>
                </a:cubicBezTo>
                <a:cubicBezTo>
                  <a:pt x="119304" y="331124"/>
                  <a:pt x="122966" y="329176"/>
                  <a:pt x="124536" y="325767"/>
                </a:cubicBezTo>
                <a:lnTo>
                  <a:pt x="167443" y="242012"/>
                </a:lnTo>
                <a:lnTo>
                  <a:pt x="217153" y="139754"/>
                </a:lnTo>
                <a:cubicBezTo>
                  <a:pt x="230234" y="108102"/>
                  <a:pt x="226048" y="72555"/>
                  <a:pt x="205641" y="44799"/>
                </a:cubicBezTo>
                <a:cubicBezTo>
                  <a:pt x="185234" y="16556"/>
                  <a:pt x="151222" y="0"/>
                  <a:pt x="1151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89" cap="flat">
            <a:solidFill>
              <a:srgbClr val="000000"/>
            </a:solidFill>
            <a:round/>
          </a:ln>
        </p:spPr>
      </p:sp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364fcd7eb42ca"/>
          <a:stretch xmlns:a="http://schemas.openxmlformats.org/drawingml/2006/main"/>
        </p:blipFill>
        <p:spPr>
          <a:xfrm xmlns:a="http://schemas.openxmlformats.org/drawingml/2006/main">
            <a:off x="5488985" y="4087571"/>
            <a:ext cx="608192" cy="572416"/>
          </a:xfrm>
          <a:prstGeom xmlns:a="http://schemas.openxmlformats.org/drawingml/2006/main" prst="rect">
            <a:avLst/>
          </a:prstGeom>
        </p:spPr>
      </p:pic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7E7CC-5382-4215-819B-AC1D362E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416" y="4184756"/>
            <a:ext cx="230234" cy="331124"/>
          </a:xfrm>
          <a:custGeom xmlns:a="http://schemas.openxmlformats.org/drawingml/2006/main">
            <a:pathLst>
              <a:path w="230234" h="331124">
                <a:moveTo>
                  <a:pt x="115117" y="146084"/>
                </a:moveTo>
                <a:cubicBezTo>
                  <a:pt x="88954" y="146084"/>
                  <a:pt x="68024" y="126606"/>
                  <a:pt x="68024" y="102259"/>
                </a:cubicBezTo>
                <a:cubicBezTo>
                  <a:pt x="68024" y="77911"/>
                  <a:pt x="88954" y="58434"/>
                  <a:pt x="115117" y="58434"/>
                </a:cubicBezTo>
                <a:cubicBezTo>
                  <a:pt x="141280" y="58434"/>
                  <a:pt x="162210" y="77911"/>
                  <a:pt x="162211" y="102259"/>
                </a:cubicBezTo>
                <a:cubicBezTo>
                  <a:pt x="162211" y="126606"/>
                  <a:pt x="141280" y="146084"/>
                  <a:pt x="115117" y="146084"/>
                </a:cubicBezTo>
                <a:close/>
                <a:moveTo>
                  <a:pt x="115117" y="0"/>
                </a:moveTo>
                <a:cubicBezTo>
                  <a:pt x="79012" y="0"/>
                  <a:pt x="45000" y="16556"/>
                  <a:pt x="24593" y="44799"/>
                </a:cubicBezTo>
                <a:cubicBezTo>
                  <a:pt x="4186" y="72555"/>
                  <a:pt x="0" y="108102"/>
                  <a:pt x="13082" y="139754"/>
                </a:cubicBezTo>
                <a:lnTo>
                  <a:pt x="62791" y="242012"/>
                </a:lnTo>
                <a:lnTo>
                  <a:pt x="105699" y="325767"/>
                </a:lnTo>
                <a:cubicBezTo>
                  <a:pt x="107269" y="329176"/>
                  <a:pt x="110931" y="331124"/>
                  <a:pt x="115117" y="331124"/>
                </a:cubicBezTo>
                <a:cubicBezTo>
                  <a:pt x="119304" y="331124"/>
                  <a:pt x="122966" y="329176"/>
                  <a:pt x="124536" y="325767"/>
                </a:cubicBezTo>
                <a:lnTo>
                  <a:pt x="167443" y="242012"/>
                </a:lnTo>
                <a:lnTo>
                  <a:pt x="217153" y="139754"/>
                </a:lnTo>
                <a:cubicBezTo>
                  <a:pt x="230234" y="108102"/>
                  <a:pt x="226048" y="72555"/>
                  <a:pt x="205641" y="44799"/>
                </a:cubicBezTo>
                <a:cubicBezTo>
                  <a:pt x="185234" y="16556"/>
                  <a:pt x="151222" y="0"/>
                  <a:pt x="115117" y="0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713B9-7336-4886-9792-CC50644C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416" y="4184756"/>
            <a:ext cx="230234" cy="331124"/>
          </a:xfrm>
          <a:custGeom xmlns:a="http://schemas.openxmlformats.org/drawingml/2006/main">
            <a:pathLst>
              <a:path w="230234" h="331124" fill="none">
                <a:moveTo>
                  <a:pt x="115117" y="146084"/>
                </a:moveTo>
                <a:cubicBezTo>
                  <a:pt x="88954" y="146084"/>
                  <a:pt x="68024" y="126606"/>
                  <a:pt x="68024" y="102259"/>
                </a:cubicBezTo>
                <a:cubicBezTo>
                  <a:pt x="68024" y="77911"/>
                  <a:pt x="88954" y="58434"/>
                  <a:pt x="115117" y="58434"/>
                </a:cubicBezTo>
                <a:cubicBezTo>
                  <a:pt x="141280" y="58434"/>
                  <a:pt x="162210" y="77911"/>
                  <a:pt x="162211" y="102259"/>
                </a:cubicBezTo>
                <a:cubicBezTo>
                  <a:pt x="162211" y="126606"/>
                  <a:pt x="141280" y="146084"/>
                  <a:pt x="115117" y="146084"/>
                </a:cubicBezTo>
                <a:close/>
                <a:moveTo>
                  <a:pt x="115117" y="0"/>
                </a:moveTo>
                <a:cubicBezTo>
                  <a:pt x="79012" y="0"/>
                  <a:pt x="45000" y="16556"/>
                  <a:pt x="24593" y="44799"/>
                </a:cubicBezTo>
                <a:cubicBezTo>
                  <a:pt x="4186" y="72555"/>
                  <a:pt x="0" y="108102"/>
                  <a:pt x="13082" y="139754"/>
                </a:cubicBezTo>
                <a:lnTo>
                  <a:pt x="62791" y="242012"/>
                </a:lnTo>
                <a:lnTo>
                  <a:pt x="105699" y="325767"/>
                </a:lnTo>
                <a:cubicBezTo>
                  <a:pt x="107269" y="329176"/>
                  <a:pt x="110931" y="331124"/>
                  <a:pt x="115117" y="331124"/>
                </a:cubicBezTo>
                <a:cubicBezTo>
                  <a:pt x="119304" y="331124"/>
                  <a:pt x="122966" y="329176"/>
                  <a:pt x="124536" y="325767"/>
                </a:cubicBezTo>
                <a:lnTo>
                  <a:pt x="167443" y="242012"/>
                </a:lnTo>
                <a:lnTo>
                  <a:pt x="217153" y="139754"/>
                </a:lnTo>
                <a:cubicBezTo>
                  <a:pt x="230234" y="108102"/>
                  <a:pt x="226048" y="72555"/>
                  <a:pt x="205641" y="44799"/>
                </a:cubicBezTo>
                <a:cubicBezTo>
                  <a:pt x="185234" y="16556"/>
                  <a:pt x="151222" y="0"/>
                  <a:pt x="1151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89" cap="flat">
            <a:solidFill>
              <a:srgbClr val="000000"/>
            </a:solidFill>
            <a:round/>
          </a:ln>
        </p:spPr>
      </p:sp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4704b75814e38"/>
          <a:stretch xmlns:a="http://schemas.openxmlformats.org/drawingml/2006/main"/>
        </p:blipFill>
        <p:spPr>
          <a:xfrm xmlns:a="http://schemas.openxmlformats.org/drawingml/2006/main">
            <a:off x="5443048" y="4087571"/>
            <a:ext cx="608192" cy="572416"/>
          </a:xfrm>
          <a:prstGeom xmlns:a="http://schemas.openxmlformats.org/drawingml/2006/main" prst="rect">
            <a:avLst/>
          </a:prstGeom>
        </p:spPr>
      </p:pic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3FBB1-5CEE-4BA3-A2CA-F514612F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98" y="4184756"/>
            <a:ext cx="230234" cy="331124"/>
          </a:xfrm>
          <a:custGeom xmlns:a="http://schemas.openxmlformats.org/drawingml/2006/main">
            <a:pathLst>
              <a:path w="230234" h="331124">
                <a:moveTo>
                  <a:pt x="115117" y="146084"/>
                </a:moveTo>
                <a:cubicBezTo>
                  <a:pt x="88954" y="146084"/>
                  <a:pt x="68024" y="126606"/>
                  <a:pt x="68024" y="102259"/>
                </a:cubicBezTo>
                <a:cubicBezTo>
                  <a:pt x="68024" y="77911"/>
                  <a:pt x="88954" y="58434"/>
                  <a:pt x="115117" y="58434"/>
                </a:cubicBezTo>
                <a:cubicBezTo>
                  <a:pt x="141280" y="58434"/>
                  <a:pt x="162210" y="77911"/>
                  <a:pt x="162211" y="102259"/>
                </a:cubicBezTo>
                <a:cubicBezTo>
                  <a:pt x="162211" y="126606"/>
                  <a:pt x="141280" y="146084"/>
                  <a:pt x="115117" y="146084"/>
                </a:cubicBezTo>
                <a:close/>
                <a:moveTo>
                  <a:pt x="115117" y="0"/>
                </a:moveTo>
                <a:cubicBezTo>
                  <a:pt x="79012" y="0"/>
                  <a:pt x="45000" y="16556"/>
                  <a:pt x="24593" y="44799"/>
                </a:cubicBezTo>
                <a:cubicBezTo>
                  <a:pt x="4186" y="72555"/>
                  <a:pt x="0" y="108102"/>
                  <a:pt x="13082" y="139754"/>
                </a:cubicBezTo>
                <a:lnTo>
                  <a:pt x="62791" y="242012"/>
                </a:lnTo>
                <a:lnTo>
                  <a:pt x="105699" y="325767"/>
                </a:lnTo>
                <a:cubicBezTo>
                  <a:pt x="107269" y="329176"/>
                  <a:pt x="110931" y="331124"/>
                  <a:pt x="115117" y="331124"/>
                </a:cubicBezTo>
                <a:cubicBezTo>
                  <a:pt x="119304" y="331124"/>
                  <a:pt x="122966" y="329176"/>
                  <a:pt x="124536" y="325767"/>
                </a:cubicBezTo>
                <a:lnTo>
                  <a:pt x="167443" y="242012"/>
                </a:lnTo>
                <a:lnTo>
                  <a:pt x="217153" y="139754"/>
                </a:lnTo>
                <a:cubicBezTo>
                  <a:pt x="230234" y="108102"/>
                  <a:pt x="226048" y="72555"/>
                  <a:pt x="205641" y="44799"/>
                </a:cubicBezTo>
                <a:cubicBezTo>
                  <a:pt x="185234" y="16556"/>
                  <a:pt x="151222" y="0"/>
                  <a:pt x="115117" y="0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BCABF-DAFA-42F0-B46E-AD6D3744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598" y="4184756"/>
            <a:ext cx="230234" cy="331124"/>
          </a:xfrm>
          <a:custGeom xmlns:a="http://schemas.openxmlformats.org/drawingml/2006/main">
            <a:pathLst>
              <a:path w="230234" h="331124" fill="none">
                <a:moveTo>
                  <a:pt x="115117" y="146084"/>
                </a:moveTo>
                <a:cubicBezTo>
                  <a:pt x="88954" y="146084"/>
                  <a:pt x="68024" y="126606"/>
                  <a:pt x="68024" y="102259"/>
                </a:cubicBezTo>
                <a:cubicBezTo>
                  <a:pt x="68024" y="77911"/>
                  <a:pt x="88954" y="58434"/>
                  <a:pt x="115117" y="58434"/>
                </a:cubicBezTo>
                <a:cubicBezTo>
                  <a:pt x="141280" y="58434"/>
                  <a:pt x="162210" y="77911"/>
                  <a:pt x="162211" y="102259"/>
                </a:cubicBezTo>
                <a:cubicBezTo>
                  <a:pt x="162211" y="126606"/>
                  <a:pt x="141280" y="146084"/>
                  <a:pt x="115117" y="146084"/>
                </a:cubicBezTo>
                <a:close/>
                <a:moveTo>
                  <a:pt x="115117" y="0"/>
                </a:moveTo>
                <a:cubicBezTo>
                  <a:pt x="79012" y="0"/>
                  <a:pt x="45000" y="16556"/>
                  <a:pt x="24593" y="44799"/>
                </a:cubicBezTo>
                <a:cubicBezTo>
                  <a:pt x="4186" y="72555"/>
                  <a:pt x="0" y="108102"/>
                  <a:pt x="13082" y="139754"/>
                </a:cubicBezTo>
                <a:lnTo>
                  <a:pt x="62791" y="242012"/>
                </a:lnTo>
                <a:lnTo>
                  <a:pt x="105699" y="325767"/>
                </a:lnTo>
                <a:cubicBezTo>
                  <a:pt x="107269" y="329176"/>
                  <a:pt x="110931" y="331124"/>
                  <a:pt x="115117" y="331124"/>
                </a:cubicBezTo>
                <a:cubicBezTo>
                  <a:pt x="119304" y="331124"/>
                  <a:pt x="122966" y="329176"/>
                  <a:pt x="124536" y="325767"/>
                </a:cubicBezTo>
                <a:lnTo>
                  <a:pt x="167443" y="242012"/>
                </a:lnTo>
                <a:lnTo>
                  <a:pt x="217153" y="139754"/>
                </a:lnTo>
                <a:cubicBezTo>
                  <a:pt x="230234" y="108102"/>
                  <a:pt x="226048" y="72555"/>
                  <a:pt x="205641" y="44799"/>
                </a:cubicBezTo>
                <a:cubicBezTo>
                  <a:pt x="185234" y="16556"/>
                  <a:pt x="151222" y="0"/>
                  <a:pt x="11511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89" cap="flat">
            <a:solidFill>
              <a:srgbClr val="000000"/>
            </a:solidFill>
            <a:round/>
          </a:ln>
        </p:spPr>
      </p:sp>
      <p:pic>
        <p:nvPicPr>
          <p:cNvPr id="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b8f51e3fe4a37"/>
          <a:stretch xmlns:a="http://schemas.openxmlformats.org/drawingml/2006/main"/>
        </p:blipFill>
        <p:spPr>
          <a:xfrm xmlns:a="http://schemas.openxmlformats.org/drawingml/2006/main">
            <a:off x="271406" y="2266436"/>
            <a:ext cx="2312689" cy="1884413"/>
          </a:xfrm>
          <a:prstGeom xmlns:a="http://schemas.openxmlformats.org/drawingml/2006/main" prst="rect">
            <a:avLst/>
          </a:prstGeom>
        </p:spPr>
      </p:pic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3A27D-E510-4595-9CEF-38663806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53" y="2299449"/>
            <a:ext cx="2200992" cy="1769179"/>
          </a:xfrm>
          <a:custGeom xmlns:a="http://schemas.openxmlformats.org/drawingml/2006/main">
            <a:pathLst>
              <a:path w="2200992" h="1769179">
                <a:moveTo>
                  <a:pt x="0" y="0"/>
                </a:moveTo>
                <a:lnTo>
                  <a:pt x="366790" y="0"/>
                </a:lnTo>
                <a:lnTo>
                  <a:pt x="916976" y="0"/>
                </a:lnTo>
                <a:lnTo>
                  <a:pt x="2200992" y="0"/>
                </a:lnTo>
                <a:lnTo>
                  <a:pt x="2200992" y="947479"/>
                </a:lnTo>
                <a:lnTo>
                  <a:pt x="2200992" y="1353559"/>
                </a:lnTo>
                <a:lnTo>
                  <a:pt x="2200992" y="1624195"/>
                </a:lnTo>
                <a:lnTo>
                  <a:pt x="916976" y="1624195"/>
                </a:lnTo>
                <a:lnTo>
                  <a:pt x="621108" y="1769179"/>
                </a:lnTo>
                <a:lnTo>
                  <a:pt x="366790" y="1624195"/>
                </a:lnTo>
                <a:lnTo>
                  <a:pt x="0" y="1624195"/>
                </a:lnTo>
                <a:lnTo>
                  <a:pt x="0" y="1353559"/>
                </a:lnTo>
                <a:lnTo>
                  <a:pt x="0" y="9474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7F382-3D36-4C01-9C3B-EB36ABE2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53" y="2299449"/>
            <a:ext cx="2200992" cy="1769179"/>
          </a:xfrm>
          <a:custGeom xmlns:a="http://schemas.openxmlformats.org/drawingml/2006/main">
            <a:pathLst>
              <a:path w="2200992" h="1769179" fill="none">
                <a:moveTo>
                  <a:pt x="0" y="0"/>
                </a:moveTo>
                <a:lnTo>
                  <a:pt x="366790" y="0"/>
                </a:lnTo>
                <a:lnTo>
                  <a:pt x="916976" y="0"/>
                </a:lnTo>
                <a:lnTo>
                  <a:pt x="2200992" y="0"/>
                </a:lnTo>
                <a:lnTo>
                  <a:pt x="2200992" y="947479"/>
                </a:lnTo>
                <a:lnTo>
                  <a:pt x="2200992" y="1353559"/>
                </a:lnTo>
                <a:lnTo>
                  <a:pt x="2200992" y="1624195"/>
                </a:lnTo>
                <a:lnTo>
                  <a:pt x="916976" y="1624195"/>
                </a:lnTo>
                <a:lnTo>
                  <a:pt x="621108" y="1769179"/>
                </a:lnTo>
                <a:lnTo>
                  <a:pt x="366790" y="1624195"/>
                </a:lnTo>
                <a:lnTo>
                  <a:pt x="0" y="1624195"/>
                </a:lnTo>
                <a:lnTo>
                  <a:pt x="0" y="1353559"/>
                </a:lnTo>
                <a:lnTo>
                  <a:pt x="0" y="9474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pic>
        <p:nvPicPr>
          <p:cNvPr id="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97609fba34154"/>
          <a:stretch xmlns:a="http://schemas.openxmlformats.org/drawingml/2006/main"/>
        </p:blipFill>
        <p:spPr>
          <a:xfrm xmlns:a="http://schemas.openxmlformats.org/drawingml/2006/main">
            <a:off x="194754" y="2293550"/>
            <a:ext cx="2310840" cy="1882907"/>
          </a:xfrm>
          <a:prstGeom xmlns:a="http://schemas.openxmlformats.org/drawingml/2006/main" prst="rect">
            <a:avLst/>
          </a:prstGeom>
        </p:spPr>
      </p:pic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F8A38-1EAF-4A1D-AC54-F1D441E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75" y="2325810"/>
            <a:ext cx="2200992" cy="1769179"/>
          </a:xfrm>
          <a:custGeom xmlns:a="http://schemas.openxmlformats.org/drawingml/2006/main">
            <a:pathLst>
              <a:path w="2200992" h="1769179">
                <a:moveTo>
                  <a:pt x="0" y="0"/>
                </a:moveTo>
                <a:lnTo>
                  <a:pt x="366916" y="0"/>
                </a:lnTo>
                <a:lnTo>
                  <a:pt x="917101" y="0"/>
                </a:lnTo>
                <a:lnTo>
                  <a:pt x="2200992" y="0"/>
                </a:lnTo>
                <a:lnTo>
                  <a:pt x="2200992" y="947479"/>
                </a:lnTo>
                <a:lnTo>
                  <a:pt x="2200992" y="1353559"/>
                </a:lnTo>
                <a:lnTo>
                  <a:pt x="2200992" y="1624195"/>
                </a:lnTo>
                <a:lnTo>
                  <a:pt x="917101" y="1624195"/>
                </a:lnTo>
                <a:lnTo>
                  <a:pt x="621234" y="1769179"/>
                </a:lnTo>
                <a:lnTo>
                  <a:pt x="366916" y="1624195"/>
                </a:lnTo>
                <a:lnTo>
                  <a:pt x="0" y="1624195"/>
                </a:lnTo>
                <a:lnTo>
                  <a:pt x="0" y="1353559"/>
                </a:lnTo>
                <a:lnTo>
                  <a:pt x="0" y="9474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2205F-FE01-477A-A896-3F2FF679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75" y="2325810"/>
            <a:ext cx="2200992" cy="1769179"/>
          </a:xfrm>
          <a:custGeom xmlns:a="http://schemas.openxmlformats.org/drawingml/2006/main">
            <a:pathLst>
              <a:path w="2200992" h="1769179" fill="none">
                <a:moveTo>
                  <a:pt x="0" y="0"/>
                </a:moveTo>
                <a:lnTo>
                  <a:pt x="366916" y="0"/>
                </a:lnTo>
                <a:lnTo>
                  <a:pt x="917101" y="0"/>
                </a:lnTo>
                <a:lnTo>
                  <a:pt x="2200992" y="0"/>
                </a:lnTo>
                <a:lnTo>
                  <a:pt x="2200992" y="947479"/>
                </a:lnTo>
                <a:lnTo>
                  <a:pt x="2200992" y="1353559"/>
                </a:lnTo>
                <a:lnTo>
                  <a:pt x="2200992" y="1624195"/>
                </a:lnTo>
                <a:lnTo>
                  <a:pt x="917101" y="1624195"/>
                </a:lnTo>
                <a:lnTo>
                  <a:pt x="621234" y="1769179"/>
                </a:lnTo>
                <a:lnTo>
                  <a:pt x="366916" y="1624195"/>
                </a:lnTo>
                <a:lnTo>
                  <a:pt x="0" y="1624195"/>
                </a:lnTo>
                <a:lnTo>
                  <a:pt x="0" y="1353559"/>
                </a:lnTo>
                <a:lnTo>
                  <a:pt x="0" y="9474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222500d5d4acd"/>
          <a:stretch xmlns:a="http://schemas.openxmlformats.org/drawingml/2006/main"/>
        </p:blipFill>
        <p:spPr>
          <a:xfrm xmlns:a="http://schemas.openxmlformats.org/drawingml/2006/main">
            <a:off x="119507" y="2311849"/>
            <a:ext cx="2313716" cy="1963802"/>
          </a:xfrm>
          <a:prstGeom xmlns:a="http://schemas.openxmlformats.org/drawingml/2006/main" prst="rect">
            <a:avLst/>
          </a:prstGeom>
        </p:spPr>
      </p:pic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0C4D0-C08B-4BFB-8033-9A91C0C4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0" y="2344514"/>
            <a:ext cx="2200992" cy="1849014"/>
          </a:xfrm>
          <a:custGeom xmlns:a="http://schemas.openxmlformats.org/drawingml/2006/main">
            <a:pathLst>
              <a:path w="2200992" h="1849014">
                <a:moveTo>
                  <a:pt x="0" y="0"/>
                </a:moveTo>
                <a:lnTo>
                  <a:pt x="366790" y="0"/>
                </a:lnTo>
                <a:lnTo>
                  <a:pt x="916976" y="0"/>
                </a:lnTo>
                <a:lnTo>
                  <a:pt x="2200992" y="0"/>
                </a:lnTo>
                <a:lnTo>
                  <a:pt x="2200992" y="947479"/>
                </a:lnTo>
                <a:lnTo>
                  <a:pt x="2200992" y="1353559"/>
                </a:lnTo>
                <a:lnTo>
                  <a:pt x="2200992" y="1624195"/>
                </a:lnTo>
                <a:lnTo>
                  <a:pt x="916976" y="1624195"/>
                </a:lnTo>
                <a:lnTo>
                  <a:pt x="605668" y="1849014"/>
                </a:lnTo>
                <a:lnTo>
                  <a:pt x="366790" y="1624195"/>
                </a:lnTo>
                <a:lnTo>
                  <a:pt x="0" y="1624195"/>
                </a:lnTo>
                <a:lnTo>
                  <a:pt x="0" y="1353559"/>
                </a:lnTo>
                <a:lnTo>
                  <a:pt x="0" y="9474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49D54-07F1-4E19-B2CC-2533141E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0" y="2344514"/>
            <a:ext cx="2200992" cy="1849014"/>
          </a:xfrm>
          <a:custGeom xmlns:a="http://schemas.openxmlformats.org/drawingml/2006/main">
            <a:pathLst>
              <a:path w="2200992" h="1849014" fill="none">
                <a:moveTo>
                  <a:pt x="0" y="0"/>
                </a:moveTo>
                <a:lnTo>
                  <a:pt x="366790" y="0"/>
                </a:lnTo>
                <a:lnTo>
                  <a:pt x="916976" y="0"/>
                </a:lnTo>
                <a:lnTo>
                  <a:pt x="2200992" y="0"/>
                </a:lnTo>
                <a:lnTo>
                  <a:pt x="2200992" y="947479"/>
                </a:lnTo>
                <a:lnTo>
                  <a:pt x="2200992" y="1353559"/>
                </a:lnTo>
                <a:lnTo>
                  <a:pt x="2200992" y="1624195"/>
                </a:lnTo>
                <a:lnTo>
                  <a:pt x="916976" y="1624195"/>
                </a:lnTo>
                <a:lnTo>
                  <a:pt x="605668" y="1849014"/>
                </a:lnTo>
                <a:lnTo>
                  <a:pt x="366790" y="1624195"/>
                </a:lnTo>
                <a:lnTo>
                  <a:pt x="0" y="1624195"/>
                </a:lnTo>
                <a:lnTo>
                  <a:pt x="0" y="1353559"/>
                </a:lnTo>
                <a:lnTo>
                  <a:pt x="0" y="9474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DADCF-E318-4D3A-987E-B1213935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" y="2359828"/>
            <a:ext cx="2334804" cy="585961"/>
          </a:xfrm>
          <a:custGeom xmlns:a="http://schemas.openxmlformats.org/drawingml/2006/main">
            <a:pathLst>
              <a:path w="2334804" h="585961" fill="none">
                <a:moveTo>
                  <a:pt x="0" y="585961"/>
                </a:moveTo>
                <a:lnTo>
                  <a:pt x="2334804" y="585961"/>
                </a:lnTo>
                <a:lnTo>
                  <a:pt x="2334804" y="0"/>
                </a:lnTo>
                <a:lnTo>
                  <a:pt x="0" y="0"/>
                </a:lnTo>
                <a:lnTo>
                  <a:pt x="0" y="5859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35" name="Text Ph-I-①">
            <a:extLst xmlns:a="http://schemas.openxmlformats.org/drawingml/2006/main">
              <a:ext uri="{FF2B5EF4-FFF2-40B4-BE49-F238E27FC236}">
                <a16:creationId xmlns:a16="http://schemas.microsoft.com/office/drawing/2014/main" id="{0E6B7E46-EFDD-45FC-9705-4A1A6A49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80" y="2427461"/>
            <a:ext cx="598178" cy="194398"/>
          </a:xfrm>
          <a:custGeom xmlns:a="http://schemas.openxmlformats.org/drawingml/2006/main">
            <a:pathLst>
              <a:path w="598178" h="194398">
                <a:moveTo>
                  <a:pt x="97586" y="61443"/>
                </a:moveTo>
                <a:cubicBezTo>
                  <a:pt x="97586" y="73261"/>
                  <a:pt x="93556" y="82483"/>
                  <a:pt x="85495" y="89110"/>
                </a:cubicBezTo>
                <a:cubicBezTo>
                  <a:pt x="77435" y="95736"/>
                  <a:pt x="68327" y="99049"/>
                  <a:pt x="58173" y="99049"/>
                </a:cubicBezTo>
                <a:cubicBezTo>
                  <a:pt x="54731" y="99049"/>
                  <a:pt x="51260" y="98647"/>
                  <a:pt x="47760" y="97844"/>
                </a:cubicBezTo>
                <a:cubicBezTo>
                  <a:pt x="47244" y="96295"/>
                  <a:pt x="46240" y="94230"/>
                  <a:pt x="44748" y="91648"/>
                </a:cubicBezTo>
                <a:lnTo>
                  <a:pt x="46556" y="89755"/>
                </a:lnTo>
                <a:cubicBezTo>
                  <a:pt x="48965" y="90558"/>
                  <a:pt x="51174" y="90960"/>
                  <a:pt x="53182" y="90960"/>
                </a:cubicBezTo>
                <a:cubicBezTo>
                  <a:pt x="58976" y="90960"/>
                  <a:pt x="63623" y="88909"/>
                  <a:pt x="67123" y="84807"/>
                </a:cubicBezTo>
                <a:cubicBezTo>
                  <a:pt x="70622" y="80705"/>
                  <a:pt x="72372" y="74954"/>
                  <a:pt x="72372" y="67553"/>
                </a:cubicBezTo>
                <a:cubicBezTo>
                  <a:pt x="72372" y="51547"/>
                  <a:pt x="65172" y="43544"/>
                  <a:pt x="50772" y="43544"/>
                </a:cubicBezTo>
                <a:cubicBezTo>
                  <a:pt x="49051" y="43544"/>
                  <a:pt x="45609" y="43888"/>
                  <a:pt x="40446" y="44576"/>
                </a:cubicBezTo>
                <a:cubicBezTo>
                  <a:pt x="39929" y="45953"/>
                  <a:pt x="39671" y="55333"/>
                  <a:pt x="39671" y="72716"/>
                </a:cubicBezTo>
                <a:lnTo>
                  <a:pt x="39671" y="118239"/>
                </a:lnTo>
                <a:cubicBezTo>
                  <a:pt x="39671" y="131893"/>
                  <a:pt x="40044" y="140786"/>
                  <a:pt x="40790" y="144916"/>
                </a:cubicBezTo>
                <a:cubicBezTo>
                  <a:pt x="41077" y="146580"/>
                  <a:pt x="42052" y="147641"/>
                  <a:pt x="43716" y="148100"/>
                </a:cubicBezTo>
                <a:cubicBezTo>
                  <a:pt x="44232" y="148215"/>
                  <a:pt x="48162" y="148502"/>
                  <a:pt x="55505" y="148961"/>
                </a:cubicBezTo>
                <a:lnTo>
                  <a:pt x="56452" y="149907"/>
                </a:lnTo>
                <a:lnTo>
                  <a:pt x="56452" y="155587"/>
                </a:lnTo>
                <a:lnTo>
                  <a:pt x="55591" y="156447"/>
                </a:lnTo>
                <a:cubicBezTo>
                  <a:pt x="47732" y="156103"/>
                  <a:pt x="38323" y="155931"/>
                  <a:pt x="27365" y="155931"/>
                </a:cubicBezTo>
                <a:cubicBezTo>
                  <a:pt x="15031" y="155931"/>
                  <a:pt x="6196" y="156103"/>
                  <a:pt x="861" y="156447"/>
                </a:cubicBezTo>
                <a:lnTo>
                  <a:pt x="0" y="155673"/>
                </a:lnTo>
                <a:lnTo>
                  <a:pt x="0" y="149907"/>
                </a:lnTo>
                <a:lnTo>
                  <a:pt x="947" y="148961"/>
                </a:lnTo>
                <a:cubicBezTo>
                  <a:pt x="6741" y="148617"/>
                  <a:pt x="10068" y="148330"/>
                  <a:pt x="10929" y="148100"/>
                </a:cubicBezTo>
                <a:cubicBezTo>
                  <a:pt x="12593" y="147641"/>
                  <a:pt x="13568" y="146580"/>
                  <a:pt x="13855" y="144916"/>
                </a:cubicBezTo>
                <a:cubicBezTo>
                  <a:pt x="14601" y="140786"/>
                  <a:pt x="14974" y="131893"/>
                  <a:pt x="14974" y="118239"/>
                </a:cubicBezTo>
                <a:lnTo>
                  <a:pt x="14974" y="72716"/>
                </a:lnTo>
                <a:cubicBezTo>
                  <a:pt x="14974" y="59062"/>
                  <a:pt x="14601" y="50170"/>
                  <a:pt x="13855" y="46039"/>
                </a:cubicBezTo>
                <a:cubicBezTo>
                  <a:pt x="13568" y="44376"/>
                  <a:pt x="12593" y="43314"/>
                  <a:pt x="10929" y="42855"/>
                </a:cubicBezTo>
                <a:cubicBezTo>
                  <a:pt x="10068" y="42626"/>
                  <a:pt x="6712" y="42339"/>
                  <a:pt x="861" y="41995"/>
                </a:cubicBezTo>
                <a:lnTo>
                  <a:pt x="0" y="41048"/>
                </a:lnTo>
                <a:lnTo>
                  <a:pt x="0" y="35368"/>
                </a:lnTo>
                <a:lnTo>
                  <a:pt x="947" y="34508"/>
                </a:lnTo>
                <a:cubicBezTo>
                  <a:pt x="6569" y="34852"/>
                  <a:pt x="15203" y="35024"/>
                  <a:pt x="26849" y="35024"/>
                </a:cubicBezTo>
                <a:cubicBezTo>
                  <a:pt x="31668" y="35024"/>
                  <a:pt x="38610" y="34938"/>
                  <a:pt x="47674" y="34766"/>
                </a:cubicBezTo>
                <a:cubicBezTo>
                  <a:pt x="56739" y="34594"/>
                  <a:pt x="61959" y="34508"/>
                  <a:pt x="63336" y="34508"/>
                </a:cubicBezTo>
                <a:cubicBezTo>
                  <a:pt x="79056" y="34508"/>
                  <a:pt x="89267" y="38495"/>
                  <a:pt x="93972" y="46470"/>
                </a:cubicBezTo>
                <a:cubicBezTo>
                  <a:pt x="96381" y="50600"/>
                  <a:pt x="97586" y="55591"/>
                  <a:pt x="97586" y="61443"/>
                </a:cubicBezTo>
                <a:close/>
                <a:moveTo>
                  <a:pt x="205396" y="155587"/>
                </a:moveTo>
                <a:lnTo>
                  <a:pt x="204535" y="156534"/>
                </a:lnTo>
                <a:cubicBezTo>
                  <a:pt x="198225" y="156132"/>
                  <a:pt x="192889" y="155931"/>
                  <a:pt x="188529" y="155931"/>
                </a:cubicBezTo>
                <a:cubicBezTo>
                  <a:pt x="184513" y="155931"/>
                  <a:pt x="178661" y="156132"/>
                  <a:pt x="170974" y="156534"/>
                </a:cubicBezTo>
                <a:lnTo>
                  <a:pt x="170113" y="155673"/>
                </a:lnTo>
                <a:cubicBezTo>
                  <a:pt x="171146" y="142880"/>
                  <a:pt x="171662" y="133012"/>
                  <a:pt x="171662" y="126070"/>
                </a:cubicBezTo>
                <a:lnTo>
                  <a:pt x="171662" y="109203"/>
                </a:lnTo>
                <a:cubicBezTo>
                  <a:pt x="171662" y="95205"/>
                  <a:pt x="166614" y="88206"/>
                  <a:pt x="156517" y="88206"/>
                </a:cubicBezTo>
                <a:cubicBezTo>
                  <a:pt x="151124" y="88206"/>
                  <a:pt x="146936" y="90071"/>
                  <a:pt x="143953" y="93800"/>
                </a:cubicBezTo>
                <a:cubicBezTo>
                  <a:pt x="141543" y="96783"/>
                  <a:pt x="140338" y="100627"/>
                  <a:pt x="140338" y="105331"/>
                </a:cubicBezTo>
                <a:lnTo>
                  <a:pt x="140338" y="115485"/>
                </a:lnTo>
                <a:cubicBezTo>
                  <a:pt x="140338" y="127132"/>
                  <a:pt x="140539" y="136684"/>
                  <a:pt x="140941" y="144142"/>
                </a:cubicBezTo>
                <a:cubicBezTo>
                  <a:pt x="141055" y="146379"/>
                  <a:pt x="141687" y="147756"/>
                  <a:pt x="142834" y="148272"/>
                </a:cubicBezTo>
                <a:cubicBezTo>
                  <a:pt x="144153" y="148961"/>
                  <a:pt x="147567" y="149391"/>
                  <a:pt x="153074" y="149563"/>
                </a:cubicBezTo>
                <a:lnTo>
                  <a:pt x="154021" y="150424"/>
                </a:lnTo>
                <a:lnTo>
                  <a:pt x="154021" y="155673"/>
                </a:lnTo>
                <a:lnTo>
                  <a:pt x="153161" y="156534"/>
                </a:lnTo>
                <a:cubicBezTo>
                  <a:pt x="147710" y="156132"/>
                  <a:pt x="139851" y="155931"/>
                  <a:pt x="129582" y="155931"/>
                </a:cubicBezTo>
                <a:cubicBezTo>
                  <a:pt x="119312" y="155931"/>
                  <a:pt x="111481" y="156132"/>
                  <a:pt x="106089" y="156534"/>
                </a:cubicBezTo>
                <a:lnTo>
                  <a:pt x="105228" y="155673"/>
                </a:lnTo>
                <a:lnTo>
                  <a:pt x="105228" y="150424"/>
                </a:lnTo>
                <a:lnTo>
                  <a:pt x="106089" y="149563"/>
                </a:lnTo>
                <a:cubicBezTo>
                  <a:pt x="111596" y="149391"/>
                  <a:pt x="115010" y="148961"/>
                  <a:pt x="116329" y="148272"/>
                </a:cubicBezTo>
                <a:cubicBezTo>
                  <a:pt x="117476" y="147756"/>
                  <a:pt x="118108" y="146379"/>
                  <a:pt x="118222" y="144142"/>
                </a:cubicBezTo>
                <a:cubicBezTo>
                  <a:pt x="118624" y="136684"/>
                  <a:pt x="118825" y="123632"/>
                  <a:pt x="118825" y="104987"/>
                </a:cubicBezTo>
                <a:lnTo>
                  <a:pt x="118825" y="76158"/>
                </a:lnTo>
                <a:cubicBezTo>
                  <a:pt x="118825" y="64111"/>
                  <a:pt x="118624" y="54358"/>
                  <a:pt x="118222" y="46900"/>
                </a:cubicBezTo>
                <a:cubicBezTo>
                  <a:pt x="118108" y="44777"/>
                  <a:pt x="117476" y="43386"/>
                  <a:pt x="116329" y="42726"/>
                </a:cubicBezTo>
                <a:cubicBezTo>
                  <a:pt x="115182" y="42066"/>
                  <a:pt x="111854" y="41650"/>
                  <a:pt x="106347" y="41478"/>
                </a:cubicBezTo>
                <a:lnTo>
                  <a:pt x="105486" y="40532"/>
                </a:lnTo>
                <a:lnTo>
                  <a:pt x="105486" y="35799"/>
                </a:lnTo>
                <a:lnTo>
                  <a:pt x="106347" y="34852"/>
                </a:lnTo>
                <a:cubicBezTo>
                  <a:pt x="117419" y="33647"/>
                  <a:pt x="128520" y="31267"/>
                  <a:pt x="139650" y="27710"/>
                </a:cubicBezTo>
                <a:lnTo>
                  <a:pt x="141457" y="28742"/>
                </a:lnTo>
                <a:cubicBezTo>
                  <a:pt x="141457" y="30291"/>
                  <a:pt x="141371" y="33131"/>
                  <a:pt x="141199" y="37262"/>
                </a:cubicBezTo>
                <a:cubicBezTo>
                  <a:pt x="140625" y="50973"/>
                  <a:pt x="140338" y="66147"/>
                  <a:pt x="140338" y="82785"/>
                </a:cubicBezTo>
                <a:lnTo>
                  <a:pt x="140338" y="87604"/>
                </a:lnTo>
                <a:lnTo>
                  <a:pt x="155484" y="74868"/>
                </a:lnTo>
                <a:cubicBezTo>
                  <a:pt x="159270" y="73319"/>
                  <a:pt x="163430" y="72544"/>
                  <a:pt x="167962" y="72544"/>
                </a:cubicBezTo>
                <a:cubicBezTo>
                  <a:pt x="177084" y="72544"/>
                  <a:pt x="183911" y="75298"/>
                  <a:pt x="188443" y="80805"/>
                </a:cubicBezTo>
                <a:cubicBezTo>
                  <a:pt x="192115" y="85280"/>
                  <a:pt x="193950" y="91849"/>
                  <a:pt x="193950" y="100512"/>
                </a:cubicBezTo>
                <a:cubicBezTo>
                  <a:pt x="193950" y="101487"/>
                  <a:pt x="193836" y="104987"/>
                  <a:pt x="193606" y="111011"/>
                </a:cubicBezTo>
                <a:cubicBezTo>
                  <a:pt x="193377" y="117034"/>
                  <a:pt x="193262" y="122513"/>
                  <a:pt x="193262" y="127447"/>
                </a:cubicBezTo>
                <a:cubicBezTo>
                  <a:pt x="193262" y="136110"/>
                  <a:pt x="193405" y="141632"/>
                  <a:pt x="193692" y="144013"/>
                </a:cubicBezTo>
                <a:cubicBezTo>
                  <a:pt x="193979" y="146393"/>
                  <a:pt x="194639" y="147899"/>
                  <a:pt x="195672" y="148530"/>
                </a:cubicBezTo>
                <a:cubicBezTo>
                  <a:pt x="196704" y="149162"/>
                  <a:pt x="199687" y="149534"/>
                  <a:pt x="204621" y="149649"/>
                </a:cubicBezTo>
                <a:lnTo>
                  <a:pt x="205396" y="150510"/>
                </a:lnTo>
                <a:lnTo>
                  <a:pt x="205396" y="155587"/>
                </a:lnTo>
                <a:close/>
                <a:moveTo>
                  <a:pt x="258389" y="122198"/>
                </a:moveTo>
                <a:lnTo>
                  <a:pt x="212607" y="122198"/>
                </a:lnTo>
                <a:lnTo>
                  <a:pt x="211317" y="120821"/>
                </a:lnTo>
                <a:cubicBezTo>
                  <a:pt x="212235" y="119329"/>
                  <a:pt x="213353" y="116375"/>
                  <a:pt x="214673" y="111957"/>
                </a:cubicBezTo>
                <a:cubicBezTo>
                  <a:pt x="215992" y="107540"/>
                  <a:pt x="216795" y="104470"/>
                  <a:pt x="217082" y="102749"/>
                </a:cubicBezTo>
                <a:lnTo>
                  <a:pt x="262433" y="102749"/>
                </a:lnTo>
                <a:lnTo>
                  <a:pt x="264068" y="104470"/>
                </a:lnTo>
                <a:cubicBezTo>
                  <a:pt x="261831" y="108257"/>
                  <a:pt x="259938" y="114166"/>
                  <a:pt x="258389" y="122198"/>
                </a:cubicBezTo>
                <a:close/>
                <a:moveTo>
                  <a:pt x="328753" y="155587"/>
                </a:moveTo>
                <a:lnTo>
                  <a:pt x="327978" y="156447"/>
                </a:lnTo>
                <a:cubicBezTo>
                  <a:pt x="322241" y="156103"/>
                  <a:pt x="313378" y="155931"/>
                  <a:pt x="301387" y="155931"/>
                </a:cubicBezTo>
                <a:cubicBezTo>
                  <a:pt x="289454" y="155931"/>
                  <a:pt x="280619" y="156103"/>
                  <a:pt x="274882" y="156447"/>
                </a:cubicBezTo>
                <a:lnTo>
                  <a:pt x="274108" y="155587"/>
                </a:lnTo>
                <a:lnTo>
                  <a:pt x="274108" y="149821"/>
                </a:lnTo>
                <a:lnTo>
                  <a:pt x="274968" y="148961"/>
                </a:lnTo>
                <a:cubicBezTo>
                  <a:pt x="280820" y="148617"/>
                  <a:pt x="284176" y="148330"/>
                  <a:pt x="285037" y="148100"/>
                </a:cubicBezTo>
                <a:cubicBezTo>
                  <a:pt x="286701" y="147641"/>
                  <a:pt x="287676" y="146580"/>
                  <a:pt x="287963" y="144916"/>
                </a:cubicBezTo>
                <a:cubicBezTo>
                  <a:pt x="288709" y="140786"/>
                  <a:pt x="289081" y="131893"/>
                  <a:pt x="289081" y="118239"/>
                </a:cubicBezTo>
                <a:lnTo>
                  <a:pt x="289081" y="72716"/>
                </a:lnTo>
                <a:cubicBezTo>
                  <a:pt x="289081" y="59062"/>
                  <a:pt x="288709" y="50170"/>
                  <a:pt x="287963" y="46039"/>
                </a:cubicBezTo>
                <a:cubicBezTo>
                  <a:pt x="287676" y="44376"/>
                  <a:pt x="286701" y="43314"/>
                  <a:pt x="285037" y="42855"/>
                </a:cubicBezTo>
                <a:cubicBezTo>
                  <a:pt x="284176" y="42626"/>
                  <a:pt x="280820" y="42339"/>
                  <a:pt x="274968" y="41995"/>
                </a:cubicBezTo>
                <a:lnTo>
                  <a:pt x="274108" y="41134"/>
                </a:lnTo>
                <a:lnTo>
                  <a:pt x="274108" y="35282"/>
                </a:lnTo>
                <a:lnTo>
                  <a:pt x="274968" y="34508"/>
                </a:lnTo>
                <a:cubicBezTo>
                  <a:pt x="280476" y="34852"/>
                  <a:pt x="289311" y="35024"/>
                  <a:pt x="301473" y="35024"/>
                </a:cubicBezTo>
                <a:cubicBezTo>
                  <a:pt x="313578" y="35024"/>
                  <a:pt x="322385" y="34852"/>
                  <a:pt x="327892" y="34508"/>
                </a:cubicBezTo>
                <a:lnTo>
                  <a:pt x="328753" y="35282"/>
                </a:lnTo>
                <a:lnTo>
                  <a:pt x="328753" y="41134"/>
                </a:lnTo>
                <a:lnTo>
                  <a:pt x="327892" y="41995"/>
                </a:lnTo>
                <a:cubicBezTo>
                  <a:pt x="322040" y="42339"/>
                  <a:pt x="318684" y="42626"/>
                  <a:pt x="317824" y="42855"/>
                </a:cubicBezTo>
                <a:cubicBezTo>
                  <a:pt x="316160" y="43314"/>
                  <a:pt x="315185" y="44376"/>
                  <a:pt x="314898" y="46039"/>
                </a:cubicBezTo>
                <a:cubicBezTo>
                  <a:pt x="314152" y="50170"/>
                  <a:pt x="313779" y="59062"/>
                  <a:pt x="313779" y="72716"/>
                </a:cubicBezTo>
                <a:lnTo>
                  <a:pt x="313779" y="118239"/>
                </a:lnTo>
                <a:cubicBezTo>
                  <a:pt x="313779" y="131893"/>
                  <a:pt x="314152" y="140786"/>
                  <a:pt x="314898" y="144916"/>
                </a:cubicBezTo>
                <a:cubicBezTo>
                  <a:pt x="315185" y="146580"/>
                  <a:pt x="316160" y="147641"/>
                  <a:pt x="317824" y="148100"/>
                </a:cubicBezTo>
                <a:cubicBezTo>
                  <a:pt x="318684" y="148330"/>
                  <a:pt x="322040" y="148617"/>
                  <a:pt x="327892" y="148961"/>
                </a:cubicBezTo>
                <a:lnTo>
                  <a:pt x="328753" y="149821"/>
                </a:lnTo>
                <a:lnTo>
                  <a:pt x="328753" y="155587"/>
                </a:lnTo>
                <a:moveTo>
                  <a:pt x="301387" y="29603"/>
                </a:moveTo>
                <a:lnTo>
                  <a:pt x="301387" y="29603"/>
                </a:lnTo>
                <a:moveTo>
                  <a:pt x="301387" y="162643"/>
                </a:moveTo>
                <a:lnTo>
                  <a:pt x="301387" y="162643"/>
                </a:lnTo>
                <a:close/>
                <a:moveTo>
                  <a:pt x="386426" y="122198"/>
                </a:moveTo>
                <a:lnTo>
                  <a:pt x="340645" y="122198"/>
                </a:lnTo>
                <a:lnTo>
                  <a:pt x="339354" y="120821"/>
                </a:lnTo>
                <a:cubicBezTo>
                  <a:pt x="340272" y="119329"/>
                  <a:pt x="341391" y="116375"/>
                  <a:pt x="342710" y="111957"/>
                </a:cubicBezTo>
                <a:cubicBezTo>
                  <a:pt x="344030" y="107540"/>
                  <a:pt x="344833" y="104470"/>
                  <a:pt x="345120" y="102749"/>
                </a:cubicBezTo>
                <a:lnTo>
                  <a:pt x="390471" y="102749"/>
                </a:lnTo>
                <a:lnTo>
                  <a:pt x="392106" y="104470"/>
                </a:lnTo>
                <a:cubicBezTo>
                  <a:pt x="389868" y="108257"/>
                  <a:pt x="387975" y="114166"/>
                  <a:pt x="386426" y="122198"/>
                </a:cubicBezTo>
                <a:close/>
                <a:moveTo>
                  <a:pt x="403781" y="97242"/>
                </a:moveTo>
                <a:cubicBezTo>
                  <a:pt x="403781" y="88292"/>
                  <a:pt x="404943" y="79672"/>
                  <a:pt x="407266" y="71382"/>
                </a:cubicBezTo>
                <a:cubicBezTo>
                  <a:pt x="409590" y="63092"/>
                  <a:pt x="412845" y="55348"/>
                  <a:pt x="417033" y="48148"/>
                </a:cubicBezTo>
                <a:cubicBezTo>
                  <a:pt x="421221" y="40948"/>
                  <a:pt x="426284" y="34393"/>
                  <a:pt x="432222" y="28484"/>
                </a:cubicBezTo>
                <a:cubicBezTo>
                  <a:pt x="438160" y="22575"/>
                  <a:pt x="444714" y="17512"/>
                  <a:pt x="451885" y="13295"/>
                </a:cubicBezTo>
                <a:cubicBezTo>
                  <a:pt x="459057" y="9079"/>
                  <a:pt x="466787" y="5809"/>
                  <a:pt x="475077" y="3485"/>
                </a:cubicBezTo>
                <a:cubicBezTo>
                  <a:pt x="483367" y="1162"/>
                  <a:pt x="491987" y="0"/>
                  <a:pt x="500937" y="0"/>
                </a:cubicBezTo>
                <a:cubicBezTo>
                  <a:pt x="509886" y="0"/>
                  <a:pt x="518506" y="1162"/>
                  <a:pt x="526796" y="3485"/>
                </a:cubicBezTo>
                <a:cubicBezTo>
                  <a:pt x="535086" y="5809"/>
                  <a:pt x="542831" y="9079"/>
                  <a:pt x="550031" y="13295"/>
                </a:cubicBezTo>
                <a:cubicBezTo>
                  <a:pt x="557231" y="17512"/>
                  <a:pt x="563785" y="22575"/>
                  <a:pt x="569694" y="28484"/>
                </a:cubicBezTo>
                <a:cubicBezTo>
                  <a:pt x="575603" y="34393"/>
                  <a:pt x="580666" y="40948"/>
                  <a:pt x="584883" y="48148"/>
                </a:cubicBezTo>
                <a:cubicBezTo>
                  <a:pt x="589100" y="55348"/>
                  <a:pt x="592370" y="63092"/>
                  <a:pt x="594693" y="71382"/>
                </a:cubicBezTo>
                <a:cubicBezTo>
                  <a:pt x="597017" y="79672"/>
                  <a:pt x="598178" y="88292"/>
                  <a:pt x="598178" y="97242"/>
                </a:cubicBezTo>
                <a:cubicBezTo>
                  <a:pt x="598178" y="106192"/>
                  <a:pt x="597017" y="114811"/>
                  <a:pt x="594693" y="123101"/>
                </a:cubicBezTo>
                <a:cubicBezTo>
                  <a:pt x="592370" y="131391"/>
                  <a:pt x="589100" y="139122"/>
                  <a:pt x="584883" y="146293"/>
                </a:cubicBezTo>
                <a:cubicBezTo>
                  <a:pt x="580666" y="153464"/>
                  <a:pt x="575603" y="160019"/>
                  <a:pt x="569694" y="165957"/>
                </a:cubicBezTo>
                <a:cubicBezTo>
                  <a:pt x="563785" y="171894"/>
                  <a:pt x="557231" y="176957"/>
                  <a:pt x="550031" y="181145"/>
                </a:cubicBezTo>
                <a:cubicBezTo>
                  <a:pt x="542831" y="185333"/>
                  <a:pt x="535086" y="188589"/>
                  <a:pt x="526796" y="190912"/>
                </a:cubicBezTo>
                <a:cubicBezTo>
                  <a:pt x="518506" y="193236"/>
                  <a:pt x="509886" y="194398"/>
                  <a:pt x="500937" y="194398"/>
                </a:cubicBezTo>
                <a:cubicBezTo>
                  <a:pt x="491987" y="194398"/>
                  <a:pt x="483367" y="193236"/>
                  <a:pt x="475077" y="190912"/>
                </a:cubicBezTo>
                <a:cubicBezTo>
                  <a:pt x="466787" y="188589"/>
                  <a:pt x="459057" y="185333"/>
                  <a:pt x="451885" y="181145"/>
                </a:cubicBezTo>
                <a:cubicBezTo>
                  <a:pt x="444714" y="176957"/>
                  <a:pt x="438160" y="171894"/>
                  <a:pt x="432222" y="165957"/>
                </a:cubicBezTo>
                <a:cubicBezTo>
                  <a:pt x="426284" y="160019"/>
                  <a:pt x="421221" y="153464"/>
                  <a:pt x="417033" y="146293"/>
                </a:cubicBezTo>
                <a:cubicBezTo>
                  <a:pt x="412845" y="139122"/>
                  <a:pt x="409590" y="131391"/>
                  <a:pt x="407266" y="123101"/>
                </a:cubicBezTo>
                <a:cubicBezTo>
                  <a:pt x="404943" y="114811"/>
                  <a:pt x="403781" y="106192"/>
                  <a:pt x="403781" y="97242"/>
                </a:cubicBezTo>
                <a:moveTo>
                  <a:pt x="411526" y="97242"/>
                </a:moveTo>
                <a:cubicBezTo>
                  <a:pt x="411526" y="105560"/>
                  <a:pt x="412587" y="113564"/>
                  <a:pt x="414710" y="121251"/>
                </a:cubicBezTo>
                <a:cubicBezTo>
                  <a:pt x="416832" y="128939"/>
                  <a:pt x="419830" y="136124"/>
                  <a:pt x="423703" y="142808"/>
                </a:cubicBezTo>
                <a:cubicBezTo>
                  <a:pt x="427575" y="149491"/>
                  <a:pt x="432236" y="155587"/>
                  <a:pt x="437686" y="161094"/>
                </a:cubicBezTo>
                <a:cubicBezTo>
                  <a:pt x="443137" y="166602"/>
                  <a:pt x="449175" y="171306"/>
                  <a:pt x="455801" y="175207"/>
                </a:cubicBezTo>
                <a:cubicBezTo>
                  <a:pt x="462427" y="179109"/>
                  <a:pt x="469541" y="182135"/>
                  <a:pt x="477143" y="184286"/>
                </a:cubicBezTo>
                <a:cubicBezTo>
                  <a:pt x="484744" y="186438"/>
                  <a:pt x="492675" y="187513"/>
                  <a:pt x="500937" y="187513"/>
                </a:cubicBezTo>
                <a:cubicBezTo>
                  <a:pt x="509141" y="187513"/>
                  <a:pt x="517058" y="186438"/>
                  <a:pt x="524688" y="184286"/>
                </a:cubicBezTo>
                <a:cubicBezTo>
                  <a:pt x="532318" y="182135"/>
                  <a:pt x="539446" y="179109"/>
                  <a:pt x="546072" y="175207"/>
                </a:cubicBezTo>
                <a:cubicBezTo>
                  <a:pt x="552699" y="171306"/>
                  <a:pt x="558737" y="166602"/>
                  <a:pt x="564187" y="161094"/>
                </a:cubicBezTo>
                <a:cubicBezTo>
                  <a:pt x="569637" y="155587"/>
                  <a:pt x="574313" y="149491"/>
                  <a:pt x="578214" y="142808"/>
                </a:cubicBezTo>
                <a:cubicBezTo>
                  <a:pt x="582115" y="136124"/>
                  <a:pt x="585127" y="128939"/>
                  <a:pt x="587250" y="121251"/>
                </a:cubicBezTo>
                <a:cubicBezTo>
                  <a:pt x="589372" y="113564"/>
                  <a:pt x="590434" y="105560"/>
                  <a:pt x="590434" y="97242"/>
                </a:cubicBezTo>
                <a:cubicBezTo>
                  <a:pt x="590434" y="88923"/>
                  <a:pt x="589372" y="80920"/>
                  <a:pt x="587250" y="73233"/>
                </a:cubicBezTo>
                <a:cubicBezTo>
                  <a:pt x="585127" y="65545"/>
                  <a:pt x="582115" y="58345"/>
                  <a:pt x="578214" y="51633"/>
                </a:cubicBezTo>
                <a:cubicBezTo>
                  <a:pt x="574313" y="44921"/>
                  <a:pt x="569637" y="38825"/>
                  <a:pt x="564187" y="33346"/>
                </a:cubicBezTo>
                <a:cubicBezTo>
                  <a:pt x="558737" y="27867"/>
                  <a:pt x="552699" y="23163"/>
                  <a:pt x="546072" y="19233"/>
                </a:cubicBezTo>
                <a:cubicBezTo>
                  <a:pt x="539446" y="15303"/>
                  <a:pt x="532318" y="12263"/>
                  <a:pt x="524688" y="10111"/>
                </a:cubicBezTo>
                <a:cubicBezTo>
                  <a:pt x="517058" y="7960"/>
                  <a:pt x="509141" y="6884"/>
                  <a:pt x="500937" y="6884"/>
                </a:cubicBezTo>
                <a:cubicBezTo>
                  <a:pt x="492675" y="6884"/>
                  <a:pt x="484744" y="7960"/>
                  <a:pt x="477143" y="10111"/>
                </a:cubicBezTo>
                <a:cubicBezTo>
                  <a:pt x="469541" y="12263"/>
                  <a:pt x="462427" y="15303"/>
                  <a:pt x="455801" y="19233"/>
                </a:cubicBezTo>
                <a:cubicBezTo>
                  <a:pt x="449175" y="23163"/>
                  <a:pt x="443137" y="27867"/>
                  <a:pt x="437686" y="33346"/>
                </a:cubicBezTo>
                <a:cubicBezTo>
                  <a:pt x="432236" y="38825"/>
                  <a:pt x="427575" y="44921"/>
                  <a:pt x="423703" y="51633"/>
                </a:cubicBezTo>
                <a:cubicBezTo>
                  <a:pt x="419830" y="58345"/>
                  <a:pt x="416832" y="65545"/>
                  <a:pt x="414710" y="73233"/>
                </a:cubicBezTo>
                <a:cubicBezTo>
                  <a:pt x="412587" y="80920"/>
                  <a:pt x="411526" y="88923"/>
                  <a:pt x="411526" y="97242"/>
                </a:cubicBezTo>
                <a:moveTo>
                  <a:pt x="508768" y="127533"/>
                </a:moveTo>
                <a:cubicBezTo>
                  <a:pt x="508768" y="130115"/>
                  <a:pt x="508911" y="132065"/>
                  <a:pt x="509198" y="133385"/>
                </a:cubicBezTo>
                <a:cubicBezTo>
                  <a:pt x="509485" y="134704"/>
                  <a:pt x="509858" y="135766"/>
                  <a:pt x="510317" y="136569"/>
                </a:cubicBezTo>
                <a:lnTo>
                  <a:pt x="510317" y="136483"/>
                </a:lnTo>
                <a:cubicBezTo>
                  <a:pt x="510718" y="137114"/>
                  <a:pt x="511177" y="137645"/>
                  <a:pt x="511693" y="138075"/>
                </a:cubicBezTo>
                <a:cubicBezTo>
                  <a:pt x="512210" y="138505"/>
                  <a:pt x="512927" y="138878"/>
                  <a:pt x="513845" y="139194"/>
                </a:cubicBezTo>
                <a:cubicBezTo>
                  <a:pt x="514763" y="139509"/>
                  <a:pt x="515939" y="139796"/>
                  <a:pt x="517373" y="140054"/>
                </a:cubicBezTo>
                <a:cubicBezTo>
                  <a:pt x="518807" y="140312"/>
                  <a:pt x="520614" y="140527"/>
                  <a:pt x="522795" y="140699"/>
                </a:cubicBezTo>
                <a:lnTo>
                  <a:pt x="522795" y="146121"/>
                </a:lnTo>
                <a:lnTo>
                  <a:pt x="479681" y="146121"/>
                </a:lnTo>
                <a:lnTo>
                  <a:pt x="479681" y="140699"/>
                </a:lnTo>
                <a:cubicBezTo>
                  <a:pt x="482836" y="140355"/>
                  <a:pt x="485346" y="139954"/>
                  <a:pt x="487211" y="139495"/>
                </a:cubicBezTo>
                <a:cubicBezTo>
                  <a:pt x="489075" y="139036"/>
                  <a:pt x="490481" y="138333"/>
                  <a:pt x="491428" y="137386"/>
                </a:cubicBezTo>
                <a:cubicBezTo>
                  <a:pt x="492374" y="136440"/>
                  <a:pt x="492977" y="135192"/>
                  <a:pt x="493235" y="133643"/>
                </a:cubicBezTo>
                <a:cubicBezTo>
                  <a:pt x="493493" y="132094"/>
                  <a:pt x="493622" y="130057"/>
                  <a:pt x="493622" y="127533"/>
                </a:cubicBezTo>
                <a:lnTo>
                  <a:pt x="493622" y="67725"/>
                </a:lnTo>
                <a:cubicBezTo>
                  <a:pt x="493622" y="64398"/>
                  <a:pt x="492561" y="62734"/>
                  <a:pt x="490438" y="62734"/>
                </a:cubicBezTo>
                <a:cubicBezTo>
                  <a:pt x="489118" y="62734"/>
                  <a:pt x="487397" y="63293"/>
                  <a:pt x="485275" y="64412"/>
                </a:cubicBezTo>
                <a:cubicBezTo>
                  <a:pt x="483152" y="65531"/>
                  <a:pt x="480714" y="67008"/>
                  <a:pt x="477960" y="68844"/>
                </a:cubicBezTo>
                <a:lnTo>
                  <a:pt x="474088" y="62562"/>
                </a:lnTo>
                <a:lnTo>
                  <a:pt x="503949" y="45351"/>
                </a:lnTo>
                <a:lnTo>
                  <a:pt x="509284" y="45351"/>
                </a:lnTo>
                <a:cubicBezTo>
                  <a:pt x="509169" y="47646"/>
                  <a:pt x="509054" y="50471"/>
                  <a:pt x="508940" y="53827"/>
                </a:cubicBezTo>
                <a:cubicBezTo>
                  <a:pt x="508825" y="57183"/>
                  <a:pt x="508768" y="60927"/>
                  <a:pt x="508768" y="65057"/>
                </a:cubicBezTo>
                <a:lnTo>
                  <a:pt x="508768" y="12753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①">
            <a:extLst xmlns:a="http://schemas.openxmlformats.org/drawingml/2006/main">
              <a:ext uri="{FF2B5EF4-FFF2-40B4-BE49-F238E27FC236}">
                <a16:creationId xmlns:a16="http://schemas.microsoft.com/office/drawing/2014/main" id="{0A54A195-DA97-4C38-8643-BF0FCE5F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61" y="2427461"/>
            <a:ext cx="194398" cy="194398"/>
          </a:xfrm>
          <a:custGeom xmlns:a="http://schemas.openxmlformats.org/drawingml/2006/main">
            <a:pathLst>
              <a:path w="194398" h="194398" fill="none">
                <a:moveTo>
                  <a:pt x="0" y="97242"/>
                </a:moveTo>
                <a:cubicBezTo>
                  <a:pt x="0" y="88292"/>
                  <a:pt x="1162" y="79672"/>
                  <a:pt x="3485" y="71382"/>
                </a:cubicBezTo>
                <a:cubicBezTo>
                  <a:pt x="5809" y="63092"/>
                  <a:pt x="9064" y="55348"/>
                  <a:pt x="13252" y="48148"/>
                </a:cubicBezTo>
                <a:cubicBezTo>
                  <a:pt x="17440" y="40948"/>
                  <a:pt x="22503" y="34393"/>
                  <a:pt x="28441" y="28484"/>
                </a:cubicBezTo>
                <a:cubicBezTo>
                  <a:pt x="34379" y="22575"/>
                  <a:pt x="40933" y="17512"/>
                  <a:pt x="48105" y="13295"/>
                </a:cubicBezTo>
                <a:cubicBezTo>
                  <a:pt x="55276" y="9079"/>
                  <a:pt x="63006" y="5809"/>
                  <a:pt x="71296" y="3485"/>
                </a:cubicBezTo>
                <a:cubicBezTo>
                  <a:pt x="79586" y="1162"/>
                  <a:pt x="88206" y="0"/>
                  <a:pt x="97156" y="0"/>
                </a:cubicBezTo>
                <a:cubicBezTo>
                  <a:pt x="106105" y="0"/>
                  <a:pt x="114725" y="1162"/>
                  <a:pt x="123015" y="3485"/>
                </a:cubicBezTo>
                <a:cubicBezTo>
                  <a:pt x="131305" y="5809"/>
                  <a:pt x="139050" y="9079"/>
                  <a:pt x="146250" y="13295"/>
                </a:cubicBezTo>
                <a:cubicBezTo>
                  <a:pt x="153450" y="17512"/>
                  <a:pt x="160004" y="22575"/>
                  <a:pt x="165914" y="28484"/>
                </a:cubicBezTo>
                <a:cubicBezTo>
                  <a:pt x="171823" y="34393"/>
                  <a:pt x="176885" y="40948"/>
                  <a:pt x="181102" y="48148"/>
                </a:cubicBezTo>
                <a:cubicBezTo>
                  <a:pt x="185319" y="55348"/>
                  <a:pt x="188589" y="63092"/>
                  <a:pt x="190912" y="71382"/>
                </a:cubicBezTo>
                <a:cubicBezTo>
                  <a:pt x="193236" y="79672"/>
                  <a:pt x="194398" y="88292"/>
                  <a:pt x="194398" y="97242"/>
                </a:cubicBezTo>
                <a:cubicBezTo>
                  <a:pt x="194398" y="106192"/>
                  <a:pt x="193236" y="114811"/>
                  <a:pt x="190912" y="123101"/>
                </a:cubicBezTo>
                <a:cubicBezTo>
                  <a:pt x="188589" y="131391"/>
                  <a:pt x="185319" y="139122"/>
                  <a:pt x="181102" y="146293"/>
                </a:cubicBezTo>
                <a:cubicBezTo>
                  <a:pt x="176885" y="153464"/>
                  <a:pt x="171823" y="160019"/>
                  <a:pt x="165914" y="165957"/>
                </a:cubicBezTo>
                <a:cubicBezTo>
                  <a:pt x="160004" y="171894"/>
                  <a:pt x="153450" y="176957"/>
                  <a:pt x="146250" y="181145"/>
                </a:cubicBezTo>
                <a:cubicBezTo>
                  <a:pt x="139050" y="185333"/>
                  <a:pt x="131305" y="188589"/>
                  <a:pt x="123015" y="190912"/>
                </a:cubicBezTo>
                <a:cubicBezTo>
                  <a:pt x="114725" y="193236"/>
                  <a:pt x="106105" y="194398"/>
                  <a:pt x="97156" y="194398"/>
                </a:cubicBezTo>
                <a:cubicBezTo>
                  <a:pt x="88206" y="194398"/>
                  <a:pt x="79586" y="193236"/>
                  <a:pt x="71296" y="190912"/>
                </a:cubicBezTo>
                <a:cubicBezTo>
                  <a:pt x="63006" y="188589"/>
                  <a:pt x="55276" y="185333"/>
                  <a:pt x="48105" y="181145"/>
                </a:cubicBezTo>
                <a:cubicBezTo>
                  <a:pt x="40933" y="176957"/>
                  <a:pt x="34379" y="171894"/>
                  <a:pt x="28441" y="165957"/>
                </a:cubicBezTo>
                <a:cubicBezTo>
                  <a:pt x="22503" y="160019"/>
                  <a:pt x="17440" y="153464"/>
                  <a:pt x="13252" y="146293"/>
                </a:cubicBezTo>
                <a:cubicBezTo>
                  <a:pt x="9064" y="139122"/>
                  <a:pt x="5809" y="131391"/>
                  <a:pt x="3485" y="123101"/>
                </a:cubicBezTo>
                <a:cubicBezTo>
                  <a:pt x="1162" y="114811"/>
                  <a:pt x="0" y="106192"/>
                  <a:pt x="0" y="97242"/>
                </a:cubicBezTo>
                <a:moveTo>
                  <a:pt x="7745" y="97242"/>
                </a:moveTo>
                <a:cubicBezTo>
                  <a:pt x="7745" y="105560"/>
                  <a:pt x="8806" y="113564"/>
                  <a:pt x="10929" y="121251"/>
                </a:cubicBezTo>
                <a:cubicBezTo>
                  <a:pt x="13052" y="128939"/>
                  <a:pt x="16049" y="136124"/>
                  <a:pt x="19922" y="142808"/>
                </a:cubicBezTo>
                <a:cubicBezTo>
                  <a:pt x="23794" y="149491"/>
                  <a:pt x="28455" y="155587"/>
                  <a:pt x="33906" y="161094"/>
                </a:cubicBezTo>
                <a:cubicBezTo>
                  <a:pt x="39356" y="166602"/>
                  <a:pt x="45394" y="171306"/>
                  <a:pt x="52020" y="175207"/>
                </a:cubicBezTo>
                <a:cubicBezTo>
                  <a:pt x="58646" y="179109"/>
                  <a:pt x="65760" y="182135"/>
                  <a:pt x="73362" y="184286"/>
                </a:cubicBezTo>
                <a:cubicBezTo>
                  <a:pt x="80963" y="186438"/>
                  <a:pt x="88895" y="187513"/>
                  <a:pt x="97156" y="187513"/>
                </a:cubicBezTo>
                <a:cubicBezTo>
                  <a:pt x="105360" y="187513"/>
                  <a:pt x="113277" y="186438"/>
                  <a:pt x="120907" y="184286"/>
                </a:cubicBezTo>
                <a:cubicBezTo>
                  <a:pt x="128537" y="182135"/>
                  <a:pt x="135665" y="179109"/>
                  <a:pt x="142291" y="175207"/>
                </a:cubicBezTo>
                <a:cubicBezTo>
                  <a:pt x="148918" y="171306"/>
                  <a:pt x="154956" y="166602"/>
                  <a:pt x="160406" y="161094"/>
                </a:cubicBezTo>
                <a:cubicBezTo>
                  <a:pt x="165856" y="155587"/>
                  <a:pt x="170532" y="149491"/>
                  <a:pt x="174433" y="142808"/>
                </a:cubicBezTo>
                <a:cubicBezTo>
                  <a:pt x="178334" y="136124"/>
                  <a:pt x="181346" y="128939"/>
                  <a:pt x="183469" y="121251"/>
                </a:cubicBezTo>
                <a:cubicBezTo>
                  <a:pt x="185591" y="113564"/>
                  <a:pt x="186653" y="105560"/>
                  <a:pt x="186653" y="97242"/>
                </a:cubicBezTo>
                <a:cubicBezTo>
                  <a:pt x="186653" y="88923"/>
                  <a:pt x="185591" y="80920"/>
                  <a:pt x="183469" y="73233"/>
                </a:cubicBezTo>
                <a:cubicBezTo>
                  <a:pt x="181346" y="65545"/>
                  <a:pt x="178334" y="58345"/>
                  <a:pt x="174433" y="51633"/>
                </a:cubicBezTo>
                <a:cubicBezTo>
                  <a:pt x="170532" y="44921"/>
                  <a:pt x="165856" y="38825"/>
                  <a:pt x="160406" y="33346"/>
                </a:cubicBezTo>
                <a:cubicBezTo>
                  <a:pt x="154956" y="27867"/>
                  <a:pt x="148918" y="23163"/>
                  <a:pt x="142291" y="19233"/>
                </a:cubicBezTo>
                <a:cubicBezTo>
                  <a:pt x="135665" y="15303"/>
                  <a:pt x="128537" y="12263"/>
                  <a:pt x="120907" y="10111"/>
                </a:cubicBezTo>
                <a:cubicBezTo>
                  <a:pt x="113277" y="7960"/>
                  <a:pt x="105360" y="6884"/>
                  <a:pt x="97156" y="6884"/>
                </a:cubicBezTo>
                <a:cubicBezTo>
                  <a:pt x="88895" y="6884"/>
                  <a:pt x="80963" y="7960"/>
                  <a:pt x="73362" y="10111"/>
                </a:cubicBezTo>
                <a:cubicBezTo>
                  <a:pt x="65760" y="12263"/>
                  <a:pt x="58646" y="15303"/>
                  <a:pt x="52020" y="19233"/>
                </a:cubicBezTo>
                <a:cubicBezTo>
                  <a:pt x="45394" y="23163"/>
                  <a:pt x="39356" y="27867"/>
                  <a:pt x="33906" y="33346"/>
                </a:cubicBezTo>
                <a:cubicBezTo>
                  <a:pt x="28455" y="38825"/>
                  <a:pt x="23794" y="44921"/>
                  <a:pt x="19922" y="51633"/>
                </a:cubicBezTo>
                <a:cubicBezTo>
                  <a:pt x="16049" y="58345"/>
                  <a:pt x="13052" y="65545"/>
                  <a:pt x="10929" y="73233"/>
                </a:cubicBezTo>
                <a:cubicBezTo>
                  <a:pt x="8806" y="80920"/>
                  <a:pt x="7745" y="88923"/>
                  <a:pt x="7745" y="97242"/>
                </a:cubicBezTo>
                <a:moveTo>
                  <a:pt x="104987" y="127533"/>
                </a:moveTo>
                <a:cubicBezTo>
                  <a:pt x="104987" y="130115"/>
                  <a:pt x="105130" y="132065"/>
                  <a:pt x="105417" y="133385"/>
                </a:cubicBezTo>
                <a:cubicBezTo>
                  <a:pt x="105704" y="134704"/>
                  <a:pt x="106077" y="135766"/>
                  <a:pt x="106536" y="136569"/>
                </a:cubicBezTo>
                <a:lnTo>
                  <a:pt x="106536" y="136483"/>
                </a:lnTo>
                <a:cubicBezTo>
                  <a:pt x="106937" y="137114"/>
                  <a:pt x="107396" y="137645"/>
                  <a:pt x="107913" y="138075"/>
                </a:cubicBezTo>
                <a:cubicBezTo>
                  <a:pt x="108429" y="138505"/>
                  <a:pt x="109146" y="138878"/>
                  <a:pt x="110064" y="139194"/>
                </a:cubicBezTo>
                <a:cubicBezTo>
                  <a:pt x="110982" y="139509"/>
                  <a:pt x="112158" y="139796"/>
                  <a:pt x="113592" y="140054"/>
                </a:cubicBezTo>
                <a:cubicBezTo>
                  <a:pt x="115026" y="140312"/>
                  <a:pt x="116834" y="140527"/>
                  <a:pt x="119014" y="140699"/>
                </a:cubicBezTo>
                <a:lnTo>
                  <a:pt x="119014" y="146121"/>
                </a:lnTo>
                <a:lnTo>
                  <a:pt x="75900" y="146121"/>
                </a:lnTo>
                <a:lnTo>
                  <a:pt x="75900" y="140699"/>
                </a:lnTo>
                <a:cubicBezTo>
                  <a:pt x="79056" y="140355"/>
                  <a:pt x="81566" y="139954"/>
                  <a:pt x="83430" y="139495"/>
                </a:cubicBezTo>
                <a:cubicBezTo>
                  <a:pt x="85295" y="139036"/>
                  <a:pt x="86700" y="138333"/>
                  <a:pt x="87647" y="137386"/>
                </a:cubicBezTo>
                <a:cubicBezTo>
                  <a:pt x="88593" y="136440"/>
                  <a:pt x="89196" y="135192"/>
                  <a:pt x="89454" y="133643"/>
                </a:cubicBezTo>
                <a:cubicBezTo>
                  <a:pt x="89712" y="132094"/>
                  <a:pt x="89841" y="130057"/>
                  <a:pt x="89841" y="127533"/>
                </a:cubicBezTo>
                <a:lnTo>
                  <a:pt x="89841" y="67725"/>
                </a:lnTo>
                <a:cubicBezTo>
                  <a:pt x="89841" y="64398"/>
                  <a:pt x="88780" y="62734"/>
                  <a:pt x="86657" y="62734"/>
                </a:cubicBezTo>
                <a:cubicBezTo>
                  <a:pt x="85338" y="62734"/>
                  <a:pt x="83617" y="63293"/>
                  <a:pt x="81494" y="64412"/>
                </a:cubicBezTo>
                <a:cubicBezTo>
                  <a:pt x="79371" y="65531"/>
                  <a:pt x="76933" y="67008"/>
                  <a:pt x="74179" y="68844"/>
                </a:cubicBezTo>
                <a:lnTo>
                  <a:pt x="70307" y="62562"/>
                </a:lnTo>
                <a:lnTo>
                  <a:pt x="100168" y="45351"/>
                </a:lnTo>
                <a:lnTo>
                  <a:pt x="105503" y="45351"/>
                </a:lnTo>
                <a:cubicBezTo>
                  <a:pt x="105388" y="47646"/>
                  <a:pt x="105274" y="50471"/>
                  <a:pt x="105159" y="53827"/>
                </a:cubicBezTo>
                <a:cubicBezTo>
                  <a:pt x="105044" y="57183"/>
                  <a:pt x="104987" y="60927"/>
                  <a:pt x="104987" y="65057"/>
                </a:cubicBezTo>
                <a:lnTo>
                  <a:pt x="104987" y="1275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9" cap="flat">
            <a:solidFill>
              <a:srgbClr val="C00000"/>
            </a:solidFill>
            <a:miter/>
          </a:ln>
        </p:spPr>
      </p:sp>
      <p:sp>
        <p:nvSpPr>
          <p:cNvPr id="137" name="Text Anchorset𝓐">
            <a:extLst xmlns:a="http://schemas.openxmlformats.org/drawingml/2006/main">
              <a:ext uri="{FF2B5EF4-FFF2-40B4-BE49-F238E27FC236}">
                <a16:creationId xmlns:a16="http://schemas.microsoft.com/office/drawing/2014/main" id="{EABF2CB8-C56A-4E41-94E8-FF65B9A8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4" y="2455170"/>
            <a:ext cx="1061570" cy="134934"/>
          </a:xfrm>
          <a:custGeom xmlns:a="http://schemas.openxmlformats.org/drawingml/2006/main">
            <a:pathLst>
              <a:path w="1061570" h="134934">
                <a:moveTo>
                  <a:pt x="128652" y="127877"/>
                </a:moveTo>
                <a:lnTo>
                  <a:pt x="127877" y="128738"/>
                </a:lnTo>
                <a:cubicBezTo>
                  <a:pt x="115141" y="128394"/>
                  <a:pt x="107454" y="128222"/>
                  <a:pt x="104815" y="128222"/>
                </a:cubicBezTo>
                <a:cubicBezTo>
                  <a:pt x="94259" y="128222"/>
                  <a:pt x="84448" y="128394"/>
                  <a:pt x="75384" y="128738"/>
                </a:cubicBezTo>
                <a:lnTo>
                  <a:pt x="74609" y="127877"/>
                </a:lnTo>
                <a:lnTo>
                  <a:pt x="74609" y="122456"/>
                </a:lnTo>
                <a:lnTo>
                  <a:pt x="75470" y="121509"/>
                </a:lnTo>
                <a:lnTo>
                  <a:pt x="82957" y="121079"/>
                </a:lnTo>
                <a:cubicBezTo>
                  <a:pt x="86112" y="120907"/>
                  <a:pt x="87690" y="119788"/>
                  <a:pt x="87690" y="117723"/>
                </a:cubicBezTo>
                <a:cubicBezTo>
                  <a:pt x="87690" y="116518"/>
                  <a:pt x="86887" y="113822"/>
                  <a:pt x="85280" y="109634"/>
                </a:cubicBezTo>
                <a:lnTo>
                  <a:pt x="78310" y="91476"/>
                </a:lnTo>
                <a:cubicBezTo>
                  <a:pt x="70393" y="91361"/>
                  <a:pt x="62304" y="91304"/>
                  <a:pt x="54042" y="91304"/>
                </a:cubicBezTo>
                <a:cubicBezTo>
                  <a:pt x="49568" y="91304"/>
                  <a:pt x="42913" y="91361"/>
                  <a:pt x="34078" y="91476"/>
                </a:cubicBezTo>
                <a:lnTo>
                  <a:pt x="30291" y="101975"/>
                </a:lnTo>
                <a:cubicBezTo>
                  <a:pt x="27423" y="109949"/>
                  <a:pt x="25989" y="114940"/>
                  <a:pt x="25989" y="116948"/>
                </a:cubicBezTo>
                <a:cubicBezTo>
                  <a:pt x="25989" y="119128"/>
                  <a:pt x="27337" y="120419"/>
                  <a:pt x="30033" y="120821"/>
                </a:cubicBezTo>
                <a:cubicBezTo>
                  <a:pt x="31525" y="121050"/>
                  <a:pt x="34451" y="121280"/>
                  <a:pt x="38811" y="121509"/>
                </a:cubicBezTo>
                <a:lnTo>
                  <a:pt x="39671" y="122370"/>
                </a:lnTo>
                <a:lnTo>
                  <a:pt x="39671" y="127877"/>
                </a:lnTo>
                <a:lnTo>
                  <a:pt x="38811" y="128738"/>
                </a:lnTo>
                <a:cubicBezTo>
                  <a:pt x="28197" y="128394"/>
                  <a:pt x="21370" y="128222"/>
                  <a:pt x="18330" y="128222"/>
                </a:cubicBezTo>
                <a:cubicBezTo>
                  <a:pt x="15977" y="128222"/>
                  <a:pt x="10154" y="128394"/>
                  <a:pt x="861" y="128738"/>
                </a:cubicBezTo>
                <a:lnTo>
                  <a:pt x="0" y="127963"/>
                </a:lnTo>
                <a:lnTo>
                  <a:pt x="0" y="122370"/>
                </a:lnTo>
                <a:lnTo>
                  <a:pt x="947" y="121509"/>
                </a:lnTo>
                <a:cubicBezTo>
                  <a:pt x="6856" y="121165"/>
                  <a:pt x="10484" y="119989"/>
                  <a:pt x="11833" y="117981"/>
                </a:cubicBezTo>
                <a:cubicBezTo>
                  <a:pt x="13181" y="115973"/>
                  <a:pt x="18244" y="104011"/>
                  <a:pt x="27021" y="82096"/>
                </a:cubicBezTo>
                <a:lnTo>
                  <a:pt x="49481" y="25902"/>
                </a:lnTo>
                <a:cubicBezTo>
                  <a:pt x="51145" y="21542"/>
                  <a:pt x="53669" y="14974"/>
                  <a:pt x="57054" y="6196"/>
                </a:cubicBezTo>
                <a:lnTo>
                  <a:pt x="69274" y="6196"/>
                </a:lnTo>
                <a:lnTo>
                  <a:pt x="114883" y="113506"/>
                </a:lnTo>
                <a:cubicBezTo>
                  <a:pt x="116662" y="117579"/>
                  <a:pt x="118268" y="119874"/>
                  <a:pt x="119702" y="120391"/>
                </a:cubicBezTo>
                <a:cubicBezTo>
                  <a:pt x="121595" y="121079"/>
                  <a:pt x="124320" y="121423"/>
                  <a:pt x="127877" y="121423"/>
                </a:cubicBezTo>
                <a:lnTo>
                  <a:pt x="128652" y="122370"/>
                </a:lnTo>
                <a:lnTo>
                  <a:pt x="128652" y="127877"/>
                </a:lnTo>
                <a:moveTo>
                  <a:pt x="74093" y="81580"/>
                </a:moveTo>
                <a:lnTo>
                  <a:pt x="55677" y="36487"/>
                </a:lnTo>
                <a:lnTo>
                  <a:pt x="38036" y="81580"/>
                </a:lnTo>
                <a:cubicBezTo>
                  <a:pt x="42741" y="81752"/>
                  <a:pt x="48850" y="81838"/>
                  <a:pt x="56366" y="81838"/>
                </a:cubicBezTo>
                <a:cubicBezTo>
                  <a:pt x="63652" y="81838"/>
                  <a:pt x="69561" y="81752"/>
                  <a:pt x="74093" y="81580"/>
                </a:cubicBezTo>
                <a:moveTo>
                  <a:pt x="63164" y="1893"/>
                </a:moveTo>
                <a:lnTo>
                  <a:pt x="63164" y="1893"/>
                </a:lnTo>
                <a:moveTo>
                  <a:pt x="60324" y="134934"/>
                </a:moveTo>
                <a:lnTo>
                  <a:pt x="60324" y="134934"/>
                </a:lnTo>
                <a:close/>
                <a:moveTo>
                  <a:pt x="236852" y="127877"/>
                </a:moveTo>
                <a:lnTo>
                  <a:pt x="235992" y="128824"/>
                </a:lnTo>
                <a:cubicBezTo>
                  <a:pt x="229681" y="128422"/>
                  <a:pt x="224346" y="128222"/>
                  <a:pt x="219986" y="128222"/>
                </a:cubicBezTo>
                <a:cubicBezTo>
                  <a:pt x="215970" y="128222"/>
                  <a:pt x="210118" y="128422"/>
                  <a:pt x="202431" y="128824"/>
                </a:cubicBezTo>
                <a:lnTo>
                  <a:pt x="201570" y="127963"/>
                </a:lnTo>
                <a:cubicBezTo>
                  <a:pt x="202603" y="115170"/>
                  <a:pt x="203119" y="105302"/>
                  <a:pt x="203119" y="98361"/>
                </a:cubicBezTo>
                <a:lnTo>
                  <a:pt x="203119" y="81494"/>
                </a:lnTo>
                <a:cubicBezTo>
                  <a:pt x="203119" y="67496"/>
                  <a:pt x="198070" y="60496"/>
                  <a:pt x="187973" y="60496"/>
                </a:cubicBezTo>
                <a:cubicBezTo>
                  <a:pt x="182695" y="60496"/>
                  <a:pt x="178565" y="62304"/>
                  <a:pt x="175581" y="65918"/>
                </a:cubicBezTo>
                <a:cubicBezTo>
                  <a:pt x="173057" y="68959"/>
                  <a:pt x="171795" y="72028"/>
                  <a:pt x="171795" y="75126"/>
                </a:cubicBezTo>
                <a:lnTo>
                  <a:pt x="171795" y="91218"/>
                </a:lnTo>
                <a:cubicBezTo>
                  <a:pt x="171795" y="106077"/>
                  <a:pt x="172168" y="115199"/>
                  <a:pt x="172914" y="118583"/>
                </a:cubicBezTo>
                <a:cubicBezTo>
                  <a:pt x="173373" y="120591"/>
                  <a:pt x="176700" y="121653"/>
                  <a:pt x="182896" y="121767"/>
                </a:cubicBezTo>
                <a:lnTo>
                  <a:pt x="183757" y="122628"/>
                </a:lnTo>
                <a:lnTo>
                  <a:pt x="183757" y="127877"/>
                </a:lnTo>
                <a:lnTo>
                  <a:pt x="182896" y="128738"/>
                </a:lnTo>
                <a:cubicBezTo>
                  <a:pt x="178020" y="128394"/>
                  <a:pt x="170734" y="128222"/>
                  <a:pt x="161038" y="128222"/>
                </a:cubicBezTo>
                <a:cubicBezTo>
                  <a:pt x="150769" y="128222"/>
                  <a:pt x="142938" y="128422"/>
                  <a:pt x="137545" y="128824"/>
                </a:cubicBezTo>
                <a:lnTo>
                  <a:pt x="136685" y="127963"/>
                </a:lnTo>
                <a:lnTo>
                  <a:pt x="136685" y="122714"/>
                </a:lnTo>
                <a:lnTo>
                  <a:pt x="137545" y="121853"/>
                </a:lnTo>
                <a:cubicBezTo>
                  <a:pt x="143053" y="121681"/>
                  <a:pt x="146466" y="121251"/>
                  <a:pt x="147786" y="120563"/>
                </a:cubicBezTo>
                <a:cubicBezTo>
                  <a:pt x="148933" y="120046"/>
                  <a:pt x="149564" y="118669"/>
                  <a:pt x="149679" y="116432"/>
                </a:cubicBezTo>
                <a:cubicBezTo>
                  <a:pt x="150081" y="108974"/>
                  <a:pt x="150281" y="100971"/>
                  <a:pt x="150281" y="92423"/>
                </a:cubicBezTo>
                <a:lnTo>
                  <a:pt x="150281" y="80117"/>
                </a:lnTo>
                <a:cubicBezTo>
                  <a:pt x="150281" y="68643"/>
                  <a:pt x="149851" y="62045"/>
                  <a:pt x="148991" y="60324"/>
                </a:cubicBezTo>
                <a:cubicBezTo>
                  <a:pt x="148417" y="59177"/>
                  <a:pt x="147183" y="58460"/>
                  <a:pt x="145290" y="58173"/>
                </a:cubicBezTo>
                <a:cubicBezTo>
                  <a:pt x="144602" y="58058"/>
                  <a:pt x="142106" y="57915"/>
                  <a:pt x="137803" y="57743"/>
                </a:cubicBezTo>
                <a:lnTo>
                  <a:pt x="136943" y="56882"/>
                </a:lnTo>
                <a:lnTo>
                  <a:pt x="136943" y="52063"/>
                </a:lnTo>
                <a:lnTo>
                  <a:pt x="137803" y="51117"/>
                </a:lnTo>
                <a:cubicBezTo>
                  <a:pt x="148130" y="50141"/>
                  <a:pt x="159002" y="47760"/>
                  <a:pt x="170418" y="43974"/>
                </a:cubicBezTo>
                <a:lnTo>
                  <a:pt x="172311" y="45093"/>
                </a:lnTo>
                <a:lnTo>
                  <a:pt x="172139" y="59550"/>
                </a:lnTo>
                <a:lnTo>
                  <a:pt x="186941" y="47158"/>
                </a:lnTo>
                <a:cubicBezTo>
                  <a:pt x="190727" y="45609"/>
                  <a:pt x="194886" y="44835"/>
                  <a:pt x="199419" y="44835"/>
                </a:cubicBezTo>
                <a:cubicBezTo>
                  <a:pt x="208540" y="44835"/>
                  <a:pt x="215367" y="47588"/>
                  <a:pt x="219900" y="53096"/>
                </a:cubicBezTo>
                <a:cubicBezTo>
                  <a:pt x="223571" y="57571"/>
                  <a:pt x="225407" y="64139"/>
                  <a:pt x="225407" y="72802"/>
                </a:cubicBezTo>
                <a:cubicBezTo>
                  <a:pt x="225407" y="73778"/>
                  <a:pt x="225292" y="77765"/>
                  <a:pt x="225063" y="84764"/>
                </a:cubicBezTo>
                <a:cubicBezTo>
                  <a:pt x="224833" y="91763"/>
                  <a:pt x="224719" y="96754"/>
                  <a:pt x="224719" y="99737"/>
                </a:cubicBezTo>
                <a:cubicBezTo>
                  <a:pt x="224719" y="108400"/>
                  <a:pt x="224862" y="113922"/>
                  <a:pt x="225149" y="116303"/>
                </a:cubicBezTo>
                <a:cubicBezTo>
                  <a:pt x="225436" y="118684"/>
                  <a:pt x="226096" y="120190"/>
                  <a:pt x="227128" y="120821"/>
                </a:cubicBezTo>
                <a:cubicBezTo>
                  <a:pt x="228161" y="121452"/>
                  <a:pt x="231144" y="121825"/>
                  <a:pt x="236078" y="121940"/>
                </a:cubicBezTo>
                <a:lnTo>
                  <a:pt x="236852" y="122800"/>
                </a:lnTo>
                <a:lnTo>
                  <a:pt x="236852" y="127877"/>
                </a:lnTo>
                <a:close/>
                <a:moveTo>
                  <a:pt x="313969" y="117379"/>
                </a:moveTo>
                <a:lnTo>
                  <a:pt x="310183" y="125898"/>
                </a:lnTo>
                <a:cubicBezTo>
                  <a:pt x="302380" y="129971"/>
                  <a:pt x="294693" y="132008"/>
                  <a:pt x="287120" y="132008"/>
                </a:cubicBezTo>
                <a:cubicBezTo>
                  <a:pt x="274326" y="132008"/>
                  <a:pt x="264545" y="128336"/>
                  <a:pt x="257775" y="120993"/>
                </a:cubicBezTo>
                <a:cubicBezTo>
                  <a:pt x="251006" y="113650"/>
                  <a:pt x="247621" y="103581"/>
                  <a:pt x="247621" y="90788"/>
                </a:cubicBezTo>
                <a:cubicBezTo>
                  <a:pt x="247621" y="78970"/>
                  <a:pt x="250231" y="69991"/>
                  <a:pt x="255452" y="63853"/>
                </a:cubicBezTo>
                <a:cubicBezTo>
                  <a:pt x="256886" y="62132"/>
                  <a:pt x="259611" y="59865"/>
                  <a:pt x="263627" y="57054"/>
                </a:cubicBezTo>
                <a:cubicBezTo>
                  <a:pt x="271888" y="51203"/>
                  <a:pt x="277410" y="47703"/>
                  <a:pt x="280192" y="46556"/>
                </a:cubicBezTo>
                <a:cubicBezTo>
                  <a:pt x="282975" y="45408"/>
                  <a:pt x="287235" y="44835"/>
                  <a:pt x="292972" y="44835"/>
                </a:cubicBezTo>
                <a:cubicBezTo>
                  <a:pt x="300774" y="44835"/>
                  <a:pt x="307228" y="46011"/>
                  <a:pt x="312334" y="48363"/>
                </a:cubicBezTo>
                <a:lnTo>
                  <a:pt x="313194" y="49912"/>
                </a:lnTo>
                <a:cubicBezTo>
                  <a:pt x="313137" y="50658"/>
                  <a:pt x="312735" y="53325"/>
                  <a:pt x="311990" y="57915"/>
                </a:cubicBezTo>
                <a:lnTo>
                  <a:pt x="311043" y="63767"/>
                </a:lnTo>
                <a:cubicBezTo>
                  <a:pt x="310871" y="64742"/>
                  <a:pt x="310613" y="68586"/>
                  <a:pt x="310269" y="75298"/>
                </a:cubicBezTo>
                <a:lnTo>
                  <a:pt x="309408" y="76158"/>
                </a:lnTo>
                <a:lnTo>
                  <a:pt x="304245" y="76158"/>
                </a:lnTo>
                <a:lnTo>
                  <a:pt x="303384" y="75298"/>
                </a:lnTo>
                <a:cubicBezTo>
                  <a:pt x="303040" y="70192"/>
                  <a:pt x="302638" y="66635"/>
                  <a:pt x="302179" y="64627"/>
                </a:cubicBezTo>
                <a:cubicBezTo>
                  <a:pt x="299655" y="60152"/>
                  <a:pt x="294807" y="57915"/>
                  <a:pt x="287636" y="57915"/>
                </a:cubicBezTo>
                <a:cubicBezTo>
                  <a:pt x="275474" y="57915"/>
                  <a:pt x="269393" y="65803"/>
                  <a:pt x="269393" y="81580"/>
                </a:cubicBezTo>
                <a:cubicBezTo>
                  <a:pt x="269393" y="93054"/>
                  <a:pt x="271831" y="102090"/>
                  <a:pt x="276707" y="108687"/>
                </a:cubicBezTo>
                <a:cubicBezTo>
                  <a:pt x="281698" y="115514"/>
                  <a:pt x="288726" y="118928"/>
                  <a:pt x="297791" y="118928"/>
                </a:cubicBezTo>
                <a:cubicBezTo>
                  <a:pt x="303298" y="118928"/>
                  <a:pt x="308146" y="117752"/>
                  <a:pt x="312334" y="115399"/>
                </a:cubicBezTo>
                <a:lnTo>
                  <a:pt x="313969" y="117379"/>
                </a:lnTo>
                <a:close/>
                <a:moveTo>
                  <a:pt x="422081" y="127877"/>
                </a:moveTo>
                <a:lnTo>
                  <a:pt x="421220" y="128824"/>
                </a:lnTo>
                <a:cubicBezTo>
                  <a:pt x="414909" y="128422"/>
                  <a:pt x="409574" y="128222"/>
                  <a:pt x="405214" y="128222"/>
                </a:cubicBezTo>
                <a:cubicBezTo>
                  <a:pt x="401198" y="128222"/>
                  <a:pt x="395346" y="128422"/>
                  <a:pt x="387659" y="128824"/>
                </a:cubicBezTo>
                <a:lnTo>
                  <a:pt x="386798" y="127963"/>
                </a:lnTo>
                <a:cubicBezTo>
                  <a:pt x="387831" y="115170"/>
                  <a:pt x="388347" y="105302"/>
                  <a:pt x="388347" y="98361"/>
                </a:cubicBezTo>
                <a:lnTo>
                  <a:pt x="388347" y="81494"/>
                </a:lnTo>
                <a:cubicBezTo>
                  <a:pt x="388347" y="67496"/>
                  <a:pt x="383299" y="60496"/>
                  <a:pt x="373202" y="60496"/>
                </a:cubicBezTo>
                <a:cubicBezTo>
                  <a:pt x="367809" y="60496"/>
                  <a:pt x="363621" y="62361"/>
                  <a:pt x="360638" y="66090"/>
                </a:cubicBezTo>
                <a:cubicBezTo>
                  <a:pt x="358228" y="69073"/>
                  <a:pt x="357023" y="72917"/>
                  <a:pt x="357023" y="77621"/>
                </a:cubicBezTo>
                <a:lnTo>
                  <a:pt x="357023" y="87776"/>
                </a:lnTo>
                <a:cubicBezTo>
                  <a:pt x="357023" y="99422"/>
                  <a:pt x="357224" y="108974"/>
                  <a:pt x="357626" y="116432"/>
                </a:cubicBezTo>
                <a:cubicBezTo>
                  <a:pt x="357740" y="118669"/>
                  <a:pt x="358372" y="120046"/>
                  <a:pt x="359519" y="120563"/>
                </a:cubicBezTo>
                <a:cubicBezTo>
                  <a:pt x="360838" y="121251"/>
                  <a:pt x="364252" y="121681"/>
                  <a:pt x="369759" y="121853"/>
                </a:cubicBezTo>
                <a:lnTo>
                  <a:pt x="370706" y="122714"/>
                </a:lnTo>
                <a:lnTo>
                  <a:pt x="370706" y="127963"/>
                </a:lnTo>
                <a:lnTo>
                  <a:pt x="369845" y="128824"/>
                </a:lnTo>
                <a:cubicBezTo>
                  <a:pt x="364395" y="128422"/>
                  <a:pt x="356536" y="128222"/>
                  <a:pt x="346266" y="128222"/>
                </a:cubicBezTo>
                <a:cubicBezTo>
                  <a:pt x="335997" y="128222"/>
                  <a:pt x="328166" y="128422"/>
                  <a:pt x="322774" y="128824"/>
                </a:cubicBezTo>
                <a:lnTo>
                  <a:pt x="321913" y="127963"/>
                </a:lnTo>
                <a:lnTo>
                  <a:pt x="321913" y="122714"/>
                </a:lnTo>
                <a:lnTo>
                  <a:pt x="322774" y="121853"/>
                </a:lnTo>
                <a:cubicBezTo>
                  <a:pt x="328281" y="121681"/>
                  <a:pt x="331695" y="121251"/>
                  <a:pt x="333014" y="120563"/>
                </a:cubicBezTo>
                <a:cubicBezTo>
                  <a:pt x="334161" y="120046"/>
                  <a:pt x="334793" y="118669"/>
                  <a:pt x="334907" y="116432"/>
                </a:cubicBezTo>
                <a:cubicBezTo>
                  <a:pt x="335309" y="108974"/>
                  <a:pt x="335510" y="95922"/>
                  <a:pt x="335510" y="77277"/>
                </a:cubicBezTo>
                <a:lnTo>
                  <a:pt x="335510" y="48449"/>
                </a:lnTo>
                <a:cubicBezTo>
                  <a:pt x="335510" y="36401"/>
                  <a:pt x="335309" y="26648"/>
                  <a:pt x="334907" y="19190"/>
                </a:cubicBezTo>
                <a:cubicBezTo>
                  <a:pt x="334793" y="17068"/>
                  <a:pt x="334161" y="15676"/>
                  <a:pt x="333014" y="15017"/>
                </a:cubicBezTo>
                <a:cubicBezTo>
                  <a:pt x="331867" y="14357"/>
                  <a:pt x="328539" y="13941"/>
                  <a:pt x="323032" y="13769"/>
                </a:cubicBezTo>
                <a:lnTo>
                  <a:pt x="322171" y="12822"/>
                </a:lnTo>
                <a:lnTo>
                  <a:pt x="322171" y="8089"/>
                </a:lnTo>
                <a:lnTo>
                  <a:pt x="323032" y="7143"/>
                </a:lnTo>
                <a:cubicBezTo>
                  <a:pt x="334104" y="5938"/>
                  <a:pt x="345205" y="3557"/>
                  <a:pt x="356335" y="0"/>
                </a:cubicBezTo>
                <a:lnTo>
                  <a:pt x="358142" y="1033"/>
                </a:lnTo>
                <a:cubicBezTo>
                  <a:pt x="358142" y="2582"/>
                  <a:pt x="358056" y="5421"/>
                  <a:pt x="357884" y="9552"/>
                </a:cubicBezTo>
                <a:cubicBezTo>
                  <a:pt x="357310" y="23263"/>
                  <a:pt x="357023" y="38438"/>
                  <a:pt x="357023" y="55075"/>
                </a:cubicBezTo>
                <a:lnTo>
                  <a:pt x="357023" y="59894"/>
                </a:lnTo>
                <a:lnTo>
                  <a:pt x="372169" y="47158"/>
                </a:lnTo>
                <a:cubicBezTo>
                  <a:pt x="375955" y="45609"/>
                  <a:pt x="380115" y="44835"/>
                  <a:pt x="384647" y="44835"/>
                </a:cubicBezTo>
                <a:cubicBezTo>
                  <a:pt x="393769" y="44835"/>
                  <a:pt x="400596" y="47588"/>
                  <a:pt x="405128" y="53096"/>
                </a:cubicBezTo>
                <a:cubicBezTo>
                  <a:pt x="408800" y="57571"/>
                  <a:pt x="410635" y="64139"/>
                  <a:pt x="410635" y="72802"/>
                </a:cubicBezTo>
                <a:cubicBezTo>
                  <a:pt x="410635" y="73778"/>
                  <a:pt x="410521" y="77277"/>
                  <a:pt x="410291" y="83301"/>
                </a:cubicBezTo>
                <a:cubicBezTo>
                  <a:pt x="410062" y="89325"/>
                  <a:pt x="409947" y="94804"/>
                  <a:pt x="409947" y="99737"/>
                </a:cubicBezTo>
                <a:cubicBezTo>
                  <a:pt x="409947" y="108400"/>
                  <a:pt x="410090" y="113922"/>
                  <a:pt x="410377" y="116303"/>
                </a:cubicBezTo>
                <a:cubicBezTo>
                  <a:pt x="410664" y="118684"/>
                  <a:pt x="411324" y="120190"/>
                  <a:pt x="412357" y="120821"/>
                </a:cubicBezTo>
                <a:cubicBezTo>
                  <a:pt x="413389" y="121452"/>
                  <a:pt x="416372" y="121825"/>
                  <a:pt x="421306" y="121940"/>
                </a:cubicBezTo>
                <a:lnTo>
                  <a:pt x="422081" y="122800"/>
                </a:lnTo>
                <a:lnTo>
                  <a:pt x="422081" y="127877"/>
                </a:lnTo>
                <a:close/>
                <a:moveTo>
                  <a:pt x="516064" y="85538"/>
                </a:moveTo>
                <a:cubicBezTo>
                  <a:pt x="516064" y="105847"/>
                  <a:pt x="509237" y="119587"/>
                  <a:pt x="495583" y="126759"/>
                </a:cubicBezTo>
                <a:cubicBezTo>
                  <a:pt x="488928" y="130258"/>
                  <a:pt x="481327" y="132008"/>
                  <a:pt x="472779" y="132008"/>
                </a:cubicBezTo>
                <a:cubicBezTo>
                  <a:pt x="459584" y="132008"/>
                  <a:pt x="449529" y="128193"/>
                  <a:pt x="442616" y="120563"/>
                </a:cubicBezTo>
                <a:cubicBezTo>
                  <a:pt x="435703" y="112932"/>
                  <a:pt x="432247" y="102004"/>
                  <a:pt x="432247" y="87776"/>
                </a:cubicBezTo>
                <a:cubicBezTo>
                  <a:pt x="432247" y="68098"/>
                  <a:pt x="438959" y="54989"/>
                  <a:pt x="452384" y="48449"/>
                </a:cubicBezTo>
                <a:cubicBezTo>
                  <a:pt x="458981" y="45236"/>
                  <a:pt x="466640" y="43630"/>
                  <a:pt x="475360" y="43630"/>
                </a:cubicBezTo>
                <a:cubicBezTo>
                  <a:pt x="493661" y="43630"/>
                  <a:pt x="505795" y="49969"/>
                  <a:pt x="511761" y="62648"/>
                </a:cubicBezTo>
                <a:cubicBezTo>
                  <a:pt x="514630" y="68729"/>
                  <a:pt x="516064" y="76359"/>
                  <a:pt x="516064" y="85538"/>
                </a:cubicBezTo>
                <a:moveTo>
                  <a:pt x="492227" y="92595"/>
                </a:moveTo>
                <a:cubicBezTo>
                  <a:pt x="492227" y="78310"/>
                  <a:pt x="490664" y="68084"/>
                  <a:pt x="487537" y="61916"/>
                </a:cubicBezTo>
                <a:cubicBezTo>
                  <a:pt x="484410" y="55749"/>
                  <a:pt x="479634" y="52665"/>
                  <a:pt x="473209" y="52665"/>
                </a:cubicBezTo>
                <a:cubicBezTo>
                  <a:pt x="461792" y="52665"/>
                  <a:pt x="456084" y="62963"/>
                  <a:pt x="456084" y="83559"/>
                </a:cubicBezTo>
                <a:cubicBezTo>
                  <a:pt x="456084" y="110007"/>
                  <a:pt x="462481" y="123230"/>
                  <a:pt x="475274" y="123230"/>
                </a:cubicBezTo>
                <a:cubicBezTo>
                  <a:pt x="483249" y="123230"/>
                  <a:pt x="488326" y="118842"/>
                  <a:pt x="490506" y="110064"/>
                </a:cubicBezTo>
                <a:cubicBezTo>
                  <a:pt x="491653" y="105474"/>
                  <a:pt x="492227" y="99651"/>
                  <a:pt x="492227" y="92595"/>
                </a:cubicBezTo>
                <a:moveTo>
                  <a:pt x="475016" y="134934"/>
                </a:moveTo>
                <a:lnTo>
                  <a:pt x="475016" y="134934"/>
                </a:lnTo>
                <a:moveTo>
                  <a:pt x="475016" y="40618"/>
                </a:moveTo>
                <a:lnTo>
                  <a:pt x="475016" y="40618"/>
                </a:lnTo>
                <a:close/>
                <a:moveTo>
                  <a:pt x="591507" y="45093"/>
                </a:moveTo>
                <a:lnTo>
                  <a:pt x="590905" y="60410"/>
                </a:lnTo>
                <a:cubicBezTo>
                  <a:pt x="590848" y="62935"/>
                  <a:pt x="590733" y="65803"/>
                  <a:pt x="590561" y="69016"/>
                </a:cubicBezTo>
                <a:lnTo>
                  <a:pt x="586946" y="70135"/>
                </a:lnTo>
                <a:cubicBezTo>
                  <a:pt x="584250" y="66233"/>
                  <a:pt x="580521" y="64283"/>
                  <a:pt x="575759" y="64283"/>
                </a:cubicBezTo>
                <a:cubicBezTo>
                  <a:pt x="571457" y="64283"/>
                  <a:pt x="567900" y="66004"/>
                  <a:pt x="565089" y="69446"/>
                </a:cubicBezTo>
                <a:cubicBezTo>
                  <a:pt x="563367" y="71569"/>
                  <a:pt x="562507" y="74696"/>
                  <a:pt x="562507" y="78826"/>
                </a:cubicBezTo>
                <a:lnTo>
                  <a:pt x="562507" y="98963"/>
                </a:lnTo>
                <a:cubicBezTo>
                  <a:pt x="562507" y="103151"/>
                  <a:pt x="562708" y="108974"/>
                  <a:pt x="563109" y="116432"/>
                </a:cubicBezTo>
                <a:cubicBezTo>
                  <a:pt x="563224" y="118555"/>
                  <a:pt x="563826" y="119932"/>
                  <a:pt x="564916" y="120563"/>
                </a:cubicBezTo>
                <a:cubicBezTo>
                  <a:pt x="566006" y="121194"/>
                  <a:pt x="569994" y="121624"/>
                  <a:pt x="576878" y="121853"/>
                </a:cubicBezTo>
                <a:lnTo>
                  <a:pt x="577739" y="122628"/>
                </a:lnTo>
                <a:lnTo>
                  <a:pt x="577739" y="127877"/>
                </a:lnTo>
                <a:lnTo>
                  <a:pt x="576878" y="128738"/>
                </a:lnTo>
                <a:cubicBezTo>
                  <a:pt x="568445" y="128394"/>
                  <a:pt x="560069" y="128222"/>
                  <a:pt x="551750" y="128222"/>
                </a:cubicBezTo>
                <a:cubicBezTo>
                  <a:pt x="541481" y="128222"/>
                  <a:pt x="533650" y="128422"/>
                  <a:pt x="528257" y="128824"/>
                </a:cubicBezTo>
                <a:lnTo>
                  <a:pt x="527397" y="127963"/>
                </a:lnTo>
                <a:lnTo>
                  <a:pt x="527397" y="122714"/>
                </a:lnTo>
                <a:lnTo>
                  <a:pt x="528257" y="121853"/>
                </a:lnTo>
                <a:cubicBezTo>
                  <a:pt x="533765" y="121681"/>
                  <a:pt x="537178" y="121251"/>
                  <a:pt x="538498" y="120563"/>
                </a:cubicBezTo>
                <a:cubicBezTo>
                  <a:pt x="539645" y="120046"/>
                  <a:pt x="540276" y="118669"/>
                  <a:pt x="540391" y="116432"/>
                </a:cubicBezTo>
                <a:cubicBezTo>
                  <a:pt x="540792" y="108974"/>
                  <a:pt x="540993" y="100971"/>
                  <a:pt x="540993" y="92423"/>
                </a:cubicBezTo>
                <a:lnTo>
                  <a:pt x="540993" y="80117"/>
                </a:lnTo>
                <a:cubicBezTo>
                  <a:pt x="540993" y="68643"/>
                  <a:pt x="540563" y="62045"/>
                  <a:pt x="539702" y="60324"/>
                </a:cubicBezTo>
                <a:cubicBezTo>
                  <a:pt x="539129" y="59177"/>
                  <a:pt x="537895" y="58460"/>
                  <a:pt x="536002" y="58173"/>
                </a:cubicBezTo>
                <a:cubicBezTo>
                  <a:pt x="535314" y="58058"/>
                  <a:pt x="532818" y="57915"/>
                  <a:pt x="528515" y="57743"/>
                </a:cubicBezTo>
                <a:lnTo>
                  <a:pt x="527655" y="56882"/>
                </a:lnTo>
                <a:lnTo>
                  <a:pt x="527655" y="52063"/>
                </a:lnTo>
                <a:lnTo>
                  <a:pt x="528515" y="51117"/>
                </a:lnTo>
                <a:cubicBezTo>
                  <a:pt x="538842" y="50141"/>
                  <a:pt x="549713" y="47760"/>
                  <a:pt x="561130" y="43974"/>
                </a:cubicBezTo>
                <a:lnTo>
                  <a:pt x="563023" y="45093"/>
                </a:lnTo>
                <a:lnTo>
                  <a:pt x="562851" y="61959"/>
                </a:lnTo>
                <a:cubicBezTo>
                  <a:pt x="566408" y="57829"/>
                  <a:pt x="570711" y="53010"/>
                  <a:pt x="575759" y="47502"/>
                </a:cubicBezTo>
                <a:cubicBezTo>
                  <a:pt x="578111" y="45207"/>
                  <a:pt x="581324" y="44060"/>
                  <a:pt x="585397" y="44060"/>
                </a:cubicBezTo>
                <a:cubicBezTo>
                  <a:pt x="587807" y="44060"/>
                  <a:pt x="589844" y="44404"/>
                  <a:pt x="591507" y="45093"/>
                </a:cubicBezTo>
                <a:close/>
                <a:moveTo>
                  <a:pt x="705091" y="101200"/>
                </a:moveTo>
                <a:cubicBezTo>
                  <a:pt x="705091" y="110437"/>
                  <a:pt x="701606" y="117881"/>
                  <a:pt x="694636" y="123532"/>
                </a:cubicBezTo>
                <a:cubicBezTo>
                  <a:pt x="687665" y="129182"/>
                  <a:pt x="678558" y="132008"/>
                  <a:pt x="667313" y="132008"/>
                </a:cubicBezTo>
                <a:cubicBezTo>
                  <a:pt x="659339" y="132008"/>
                  <a:pt x="650791" y="130287"/>
                  <a:pt x="641669" y="126845"/>
                </a:cubicBezTo>
                <a:lnTo>
                  <a:pt x="640722" y="125554"/>
                </a:lnTo>
                <a:cubicBezTo>
                  <a:pt x="641239" y="120276"/>
                  <a:pt x="641554" y="116174"/>
                  <a:pt x="641669" y="113248"/>
                </a:cubicBezTo>
                <a:lnTo>
                  <a:pt x="642099" y="102405"/>
                </a:lnTo>
                <a:lnTo>
                  <a:pt x="642960" y="101459"/>
                </a:lnTo>
                <a:lnTo>
                  <a:pt x="648037" y="101459"/>
                </a:lnTo>
                <a:lnTo>
                  <a:pt x="649070" y="102405"/>
                </a:lnTo>
                <a:cubicBezTo>
                  <a:pt x="649299" y="108831"/>
                  <a:pt x="649557" y="112617"/>
                  <a:pt x="649844" y="113764"/>
                </a:cubicBezTo>
                <a:cubicBezTo>
                  <a:pt x="654721" y="120018"/>
                  <a:pt x="661117" y="123144"/>
                  <a:pt x="669035" y="123144"/>
                </a:cubicBezTo>
                <a:cubicBezTo>
                  <a:pt x="674083" y="123144"/>
                  <a:pt x="678128" y="121911"/>
                  <a:pt x="681168" y="119444"/>
                </a:cubicBezTo>
                <a:cubicBezTo>
                  <a:pt x="684209" y="116977"/>
                  <a:pt x="685729" y="113678"/>
                  <a:pt x="685729" y="109548"/>
                </a:cubicBezTo>
                <a:cubicBezTo>
                  <a:pt x="685729" y="104327"/>
                  <a:pt x="683434" y="100856"/>
                  <a:pt x="678845" y="99135"/>
                </a:cubicBezTo>
                <a:cubicBezTo>
                  <a:pt x="676894" y="98389"/>
                  <a:pt x="673022" y="97414"/>
                  <a:pt x="667227" y="96209"/>
                </a:cubicBezTo>
                <a:cubicBezTo>
                  <a:pt x="657761" y="94201"/>
                  <a:pt x="651422" y="91906"/>
                  <a:pt x="648209" y="89325"/>
                </a:cubicBezTo>
                <a:cubicBezTo>
                  <a:pt x="643333" y="85424"/>
                  <a:pt x="640895" y="79658"/>
                  <a:pt x="640895" y="72028"/>
                </a:cubicBezTo>
                <a:cubicBezTo>
                  <a:pt x="640895" y="63709"/>
                  <a:pt x="643907" y="57026"/>
                  <a:pt x="649930" y="51977"/>
                </a:cubicBezTo>
                <a:cubicBezTo>
                  <a:pt x="656241" y="46699"/>
                  <a:pt x="664789" y="44060"/>
                  <a:pt x="675575" y="44060"/>
                </a:cubicBezTo>
                <a:cubicBezTo>
                  <a:pt x="684754" y="44060"/>
                  <a:pt x="692384" y="45609"/>
                  <a:pt x="698465" y="48707"/>
                </a:cubicBezTo>
                <a:lnTo>
                  <a:pt x="699240" y="50084"/>
                </a:lnTo>
                <a:cubicBezTo>
                  <a:pt x="698609" y="52665"/>
                  <a:pt x="698121" y="59292"/>
                  <a:pt x="697777" y="69962"/>
                </a:cubicBezTo>
                <a:lnTo>
                  <a:pt x="696830" y="70823"/>
                </a:lnTo>
                <a:lnTo>
                  <a:pt x="691925" y="70823"/>
                </a:lnTo>
                <a:lnTo>
                  <a:pt x="690978" y="69962"/>
                </a:lnTo>
                <a:cubicBezTo>
                  <a:pt x="690749" y="65832"/>
                  <a:pt x="690347" y="62476"/>
                  <a:pt x="689774" y="59894"/>
                </a:cubicBezTo>
                <a:cubicBezTo>
                  <a:pt x="686159" y="55305"/>
                  <a:pt x="680910" y="53010"/>
                  <a:pt x="674026" y="53010"/>
                </a:cubicBezTo>
                <a:cubicBezTo>
                  <a:pt x="669551" y="53010"/>
                  <a:pt x="665879" y="54100"/>
                  <a:pt x="663011" y="56280"/>
                </a:cubicBezTo>
                <a:cubicBezTo>
                  <a:pt x="660142" y="58460"/>
                  <a:pt x="658708" y="61328"/>
                  <a:pt x="658708" y="64885"/>
                </a:cubicBezTo>
                <a:cubicBezTo>
                  <a:pt x="658708" y="69647"/>
                  <a:pt x="661146" y="72831"/>
                  <a:pt x="666023" y="74437"/>
                </a:cubicBezTo>
                <a:cubicBezTo>
                  <a:pt x="668203" y="75126"/>
                  <a:pt x="672448" y="76101"/>
                  <a:pt x="678759" y="77363"/>
                </a:cubicBezTo>
                <a:cubicBezTo>
                  <a:pt x="688397" y="79256"/>
                  <a:pt x="694765" y="81436"/>
                  <a:pt x="697863" y="83903"/>
                </a:cubicBezTo>
                <a:cubicBezTo>
                  <a:pt x="702682" y="87747"/>
                  <a:pt x="705091" y="93513"/>
                  <a:pt x="705091" y="101200"/>
                </a:cubicBezTo>
                <a:close/>
                <a:moveTo>
                  <a:pt x="793066" y="79945"/>
                </a:moveTo>
                <a:cubicBezTo>
                  <a:pt x="793066" y="80920"/>
                  <a:pt x="793037" y="82383"/>
                  <a:pt x="792980" y="84334"/>
                </a:cubicBezTo>
                <a:lnTo>
                  <a:pt x="792033" y="85538"/>
                </a:lnTo>
                <a:cubicBezTo>
                  <a:pt x="784460" y="87604"/>
                  <a:pt x="774421" y="88636"/>
                  <a:pt x="761914" y="88636"/>
                </a:cubicBezTo>
                <a:cubicBezTo>
                  <a:pt x="759677" y="88636"/>
                  <a:pt x="756292" y="88679"/>
                  <a:pt x="751760" y="88765"/>
                </a:cubicBezTo>
                <a:cubicBezTo>
                  <a:pt x="747227" y="88852"/>
                  <a:pt x="743814" y="88895"/>
                  <a:pt x="741519" y="88895"/>
                </a:cubicBezTo>
                <a:cubicBezTo>
                  <a:pt x="741863" y="97328"/>
                  <a:pt x="744474" y="104298"/>
                  <a:pt x="749350" y="109806"/>
                </a:cubicBezTo>
                <a:cubicBezTo>
                  <a:pt x="754456" y="115715"/>
                  <a:pt x="761111" y="118669"/>
                  <a:pt x="769315" y="118669"/>
                </a:cubicBezTo>
                <a:cubicBezTo>
                  <a:pt x="774822" y="118669"/>
                  <a:pt x="781362" y="116776"/>
                  <a:pt x="788935" y="112990"/>
                </a:cubicBezTo>
                <a:lnTo>
                  <a:pt x="791001" y="115485"/>
                </a:lnTo>
                <a:lnTo>
                  <a:pt x="787214" y="124005"/>
                </a:lnTo>
                <a:cubicBezTo>
                  <a:pt x="778838" y="129340"/>
                  <a:pt x="769745" y="132008"/>
                  <a:pt x="759935" y="132008"/>
                </a:cubicBezTo>
                <a:cubicBezTo>
                  <a:pt x="747027" y="132008"/>
                  <a:pt x="737001" y="128365"/>
                  <a:pt x="729859" y="121079"/>
                </a:cubicBezTo>
                <a:cubicBezTo>
                  <a:pt x="722716" y="113793"/>
                  <a:pt x="719145" y="103409"/>
                  <a:pt x="719145" y="89927"/>
                </a:cubicBezTo>
                <a:cubicBezTo>
                  <a:pt x="719145" y="73921"/>
                  <a:pt x="722960" y="62963"/>
                  <a:pt x="730590" y="57054"/>
                </a:cubicBezTo>
                <a:cubicBezTo>
                  <a:pt x="741146" y="48908"/>
                  <a:pt x="751157" y="44835"/>
                  <a:pt x="760623" y="44835"/>
                </a:cubicBezTo>
                <a:cubicBezTo>
                  <a:pt x="770893" y="44835"/>
                  <a:pt x="778838" y="47789"/>
                  <a:pt x="784460" y="53698"/>
                </a:cubicBezTo>
                <a:cubicBezTo>
                  <a:pt x="790197" y="59779"/>
                  <a:pt x="793066" y="68528"/>
                  <a:pt x="793066" y="79945"/>
                </a:cubicBezTo>
                <a:moveTo>
                  <a:pt x="770606" y="77707"/>
                </a:moveTo>
                <a:cubicBezTo>
                  <a:pt x="770606" y="62218"/>
                  <a:pt x="765787" y="54473"/>
                  <a:pt x="756148" y="54473"/>
                </a:cubicBezTo>
                <a:cubicBezTo>
                  <a:pt x="745994" y="54473"/>
                  <a:pt x="740917" y="62160"/>
                  <a:pt x="740917" y="77535"/>
                </a:cubicBezTo>
                <a:lnTo>
                  <a:pt x="740917" y="79429"/>
                </a:lnTo>
                <a:cubicBezTo>
                  <a:pt x="744244" y="79945"/>
                  <a:pt x="750153" y="80203"/>
                  <a:pt x="758644" y="80203"/>
                </a:cubicBezTo>
                <a:cubicBezTo>
                  <a:pt x="763062" y="80203"/>
                  <a:pt x="767020" y="79945"/>
                  <a:pt x="770520" y="79429"/>
                </a:cubicBezTo>
                <a:cubicBezTo>
                  <a:pt x="770577" y="78625"/>
                  <a:pt x="770606" y="78052"/>
                  <a:pt x="770606" y="77707"/>
                </a:cubicBezTo>
                <a:moveTo>
                  <a:pt x="760193" y="134934"/>
                </a:moveTo>
                <a:lnTo>
                  <a:pt x="760193" y="134934"/>
                </a:lnTo>
                <a:moveTo>
                  <a:pt x="760193" y="40618"/>
                </a:moveTo>
                <a:lnTo>
                  <a:pt x="760193" y="40618"/>
                </a:lnTo>
                <a:close/>
                <a:moveTo>
                  <a:pt x="857279" y="116948"/>
                </a:moveTo>
                <a:cubicBezTo>
                  <a:pt x="856878" y="117407"/>
                  <a:pt x="855644" y="118612"/>
                  <a:pt x="853579" y="120563"/>
                </a:cubicBezTo>
                <a:cubicBezTo>
                  <a:pt x="850194" y="123775"/>
                  <a:pt x="847297" y="126701"/>
                  <a:pt x="844888" y="129340"/>
                </a:cubicBezTo>
                <a:cubicBezTo>
                  <a:pt x="842076" y="130258"/>
                  <a:pt x="839237" y="130717"/>
                  <a:pt x="836368" y="130717"/>
                </a:cubicBezTo>
                <a:cubicBezTo>
                  <a:pt x="828394" y="130717"/>
                  <a:pt x="822571" y="128394"/>
                  <a:pt x="818899" y="123747"/>
                </a:cubicBezTo>
                <a:cubicBezTo>
                  <a:pt x="817350" y="121739"/>
                  <a:pt x="816317" y="119415"/>
                  <a:pt x="815801" y="116776"/>
                </a:cubicBezTo>
                <a:cubicBezTo>
                  <a:pt x="815227" y="113621"/>
                  <a:pt x="814969" y="109490"/>
                  <a:pt x="815027" y="104384"/>
                </a:cubicBezTo>
                <a:lnTo>
                  <a:pt x="815285" y="83817"/>
                </a:lnTo>
                <a:lnTo>
                  <a:pt x="815285" y="62304"/>
                </a:lnTo>
                <a:lnTo>
                  <a:pt x="812961" y="62304"/>
                </a:lnTo>
                <a:lnTo>
                  <a:pt x="808400" y="62476"/>
                </a:lnTo>
                <a:lnTo>
                  <a:pt x="804872" y="62476"/>
                </a:lnTo>
                <a:lnTo>
                  <a:pt x="803925" y="61701"/>
                </a:lnTo>
                <a:lnTo>
                  <a:pt x="803925" y="59464"/>
                </a:lnTo>
                <a:lnTo>
                  <a:pt x="804614" y="58173"/>
                </a:lnTo>
                <a:cubicBezTo>
                  <a:pt x="805647" y="57485"/>
                  <a:pt x="807253" y="56452"/>
                  <a:pt x="809433" y="55075"/>
                </a:cubicBezTo>
                <a:cubicBezTo>
                  <a:pt x="812015" y="53469"/>
                  <a:pt x="813965" y="52120"/>
                  <a:pt x="815285" y="51030"/>
                </a:cubicBezTo>
                <a:lnTo>
                  <a:pt x="815285" y="39327"/>
                </a:lnTo>
                <a:cubicBezTo>
                  <a:pt x="815285" y="34451"/>
                  <a:pt x="815055" y="29287"/>
                  <a:pt x="814596" y="23837"/>
                </a:cubicBezTo>
                <a:cubicBezTo>
                  <a:pt x="818899" y="22460"/>
                  <a:pt x="822384" y="21241"/>
                  <a:pt x="825052" y="20180"/>
                </a:cubicBezTo>
                <a:cubicBezTo>
                  <a:pt x="827720" y="19118"/>
                  <a:pt x="831492" y="17383"/>
                  <a:pt x="836368" y="14974"/>
                </a:cubicBezTo>
                <a:lnTo>
                  <a:pt x="838606" y="16695"/>
                </a:lnTo>
                <a:cubicBezTo>
                  <a:pt x="837917" y="23808"/>
                  <a:pt x="837429" y="30177"/>
                  <a:pt x="837143" y="35799"/>
                </a:cubicBezTo>
                <a:lnTo>
                  <a:pt x="836368" y="50686"/>
                </a:lnTo>
                <a:lnTo>
                  <a:pt x="839208" y="50686"/>
                </a:lnTo>
                <a:cubicBezTo>
                  <a:pt x="845461" y="50686"/>
                  <a:pt x="850854" y="50485"/>
                  <a:pt x="855386" y="50084"/>
                </a:cubicBezTo>
                <a:lnTo>
                  <a:pt x="856333" y="51030"/>
                </a:lnTo>
                <a:lnTo>
                  <a:pt x="855128" y="61099"/>
                </a:lnTo>
                <a:lnTo>
                  <a:pt x="854267" y="61959"/>
                </a:lnTo>
                <a:lnTo>
                  <a:pt x="836368" y="61959"/>
                </a:lnTo>
                <a:lnTo>
                  <a:pt x="836368" y="91132"/>
                </a:lnTo>
                <a:cubicBezTo>
                  <a:pt x="836368" y="100483"/>
                  <a:pt x="836483" y="105991"/>
                  <a:pt x="836712" y="107654"/>
                </a:cubicBezTo>
                <a:cubicBezTo>
                  <a:pt x="836999" y="110064"/>
                  <a:pt x="838017" y="112015"/>
                  <a:pt x="839767" y="113506"/>
                </a:cubicBezTo>
                <a:cubicBezTo>
                  <a:pt x="841517" y="114998"/>
                  <a:pt x="843884" y="115744"/>
                  <a:pt x="846867" y="115744"/>
                </a:cubicBezTo>
                <a:cubicBezTo>
                  <a:pt x="849219" y="115744"/>
                  <a:pt x="852059" y="115113"/>
                  <a:pt x="855386" y="113850"/>
                </a:cubicBezTo>
                <a:lnTo>
                  <a:pt x="857279" y="116948"/>
                </a:lnTo>
                <a:close/>
                <a:moveTo>
                  <a:pt x="1052793" y="10757"/>
                </a:moveTo>
                <a:lnTo>
                  <a:pt x="1055977" y="17211"/>
                </a:lnTo>
                <a:cubicBezTo>
                  <a:pt x="1053796" y="22489"/>
                  <a:pt x="1052018" y="28054"/>
                  <a:pt x="1050641" y="33906"/>
                </a:cubicBezTo>
                <a:lnTo>
                  <a:pt x="1038077" y="88895"/>
                </a:lnTo>
                <a:cubicBezTo>
                  <a:pt x="1036987" y="93541"/>
                  <a:pt x="1036127" y="97844"/>
                  <a:pt x="1035496" y="101803"/>
                </a:cubicBezTo>
                <a:cubicBezTo>
                  <a:pt x="1034864" y="105761"/>
                  <a:pt x="1034549" y="108572"/>
                  <a:pt x="1034549" y="110236"/>
                </a:cubicBezTo>
                <a:cubicBezTo>
                  <a:pt x="1034549" y="112129"/>
                  <a:pt x="1034907" y="113578"/>
                  <a:pt x="1035625" y="114582"/>
                </a:cubicBezTo>
                <a:cubicBezTo>
                  <a:pt x="1036342" y="115586"/>
                  <a:pt x="1037360" y="116088"/>
                  <a:pt x="1038680" y="116088"/>
                </a:cubicBezTo>
                <a:cubicBezTo>
                  <a:pt x="1042695" y="116088"/>
                  <a:pt x="1048146" y="112502"/>
                  <a:pt x="1055030" y="105331"/>
                </a:cubicBezTo>
                <a:lnTo>
                  <a:pt x="1061570" y="112732"/>
                </a:lnTo>
                <a:cubicBezTo>
                  <a:pt x="1057439" y="117092"/>
                  <a:pt x="1053768" y="120362"/>
                  <a:pt x="1050555" y="122542"/>
                </a:cubicBezTo>
                <a:cubicBezTo>
                  <a:pt x="1047342" y="124722"/>
                  <a:pt x="1043829" y="126443"/>
                  <a:pt x="1040013" y="127705"/>
                </a:cubicBezTo>
                <a:cubicBezTo>
                  <a:pt x="1036198" y="128967"/>
                  <a:pt x="1031967" y="129598"/>
                  <a:pt x="1027320" y="129598"/>
                </a:cubicBezTo>
                <a:cubicBezTo>
                  <a:pt x="1021870" y="129598"/>
                  <a:pt x="1017481" y="127920"/>
                  <a:pt x="1014154" y="124564"/>
                </a:cubicBezTo>
                <a:cubicBezTo>
                  <a:pt x="1010827" y="121208"/>
                  <a:pt x="1009163" y="116719"/>
                  <a:pt x="1009163" y="111097"/>
                </a:cubicBezTo>
                <a:cubicBezTo>
                  <a:pt x="1009163" y="105302"/>
                  <a:pt x="1010511" y="97156"/>
                  <a:pt x="1013207" y="86657"/>
                </a:cubicBezTo>
                <a:lnTo>
                  <a:pt x="981195" y="86657"/>
                </a:lnTo>
                <a:cubicBezTo>
                  <a:pt x="977925" y="95435"/>
                  <a:pt x="974712" y="102333"/>
                  <a:pt x="971557" y="107353"/>
                </a:cubicBezTo>
                <a:cubicBezTo>
                  <a:pt x="968402" y="112373"/>
                  <a:pt x="964859" y="116575"/>
                  <a:pt x="960929" y="119960"/>
                </a:cubicBezTo>
                <a:cubicBezTo>
                  <a:pt x="956999" y="123345"/>
                  <a:pt x="952740" y="125798"/>
                  <a:pt x="948150" y="127318"/>
                </a:cubicBezTo>
                <a:cubicBezTo>
                  <a:pt x="943560" y="128838"/>
                  <a:pt x="938311" y="129598"/>
                  <a:pt x="932402" y="129598"/>
                </a:cubicBezTo>
                <a:cubicBezTo>
                  <a:pt x="923682" y="129598"/>
                  <a:pt x="916855" y="127562"/>
                  <a:pt x="911921" y="123489"/>
                </a:cubicBezTo>
                <a:cubicBezTo>
                  <a:pt x="906987" y="119415"/>
                  <a:pt x="904520" y="113850"/>
                  <a:pt x="904520" y="106794"/>
                </a:cubicBezTo>
                <a:cubicBezTo>
                  <a:pt x="904520" y="102319"/>
                  <a:pt x="905897" y="98131"/>
                  <a:pt x="908651" y="94230"/>
                </a:cubicBezTo>
                <a:cubicBezTo>
                  <a:pt x="911405" y="90329"/>
                  <a:pt x="915220" y="87202"/>
                  <a:pt x="920096" y="84850"/>
                </a:cubicBezTo>
                <a:cubicBezTo>
                  <a:pt x="924973" y="82498"/>
                  <a:pt x="930107" y="81322"/>
                  <a:pt x="935500" y="81322"/>
                </a:cubicBezTo>
                <a:cubicBezTo>
                  <a:pt x="941581" y="81322"/>
                  <a:pt x="947347" y="83903"/>
                  <a:pt x="952797" y="89067"/>
                </a:cubicBezTo>
                <a:lnTo>
                  <a:pt x="939717" y="97758"/>
                </a:lnTo>
                <a:cubicBezTo>
                  <a:pt x="938053" y="95808"/>
                  <a:pt x="936447" y="94287"/>
                  <a:pt x="934898" y="93197"/>
                </a:cubicBezTo>
                <a:cubicBezTo>
                  <a:pt x="933349" y="92107"/>
                  <a:pt x="931685" y="91562"/>
                  <a:pt x="929906" y="91562"/>
                </a:cubicBezTo>
                <a:cubicBezTo>
                  <a:pt x="927784" y="91562"/>
                  <a:pt x="926034" y="92451"/>
                  <a:pt x="924657" y="94230"/>
                </a:cubicBezTo>
                <a:cubicBezTo>
                  <a:pt x="923280" y="96008"/>
                  <a:pt x="922592" y="98447"/>
                  <a:pt x="922592" y="101545"/>
                </a:cubicBezTo>
                <a:cubicBezTo>
                  <a:pt x="922592" y="104011"/>
                  <a:pt x="923151" y="106450"/>
                  <a:pt x="924270" y="108859"/>
                </a:cubicBezTo>
                <a:cubicBezTo>
                  <a:pt x="925389" y="111269"/>
                  <a:pt x="927110" y="113277"/>
                  <a:pt x="929433" y="114883"/>
                </a:cubicBezTo>
                <a:cubicBezTo>
                  <a:pt x="931757" y="116489"/>
                  <a:pt x="934525" y="117293"/>
                  <a:pt x="937737" y="117293"/>
                </a:cubicBezTo>
                <a:cubicBezTo>
                  <a:pt x="940262" y="117293"/>
                  <a:pt x="942485" y="116848"/>
                  <a:pt x="944407" y="115959"/>
                </a:cubicBezTo>
                <a:cubicBezTo>
                  <a:pt x="946328" y="115070"/>
                  <a:pt x="948193" y="113707"/>
                  <a:pt x="950000" y="111871"/>
                </a:cubicBezTo>
                <a:cubicBezTo>
                  <a:pt x="951807" y="110035"/>
                  <a:pt x="953686" y="107497"/>
                  <a:pt x="955637" y="104255"/>
                </a:cubicBezTo>
                <a:cubicBezTo>
                  <a:pt x="957587" y="101014"/>
                  <a:pt x="959624" y="96898"/>
                  <a:pt x="961747" y="91906"/>
                </a:cubicBezTo>
                <a:lnTo>
                  <a:pt x="971471" y="69016"/>
                </a:lnTo>
                <a:cubicBezTo>
                  <a:pt x="978298" y="52952"/>
                  <a:pt x="985297" y="40847"/>
                  <a:pt x="992468" y="32701"/>
                </a:cubicBezTo>
                <a:cubicBezTo>
                  <a:pt x="999639" y="24554"/>
                  <a:pt x="1007642" y="18860"/>
                  <a:pt x="1016477" y="15619"/>
                </a:cubicBezTo>
                <a:cubicBezTo>
                  <a:pt x="1025312" y="12378"/>
                  <a:pt x="1035582" y="10757"/>
                  <a:pt x="1047285" y="10757"/>
                </a:cubicBezTo>
                <a:lnTo>
                  <a:pt x="1052793" y="10757"/>
                </a:lnTo>
                <a:moveTo>
                  <a:pt x="1029214" y="23665"/>
                </a:moveTo>
                <a:cubicBezTo>
                  <a:pt x="1025198" y="24239"/>
                  <a:pt x="1021813" y="25114"/>
                  <a:pt x="1019059" y="26290"/>
                </a:cubicBezTo>
                <a:cubicBezTo>
                  <a:pt x="1016305" y="27466"/>
                  <a:pt x="1013609" y="29130"/>
                  <a:pt x="1010970" y="31281"/>
                </a:cubicBezTo>
                <a:cubicBezTo>
                  <a:pt x="1008331" y="33432"/>
                  <a:pt x="1005706" y="36272"/>
                  <a:pt x="1003096" y="39800"/>
                </a:cubicBezTo>
                <a:cubicBezTo>
                  <a:pt x="1000486" y="43329"/>
                  <a:pt x="997761" y="47875"/>
                  <a:pt x="994921" y="53440"/>
                </a:cubicBezTo>
                <a:cubicBezTo>
                  <a:pt x="992081" y="59005"/>
                  <a:pt x="989198" y="65660"/>
                  <a:pt x="986272" y="73405"/>
                </a:cubicBezTo>
                <a:lnTo>
                  <a:pt x="1016391" y="73405"/>
                </a:lnTo>
                <a:lnTo>
                  <a:pt x="1022329" y="46728"/>
                </a:lnTo>
                <a:cubicBezTo>
                  <a:pt x="1023304" y="42310"/>
                  <a:pt x="1024481" y="38036"/>
                  <a:pt x="1025857" y="33906"/>
                </a:cubicBezTo>
                <a:cubicBezTo>
                  <a:pt x="1027234" y="29775"/>
                  <a:pt x="1028525" y="26648"/>
                  <a:pt x="1029730" y="24526"/>
                </a:cubicBezTo>
                <a:lnTo>
                  <a:pt x="1029214" y="2366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𝒏">
            <a:extLst xmlns:a="http://schemas.openxmlformats.org/drawingml/2006/main">
              <a:ext uri="{FF2B5EF4-FFF2-40B4-BE49-F238E27FC236}">
                <a16:creationId xmlns:a16="http://schemas.microsoft.com/office/drawing/2014/main" id="{3773C53B-462A-4ABB-AB76-C5C5C42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87" y="2556525"/>
            <a:ext cx="79836" cy="64019"/>
          </a:xfrm>
          <a:custGeom xmlns:a="http://schemas.openxmlformats.org/drawingml/2006/main">
            <a:pathLst>
              <a:path w="79836" h="64019">
                <a:moveTo>
                  <a:pt x="4501" y="16005"/>
                </a:moveTo>
                <a:lnTo>
                  <a:pt x="0" y="11503"/>
                </a:lnTo>
                <a:cubicBezTo>
                  <a:pt x="4168" y="7252"/>
                  <a:pt x="7867" y="4272"/>
                  <a:pt x="11097" y="2563"/>
                </a:cubicBezTo>
                <a:cubicBezTo>
                  <a:pt x="14327" y="854"/>
                  <a:pt x="17734" y="0"/>
                  <a:pt x="21319" y="0"/>
                </a:cubicBezTo>
                <a:cubicBezTo>
                  <a:pt x="24778" y="0"/>
                  <a:pt x="27539" y="969"/>
                  <a:pt x="29602" y="2907"/>
                </a:cubicBezTo>
                <a:cubicBezTo>
                  <a:pt x="31666" y="4845"/>
                  <a:pt x="32697" y="7398"/>
                  <a:pt x="32697" y="10566"/>
                </a:cubicBezTo>
                <a:cubicBezTo>
                  <a:pt x="32697" y="11608"/>
                  <a:pt x="32572" y="12608"/>
                  <a:pt x="32322" y="13566"/>
                </a:cubicBezTo>
                <a:lnTo>
                  <a:pt x="32947" y="14067"/>
                </a:lnTo>
                <a:cubicBezTo>
                  <a:pt x="36865" y="9190"/>
                  <a:pt x="40585" y="5627"/>
                  <a:pt x="44107" y="3376"/>
                </a:cubicBezTo>
                <a:cubicBezTo>
                  <a:pt x="47629" y="1125"/>
                  <a:pt x="51744" y="0"/>
                  <a:pt x="56454" y="0"/>
                </a:cubicBezTo>
                <a:cubicBezTo>
                  <a:pt x="60747" y="0"/>
                  <a:pt x="64113" y="1209"/>
                  <a:pt x="66551" y="3626"/>
                </a:cubicBezTo>
                <a:cubicBezTo>
                  <a:pt x="68989" y="6043"/>
                  <a:pt x="70208" y="9336"/>
                  <a:pt x="70208" y="13504"/>
                </a:cubicBezTo>
                <a:cubicBezTo>
                  <a:pt x="70208" y="14838"/>
                  <a:pt x="70073" y="16505"/>
                  <a:pt x="69802" y="18505"/>
                </a:cubicBezTo>
                <a:cubicBezTo>
                  <a:pt x="69531" y="20506"/>
                  <a:pt x="69208" y="22277"/>
                  <a:pt x="68833" y="23820"/>
                </a:cubicBezTo>
                <a:lnTo>
                  <a:pt x="63894" y="43325"/>
                </a:lnTo>
                <a:cubicBezTo>
                  <a:pt x="63185" y="46118"/>
                  <a:pt x="62831" y="48556"/>
                  <a:pt x="62831" y="50640"/>
                </a:cubicBezTo>
                <a:cubicBezTo>
                  <a:pt x="62831" y="52265"/>
                  <a:pt x="63102" y="53391"/>
                  <a:pt x="63644" y="54016"/>
                </a:cubicBezTo>
                <a:cubicBezTo>
                  <a:pt x="64186" y="54641"/>
                  <a:pt x="64957" y="54954"/>
                  <a:pt x="65957" y="54954"/>
                </a:cubicBezTo>
                <a:cubicBezTo>
                  <a:pt x="67166" y="54954"/>
                  <a:pt x="68520" y="54381"/>
                  <a:pt x="70021" y="53234"/>
                </a:cubicBezTo>
                <a:cubicBezTo>
                  <a:pt x="71521" y="52088"/>
                  <a:pt x="73292" y="50348"/>
                  <a:pt x="75335" y="48014"/>
                </a:cubicBezTo>
                <a:lnTo>
                  <a:pt x="79836" y="52515"/>
                </a:lnTo>
                <a:cubicBezTo>
                  <a:pt x="75751" y="56683"/>
                  <a:pt x="72094" y="59643"/>
                  <a:pt x="68864" y="61393"/>
                </a:cubicBezTo>
                <a:cubicBezTo>
                  <a:pt x="65634" y="63144"/>
                  <a:pt x="62081" y="64019"/>
                  <a:pt x="58205" y="64019"/>
                </a:cubicBezTo>
                <a:cubicBezTo>
                  <a:pt x="53787" y="64019"/>
                  <a:pt x="50557" y="62925"/>
                  <a:pt x="48514" y="60737"/>
                </a:cubicBezTo>
                <a:cubicBezTo>
                  <a:pt x="46472" y="58548"/>
                  <a:pt x="45451" y="55329"/>
                  <a:pt x="45451" y="51078"/>
                </a:cubicBezTo>
                <a:cubicBezTo>
                  <a:pt x="45451" y="48035"/>
                  <a:pt x="46055" y="44138"/>
                  <a:pt x="47264" y="39387"/>
                </a:cubicBezTo>
                <a:lnTo>
                  <a:pt x="50015" y="29009"/>
                </a:lnTo>
                <a:cubicBezTo>
                  <a:pt x="50723" y="26341"/>
                  <a:pt x="51328" y="23705"/>
                  <a:pt x="51828" y="21100"/>
                </a:cubicBezTo>
                <a:cubicBezTo>
                  <a:pt x="52328" y="18495"/>
                  <a:pt x="52578" y="16359"/>
                  <a:pt x="52578" y="14692"/>
                </a:cubicBezTo>
                <a:cubicBezTo>
                  <a:pt x="52578" y="12816"/>
                  <a:pt x="52182" y="11420"/>
                  <a:pt x="51390" y="10503"/>
                </a:cubicBezTo>
                <a:cubicBezTo>
                  <a:pt x="50598" y="9586"/>
                  <a:pt x="49473" y="9128"/>
                  <a:pt x="48014" y="9128"/>
                </a:cubicBezTo>
                <a:cubicBezTo>
                  <a:pt x="45972" y="9128"/>
                  <a:pt x="43638" y="10336"/>
                  <a:pt x="41012" y="12754"/>
                </a:cubicBezTo>
                <a:cubicBezTo>
                  <a:pt x="38386" y="15171"/>
                  <a:pt x="36282" y="17724"/>
                  <a:pt x="34698" y="20412"/>
                </a:cubicBezTo>
                <a:cubicBezTo>
                  <a:pt x="33114" y="23101"/>
                  <a:pt x="31864" y="26612"/>
                  <a:pt x="30947" y="30947"/>
                </a:cubicBezTo>
                <a:lnTo>
                  <a:pt x="23945" y="63019"/>
                </a:lnTo>
                <a:lnTo>
                  <a:pt x="6002" y="63019"/>
                </a:lnTo>
                <a:lnTo>
                  <a:pt x="16067" y="19568"/>
                </a:lnTo>
                <a:cubicBezTo>
                  <a:pt x="16692" y="16859"/>
                  <a:pt x="17005" y="14796"/>
                  <a:pt x="17005" y="13379"/>
                </a:cubicBezTo>
                <a:cubicBezTo>
                  <a:pt x="17005" y="12004"/>
                  <a:pt x="16776" y="10941"/>
                  <a:pt x="16317" y="10190"/>
                </a:cubicBezTo>
                <a:cubicBezTo>
                  <a:pt x="15859" y="9440"/>
                  <a:pt x="15067" y="9065"/>
                  <a:pt x="13942" y="9065"/>
                </a:cubicBezTo>
                <a:cubicBezTo>
                  <a:pt x="12650" y="9065"/>
                  <a:pt x="11253" y="9649"/>
                  <a:pt x="9753" y="10816"/>
                </a:cubicBezTo>
                <a:cubicBezTo>
                  <a:pt x="8252" y="11983"/>
                  <a:pt x="6502" y="13712"/>
                  <a:pt x="4501" y="1600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selection">
            <a:extLst xmlns:a="http://schemas.openxmlformats.org/drawingml/2006/main">
              <a:ext uri="{FF2B5EF4-FFF2-40B4-BE49-F238E27FC236}">
                <a16:creationId xmlns:a16="http://schemas.microsoft.com/office/drawing/2014/main" id="{5ABCD279-F8FB-4B63-A666-139B01D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869" y="2664550"/>
            <a:ext cx="704328" cy="134934"/>
          </a:xfrm>
          <a:custGeom xmlns:a="http://schemas.openxmlformats.org/drawingml/2006/main">
            <a:pathLst>
              <a:path w="704328" h="134934">
                <a:moveTo>
                  <a:pt x="64369" y="101200"/>
                </a:moveTo>
                <a:cubicBezTo>
                  <a:pt x="64369" y="110437"/>
                  <a:pt x="60884" y="117881"/>
                  <a:pt x="53913" y="123532"/>
                </a:cubicBezTo>
                <a:cubicBezTo>
                  <a:pt x="46943" y="129182"/>
                  <a:pt x="37835" y="132008"/>
                  <a:pt x="26591" y="132008"/>
                </a:cubicBezTo>
                <a:cubicBezTo>
                  <a:pt x="18617" y="132008"/>
                  <a:pt x="10068" y="130287"/>
                  <a:pt x="947" y="126845"/>
                </a:cubicBezTo>
                <a:lnTo>
                  <a:pt x="0" y="125554"/>
                </a:lnTo>
                <a:cubicBezTo>
                  <a:pt x="516" y="120276"/>
                  <a:pt x="832" y="116174"/>
                  <a:pt x="947" y="113248"/>
                </a:cubicBezTo>
                <a:lnTo>
                  <a:pt x="1377" y="102405"/>
                </a:lnTo>
                <a:lnTo>
                  <a:pt x="2237" y="101459"/>
                </a:lnTo>
                <a:lnTo>
                  <a:pt x="7315" y="101459"/>
                </a:lnTo>
                <a:lnTo>
                  <a:pt x="8347" y="102405"/>
                </a:lnTo>
                <a:cubicBezTo>
                  <a:pt x="8577" y="108831"/>
                  <a:pt x="8835" y="112617"/>
                  <a:pt x="9122" y="113764"/>
                </a:cubicBezTo>
                <a:cubicBezTo>
                  <a:pt x="13998" y="120018"/>
                  <a:pt x="20395" y="123144"/>
                  <a:pt x="28312" y="123144"/>
                </a:cubicBezTo>
                <a:cubicBezTo>
                  <a:pt x="33361" y="123144"/>
                  <a:pt x="37405" y="121911"/>
                  <a:pt x="40446" y="119444"/>
                </a:cubicBezTo>
                <a:cubicBezTo>
                  <a:pt x="43486" y="116977"/>
                  <a:pt x="45007" y="113678"/>
                  <a:pt x="45007" y="109548"/>
                </a:cubicBezTo>
                <a:cubicBezTo>
                  <a:pt x="45007" y="104327"/>
                  <a:pt x="42712" y="100856"/>
                  <a:pt x="38122" y="99135"/>
                </a:cubicBezTo>
                <a:cubicBezTo>
                  <a:pt x="36172" y="98389"/>
                  <a:pt x="32299" y="97414"/>
                  <a:pt x="26505" y="96209"/>
                </a:cubicBezTo>
                <a:cubicBezTo>
                  <a:pt x="17039" y="94201"/>
                  <a:pt x="10699" y="91906"/>
                  <a:pt x="7487" y="89325"/>
                </a:cubicBezTo>
                <a:cubicBezTo>
                  <a:pt x="2610" y="85424"/>
                  <a:pt x="172" y="79658"/>
                  <a:pt x="172" y="72028"/>
                </a:cubicBezTo>
                <a:cubicBezTo>
                  <a:pt x="172" y="63709"/>
                  <a:pt x="3184" y="57026"/>
                  <a:pt x="9208" y="51977"/>
                </a:cubicBezTo>
                <a:cubicBezTo>
                  <a:pt x="15519" y="46699"/>
                  <a:pt x="24067" y="44060"/>
                  <a:pt x="34852" y="44060"/>
                </a:cubicBezTo>
                <a:cubicBezTo>
                  <a:pt x="44031" y="44060"/>
                  <a:pt x="51662" y="45609"/>
                  <a:pt x="57743" y="48707"/>
                </a:cubicBezTo>
                <a:lnTo>
                  <a:pt x="58517" y="50084"/>
                </a:lnTo>
                <a:cubicBezTo>
                  <a:pt x="57886" y="52665"/>
                  <a:pt x="57399" y="59292"/>
                  <a:pt x="57054" y="69962"/>
                </a:cubicBezTo>
                <a:lnTo>
                  <a:pt x="56108" y="70823"/>
                </a:lnTo>
                <a:lnTo>
                  <a:pt x="51203" y="70823"/>
                </a:lnTo>
                <a:lnTo>
                  <a:pt x="50256" y="69962"/>
                </a:lnTo>
                <a:cubicBezTo>
                  <a:pt x="50026" y="65832"/>
                  <a:pt x="49625" y="62476"/>
                  <a:pt x="49051" y="59894"/>
                </a:cubicBezTo>
                <a:cubicBezTo>
                  <a:pt x="45437" y="55305"/>
                  <a:pt x="40188" y="53010"/>
                  <a:pt x="33303" y="53010"/>
                </a:cubicBezTo>
                <a:cubicBezTo>
                  <a:pt x="28828" y="53010"/>
                  <a:pt x="25157" y="54100"/>
                  <a:pt x="22288" y="56280"/>
                </a:cubicBezTo>
                <a:cubicBezTo>
                  <a:pt x="19420" y="58460"/>
                  <a:pt x="17985" y="61328"/>
                  <a:pt x="17985" y="64885"/>
                </a:cubicBezTo>
                <a:cubicBezTo>
                  <a:pt x="17985" y="69647"/>
                  <a:pt x="20424" y="72831"/>
                  <a:pt x="25300" y="74437"/>
                </a:cubicBezTo>
                <a:cubicBezTo>
                  <a:pt x="27480" y="75126"/>
                  <a:pt x="31726" y="76101"/>
                  <a:pt x="38036" y="77363"/>
                </a:cubicBezTo>
                <a:cubicBezTo>
                  <a:pt x="47674" y="79256"/>
                  <a:pt x="54042" y="81436"/>
                  <a:pt x="57140" y="83903"/>
                </a:cubicBezTo>
                <a:cubicBezTo>
                  <a:pt x="61959" y="87747"/>
                  <a:pt x="64369" y="93513"/>
                  <a:pt x="64369" y="101200"/>
                </a:cubicBezTo>
                <a:close/>
                <a:moveTo>
                  <a:pt x="152344" y="79945"/>
                </a:moveTo>
                <a:cubicBezTo>
                  <a:pt x="152344" y="80920"/>
                  <a:pt x="152315" y="82383"/>
                  <a:pt x="152258" y="84334"/>
                </a:cubicBezTo>
                <a:lnTo>
                  <a:pt x="151311" y="85538"/>
                </a:lnTo>
                <a:cubicBezTo>
                  <a:pt x="143738" y="87604"/>
                  <a:pt x="133699" y="88636"/>
                  <a:pt x="121192" y="88636"/>
                </a:cubicBezTo>
                <a:cubicBezTo>
                  <a:pt x="118955" y="88636"/>
                  <a:pt x="115570" y="88679"/>
                  <a:pt x="111038" y="88765"/>
                </a:cubicBezTo>
                <a:cubicBezTo>
                  <a:pt x="106505" y="88852"/>
                  <a:pt x="103092" y="88895"/>
                  <a:pt x="100797" y="88895"/>
                </a:cubicBezTo>
                <a:cubicBezTo>
                  <a:pt x="101141" y="97328"/>
                  <a:pt x="103752" y="104298"/>
                  <a:pt x="108628" y="109806"/>
                </a:cubicBezTo>
                <a:cubicBezTo>
                  <a:pt x="113734" y="115715"/>
                  <a:pt x="120389" y="118669"/>
                  <a:pt x="128593" y="118669"/>
                </a:cubicBezTo>
                <a:cubicBezTo>
                  <a:pt x="134100" y="118669"/>
                  <a:pt x="140640" y="116776"/>
                  <a:pt x="148213" y="112990"/>
                </a:cubicBezTo>
                <a:lnTo>
                  <a:pt x="150279" y="115485"/>
                </a:lnTo>
                <a:lnTo>
                  <a:pt x="146492" y="124005"/>
                </a:lnTo>
                <a:cubicBezTo>
                  <a:pt x="138116" y="129340"/>
                  <a:pt x="129023" y="132008"/>
                  <a:pt x="119213" y="132008"/>
                </a:cubicBezTo>
                <a:cubicBezTo>
                  <a:pt x="106305" y="132008"/>
                  <a:pt x="96279" y="128365"/>
                  <a:pt x="89137" y="121079"/>
                </a:cubicBezTo>
                <a:cubicBezTo>
                  <a:pt x="81994" y="113793"/>
                  <a:pt x="78423" y="103409"/>
                  <a:pt x="78423" y="89927"/>
                </a:cubicBezTo>
                <a:cubicBezTo>
                  <a:pt x="78423" y="73921"/>
                  <a:pt x="82238" y="62963"/>
                  <a:pt x="89868" y="57054"/>
                </a:cubicBezTo>
                <a:cubicBezTo>
                  <a:pt x="100424" y="48908"/>
                  <a:pt x="110435" y="44835"/>
                  <a:pt x="119901" y="44835"/>
                </a:cubicBezTo>
                <a:cubicBezTo>
                  <a:pt x="130170" y="44835"/>
                  <a:pt x="138116" y="47789"/>
                  <a:pt x="143738" y="53698"/>
                </a:cubicBezTo>
                <a:cubicBezTo>
                  <a:pt x="149475" y="59779"/>
                  <a:pt x="152344" y="68528"/>
                  <a:pt x="152344" y="79945"/>
                </a:cubicBezTo>
                <a:moveTo>
                  <a:pt x="129884" y="77707"/>
                </a:moveTo>
                <a:cubicBezTo>
                  <a:pt x="129884" y="62218"/>
                  <a:pt x="125065" y="54473"/>
                  <a:pt x="115426" y="54473"/>
                </a:cubicBezTo>
                <a:cubicBezTo>
                  <a:pt x="105272" y="54473"/>
                  <a:pt x="100195" y="62160"/>
                  <a:pt x="100195" y="77535"/>
                </a:cubicBezTo>
                <a:lnTo>
                  <a:pt x="100195" y="79429"/>
                </a:lnTo>
                <a:cubicBezTo>
                  <a:pt x="103522" y="79945"/>
                  <a:pt x="109431" y="80203"/>
                  <a:pt x="117922" y="80203"/>
                </a:cubicBezTo>
                <a:cubicBezTo>
                  <a:pt x="122339" y="80203"/>
                  <a:pt x="126298" y="79945"/>
                  <a:pt x="129798" y="79429"/>
                </a:cubicBezTo>
                <a:cubicBezTo>
                  <a:pt x="129855" y="78625"/>
                  <a:pt x="129884" y="78052"/>
                  <a:pt x="129884" y="77707"/>
                </a:cubicBezTo>
                <a:moveTo>
                  <a:pt x="119471" y="134934"/>
                </a:moveTo>
                <a:lnTo>
                  <a:pt x="119471" y="134934"/>
                </a:lnTo>
                <a:moveTo>
                  <a:pt x="119471" y="40618"/>
                </a:moveTo>
                <a:lnTo>
                  <a:pt x="119471" y="40618"/>
                </a:lnTo>
                <a:close/>
                <a:moveTo>
                  <a:pt x="213029" y="127963"/>
                </a:moveTo>
                <a:lnTo>
                  <a:pt x="212169" y="128824"/>
                </a:lnTo>
                <a:cubicBezTo>
                  <a:pt x="206718" y="128422"/>
                  <a:pt x="198859" y="128222"/>
                  <a:pt x="188590" y="128222"/>
                </a:cubicBezTo>
                <a:cubicBezTo>
                  <a:pt x="178320" y="128222"/>
                  <a:pt x="170489" y="128422"/>
                  <a:pt x="165097" y="128824"/>
                </a:cubicBezTo>
                <a:lnTo>
                  <a:pt x="164236" y="127963"/>
                </a:lnTo>
                <a:lnTo>
                  <a:pt x="164236" y="122714"/>
                </a:lnTo>
                <a:lnTo>
                  <a:pt x="165097" y="121853"/>
                </a:lnTo>
                <a:cubicBezTo>
                  <a:pt x="170604" y="121681"/>
                  <a:pt x="174018" y="121251"/>
                  <a:pt x="175337" y="120563"/>
                </a:cubicBezTo>
                <a:cubicBezTo>
                  <a:pt x="176485" y="120046"/>
                  <a:pt x="177116" y="118669"/>
                  <a:pt x="177230" y="116432"/>
                </a:cubicBezTo>
                <a:cubicBezTo>
                  <a:pt x="177632" y="108974"/>
                  <a:pt x="177833" y="95922"/>
                  <a:pt x="177833" y="77277"/>
                </a:cubicBezTo>
                <a:lnTo>
                  <a:pt x="177833" y="48449"/>
                </a:lnTo>
                <a:cubicBezTo>
                  <a:pt x="177833" y="36401"/>
                  <a:pt x="177632" y="26648"/>
                  <a:pt x="177230" y="19190"/>
                </a:cubicBezTo>
                <a:cubicBezTo>
                  <a:pt x="177116" y="17068"/>
                  <a:pt x="176485" y="15676"/>
                  <a:pt x="175337" y="15017"/>
                </a:cubicBezTo>
                <a:cubicBezTo>
                  <a:pt x="174190" y="14357"/>
                  <a:pt x="170862" y="13941"/>
                  <a:pt x="165355" y="13769"/>
                </a:cubicBezTo>
                <a:lnTo>
                  <a:pt x="164494" y="12822"/>
                </a:lnTo>
                <a:lnTo>
                  <a:pt x="164494" y="8089"/>
                </a:lnTo>
                <a:lnTo>
                  <a:pt x="165355" y="7143"/>
                </a:lnTo>
                <a:cubicBezTo>
                  <a:pt x="176427" y="5938"/>
                  <a:pt x="187528" y="3557"/>
                  <a:pt x="198658" y="0"/>
                </a:cubicBezTo>
                <a:lnTo>
                  <a:pt x="200465" y="1033"/>
                </a:lnTo>
                <a:cubicBezTo>
                  <a:pt x="200465" y="2582"/>
                  <a:pt x="200379" y="5421"/>
                  <a:pt x="200207" y="9552"/>
                </a:cubicBezTo>
                <a:cubicBezTo>
                  <a:pt x="199633" y="23263"/>
                  <a:pt x="199346" y="38438"/>
                  <a:pt x="199346" y="55075"/>
                </a:cubicBezTo>
                <a:lnTo>
                  <a:pt x="199346" y="77277"/>
                </a:lnTo>
                <a:cubicBezTo>
                  <a:pt x="199346" y="95922"/>
                  <a:pt x="199547" y="108974"/>
                  <a:pt x="199949" y="116432"/>
                </a:cubicBezTo>
                <a:cubicBezTo>
                  <a:pt x="200064" y="118669"/>
                  <a:pt x="200695" y="120046"/>
                  <a:pt x="201842" y="120563"/>
                </a:cubicBezTo>
                <a:cubicBezTo>
                  <a:pt x="203161" y="121251"/>
                  <a:pt x="206575" y="121681"/>
                  <a:pt x="212083" y="121853"/>
                </a:cubicBezTo>
                <a:lnTo>
                  <a:pt x="213029" y="122714"/>
                </a:lnTo>
                <a:lnTo>
                  <a:pt x="213029" y="127963"/>
                </a:lnTo>
                <a:close/>
                <a:moveTo>
                  <a:pt x="299857" y="79945"/>
                </a:moveTo>
                <a:cubicBezTo>
                  <a:pt x="299857" y="80920"/>
                  <a:pt x="299828" y="82383"/>
                  <a:pt x="299771" y="84334"/>
                </a:cubicBezTo>
                <a:lnTo>
                  <a:pt x="298824" y="85538"/>
                </a:lnTo>
                <a:cubicBezTo>
                  <a:pt x="291251" y="87604"/>
                  <a:pt x="281212" y="88636"/>
                  <a:pt x="268705" y="88636"/>
                </a:cubicBezTo>
                <a:cubicBezTo>
                  <a:pt x="266468" y="88636"/>
                  <a:pt x="263083" y="88679"/>
                  <a:pt x="258551" y="88765"/>
                </a:cubicBezTo>
                <a:cubicBezTo>
                  <a:pt x="254018" y="88852"/>
                  <a:pt x="250605" y="88895"/>
                  <a:pt x="248310" y="88895"/>
                </a:cubicBezTo>
                <a:cubicBezTo>
                  <a:pt x="248654" y="97328"/>
                  <a:pt x="251265" y="104298"/>
                  <a:pt x="256141" y="109806"/>
                </a:cubicBezTo>
                <a:cubicBezTo>
                  <a:pt x="261247" y="115715"/>
                  <a:pt x="267902" y="118669"/>
                  <a:pt x="276106" y="118669"/>
                </a:cubicBezTo>
                <a:cubicBezTo>
                  <a:pt x="281613" y="118669"/>
                  <a:pt x="288153" y="116776"/>
                  <a:pt x="295726" y="112990"/>
                </a:cubicBezTo>
                <a:lnTo>
                  <a:pt x="297792" y="115485"/>
                </a:lnTo>
                <a:lnTo>
                  <a:pt x="294005" y="124005"/>
                </a:lnTo>
                <a:cubicBezTo>
                  <a:pt x="285629" y="129340"/>
                  <a:pt x="276536" y="132008"/>
                  <a:pt x="266726" y="132008"/>
                </a:cubicBezTo>
                <a:cubicBezTo>
                  <a:pt x="253818" y="132008"/>
                  <a:pt x="243792" y="128365"/>
                  <a:pt x="236650" y="121079"/>
                </a:cubicBezTo>
                <a:cubicBezTo>
                  <a:pt x="229507" y="113793"/>
                  <a:pt x="225936" y="103409"/>
                  <a:pt x="225936" y="89927"/>
                </a:cubicBezTo>
                <a:cubicBezTo>
                  <a:pt x="225936" y="73921"/>
                  <a:pt x="229751" y="62963"/>
                  <a:pt x="237381" y="57054"/>
                </a:cubicBezTo>
                <a:cubicBezTo>
                  <a:pt x="247937" y="48908"/>
                  <a:pt x="257948" y="44835"/>
                  <a:pt x="267414" y="44835"/>
                </a:cubicBezTo>
                <a:cubicBezTo>
                  <a:pt x="277683" y="44835"/>
                  <a:pt x="285629" y="47789"/>
                  <a:pt x="291251" y="53698"/>
                </a:cubicBezTo>
                <a:cubicBezTo>
                  <a:pt x="296988" y="59779"/>
                  <a:pt x="299857" y="68528"/>
                  <a:pt x="299857" y="79945"/>
                </a:cubicBezTo>
                <a:moveTo>
                  <a:pt x="277397" y="77707"/>
                </a:moveTo>
                <a:cubicBezTo>
                  <a:pt x="277397" y="62218"/>
                  <a:pt x="272577" y="54473"/>
                  <a:pt x="262939" y="54473"/>
                </a:cubicBezTo>
                <a:cubicBezTo>
                  <a:pt x="252785" y="54473"/>
                  <a:pt x="247708" y="62160"/>
                  <a:pt x="247708" y="77535"/>
                </a:cubicBezTo>
                <a:lnTo>
                  <a:pt x="247708" y="79429"/>
                </a:lnTo>
                <a:cubicBezTo>
                  <a:pt x="251035" y="79945"/>
                  <a:pt x="256944" y="80203"/>
                  <a:pt x="265435" y="80203"/>
                </a:cubicBezTo>
                <a:cubicBezTo>
                  <a:pt x="269852" y="80203"/>
                  <a:pt x="273811" y="79945"/>
                  <a:pt x="277310" y="79429"/>
                </a:cubicBezTo>
                <a:cubicBezTo>
                  <a:pt x="277368" y="78625"/>
                  <a:pt x="277397" y="78052"/>
                  <a:pt x="277397" y="77707"/>
                </a:cubicBezTo>
                <a:moveTo>
                  <a:pt x="266984" y="134934"/>
                </a:moveTo>
                <a:lnTo>
                  <a:pt x="266984" y="134934"/>
                </a:lnTo>
                <a:moveTo>
                  <a:pt x="266984" y="40618"/>
                </a:moveTo>
                <a:lnTo>
                  <a:pt x="266984" y="40618"/>
                </a:lnTo>
                <a:close/>
                <a:moveTo>
                  <a:pt x="380851" y="117379"/>
                </a:moveTo>
                <a:lnTo>
                  <a:pt x="377065" y="125898"/>
                </a:lnTo>
                <a:cubicBezTo>
                  <a:pt x="369262" y="129971"/>
                  <a:pt x="361575" y="132008"/>
                  <a:pt x="354002" y="132008"/>
                </a:cubicBezTo>
                <a:cubicBezTo>
                  <a:pt x="341208" y="132008"/>
                  <a:pt x="331427" y="128336"/>
                  <a:pt x="324657" y="120993"/>
                </a:cubicBezTo>
                <a:cubicBezTo>
                  <a:pt x="317888" y="113650"/>
                  <a:pt x="314503" y="103581"/>
                  <a:pt x="314503" y="90788"/>
                </a:cubicBezTo>
                <a:cubicBezTo>
                  <a:pt x="314503" y="78970"/>
                  <a:pt x="317113" y="69991"/>
                  <a:pt x="322334" y="63853"/>
                </a:cubicBezTo>
                <a:cubicBezTo>
                  <a:pt x="323768" y="62132"/>
                  <a:pt x="326493" y="59865"/>
                  <a:pt x="330509" y="57054"/>
                </a:cubicBezTo>
                <a:cubicBezTo>
                  <a:pt x="338770" y="51203"/>
                  <a:pt x="344292" y="47703"/>
                  <a:pt x="347074" y="46556"/>
                </a:cubicBezTo>
                <a:cubicBezTo>
                  <a:pt x="349857" y="45408"/>
                  <a:pt x="354117" y="44835"/>
                  <a:pt x="359854" y="44835"/>
                </a:cubicBezTo>
                <a:cubicBezTo>
                  <a:pt x="367656" y="44835"/>
                  <a:pt x="374110" y="46011"/>
                  <a:pt x="379216" y="48363"/>
                </a:cubicBezTo>
                <a:lnTo>
                  <a:pt x="380076" y="49912"/>
                </a:lnTo>
                <a:cubicBezTo>
                  <a:pt x="380019" y="50658"/>
                  <a:pt x="379617" y="53325"/>
                  <a:pt x="378872" y="57915"/>
                </a:cubicBezTo>
                <a:lnTo>
                  <a:pt x="377925" y="63767"/>
                </a:lnTo>
                <a:cubicBezTo>
                  <a:pt x="377753" y="64742"/>
                  <a:pt x="377495" y="68586"/>
                  <a:pt x="377151" y="75298"/>
                </a:cubicBezTo>
                <a:lnTo>
                  <a:pt x="376290" y="76158"/>
                </a:lnTo>
                <a:lnTo>
                  <a:pt x="371127" y="76158"/>
                </a:lnTo>
                <a:lnTo>
                  <a:pt x="370266" y="75298"/>
                </a:lnTo>
                <a:cubicBezTo>
                  <a:pt x="369922" y="70192"/>
                  <a:pt x="369520" y="66635"/>
                  <a:pt x="369061" y="64627"/>
                </a:cubicBezTo>
                <a:cubicBezTo>
                  <a:pt x="366537" y="60152"/>
                  <a:pt x="361689" y="57915"/>
                  <a:pt x="354518" y="57915"/>
                </a:cubicBezTo>
                <a:cubicBezTo>
                  <a:pt x="342356" y="57915"/>
                  <a:pt x="336275" y="65803"/>
                  <a:pt x="336275" y="81580"/>
                </a:cubicBezTo>
                <a:cubicBezTo>
                  <a:pt x="336275" y="93054"/>
                  <a:pt x="338713" y="102090"/>
                  <a:pt x="343589" y="108687"/>
                </a:cubicBezTo>
                <a:cubicBezTo>
                  <a:pt x="348580" y="115514"/>
                  <a:pt x="355608" y="118928"/>
                  <a:pt x="364673" y="118928"/>
                </a:cubicBezTo>
                <a:cubicBezTo>
                  <a:pt x="370180" y="118928"/>
                  <a:pt x="375028" y="117752"/>
                  <a:pt x="379216" y="115399"/>
                </a:cubicBezTo>
                <a:lnTo>
                  <a:pt x="380851" y="117379"/>
                </a:lnTo>
                <a:close/>
                <a:moveTo>
                  <a:pt x="442321" y="116948"/>
                </a:moveTo>
                <a:cubicBezTo>
                  <a:pt x="441919" y="117407"/>
                  <a:pt x="440686" y="118612"/>
                  <a:pt x="438620" y="120563"/>
                </a:cubicBezTo>
                <a:cubicBezTo>
                  <a:pt x="435236" y="123775"/>
                  <a:pt x="432338" y="126701"/>
                  <a:pt x="429929" y="129340"/>
                </a:cubicBezTo>
                <a:cubicBezTo>
                  <a:pt x="427118" y="130258"/>
                  <a:pt x="424278" y="130717"/>
                  <a:pt x="421410" y="130717"/>
                </a:cubicBezTo>
                <a:cubicBezTo>
                  <a:pt x="413435" y="130717"/>
                  <a:pt x="407612" y="128394"/>
                  <a:pt x="403940" y="123747"/>
                </a:cubicBezTo>
                <a:cubicBezTo>
                  <a:pt x="402391" y="121739"/>
                  <a:pt x="401359" y="119415"/>
                  <a:pt x="400842" y="116776"/>
                </a:cubicBezTo>
                <a:cubicBezTo>
                  <a:pt x="400269" y="113621"/>
                  <a:pt x="400011" y="109490"/>
                  <a:pt x="400068" y="104384"/>
                </a:cubicBezTo>
                <a:lnTo>
                  <a:pt x="400326" y="83817"/>
                </a:lnTo>
                <a:lnTo>
                  <a:pt x="400326" y="62304"/>
                </a:lnTo>
                <a:lnTo>
                  <a:pt x="398003" y="62304"/>
                </a:lnTo>
                <a:lnTo>
                  <a:pt x="393442" y="62476"/>
                </a:lnTo>
                <a:lnTo>
                  <a:pt x="389913" y="62476"/>
                </a:lnTo>
                <a:lnTo>
                  <a:pt x="388967" y="61701"/>
                </a:lnTo>
                <a:lnTo>
                  <a:pt x="388967" y="59464"/>
                </a:lnTo>
                <a:lnTo>
                  <a:pt x="389655" y="58173"/>
                </a:lnTo>
                <a:cubicBezTo>
                  <a:pt x="390688" y="57485"/>
                  <a:pt x="392294" y="56452"/>
                  <a:pt x="394474" y="55075"/>
                </a:cubicBezTo>
                <a:cubicBezTo>
                  <a:pt x="397056" y="53469"/>
                  <a:pt x="399007" y="52120"/>
                  <a:pt x="400326" y="51030"/>
                </a:cubicBezTo>
                <a:lnTo>
                  <a:pt x="400326" y="39327"/>
                </a:lnTo>
                <a:cubicBezTo>
                  <a:pt x="400326" y="34451"/>
                  <a:pt x="400097" y="29287"/>
                  <a:pt x="399638" y="23837"/>
                </a:cubicBezTo>
                <a:cubicBezTo>
                  <a:pt x="403940" y="22460"/>
                  <a:pt x="407426" y="21241"/>
                  <a:pt x="410093" y="20180"/>
                </a:cubicBezTo>
                <a:cubicBezTo>
                  <a:pt x="412761" y="19118"/>
                  <a:pt x="416533" y="17383"/>
                  <a:pt x="421410" y="14974"/>
                </a:cubicBezTo>
                <a:lnTo>
                  <a:pt x="423647" y="16695"/>
                </a:lnTo>
                <a:cubicBezTo>
                  <a:pt x="422959" y="23808"/>
                  <a:pt x="422471" y="30177"/>
                  <a:pt x="422184" y="35799"/>
                </a:cubicBezTo>
                <a:lnTo>
                  <a:pt x="421410" y="50686"/>
                </a:lnTo>
                <a:lnTo>
                  <a:pt x="424249" y="50686"/>
                </a:lnTo>
                <a:cubicBezTo>
                  <a:pt x="430503" y="50686"/>
                  <a:pt x="435895" y="50485"/>
                  <a:pt x="440428" y="50084"/>
                </a:cubicBezTo>
                <a:lnTo>
                  <a:pt x="441374" y="51030"/>
                </a:lnTo>
                <a:lnTo>
                  <a:pt x="440169" y="61099"/>
                </a:lnTo>
                <a:lnTo>
                  <a:pt x="439309" y="61959"/>
                </a:lnTo>
                <a:lnTo>
                  <a:pt x="421410" y="61959"/>
                </a:lnTo>
                <a:lnTo>
                  <a:pt x="421410" y="91132"/>
                </a:lnTo>
                <a:cubicBezTo>
                  <a:pt x="421410" y="100483"/>
                  <a:pt x="421524" y="105991"/>
                  <a:pt x="421754" y="107654"/>
                </a:cubicBezTo>
                <a:cubicBezTo>
                  <a:pt x="422041" y="110064"/>
                  <a:pt x="423059" y="112015"/>
                  <a:pt x="424809" y="113506"/>
                </a:cubicBezTo>
                <a:cubicBezTo>
                  <a:pt x="426558" y="114998"/>
                  <a:pt x="428925" y="115744"/>
                  <a:pt x="431908" y="115744"/>
                </a:cubicBezTo>
                <a:cubicBezTo>
                  <a:pt x="434260" y="115744"/>
                  <a:pt x="437100" y="115113"/>
                  <a:pt x="440428" y="113850"/>
                </a:cubicBezTo>
                <a:lnTo>
                  <a:pt x="442321" y="116948"/>
                </a:lnTo>
                <a:close/>
                <a:moveTo>
                  <a:pt x="485605" y="15662"/>
                </a:moveTo>
                <a:cubicBezTo>
                  <a:pt x="485605" y="19334"/>
                  <a:pt x="484314" y="22475"/>
                  <a:pt x="481733" y="25085"/>
                </a:cubicBezTo>
                <a:cubicBezTo>
                  <a:pt x="479151" y="27695"/>
                  <a:pt x="476053" y="29000"/>
                  <a:pt x="472439" y="29000"/>
                </a:cubicBezTo>
                <a:cubicBezTo>
                  <a:pt x="468767" y="29000"/>
                  <a:pt x="465640" y="27695"/>
                  <a:pt x="463059" y="25085"/>
                </a:cubicBezTo>
                <a:cubicBezTo>
                  <a:pt x="460477" y="22475"/>
                  <a:pt x="459186" y="19334"/>
                  <a:pt x="459186" y="15662"/>
                </a:cubicBezTo>
                <a:cubicBezTo>
                  <a:pt x="459186" y="11876"/>
                  <a:pt x="460491" y="8692"/>
                  <a:pt x="463102" y="6110"/>
                </a:cubicBezTo>
                <a:cubicBezTo>
                  <a:pt x="465712" y="3528"/>
                  <a:pt x="468824" y="2237"/>
                  <a:pt x="472439" y="2237"/>
                </a:cubicBezTo>
                <a:cubicBezTo>
                  <a:pt x="475996" y="2237"/>
                  <a:pt x="479079" y="3528"/>
                  <a:pt x="481690" y="6110"/>
                </a:cubicBezTo>
                <a:cubicBezTo>
                  <a:pt x="484300" y="8692"/>
                  <a:pt x="485605" y="11876"/>
                  <a:pt x="485605" y="15662"/>
                </a:cubicBezTo>
                <a:moveTo>
                  <a:pt x="497481" y="127963"/>
                </a:moveTo>
                <a:lnTo>
                  <a:pt x="496620" y="128824"/>
                </a:lnTo>
                <a:cubicBezTo>
                  <a:pt x="491170" y="128422"/>
                  <a:pt x="483310" y="128222"/>
                  <a:pt x="473041" y="128222"/>
                </a:cubicBezTo>
                <a:cubicBezTo>
                  <a:pt x="462772" y="128222"/>
                  <a:pt x="454941" y="128422"/>
                  <a:pt x="449548" y="128824"/>
                </a:cubicBezTo>
                <a:lnTo>
                  <a:pt x="448688" y="127963"/>
                </a:lnTo>
                <a:lnTo>
                  <a:pt x="448688" y="122714"/>
                </a:lnTo>
                <a:lnTo>
                  <a:pt x="449548" y="121853"/>
                </a:lnTo>
                <a:cubicBezTo>
                  <a:pt x="455056" y="121681"/>
                  <a:pt x="458469" y="121251"/>
                  <a:pt x="459789" y="120563"/>
                </a:cubicBezTo>
                <a:cubicBezTo>
                  <a:pt x="460936" y="120046"/>
                  <a:pt x="461567" y="118669"/>
                  <a:pt x="461682" y="116432"/>
                </a:cubicBezTo>
                <a:cubicBezTo>
                  <a:pt x="462083" y="108974"/>
                  <a:pt x="462284" y="100971"/>
                  <a:pt x="462284" y="92423"/>
                </a:cubicBezTo>
                <a:lnTo>
                  <a:pt x="462284" y="80117"/>
                </a:lnTo>
                <a:cubicBezTo>
                  <a:pt x="462284" y="68987"/>
                  <a:pt x="461854" y="62390"/>
                  <a:pt x="460993" y="60324"/>
                </a:cubicBezTo>
                <a:cubicBezTo>
                  <a:pt x="460534" y="59177"/>
                  <a:pt x="459301" y="58460"/>
                  <a:pt x="457293" y="58173"/>
                </a:cubicBezTo>
                <a:cubicBezTo>
                  <a:pt x="456605" y="58058"/>
                  <a:pt x="454109" y="57915"/>
                  <a:pt x="449806" y="57743"/>
                </a:cubicBezTo>
                <a:lnTo>
                  <a:pt x="448946" y="56882"/>
                </a:lnTo>
                <a:lnTo>
                  <a:pt x="448946" y="52063"/>
                </a:lnTo>
                <a:lnTo>
                  <a:pt x="449806" y="51117"/>
                </a:lnTo>
                <a:cubicBezTo>
                  <a:pt x="460821" y="50141"/>
                  <a:pt x="471922" y="47760"/>
                  <a:pt x="483109" y="43974"/>
                </a:cubicBezTo>
                <a:lnTo>
                  <a:pt x="484917" y="45093"/>
                </a:lnTo>
                <a:cubicBezTo>
                  <a:pt x="484171" y="55534"/>
                  <a:pt x="483798" y="64340"/>
                  <a:pt x="483798" y="71511"/>
                </a:cubicBezTo>
                <a:lnTo>
                  <a:pt x="483798" y="98963"/>
                </a:lnTo>
                <a:cubicBezTo>
                  <a:pt x="483798" y="103151"/>
                  <a:pt x="483999" y="108974"/>
                  <a:pt x="484400" y="116432"/>
                </a:cubicBezTo>
                <a:cubicBezTo>
                  <a:pt x="484515" y="118669"/>
                  <a:pt x="485146" y="120046"/>
                  <a:pt x="486294" y="120563"/>
                </a:cubicBezTo>
                <a:cubicBezTo>
                  <a:pt x="487613" y="121251"/>
                  <a:pt x="491027" y="121681"/>
                  <a:pt x="496534" y="121853"/>
                </a:cubicBezTo>
                <a:lnTo>
                  <a:pt x="497481" y="122714"/>
                </a:lnTo>
                <a:lnTo>
                  <a:pt x="497481" y="127963"/>
                </a:lnTo>
                <a:moveTo>
                  <a:pt x="473041" y="134934"/>
                </a:moveTo>
                <a:lnTo>
                  <a:pt x="473041" y="134934"/>
                </a:lnTo>
                <a:close/>
                <a:moveTo>
                  <a:pt x="593344" y="85538"/>
                </a:moveTo>
                <a:cubicBezTo>
                  <a:pt x="593344" y="105847"/>
                  <a:pt x="586517" y="119587"/>
                  <a:pt x="572863" y="126759"/>
                </a:cubicBezTo>
                <a:cubicBezTo>
                  <a:pt x="566208" y="130258"/>
                  <a:pt x="558607" y="132008"/>
                  <a:pt x="550059" y="132008"/>
                </a:cubicBezTo>
                <a:cubicBezTo>
                  <a:pt x="536864" y="132008"/>
                  <a:pt x="526810" y="128193"/>
                  <a:pt x="519897" y="120563"/>
                </a:cubicBezTo>
                <a:cubicBezTo>
                  <a:pt x="512984" y="112932"/>
                  <a:pt x="509527" y="102004"/>
                  <a:pt x="509527" y="87776"/>
                </a:cubicBezTo>
                <a:cubicBezTo>
                  <a:pt x="509527" y="68098"/>
                  <a:pt x="516239" y="54989"/>
                  <a:pt x="529664" y="48449"/>
                </a:cubicBezTo>
                <a:cubicBezTo>
                  <a:pt x="536261" y="45236"/>
                  <a:pt x="543920" y="43630"/>
                  <a:pt x="552640" y="43630"/>
                </a:cubicBezTo>
                <a:cubicBezTo>
                  <a:pt x="570941" y="43630"/>
                  <a:pt x="583075" y="49969"/>
                  <a:pt x="589042" y="62648"/>
                </a:cubicBezTo>
                <a:cubicBezTo>
                  <a:pt x="591910" y="68729"/>
                  <a:pt x="593344" y="76359"/>
                  <a:pt x="593344" y="85538"/>
                </a:cubicBezTo>
                <a:moveTo>
                  <a:pt x="569507" y="92595"/>
                </a:moveTo>
                <a:cubicBezTo>
                  <a:pt x="569507" y="78310"/>
                  <a:pt x="567944" y="68084"/>
                  <a:pt x="564817" y="61916"/>
                </a:cubicBezTo>
                <a:cubicBezTo>
                  <a:pt x="561691" y="55749"/>
                  <a:pt x="556914" y="52665"/>
                  <a:pt x="550489" y="52665"/>
                </a:cubicBezTo>
                <a:cubicBezTo>
                  <a:pt x="539072" y="52665"/>
                  <a:pt x="533364" y="62963"/>
                  <a:pt x="533364" y="83559"/>
                </a:cubicBezTo>
                <a:cubicBezTo>
                  <a:pt x="533364" y="110007"/>
                  <a:pt x="539761" y="123230"/>
                  <a:pt x="552554" y="123230"/>
                </a:cubicBezTo>
                <a:cubicBezTo>
                  <a:pt x="560529" y="123230"/>
                  <a:pt x="565606" y="118842"/>
                  <a:pt x="567786" y="110064"/>
                </a:cubicBezTo>
                <a:cubicBezTo>
                  <a:pt x="568933" y="105474"/>
                  <a:pt x="569507" y="99651"/>
                  <a:pt x="569507" y="92595"/>
                </a:cubicBezTo>
                <a:moveTo>
                  <a:pt x="552296" y="134934"/>
                </a:moveTo>
                <a:lnTo>
                  <a:pt x="552296" y="134934"/>
                </a:lnTo>
                <a:moveTo>
                  <a:pt x="552296" y="40618"/>
                </a:moveTo>
                <a:lnTo>
                  <a:pt x="552296" y="40618"/>
                </a:lnTo>
                <a:close/>
                <a:moveTo>
                  <a:pt x="704328" y="127877"/>
                </a:moveTo>
                <a:lnTo>
                  <a:pt x="703467" y="128824"/>
                </a:lnTo>
                <a:cubicBezTo>
                  <a:pt x="697157" y="128422"/>
                  <a:pt x="691821" y="128222"/>
                  <a:pt x="687461" y="128222"/>
                </a:cubicBezTo>
                <a:cubicBezTo>
                  <a:pt x="683445" y="128222"/>
                  <a:pt x="677594" y="128422"/>
                  <a:pt x="669906" y="128824"/>
                </a:cubicBezTo>
                <a:lnTo>
                  <a:pt x="669046" y="127963"/>
                </a:lnTo>
                <a:cubicBezTo>
                  <a:pt x="670078" y="115170"/>
                  <a:pt x="670595" y="105302"/>
                  <a:pt x="670595" y="98361"/>
                </a:cubicBezTo>
                <a:lnTo>
                  <a:pt x="670595" y="81494"/>
                </a:lnTo>
                <a:cubicBezTo>
                  <a:pt x="670595" y="67496"/>
                  <a:pt x="665546" y="60496"/>
                  <a:pt x="655449" y="60496"/>
                </a:cubicBezTo>
                <a:cubicBezTo>
                  <a:pt x="650171" y="60496"/>
                  <a:pt x="646040" y="62304"/>
                  <a:pt x="643057" y="65918"/>
                </a:cubicBezTo>
                <a:cubicBezTo>
                  <a:pt x="640533" y="68959"/>
                  <a:pt x="639271" y="72028"/>
                  <a:pt x="639271" y="75126"/>
                </a:cubicBezTo>
                <a:lnTo>
                  <a:pt x="639271" y="91218"/>
                </a:lnTo>
                <a:cubicBezTo>
                  <a:pt x="639271" y="106077"/>
                  <a:pt x="639644" y="115199"/>
                  <a:pt x="640389" y="118583"/>
                </a:cubicBezTo>
                <a:cubicBezTo>
                  <a:pt x="640848" y="120591"/>
                  <a:pt x="644176" y="121653"/>
                  <a:pt x="650372" y="121767"/>
                </a:cubicBezTo>
                <a:lnTo>
                  <a:pt x="651232" y="122628"/>
                </a:lnTo>
                <a:lnTo>
                  <a:pt x="651232" y="127877"/>
                </a:lnTo>
                <a:lnTo>
                  <a:pt x="650372" y="128738"/>
                </a:lnTo>
                <a:cubicBezTo>
                  <a:pt x="645495" y="128394"/>
                  <a:pt x="638209" y="128222"/>
                  <a:pt x="628514" y="128222"/>
                </a:cubicBezTo>
                <a:cubicBezTo>
                  <a:pt x="618245" y="128222"/>
                  <a:pt x="610414" y="128422"/>
                  <a:pt x="605021" y="128824"/>
                </a:cubicBezTo>
                <a:lnTo>
                  <a:pt x="604160" y="127963"/>
                </a:lnTo>
                <a:lnTo>
                  <a:pt x="604160" y="122714"/>
                </a:lnTo>
                <a:lnTo>
                  <a:pt x="605021" y="121853"/>
                </a:lnTo>
                <a:cubicBezTo>
                  <a:pt x="610528" y="121681"/>
                  <a:pt x="613942" y="121251"/>
                  <a:pt x="615261" y="120563"/>
                </a:cubicBezTo>
                <a:cubicBezTo>
                  <a:pt x="616409" y="120046"/>
                  <a:pt x="617040" y="118669"/>
                  <a:pt x="617155" y="116432"/>
                </a:cubicBezTo>
                <a:cubicBezTo>
                  <a:pt x="617556" y="108974"/>
                  <a:pt x="617757" y="100971"/>
                  <a:pt x="617757" y="92423"/>
                </a:cubicBezTo>
                <a:lnTo>
                  <a:pt x="617757" y="80117"/>
                </a:lnTo>
                <a:cubicBezTo>
                  <a:pt x="617757" y="68643"/>
                  <a:pt x="617327" y="62045"/>
                  <a:pt x="616466" y="60324"/>
                </a:cubicBezTo>
                <a:cubicBezTo>
                  <a:pt x="615892" y="59177"/>
                  <a:pt x="614659" y="58460"/>
                  <a:pt x="612766" y="58173"/>
                </a:cubicBezTo>
                <a:cubicBezTo>
                  <a:pt x="612077" y="58058"/>
                  <a:pt x="609582" y="57915"/>
                  <a:pt x="605279" y="57743"/>
                </a:cubicBezTo>
                <a:lnTo>
                  <a:pt x="604418" y="56882"/>
                </a:lnTo>
                <a:lnTo>
                  <a:pt x="604418" y="52063"/>
                </a:lnTo>
                <a:lnTo>
                  <a:pt x="605279" y="51117"/>
                </a:lnTo>
                <a:cubicBezTo>
                  <a:pt x="615606" y="50141"/>
                  <a:pt x="626477" y="47760"/>
                  <a:pt x="637894" y="43974"/>
                </a:cubicBezTo>
                <a:lnTo>
                  <a:pt x="639787" y="45093"/>
                </a:lnTo>
                <a:lnTo>
                  <a:pt x="639615" y="59550"/>
                </a:lnTo>
                <a:lnTo>
                  <a:pt x="654416" y="47158"/>
                </a:lnTo>
                <a:cubicBezTo>
                  <a:pt x="658203" y="45609"/>
                  <a:pt x="662362" y="44835"/>
                  <a:pt x="666894" y="44835"/>
                </a:cubicBezTo>
                <a:cubicBezTo>
                  <a:pt x="676016" y="44835"/>
                  <a:pt x="682843" y="47588"/>
                  <a:pt x="687375" y="53096"/>
                </a:cubicBezTo>
                <a:cubicBezTo>
                  <a:pt x="691047" y="57571"/>
                  <a:pt x="692883" y="64139"/>
                  <a:pt x="692883" y="72802"/>
                </a:cubicBezTo>
                <a:cubicBezTo>
                  <a:pt x="692883" y="73778"/>
                  <a:pt x="692768" y="77765"/>
                  <a:pt x="692538" y="84764"/>
                </a:cubicBezTo>
                <a:cubicBezTo>
                  <a:pt x="692309" y="91763"/>
                  <a:pt x="692194" y="96754"/>
                  <a:pt x="692194" y="99737"/>
                </a:cubicBezTo>
                <a:cubicBezTo>
                  <a:pt x="692194" y="108400"/>
                  <a:pt x="692338" y="113922"/>
                  <a:pt x="692625" y="116303"/>
                </a:cubicBezTo>
                <a:cubicBezTo>
                  <a:pt x="692911" y="118684"/>
                  <a:pt x="693571" y="120190"/>
                  <a:pt x="694604" y="120821"/>
                </a:cubicBezTo>
                <a:cubicBezTo>
                  <a:pt x="695636" y="121452"/>
                  <a:pt x="698620" y="121825"/>
                  <a:pt x="703553" y="121940"/>
                </a:cubicBezTo>
                <a:lnTo>
                  <a:pt x="704328" y="122800"/>
                </a:lnTo>
                <a:lnTo>
                  <a:pt x="704328" y="12787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67530-D4D2-4024-AE88-FB79544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8" y="2873535"/>
            <a:ext cx="1479337" cy="1038938"/>
          </a:xfrm>
          <a:custGeom xmlns:a="http://schemas.openxmlformats.org/drawingml/2006/main">
            <a:pathLst>
              <a:path w="1479337" h="1038938">
                <a:moveTo>
                  <a:pt x="0" y="1038938"/>
                </a:moveTo>
                <a:lnTo>
                  <a:pt x="0" y="0"/>
                </a:lnTo>
                <a:lnTo>
                  <a:pt x="1479337" y="0"/>
                </a:lnTo>
                <a:lnTo>
                  <a:pt x="1479337" y="1038938"/>
                </a:lnTo>
                <a:lnTo>
                  <a:pt x="0" y="10389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EE86E-D52E-4961-BE2C-220BA263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08" y="2873535"/>
            <a:ext cx="1479337" cy="1038938"/>
          </a:xfrm>
          <a:custGeom xmlns:a="http://schemas.openxmlformats.org/drawingml/2006/main">
            <a:pathLst>
              <a:path w="1479337" h="1038938" fill="none">
                <a:moveTo>
                  <a:pt x="0" y="1038938"/>
                </a:moveTo>
                <a:lnTo>
                  <a:pt x="1479337" y="1038938"/>
                </a:lnTo>
                <a:lnTo>
                  <a:pt x="1479337" y="0"/>
                </a:lnTo>
                <a:lnTo>
                  <a:pt x="0" y="0"/>
                </a:lnTo>
                <a:lnTo>
                  <a:pt x="0" y="10389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pic>
        <p:nvPicPr>
          <p:cNvPr id="3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7c8ab21b84667"/>
          <a:stretch xmlns:a="http://schemas.openxmlformats.org/drawingml/2006/main"/>
        </p:blipFill>
        <p:spPr>
          <a:xfrm xmlns:a="http://schemas.openxmlformats.org/drawingml/2006/main">
            <a:off x="612029" y="2932132"/>
            <a:ext cx="1232995" cy="948457"/>
          </a:xfrm>
          <a:prstGeom xmlns:a="http://schemas.openxmlformats.org/drawingml/2006/main" prst="rect">
            <a:avLst/>
          </a:prstGeom>
        </p:spPr>
      </p:pic>
      <p:pic>
        <p:nvPicPr>
          <p:cNvPr id="3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ec8083eb64040"/>
          <a:stretch xmlns:a="http://schemas.openxmlformats.org/drawingml/2006/main"/>
        </p:blipFill>
        <p:spPr>
          <a:xfrm xmlns:a="http://schemas.openxmlformats.org/drawingml/2006/main">
            <a:off x="768733" y="1166277"/>
            <a:ext cx="748631" cy="1290498"/>
          </a:xfrm>
          <a:prstGeom xmlns:a="http://schemas.openxmlformats.org/drawingml/2006/main" prst="rect">
            <a:avLst/>
          </a:prstGeom>
        </p:spPr>
      </p:pic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8A5C93-CBBB-4898-A55C-5589670E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93" y="1204476"/>
            <a:ext cx="632657" cy="1173176"/>
          </a:xfrm>
          <a:custGeom xmlns:a="http://schemas.openxmlformats.org/drawingml/2006/main">
            <a:pathLst>
              <a:path w="632657" h="1173176">
                <a:moveTo>
                  <a:pt x="0" y="1173176"/>
                </a:moveTo>
                <a:lnTo>
                  <a:pt x="0" y="416750"/>
                </a:lnTo>
                <a:cubicBezTo>
                  <a:pt x="0" y="227455"/>
                  <a:pt x="153394" y="73935"/>
                  <a:pt x="342815" y="73935"/>
                </a:cubicBezTo>
                <a:lnTo>
                  <a:pt x="449764" y="73935"/>
                </a:lnTo>
                <a:lnTo>
                  <a:pt x="449764" y="0"/>
                </a:lnTo>
                <a:lnTo>
                  <a:pt x="632657" y="166449"/>
                </a:lnTo>
                <a:lnTo>
                  <a:pt x="449764" y="332772"/>
                </a:lnTo>
                <a:lnTo>
                  <a:pt x="449764" y="258837"/>
                </a:lnTo>
                <a:lnTo>
                  <a:pt x="342815" y="258837"/>
                </a:lnTo>
                <a:cubicBezTo>
                  <a:pt x="255573" y="258837"/>
                  <a:pt x="184776" y="329509"/>
                  <a:pt x="184776" y="416750"/>
                </a:cubicBezTo>
                <a:lnTo>
                  <a:pt x="184776" y="1173176"/>
                </a:lnTo>
                <a:lnTo>
                  <a:pt x="0" y="1173176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213FE-F737-46BE-9099-2F1A888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93" y="1204476"/>
            <a:ext cx="632657" cy="1173176"/>
          </a:xfrm>
          <a:custGeom xmlns:a="http://schemas.openxmlformats.org/drawingml/2006/main">
            <a:pathLst>
              <a:path w="632657" h="1173176" fill="none">
                <a:moveTo>
                  <a:pt x="0" y="1173176"/>
                </a:moveTo>
                <a:lnTo>
                  <a:pt x="0" y="416750"/>
                </a:lnTo>
                <a:cubicBezTo>
                  <a:pt x="0" y="227455"/>
                  <a:pt x="153394" y="73935"/>
                  <a:pt x="342815" y="73935"/>
                </a:cubicBezTo>
                <a:lnTo>
                  <a:pt x="449764" y="73935"/>
                </a:lnTo>
                <a:lnTo>
                  <a:pt x="449764" y="0"/>
                </a:lnTo>
                <a:lnTo>
                  <a:pt x="632657" y="166449"/>
                </a:lnTo>
                <a:lnTo>
                  <a:pt x="449764" y="332772"/>
                </a:lnTo>
                <a:lnTo>
                  <a:pt x="449764" y="258837"/>
                </a:lnTo>
                <a:lnTo>
                  <a:pt x="342815" y="258837"/>
                </a:lnTo>
                <a:cubicBezTo>
                  <a:pt x="255573" y="258837"/>
                  <a:pt x="184776" y="329509"/>
                  <a:pt x="184776" y="416750"/>
                </a:cubicBezTo>
                <a:lnTo>
                  <a:pt x="184776" y="1173176"/>
                </a:lnTo>
                <a:lnTo>
                  <a:pt x="0" y="11731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7d52924f5472f"/>
          <a:stretch xmlns:a="http://schemas.openxmlformats.org/drawingml/2006/main"/>
        </p:blipFill>
        <p:spPr>
          <a:xfrm xmlns:a="http://schemas.openxmlformats.org/drawingml/2006/main">
            <a:off x="3809290" y="1626248"/>
            <a:ext cx="2197650" cy="1626832"/>
          </a:xfrm>
          <a:prstGeom xmlns:a="http://schemas.openxmlformats.org/drawingml/2006/main" prst="rect">
            <a:avLst/>
          </a:prstGeom>
        </p:spPr>
      </p:pic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F5256-0364-4BA1-90AF-88EEEEE4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126" y="1658759"/>
            <a:ext cx="2089650" cy="1512602"/>
          </a:xfrm>
          <a:custGeom xmlns:a="http://schemas.openxmlformats.org/drawingml/2006/main">
            <a:pathLst>
              <a:path w="2089650" h="1512602">
                <a:moveTo>
                  <a:pt x="0" y="0"/>
                </a:moveTo>
                <a:lnTo>
                  <a:pt x="1218994" y="0"/>
                </a:lnTo>
                <a:lnTo>
                  <a:pt x="1741438" y="0"/>
                </a:lnTo>
                <a:lnTo>
                  <a:pt x="2089650" y="0"/>
                </a:lnTo>
                <a:lnTo>
                  <a:pt x="2089650" y="882330"/>
                </a:lnTo>
                <a:lnTo>
                  <a:pt x="2089650" y="1260543"/>
                </a:lnTo>
                <a:lnTo>
                  <a:pt x="2089650" y="1512602"/>
                </a:lnTo>
                <a:lnTo>
                  <a:pt x="1741438" y="1512602"/>
                </a:lnTo>
                <a:lnTo>
                  <a:pt x="1575616" y="1512602"/>
                </a:lnTo>
                <a:lnTo>
                  <a:pt x="1218994" y="1512602"/>
                </a:lnTo>
                <a:lnTo>
                  <a:pt x="0" y="1512602"/>
                </a:lnTo>
                <a:lnTo>
                  <a:pt x="0" y="1260543"/>
                </a:lnTo>
                <a:lnTo>
                  <a:pt x="0" y="8823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FF6D6-6DFA-4DF8-8809-F08EB571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126" y="1658759"/>
            <a:ext cx="2089650" cy="1512602"/>
          </a:xfrm>
          <a:custGeom xmlns:a="http://schemas.openxmlformats.org/drawingml/2006/main">
            <a:pathLst>
              <a:path w="2089650" h="1512602" fill="none">
                <a:moveTo>
                  <a:pt x="0" y="0"/>
                </a:moveTo>
                <a:lnTo>
                  <a:pt x="1218994" y="0"/>
                </a:lnTo>
                <a:lnTo>
                  <a:pt x="1741438" y="0"/>
                </a:lnTo>
                <a:lnTo>
                  <a:pt x="2089650" y="0"/>
                </a:lnTo>
                <a:lnTo>
                  <a:pt x="2089650" y="882330"/>
                </a:lnTo>
                <a:lnTo>
                  <a:pt x="2089650" y="1260543"/>
                </a:lnTo>
                <a:lnTo>
                  <a:pt x="2089650" y="1512602"/>
                </a:lnTo>
                <a:lnTo>
                  <a:pt x="1741438" y="1512602"/>
                </a:lnTo>
                <a:lnTo>
                  <a:pt x="1575616" y="1512602"/>
                </a:lnTo>
                <a:lnTo>
                  <a:pt x="1218994" y="1512602"/>
                </a:lnTo>
                <a:lnTo>
                  <a:pt x="0" y="1512602"/>
                </a:lnTo>
                <a:lnTo>
                  <a:pt x="0" y="1260543"/>
                </a:lnTo>
                <a:lnTo>
                  <a:pt x="0" y="8823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c56de1bc848b1"/>
          <a:stretch xmlns:a="http://schemas.openxmlformats.org/drawingml/2006/main"/>
        </p:blipFill>
        <p:spPr>
          <a:xfrm xmlns:a="http://schemas.openxmlformats.org/drawingml/2006/main">
            <a:off x="3743276" y="1650349"/>
            <a:ext cx="2195615" cy="1625325"/>
          </a:xfrm>
          <a:prstGeom xmlns:a="http://schemas.openxmlformats.org/drawingml/2006/main" prst="rect">
            <a:avLst/>
          </a:prstGeom>
        </p:spPr>
      </p:pic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9E10C-5E8F-4B7B-8EF7-F851975F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843" y="1682609"/>
            <a:ext cx="2089775" cy="1512602"/>
          </a:xfrm>
          <a:custGeom xmlns:a="http://schemas.openxmlformats.org/drawingml/2006/main">
            <a:pathLst>
              <a:path w="2089775" h="1512602">
                <a:moveTo>
                  <a:pt x="0" y="0"/>
                </a:moveTo>
                <a:lnTo>
                  <a:pt x="1219119" y="0"/>
                </a:lnTo>
                <a:lnTo>
                  <a:pt x="1741563" y="0"/>
                </a:lnTo>
                <a:lnTo>
                  <a:pt x="2089775" y="0"/>
                </a:lnTo>
                <a:lnTo>
                  <a:pt x="2089775" y="882330"/>
                </a:lnTo>
                <a:lnTo>
                  <a:pt x="2089775" y="1260543"/>
                </a:lnTo>
                <a:lnTo>
                  <a:pt x="2089775" y="1512602"/>
                </a:lnTo>
                <a:lnTo>
                  <a:pt x="1741563" y="1512602"/>
                </a:lnTo>
                <a:lnTo>
                  <a:pt x="1626329" y="1512602"/>
                </a:lnTo>
                <a:lnTo>
                  <a:pt x="1219119" y="1512602"/>
                </a:lnTo>
                <a:lnTo>
                  <a:pt x="0" y="1512602"/>
                </a:lnTo>
                <a:lnTo>
                  <a:pt x="0" y="1260543"/>
                </a:lnTo>
                <a:lnTo>
                  <a:pt x="0" y="8823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29D49-2B24-4558-8E62-1C2F7DF4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843" y="1682609"/>
            <a:ext cx="2089775" cy="1512602"/>
          </a:xfrm>
          <a:custGeom xmlns:a="http://schemas.openxmlformats.org/drawingml/2006/main">
            <a:pathLst>
              <a:path w="2089775" h="1512602" fill="none">
                <a:moveTo>
                  <a:pt x="0" y="0"/>
                </a:moveTo>
                <a:lnTo>
                  <a:pt x="1219119" y="0"/>
                </a:lnTo>
                <a:lnTo>
                  <a:pt x="1741563" y="0"/>
                </a:lnTo>
                <a:lnTo>
                  <a:pt x="2089775" y="0"/>
                </a:lnTo>
                <a:lnTo>
                  <a:pt x="2089775" y="882330"/>
                </a:lnTo>
                <a:lnTo>
                  <a:pt x="2089775" y="1260543"/>
                </a:lnTo>
                <a:lnTo>
                  <a:pt x="2089775" y="1512602"/>
                </a:lnTo>
                <a:lnTo>
                  <a:pt x="1741563" y="1512602"/>
                </a:lnTo>
                <a:lnTo>
                  <a:pt x="1626329" y="1512602"/>
                </a:lnTo>
                <a:lnTo>
                  <a:pt x="1219119" y="1512602"/>
                </a:lnTo>
                <a:lnTo>
                  <a:pt x="0" y="1512602"/>
                </a:lnTo>
                <a:lnTo>
                  <a:pt x="0" y="1260543"/>
                </a:lnTo>
                <a:lnTo>
                  <a:pt x="0" y="8823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pic>
        <p:nvPicPr>
          <p:cNvPr id="3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f156f2b074c6c"/>
          <a:stretch xmlns:a="http://schemas.openxmlformats.org/drawingml/2006/main"/>
        </p:blipFill>
        <p:spPr>
          <a:xfrm xmlns:a="http://schemas.openxmlformats.org/drawingml/2006/main">
            <a:off x="3677175" y="1332514"/>
            <a:ext cx="2198271" cy="1962742"/>
          </a:xfrm>
          <a:prstGeom xmlns:a="http://schemas.openxmlformats.org/drawingml/2006/main" prst="rect">
            <a:avLst/>
          </a:prstGeom>
        </p:spPr>
      </p:pic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5AEE8-6271-464D-96AC-F83C37D7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97" y="1370047"/>
            <a:ext cx="2089775" cy="1844244"/>
          </a:xfrm>
          <a:custGeom xmlns:a="http://schemas.openxmlformats.org/drawingml/2006/main">
            <a:pathLst>
              <a:path w="2089775" h="1844244">
                <a:moveTo>
                  <a:pt x="0" y="331643"/>
                </a:moveTo>
                <a:lnTo>
                  <a:pt x="348338" y="331643"/>
                </a:lnTo>
                <a:lnTo>
                  <a:pt x="373694" y="0"/>
                </a:lnTo>
                <a:lnTo>
                  <a:pt x="870782" y="331643"/>
                </a:lnTo>
                <a:lnTo>
                  <a:pt x="2089775" y="331643"/>
                </a:lnTo>
                <a:lnTo>
                  <a:pt x="2089775" y="583701"/>
                </a:lnTo>
                <a:lnTo>
                  <a:pt x="2089775" y="961914"/>
                </a:lnTo>
                <a:lnTo>
                  <a:pt x="2089775" y="1844244"/>
                </a:lnTo>
                <a:lnTo>
                  <a:pt x="870782" y="1844244"/>
                </a:lnTo>
                <a:lnTo>
                  <a:pt x="348338" y="1844244"/>
                </a:lnTo>
                <a:lnTo>
                  <a:pt x="0" y="1844244"/>
                </a:lnTo>
                <a:lnTo>
                  <a:pt x="0" y="961914"/>
                </a:lnTo>
                <a:lnTo>
                  <a:pt x="0" y="583701"/>
                </a:lnTo>
                <a:lnTo>
                  <a:pt x="0" y="33164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AFDED-08CA-41D9-AAF0-333A1624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97" y="1370047"/>
            <a:ext cx="2089775" cy="1844244"/>
          </a:xfrm>
          <a:custGeom xmlns:a="http://schemas.openxmlformats.org/drawingml/2006/main">
            <a:pathLst>
              <a:path w="2089775" h="1844244" fill="none">
                <a:moveTo>
                  <a:pt x="0" y="331643"/>
                </a:moveTo>
                <a:lnTo>
                  <a:pt x="348338" y="331643"/>
                </a:lnTo>
                <a:lnTo>
                  <a:pt x="373694" y="0"/>
                </a:lnTo>
                <a:lnTo>
                  <a:pt x="870782" y="331643"/>
                </a:lnTo>
                <a:lnTo>
                  <a:pt x="2089775" y="331643"/>
                </a:lnTo>
                <a:lnTo>
                  <a:pt x="2089775" y="583701"/>
                </a:lnTo>
                <a:lnTo>
                  <a:pt x="2089775" y="961914"/>
                </a:lnTo>
                <a:lnTo>
                  <a:pt x="2089775" y="1844244"/>
                </a:lnTo>
                <a:lnTo>
                  <a:pt x="870782" y="1844244"/>
                </a:lnTo>
                <a:lnTo>
                  <a:pt x="348338" y="1844244"/>
                </a:lnTo>
                <a:lnTo>
                  <a:pt x="0" y="1844244"/>
                </a:lnTo>
                <a:lnTo>
                  <a:pt x="0" y="961914"/>
                </a:lnTo>
                <a:lnTo>
                  <a:pt x="0" y="583701"/>
                </a:lnTo>
                <a:lnTo>
                  <a:pt x="0" y="3316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sp>
        <p:nvSpPr>
          <p:cNvPr id="155" name="Text Anchorperturbation">
            <a:extLst xmlns:a="http://schemas.openxmlformats.org/drawingml/2006/main">
              <a:ext uri="{FF2B5EF4-FFF2-40B4-BE49-F238E27FC236}">
                <a16:creationId xmlns:a16="http://schemas.microsoft.com/office/drawing/2014/main" id="{DA93D783-3D9D-4EEB-BFD2-0FAC485C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411" y="1775713"/>
            <a:ext cx="1571825" cy="177015"/>
          </a:xfrm>
          <a:custGeom xmlns:a="http://schemas.openxmlformats.org/drawingml/2006/main">
            <a:pathLst>
              <a:path w="1571825" h="177015">
                <a:moveTo>
                  <a:pt x="67983" y="127447"/>
                </a:moveTo>
                <a:lnTo>
                  <a:pt x="67983" y="123230"/>
                </a:lnTo>
                <a:cubicBezTo>
                  <a:pt x="70852" y="122657"/>
                  <a:pt x="72989" y="122026"/>
                  <a:pt x="74394" y="121337"/>
                </a:cubicBezTo>
                <a:cubicBezTo>
                  <a:pt x="75800" y="120649"/>
                  <a:pt x="76847" y="119688"/>
                  <a:pt x="77535" y="118454"/>
                </a:cubicBezTo>
                <a:cubicBezTo>
                  <a:pt x="78224" y="117221"/>
                  <a:pt x="78568" y="115572"/>
                  <a:pt x="78568" y="113506"/>
                </a:cubicBezTo>
                <a:cubicBezTo>
                  <a:pt x="78568" y="111556"/>
                  <a:pt x="78338" y="109447"/>
                  <a:pt x="77880" y="107181"/>
                </a:cubicBezTo>
                <a:cubicBezTo>
                  <a:pt x="77421" y="104915"/>
                  <a:pt x="76761" y="102376"/>
                  <a:pt x="75900" y="99565"/>
                </a:cubicBezTo>
                <a:lnTo>
                  <a:pt x="72716" y="88464"/>
                </a:lnTo>
                <a:lnTo>
                  <a:pt x="32615" y="88464"/>
                </a:lnTo>
                <a:lnTo>
                  <a:pt x="29689" y="96898"/>
                </a:lnTo>
                <a:cubicBezTo>
                  <a:pt x="28197" y="101143"/>
                  <a:pt x="27222" y="104356"/>
                  <a:pt x="26763" y="106536"/>
                </a:cubicBezTo>
                <a:cubicBezTo>
                  <a:pt x="26304" y="108716"/>
                  <a:pt x="26075" y="110695"/>
                  <a:pt x="26075" y="112474"/>
                </a:cubicBezTo>
                <a:cubicBezTo>
                  <a:pt x="26075" y="115916"/>
                  <a:pt x="26949" y="118440"/>
                  <a:pt x="28699" y="120046"/>
                </a:cubicBezTo>
                <a:cubicBezTo>
                  <a:pt x="30449" y="121653"/>
                  <a:pt x="33131" y="122714"/>
                  <a:pt x="36745" y="123230"/>
                </a:cubicBezTo>
                <a:lnTo>
                  <a:pt x="36745" y="127447"/>
                </a:lnTo>
                <a:lnTo>
                  <a:pt x="0" y="127447"/>
                </a:lnTo>
                <a:lnTo>
                  <a:pt x="0" y="123230"/>
                </a:lnTo>
                <a:cubicBezTo>
                  <a:pt x="3213" y="122714"/>
                  <a:pt x="6009" y="120850"/>
                  <a:pt x="8390" y="117637"/>
                </a:cubicBezTo>
                <a:cubicBezTo>
                  <a:pt x="10771" y="114424"/>
                  <a:pt x="13080" y="109835"/>
                  <a:pt x="15318" y="103868"/>
                </a:cubicBezTo>
                <a:lnTo>
                  <a:pt x="51203" y="8605"/>
                </a:lnTo>
                <a:lnTo>
                  <a:pt x="64799" y="8605"/>
                </a:lnTo>
                <a:lnTo>
                  <a:pt x="94058" y="104556"/>
                </a:lnTo>
                <a:cubicBezTo>
                  <a:pt x="95435" y="109031"/>
                  <a:pt x="96654" y="112445"/>
                  <a:pt x="97715" y="114797"/>
                </a:cubicBezTo>
                <a:cubicBezTo>
                  <a:pt x="98776" y="117149"/>
                  <a:pt x="100053" y="118985"/>
                  <a:pt x="101545" y="120305"/>
                </a:cubicBezTo>
                <a:cubicBezTo>
                  <a:pt x="103036" y="121624"/>
                  <a:pt x="105073" y="122599"/>
                  <a:pt x="107654" y="123230"/>
                </a:cubicBezTo>
                <a:lnTo>
                  <a:pt x="107654" y="127447"/>
                </a:lnTo>
                <a:lnTo>
                  <a:pt x="67983" y="127447"/>
                </a:lnTo>
                <a:moveTo>
                  <a:pt x="34938" y="80978"/>
                </a:moveTo>
                <a:lnTo>
                  <a:pt x="70909" y="80978"/>
                </a:lnTo>
                <a:lnTo>
                  <a:pt x="54559" y="25472"/>
                </a:lnTo>
                <a:lnTo>
                  <a:pt x="34938" y="80978"/>
                </a:lnTo>
                <a:close/>
                <a:moveTo>
                  <a:pt x="201446" y="127447"/>
                </a:moveTo>
                <a:lnTo>
                  <a:pt x="167540" y="127447"/>
                </a:lnTo>
                <a:lnTo>
                  <a:pt x="167540" y="123230"/>
                </a:lnTo>
                <a:cubicBezTo>
                  <a:pt x="169778" y="122542"/>
                  <a:pt x="171384" y="121940"/>
                  <a:pt x="172360" y="121423"/>
                </a:cubicBezTo>
                <a:cubicBezTo>
                  <a:pt x="173335" y="120907"/>
                  <a:pt x="174152" y="120190"/>
                  <a:pt x="174812" y="119272"/>
                </a:cubicBezTo>
                <a:cubicBezTo>
                  <a:pt x="175472" y="118354"/>
                  <a:pt x="175988" y="116934"/>
                  <a:pt x="176361" y="115012"/>
                </a:cubicBezTo>
                <a:cubicBezTo>
                  <a:pt x="176734" y="113090"/>
                  <a:pt x="176920" y="110179"/>
                  <a:pt x="176920" y="106278"/>
                </a:cubicBezTo>
                <a:lnTo>
                  <a:pt x="176920" y="83731"/>
                </a:lnTo>
                <a:cubicBezTo>
                  <a:pt x="176920" y="79715"/>
                  <a:pt x="176806" y="76072"/>
                  <a:pt x="176576" y="72802"/>
                </a:cubicBezTo>
                <a:cubicBezTo>
                  <a:pt x="176347" y="69532"/>
                  <a:pt x="175959" y="66850"/>
                  <a:pt x="175414" y="64756"/>
                </a:cubicBezTo>
                <a:cubicBezTo>
                  <a:pt x="174869" y="62662"/>
                  <a:pt x="174210" y="61027"/>
                  <a:pt x="173435" y="59851"/>
                </a:cubicBezTo>
                <a:cubicBezTo>
                  <a:pt x="172661" y="58675"/>
                  <a:pt x="171743" y="57671"/>
                  <a:pt x="170681" y="56839"/>
                </a:cubicBezTo>
                <a:cubicBezTo>
                  <a:pt x="169620" y="56007"/>
                  <a:pt x="168401" y="55348"/>
                  <a:pt x="167024" y="54860"/>
                </a:cubicBezTo>
                <a:cubicBezTo>
                  <a:pt x="165647" y="54372"/>
                  <a:pt x="163840" y="54128"/>
                  <a:pt x="161603" y="54128"/>
                </a:cubicBezTo>
                <a:cubicBezTo>
                  <a:pt x="159365" y="54128"/>
                  <a:pt x="157243" y="54573"/>
                  <a:pt x="155235" y="55462"/>
                </a:cubicBezTo>
                <a:cubicBezTo>
                  <a:pt x="153227" y="56352"/>
                  <a:pt x="151018" y="57886"/>
                  <a:pt x="148608" y="60066"/>
                </a:cubicBezTo>
                <a:cubicBezTo>
                  <a:pt x="146199" y="62246"/>
                  <a:pt x="144449" y="64398"/>
                  <a:pt x="143359" y="66520"/>
                </a:cubicBezTo>
                <a:cubicBezTo>
                  <a:pt x="142269" y="68643"/>
                  <a:pt x="141724" y="71081"/>
                  <a:pt x="141724" y="73835"/>
                </a:cubicBezTo>
                <a:lnTo>
                  <a:pt x="141724" y="105933"/>
                </a:lnTo>
                <a:cubicBezTo>
                  <a:pt x="141724" y="110867"/>
                  <a:pt x="141954" y="114295"/>
                  <a:pt x="142412" y="116217"/>
                </a:cubicBezTo>
                <a:cubicBezTo>
                  <a:pt x="142871" y="118139"/>
                  <a:pt x="143746" y="119602"/>
                  <a:pt x="145037" y="120606"/>
                </a:cubicBezTo>
                <a:cubicBezTo>
                  <a:pt x="146328" y="121610"/>
                  <a:pt x="148436" y="122485"/>
                  <a:pt x="151362" y="123230"/>
                </a:cubicBezTo>
                <a:lnTo>
                  <a:pt x="151362" y="127447"/>
                </a:lnTo>
                <a:lnTo>
                  <a:pt x="117629" y="127447"/>
                </a:lnTo>
                <a:lnTo>
                  <a:pt x="117629" y="123230"/>
                </a:lnTo>
                <a:cubicBezTo>
                  <a:pt x="119866" y="122542"/>
                  <a:pt x="121458" y="121940"/>
                  <a:pt x="122405" y="121423"/>
                </a:cubicBezTo>
                <a:cubicBezTo>
                  <a:pt x="123351" y="120907"/>
                  <a:pt x="124155" y="120190"/>
                  <a:pt x="124814" y="119272"/>
                </a:cubicBezTo>
                <a:cubicBezTo>
                  <a:pt x="125474" y="118354"/>
                  <a:pt x="125990" y="116948"/>
                  <a:pt x="126363" y="115055"/>
                </a:cubicBezTo>
                <a:cubicBezTo>
                  <a:pt x="126736" y="113162"/>
                  <a:pt x="126923" y="110207"/>
                  <a:pt x="126923" y="106192"/>
                </a:cubicBezTo>
                <a:lnTo>
                  <a:pt x="126923" y="68672"/>
                </a:lnTo>
                <a:cubicBezTo>
                  <a:pt x="126923" y="65000"/>
                  <a:pt x="126865" y="62045"/>
                  <a:pt x="126751" y="59808"/>
                </a:cubicBezTo>
                <a:cubicBezTo>
                  <a:pt x="126636" y="57571"/>
                  <a:pt x="126234" y="55778"/>
                  <a:pt x="125546" y="54430"/>
                </a:cubicBezTo>
                <a:cubicBezTo>
                  <a:pt x="124857" y="53081"/>
                  <a:pt x="123810" y="52077"/>
                  <a:pt x="122405" y="51418"/>
                </a:cubicBezTo>
                <a:cubicBezTo>
                  <a:pt x="120999" y="50758"/>
                  <a:pt x="119006" y="50199"/>
                  <a:pt x="116424" y="49740"/>
                </a:cubicBezTo>
                <a:lnTo>
                  <a:pt x="116424" y="45179"/>
                </a:lnTo>
                <a:lnTo>
                  <a:pt x="136561" y="44404"/>
                </a:lnTo>
                <a:lnTo>
                  <a:pt x="141810" y="44404"/>
                </a:lnTo>
                <a:lnTo>
                  <a:pt x="140863" y="58431"/>
                </a:lnTo>
                <a:lnTo>
                  <a:pt x="142068" y="58775"/>
                </a:lnTo>
                <a:cubicBezTo>
                  <a:pt x="146314" y="54473"/>
                  <a:pt x="149741" y="51403"/>
                  <a:pt x="152352" y="49568"/>
                </a:cubicBezTo>
                <a:cubicBezTo>
                  <a:pt x="154962" y="47732"/>
                  <a:pt x="157601" y="46312"/>
                  <a:pt x="160269" y="45308"/>
                </a:cubicBezTo>
                <a:cubicBezTo>
                  <a:pt x="162937" y="44304"/>
                  <a:pt x="165762" y="43802"/>
                  <a:pt x="168745" y="43802"/>
                </a:cubicBezTo>
                <a:cubicBezTo>
                  <a:pt x="171843" y="43802"/>
                  <a:pt x="174611" y="44160"/>
                  <a:pt x="177049" y="44878"/>
                </a:cubicBezTo>
                <a:cubicBezTo>
                  <a:pt x="179488" y="45595"/>
                  <a:pt x="181639" y="46699"/>
                  <a:pt x="183504" y="48191"/>
                </a:cubicBezTo>
                <a:cubicBezTo>
                  <a:pt x="185368" y="49682"/>
                  <a:pt x="186903" y="51532"/>
                  <a:pt x="188108" y="53741"/>
                </a:cubicBezTo>
                <a:cubicBezTo>
                  <a:pt x="189312" y="55950"/>
                  <a:pt x="190216" y="58603"/>
                  <a:pt x="190818" y="61701"/>
                </a:cubicBezTo>
                <a:cubicBezTo>
                  <a:pt x="191421" y="64799"/>
                  <a:pt x="191722" y="68729"/>
                  <a:pt x="191722" y="73491"/>
                </a:cubicBezTo>
                <a:lnTo>
                  <a:pt x="191722" y="105933"/>
                </a:lnTo>
                <a:cubicBezTo>
                  <a:pt x="191722" y="109892"/>
                  <a:pt x="191837" y="112760"/>
                  <a:pt x="192066" y="114539"/>
                </a:cubicBezTo>
                <a:cubicBezTo>
                  <a:pt x="192296" y="116317"/>
                  <a:pt x="192697" y="117694"/>
                  <a:pt x="193271" y="118669"/>
                </a:cubicBezTo>
                <a:cubicBezTo>
                  <a:pt x="193845" y="119645"/>
                  <a:pt x="194676" y="120462"/>
                  <a:pt x="195766" y="121122"/>
                </a:cubicBezTo>
                <a:cubicBezTo>
                  <a:pt x="196856" y="121782"/>
                  <a:pt x="198750" y="122485"/>
                  <a:pt x="201446" y="123230"/>
                </a:cubicBezTo>
                <a:lnTo>
                  <a:pt x="201446" y="127447"/>
                </a:lnTo>
                <a:close/>
                <a:moveTo>
                  <a:pt x="280081" y="47158"/>
                </a:moveTo>
                <a:lnTo>
                  <a:pt x="280081" y="65143"/>
                </a:lnTo>
                <a:lnTo>
                  <a:pt x="269152" y="65143"/>
                </a:lnTo>
                <a:cubicBezTo>
                  <a:pt x="268177" y="61414"/>
                  <a:pt x="266972" y="58474"/>
                  <a:pt x="265538" y="56323"/>
                </a:cubicBezTo>
                <a:cubicBezTo>
                  <a:pt x="264104" y="54171"/>
                  <a:pt x="262440" y="52665"/>
                  <a:pt x="260547" y="51805"/>
                </a:cubicBezTo>
                <a:cubicBezTo>
                  <a:pt x="258654" y="50944"/>
                  <a:pt x="256301" y="50514"/>
                  <a:pt x="253490" y="50514"/>
                </a:cubicBezTo>
                <a:cubicBezTo>
                  <a:pt x="249474" y="50514"/>
                  <a:pt x="245917" y="51805"/>
                  <a:pt x="242819" y="54387"/>
                </a:cubicBezTo>
                <a:cubicBezTo>
                  <a:pt x="239722" y="56968"/>
                  <a:pt x="237269" y="60898"/>
                  <a:pt x="235462" y="66176"/>
                </a:cubicBezTo>
                <a:cubicBezTo>
                  <a:pt x="233655" y="71454"/>
                  <a:pt x="232751" y="77908"/>
                  <a:pt x="232751" y="85538"/>
                </a:cubicBezTo>
                <a:cubicBezTo>
                  <a:pt x="232751" y="90415"/>
                  <a:pt x="233095" y="94875"/>
                  <a:pt x="233784" y="98920"/>
                </a:cubicBezTo>
                <a:cubicBezTo>
                  <a:pt x="234472" y="102964"/>
                  <a:pt x="235648" y="106421"/>
                  <a:pt x="237312" y="109290"/>
                </a:cubicBezTo>
                <a:cubicBezTo>
                  <a:pt x="238976" y="112158"/>
                  <a:pt x="241184" y="114395"/>
                  <a:pt x="243938" y="116002"/>
                </a:cubicBezTo>
                <a:cubicBezTo>
                  <a:pt x="246692" y="117608"/>
                  <a:pt x="250105" y="118411"/>
                  <a:pt x="254179" y="118411"/>
                </a:cubicBezTo>
                <a:cubicBezTo>
                  <a:pt x="258137" y="118411"/>
                  <a:pt x="261823" y="117637"/>
                  <a:pt x="265237" y="116088"/>
                </a:cubicBezTo>
                <a:cubicBezTo>
                  <a:pt x="268650" y="114539"/>
                  <a:pt x="272193" y="111814"/>
                  <a:pt x="275865" y="107913"/>
                </a:cubicBezTo>
                <a:lnTo>
                  <a:pt x="280770" y="113592"/>
                </a:lnTo>
                <a:cubicBezTo>
                  <a:pt x="277844" y="116805"/>
                  <a:pt x="275262" y="119286"/>
                  <a:pt x="273025" y="121036"/>
                </a:cubicBezTo>
                <a:cubicBezTo>
                  <a:pt x="270787" y="122786"/>
                  <a:pt x="268392" y="124249"/>
                  <a:pt x="265839" y="125425"/>
                </a:cubicBezTo>
                <a:cubicBezTo>
                  <a:pt x="263286" y="126601"/>
                  <a:pt x="260762" y="127461"/>
                  <a:pt x="258266" y="128006"/>
                </a:cubicBezTo>
                <a:cubicBezTo>
                  <a:pt x="255771" y="128551"/>
                  <a:pt x="253060" y="128824"/>
                  <a:pt x="250134" y="128824"/>
                </a:cubicBezTo>
                <a:cubicBezTo>
                  <a:pt x="239291" y="128824"/>
                  <a:pt x="231001" y="125224"/>
                  <a:pt x="225264" y="118024"/>
                </a:cubicBezTo>
                <a:cubicBezTo>
                  <a:pt x="219527" y="110824"/>
                  <a:pt x="216659" y="100426"/>
                  <a:pt x="216659" y="86829"/>
                </a:cubicBezTo>
                <a:cubicBezTo>
                  <a:pt x="216659" y="78338"/>
                  <a:pt x="218265" y="70809"/>
                  <a:pt x="221478" y="64240"/>
                </a:cubicBezTo>
                <a:cubicBezTo>
                  <a:pt x="224691" y="57671"/>
                  <a:pt x="229194" y="52608"/>
                  <a:pt x="234989" y="49051"/>
                </a:cubicBezTo>
                <a:cubicBezTo>
                  <a:pt x="240783" y="45494"/>
                  <a:pt x="247466" y="43716"/>
                  <a:pt x="255039" y="43716"/>
                </a:cubicBezTo>
                <a:cubicBezTo>
                  <a:pt x="259744" y="43716"/>
                  <a:pt x="264089" y="43988"/>
                  <a:pt x="268077" y="44533"/>
                </a:cubicBezTo>
                <a:cubicBezTo>
                  <a:pt x="272064" y="45078"/>
                  <a:pt x="276065" y="45953"/>
                  <a:pt x="280081" y="47158"/>
                </a:cubicBezTo>
                <a:close/>
                <a:moveTo>
                  <a:pt x="316755" y="58689"/>
                </a:moveTo>
                <a:lnTo>
                  <a:pt x="317100" y="58775"/>
                </a:lnTo>
                <a:cubicBezTo>
                  <a:pt x="321574" y="54243"/>
                  <a:pt x="325117" y="51073"/>
                  <a:pt x="327727" y="49266"/>
                </a:cubicBezTo>
                <a:cubicBezTo>
                  <a:pt x="330338" y="47459"/>
                  <a:pt x="332919" y="46097"/>
                  <a:pt x="335472" y="45179"/>
                </a:cubicBezTo>
                <a:cubicBezTo>
                  <a:pt x="338025" y="44261"/>
                  <a:pt x="340765" y="43802"/>
                  <a:pt x="343691" y="43802"/>
                </a:cubicBezTo>
                <a:cubicBezTo>
                  <a:pt x="346846" y="43802"/>
                  <a:pt x="349657" y="44175"/>
                  <a:pt x="352124" y="44921"/>
                </a:cubicBezTo>
                <a:cubicBezTo>
                  <a:pt x="354591" y="45666"/>
                  <a:pt x="356756" y="46799"/>
                  <a:pt x="358621" y="48320"/>
                </a:cubicBezTo>
                <a:cubicBezTo>
                  <a:pt x="360486" y="49840"/>
                  <a:pt x="362006" y="51705"/>
                  <a:pt x="363182" y="53913"/>
                </a:cubicBezTo>
                <a:cubicBezTo>
                  <a:pt x="364358" y="56122"/>
                  <a:pt x="365233" y="58761"/>
                  <a:pt x="365807" y="61830"/>
                </a:cubicBezTo>
                <a:cubicBezTo>
                  <a:pt x="366380" y="64900"/>
                  <a:pt x="366667" y="68786"/>
                  <a:pt x="366667" y="73491"/>
                </a:cubicBezTo>
                <a:lnTo>
                  <a:pt x="366667" y="105933"/>
                </a:lnTo>
                <a:cubicBezTo>
                  <a:pt x="366667" y="110925"/>
                  <a:pt x="366882" y="114324"/>
                  <a:pt x="367313" y="116131"/>
                </a:cubicBezTo>
                <a:cubicBezTo>
                  <a:pt x="367743" y="117938"/>
                  <a:pt x="368517" y="119344"/>
                  <a:pt x="369636" y="120348"/>
                </a:cubicBezTo>
                <a:cubicBezTo>
                  <a:pt x="370755" y="121352"/>
                  <a:pt x="373006" y="122312"/>
                  <a:pt x="376391" y="123230"/>
                </a:cubicBezTo>
                <a:lnTo>
                  <a:pt x="376391" y="127447"/>
                </a:lnTo>
                <a:lnTo>
                  <a:pt x="342486" y="127447"/>
                </a:lnTo>
                <a:lnTo>
                  <a:pt x="342486" y="123230"/>
                </a:lnTo>
                <a:cubicBezTo>
                  <a:pt x="344723" y="122542"/>
                  <a:pt x="346330" y="121940"/>
                  <a:pt x="347305" y="121423"/>
                </a:cubicBezTo>
                <a:cubicBezTo>
                  <a:pt x="348280" y="120907"/>
                  <a:pt x="349098" y="120190"/>
                  <a:pt x="349757" y="119272"/>
                </a:cubicBezTo>
                <a:cubicBezTo>
                  <a:pt x="350417" y="118354"/>
                  <a:pt x="350933" y="116934"/>
                  <a:pt x="351306" y="115012"/>
                </a:cubicBezTo>
                <a:cubicBezTo>
                  <a:pt x="351679" y="113090"/>
                  <a:pt x="351866" y="110179"/>
                  <a:pt x="351866" y="106278"/>
                </a:cubicBezTo>
                <a:lnTo>
                  <a:pt x="351866" y="83731"/>
                </a:lnTo>
                <a:cubicBezTo>
                  <a:pt x="351866" y="76101"/>
                  <a:pt x="351478" y="70264"/>
                  <a:pt x="350704" y="66219"/>
                </a:cubicBezTo>
                <a:cubicBezTo>
                  <a:pt x="349929" y="62175"/>
                  <a:pt x="348409" y="59148"/>
                  <a:pt x="346143" y="57140"/>
                </a:cubicBezTo>
                <a:cubicBezTo>
                  <a:pt x="343877" y="55132"/>
                  <a:pt x="340707" y="54128"/>
                  <a:pt x="336634" y="54128"/>
                </a:cubicBezTo>
                <a:cubicBezTo>
                  <a:pt x="334339" y="54128"/>
                  <a:pt x="332274" y="54530"/>
                  <a:pt x="330438" y="55333"/>
                </a:cubicBezTo>
                <a:cubicBezTo>
                  <a:pt x="328602" y="56136"/>
                  <a:pt x="326480" y="57571"/>
                  <a:pt x="324070" y="59636"/>
                </a:cubicBezTo>
                <a:cubicBezTo>
                  <a:pt x="321660" y="61701"/>
                  <a:pt x="319839" y="63824"/>
                  <a:pt x="318606" y="66004"/>
                </a:cubicBezTo>
                <a:cubicBezTo>
                  <a:pt x="317372" y="68184"/>
                  <a:pt x="316755" y="70508"/>
                  <a:pt x="316755" y="72974"/>
                </a:cubicBezTo>
                <a:lnTo>
                  <a:pt x="316755" y="105933"/>
                </a:lnTo>
                <a:cubicBezTo>
                  <a:pt x="316755" y="109835"/>
                  <a:pt x="316856" y="112617"/>
                  <a:pt x="317057" y="114281"/>
                </a:cubicBezTo>
                <a:cubicBezTo>
                  <a:pt x="317257" y="115944"/>
                  <a:pt x="317645" y="117336"/>
                  <a:pt x="318218" y="118454"/>
                </a:cubicBezTo>
                <a:cubicBezTo>
                  <a:pt x="318792" y="119573"/>
                  <a:pt x="319667" y="120491"/>
                  <a:pt x="320843" y="121208"/>
                </a:cubicBezTo>
                <a:cubicBezTo>
                  <a:pt x="322019" y="121925"/>
                  <a:pt x="323841" y="122599"/>
                  <a:pt x="326307" y="123230"/>
                </a:cubicBezTo>
                <a:lnTo>
                  <a:pt x="326307" y="127447"/>
                </a:lnTo>
                <a:lnTo>
                  <a:pt x="292230" y="127447"/>
                </a:lnTo>
                <a:lnTo>
                  <a:pt x="292230" y="123230"/>
                </a:lnTo>
                <a:cubicBezTo>
                  <a:pt x="294754" y="122542"/>
                  <a:pt x="296561" y="121882"/>
                  <a:pt x="297651" y="121251"/>
                </a:cubicBezTo>
                <a:cubicBezTo>
                  <a:pt x="298741" y="120620"/>
                  <a:pt x="299587" y="119817"/>
                  <a:pt x="300190" y="118842"/>
                </a:cubicBezTo>
                <a:cubicBezTo>
                  <a:pt x="300792" y="117866"/>
                  <a:pt x="301237" y="116461"/>
                  <a:pt x="301524" y="114625"/>
                </a:cubicBezTo>
                <a:cubicBezTo>
                  <a:pt x="301811" y="112789"/>
                  <a:pt x="301954" y="109892"/>
                  <a:pt x="301954" y="105933"/>
                </a:cubicBezTo>
                <a:lnTo>
                  <a:pt x="301954" y="33906"/>
                </a:lnTo>
                <a:cubicBezTo>
                  <a:pt x="301954" y="28398"/>
                  <a:pt x="301911" y="24554"/>
                  <a:pt x="301825" y="22374"/>
                </a:cubicBezTo>
                <a:cubicBezTo>
                  <a:pt x="301739" y="20194"/>
                  <a:pt x="301509" y="18344"/>
                  <a:pt x="301136" y="16824"/>
                </a:cubicBezTo>
                <a:cubicBezTo>
                  <a:pt x="300764" y="15303"/>
                  <a:pt x="300247" y="14113"/>
                  <a:pt x="299587" y="13252"/>
                </a:cubicBezTo>
                <a:cubicBezTo>
                  <a:pt x="298928" y="12392"/>
                  <a:pt x="298038" y="11703"/>
                  <a:pt x="296920" y="11187"/>
                </a:cubicBezTo>
                <a:cubicBezTo>
                  <a:pt x="295801" y="10671"/>
                  <a:pt x="293779" y="10154"/>
                  <a:pt x="290853" y="9638"/>
                </a:cubicBezTo>
                <a:lnTo>
                  <a:pt x="290853" y="5163"/>
                </a:lnTo>
                <a:lnTo>
                  <a:pt x="311592" y="4303"/>
                </a:lnTo>
                <a:lnTo>
                  <a:pt x="316755" y="4303"/>
                </a:lnTo>
                <a:lnTo>
                  <a:pt x="316755" y="58689"/>
                </a:lnTo>
                <a:close/>
                <a:moveTo>
                  <a:pt x="429116" y="128824"/>
                </a:moveTo>
                <a:cubicBezTo>
                  <a:pt x="417183" y="128824"/>
                  <a:pt x="408076" y="125310"/>
                  <a:pt x="401794" y="118282"/>
                </a:cubicBezTo>
                <a:cubicBezTo>
                  <a:pt x="395512" y="111254"/>
                  <a:pt x="392371" y="100856"/>
                  <a:pt x="392371" y="87087"/>
                </a:cubicBezTo>
                <a:cubicBezTo>
                  <a:pt x="392371" y="77621"/>
                  <a:pt x="394020" y="69618"/>
                  <a:pt x="397319" y="63078"/>
                </a:cubicBezTo>
                <a:cubicBezTo>
                  <a:pt x="400617" y="56538"/>
                  <a:pt x="405135" y="51676"/>
                  <a:pt x="410872" y="48492"/>
                </a:cubicBezTo>
                <a:cubicBezTo>
                  <a:pt x="416609" y="45308"/>
                  <a:pt x="423149" y="43716"/>
                  <a:pt x="430493" y="43716"/>
                </a:cubicBezTo>
                <a:cubicBezTo>
                  <a:pt x="442770" y="43716"/>
                  <a:pt x="452064" y="47287"/>
                  <a:pt x="458375" y="54430"/>
                </a:cubicBezTo>
                <a:cubicBezTo>
                  <a:pt x="464685" y="61572"/>
                  <a:pt x="467841" y="71827"/>
                  <a:pt x="467841" y="85194"/>
                </a:cubicBezTo>
                <a:cubicBezTo>
                  <a:pt x="467841" y="94718"/>
                  <a:pt x="466263" y="102749"/>
                  <a:pt x="463108" y="109290"/>
                </a:cubicBezTo>
                <a:cubicBezTo>
                  <a:pt x="459952" y="115830"/>
                  <a:pt x="455477" y="120720"/>
                  <a:pt x="449683" y="123962"/>
                </a:cubicBezTo>
                <a:cubicBezTo>
                  <a:pt x="443889" y="127203"/>
                  <a:pt x="437033" y="128824"/>
                  <a:pt x="429116" y="128824"/>
                </a:cubicBezTo>
                <a:moveTo>
                  <a:pt x="408635" y="85280"/>
                </a:moveTo>
                <a:cubicBezTo>
                  <a:pt x="408635" y="97098"/>
                  <a:pt x="410514" y="106177"/>
                  <a:pt x="414271" y="112517"/>
                </a:cubicBezTo>
                <a:cubicBezTo>
                  <a:pt x="418029" y="118856"/>
                  <a:pt x="423408" y="122026"/>
                  <a:pt x="430407" y="122026"/>
                </a:cubicBezTo>
                <a:cubicBezTo>
                  <a:pt x="434251" y="122026"/>
                  <a:pt x="437521" y="121093"/>
                  <a:pt x="440217" y="119229"/>
                </a:cubicBezTo>
                <a:cubicBezTo>
                  <a:pt x="442913" y="117364"/>
                  <a:pt x="445108" y="114854"/>
                  <a:pt x="446800" y="111699"/>
                </a:cubicBezTo>
                <a:cubicBezTo>
                  <a:pt x="448493" y="108544"/>
                  <a:pt x="449712" y="104886"/>
                  <a:pt x="450457" y="100727"/>
                </a:cubicBezTo>
                <a:cubicBezTo>
                  <a:pt x="451203" y="96568"/>
                  <a:pt x="451576" y="92222"/>
                  <a:pt x="451576" y="87690"/>
                </a:cubicBezTo>
                <a:cubicBezTo>
                  <a:pt x="451576" y="79256"/>
                  <a:pt x="450644" y="72257"/>
                  <a:pt x="448779" y="66692"/>
                </a:cubicBezTo>
                <a:cubicBezTo>
                  <a:pt x="446915" y="61128"/>
                  <a:pt x="444376" y="57040"/>
                  <a:pt x="441164" y="54430"/>
                </a:cubicBezTo>
                <a:cubicBezTo>
                  <a:pt x="437951" y="51819"/>
                  <a:pt x="434279" y="50514"/>
                  <a:pt x="430149" y="50514"/>
                </a:cubicBezTo>
                <a:cubicBezTo>
                  <a:pt x="423207" y="50514"/>
                  <a:pt x="417886" y="53526"/>
                  <a:pt x="414185" y="59550"/>
                </a:cubicBezTo>
                <a:cubicBezTo>
                  <a:pt x="410485" y="65574"/>
                  <a:pt x="408635" y="74150"/>
                  <a:pt x="408635" y="85280"/>
                </a:cubicBezTo>
                <a:close/>
                <a:moveTo>
                  <a:pt x="508500" y="59464"/>
                </a:moveTo>
                <a:lnTo>
                  <a:pt x="509705" y="59722"/>
                </a:lnTo>
                <a:cubicBezTo>
                  <a:pt x="512860" y="55878"/>
                  <a:pt x="515786" y="52852"/>
                  <a:pt x="518483" y="50643"/>
                </a:cubicBezTo>
                <a:cubicBezTo>
                  <a:pt x="521179" y="48434"/>
                  <a:pt x="524091" y="46728"/>
                  <a:pt x="527217" y="45523"/>
                </a:cubicBezTo>
                <a:cubicBezTo>
                  <a:pt x="530344" y="44318"/>
                  <a:pt x="533886" y="43716"/>
                  <a:pt x="537845" y="43716"/>
                </a:cubicBezTo>
                <a:cubicBezTo>
                  <a:pt x="541172" y="43716"/>
                  <a:pt x="544184" y="43888"/>
                  <a:pt x="546881" y="44232"/>
                </a:cubicBezTo>
                <a:lnTo>
                  <a:pt x="546881" y="64025"/>
                </a:lnTo>
                <a:lnTo>
                  <a:pt x="537157" y="64025"/>
                </a:lnTo>
                <a:cubicBezTo>
                  <a:pt x="535780" y="60927"/>
                  <a:pt x="534317" y="58675"/>
                  <a:pt x="532768" y="57269"/>
                </a:cubicBezTo>
                <a:cubicBezTo>
                  <a:pt x="531219" y="55864"/>
                  <a:pt x="529096" y="55161"/>
                  <a:pt x="526400" y="55161"/>
                </a:cubicBezTo>
                <a:cubicBezTo>
                  <a:pt x="524334" y="55161"/>
                  <a:pt x="522283" y="55763"/>
                  <a:pt x="520247" y="56968"/>
                </a:cubicBezTo>
                <a:cubicBezTo>
                  <a:pt x="518210" y="58173"/>
                  <a:pt x="516245" y="59923"/>
                  <a:pt x="514352" y="62218"/>
                </a:cubicBezTo>
                <a:cubicBezTo>
                  <a:pt x="512459" y="64512"/>
                  <a:pt x="511154" y="66664"/>
                  <a:pt x="510437" y="68672"/>
                </a:cubicBezTo>
                <a:cubicBezTo>
                  <a:pt x="509719" y="70680"/>
                  <a:pt x="509361" y="73060"/>
                  <a:pt x="509361" y="75814"/>
                </a:cubicBezTo>
                <a:lnTo>
                  <a:pt x="509361" y="105933"/>
                </a:lnTo>
                <a:cubicBezTo>
                  <a:pt x="509361" y="111154"/>
                  <a:pt x="509676" y="114754"/>
                  <a:pt x="510307" y="116733"/>
                </a:cubicBezTo>
                <a:cubicBezTo>
                  <a:pt x="510939" y="118712"/>
                  <a:pt x="511986" y="120161"/>
                  <a:pt x="513448" y="121079"/>
                </a:cubicBezTo>
                <a:cubicBezTo>
                  <a:pt x="514911" y="121997"/>
                  <a:pt x="517106" y="122714"/>
                  <a:pt x="520032" y="123230"/>
                </a:cubicBezTo>
                <a:lnTo>
                  <a:pt x="520032" y="127447"/>
                </a:lnTo>
                <a:lnTo>
                  <a:pt x="485352" y="127447"/>
                </a:lnTo>
                <a:lnTo>
                  <a:pt x="485352" y="123230"/>
                </a:lnTo>
                <a:cubicBezTo>
                  <a:pt x="487532" y="122542"/>
                  <a:pt x="489095" y="121940"/>
                  <a:pt x="490042" y="121423"/>
                </a:cubicBezTo>
                <a:cubicBezTo>
                  <a:pt x="490988" y="120907"/>
                  <a:pt x="491806" y="120190"/>
                  <a:pt x="492494" y="119272"/>
                </a:cubicBezTo>
                <a:cubicBezTo>
                  <a:pt x="493183" y="118354"/>
                  <a:pt x="493699" y="116948"/>
                  <a:pt x="494043" y="115055"/>
                </a:cubicBezTo>
                <a:cubicBezTo>
                  <a:pt x="494387" y="113162"/>
                  <a:pt x="494559" y="110207"/>
                  <a:pt x="494559" y="106192"/>
                </a:cubicBezTo>
                <a:lnTo>
                  <a:pt x="494559" y="68672"/>
                </a:lnTo>
                <a:cubicBezTo>
                  <a:pt x="494559" y="65000"/>
                  <a:pt x="494502" y="62045"/>
                  <a:pt x="494387" y="59808"/>
                </a:cubicBezTo>
                <a:cubicBezTo>
                  <a:pt x="494273" y="57571"/>
                  <a:pt x="493871" y="55778"/>
                  <a:pt x="493183" y="54430"/>
                </a:cubicBezTo>
                <a:cubicBezTo>
                  <a:pt x="492494" y="53081"/>
                  <a:pt x="491447" y="52077"/>
                  <a:pt x="490042" y="51418"/>
                </a:cubicBezTo>
                <a:cubicBezTo>
                  <a:pt x="488636" y="50758"/>
                  <a:pt x="486642" y="50199"/>
                  <a:pt x="484061" y="49740"/>
                </a:cubicBezTo>
                <a:lnTo>
                  <a:pt x="484061" y="45265"/>
                </a:lnTo>
                <a:lnTo>
                  <a:pt x="504198" y="44404"/>
                </a:lnTo>
                <a:lnTo>
                  <a:pt x="509447" y="44404"/>
                </a:lnTo>
                <a:lnTo>
                  <a:pt x="508500" y="59464"/>
                </a:lnTo>
                <a:close/>
                <a:moveTo>
                  <a:pt x="618790" y="44404"/>
                </a:moveTo>
                <a:lnTo>
                  <a:pt x="620426" y="45437"/>
                </a:lnTo>
                <a:cubicBezTo>
                  <a:pt x="619852" y="51977"/>
                  <a:pt x="619536" y="57771"/>
                  <a:pt x="619479" y="62820"/>
                </a:cubicBezTo>
                <a:cubicBezTo>
                  <a:pt x="627281" y="55706"/>
                  <a:pt x="632717" y="51002"/>
                  <a:pt x="635786" y="48707"/>
                </a:cubicBezTo>
                <a:cubicBezTo>
                  <a:pt x="638856" y="46412"/>
                  <a:pt x="644148" y="45265"/>
                  <a:pt x="651663" y="45265"/>
                </a:cubicBezTo>
                <a:cubicBezTo>
                  <a:pt x="656368" y="45265"/>
                  <a:pt x="660642" y="45910"/>
                  <a:pt x="664486" y="47201"/>
                </a:cubicBezTo>
                <a:cubicBezTo>
                  <a:pt x="668329" y="48492"/>
                  <a:pt x="671886" y="50615"/>
                  <a:pt x="675156" y="53569"/>
                </a:cubicBezTo>
                <a:cubicBezTo>
                  <a:pt x="678426" y="56524"/>
                  <a:pt x="681008" y="60224"/>
                  <a:pt x="682901" y="64670"/>
                </a:cubicBezTo>
                <a:cubicBezTo>
                  <a:pt x="684794" y="69116"/>
                  <a:pt x="685741" y="74265"/>
                  <a:pt x="685741" y="80117"/>
                </a:cubicBezTo>
                <a:cubicBezTo>
                  <a:pt x="685741" y="84248"/>
                  <a:pt x="685081" y="88436"/>
                  <a:pt x="683762" y="92681"/>
                </a:cubicBezTo>
                <a:cubicBezTo>
                  <a:pt x="682442" y="96926"/>
                  <a:pt x="680707" y="100856"/>
                  <a:pt x="678555" y="104470"/>
                </a:cubicBezTo>
                <a:cubicBezTo>
                  <a:pt x="676404" y="108085"/>
                  <a:pt x="674683" y="110480"/>
                  <a:pt x="673392" y="111656"/>
                </a:cubicBezTo>
                <a:cubicBezTo>
                  <a:pt x="672101" y="112832"/>
                  <a:pt x="669448" y="114596"/>
                  <a:pt x="665432" y="116948"/>
                </a:cubicBezTo>
                <a:cubicBezTo>
                  <a:pt x="661818" y="119128"/>
                  <a:pt x="658232" y="121481"/>
                  <a:pt x="654675" y="124005"/>
                </a:cubicBezTo>
                <a:cubicBezTo>
                  <a:pt x="652208" y="125783"/>
                  <a:pt x="650487" y="126931"/>
                  <a:pt x="649512" y="127447"/>
                </a:cubicBezTo>
                <a:cubicBezTo>
                  <a:pt x="648537" y="127963"/>
                  <a:pt x="646902" y="128480"/>
                  <a:pt x="644607" y="128996"/>
                </a:cubicBezTo>
                <a:cubicBezTo>
                  <a:pt x="642312" y="129512"/>
                  <a:pt x="639874" y="129771"/>
                  <a:pt x="637292" y="129771"/>
                </a:cubicBezTo>
                <a:cubicBezTo>
                  <a:pt x="631326" y="129771"/>
                  <a:pt x="625388" y="128250"/>
                  <a:pt x="619479" y="125210"/>
                </a:cubicBezTo>
                <a:lnTo>
                  <a:pt x="619479" y="143539"/>
                </a:lnTo>
                <a:cubicBezTo>
                  <a:pt x="619479" y="144801"/>
                  <a:pt x="619594" y="148860"/>
                  <a:pt x="619823" y="155716"/>
                </a:cubicBezTo>
                <a:cubicBezTo>
                  <a:pt x="620053" y="162572"/>
                  <a:pt x="620296" y="166573"/>
                  <a:pt x="620555" y="167721"/>
                </a:cubicBezTo>
                <a:cubicBezTo>
                  <a:pt x="620813" y="168868"/>
                  <a:pt x="621200" y="169700"/>
                  <a:pt x="621716" y="170216"/>
                </a:cubicBezTo>
                <a:cubicBezTo>
                  <a:pt x="622233" y="170733"/>
                  <a:pt x="622864" y="171062"/>
                  <a:pt x="623610" y="171206"/>
                </a:cubicBezTo>
                <a:cubicBezTo>
                  <a:pt x="624355" y="171349"/>
                  <a:pt x="627453" y="171593"/>
                  <a:pt x="632903" y="171937"/>
                </a:cubicBezTo>
                <a:lnTo>
                  <a:pt x="633678" y="172626"/>
                </a:lnTo>
                <a:lnTo>
                  <a:pt x="633678" y="176240"/>
                </a:lnTo>
                <a:lnTo>
                  <a:pt x="632990" y="177015"/>
                </a:lnTo>
                <a:cubicBezTo>
                  <a:pt x="625818" y="176556"/>
                  <a:pt x="618934" y="176326"/>
                  <a:pt x="612336" y="176326"/>
                </a:cubicBezTo>
                <a:cubicBezTo>
                  <a:pt x="605739" y="176326"/>
                  <a:pt x="598854" y="176556"/>
                  <a:pt x="591683" y="177015"/>
                </a:cubicBezTo>
                <a:lnTo>
                  <a:pt x="590909" y="176240"/>
                </a:lnTo>
                <a:lnTo>
                  <a:pt x="590909" y="172626"/>
                </a:lnTo>
                <a:lnTo>
                  <a:pt x="591683" y="171937"/>
                </a:lnTo>
                <a:cubicBezTo>
                  <a:pt x="597191" y="171593"/>
                  <a:pt x="600317" y="171335"/>
                  <a:pt x="601063" y="171163"/>
                </a:cubicBezTo>
                <a:cubicBezTo>
                  <a:pt x="601809" y="170991"/>
                  <a:pt x="602454" y="170632"/>
                  <a:pt x="602999" y="170087"/>
                </a:cubicBezTo>
                <a:cubicBezTo>
                  <a:pt x="603544" y="169542"/>
                  <a:pt x="603917" y="168667"/>
                  <a:pt x="604118" y="167463"/>
                </a:cubicBezTo>
                <a:cubicBezTo>
                  <a:pt x="604319" y="166258"/>
                  <a:pt x="604548" y="162414"/>
                  <a:pt x="604807" y="155931"/>
                </a:cubicBezTo>
                <a:cubicBezTo>
                  <a:pt x="605065" y="149448"/>
                  <a:pt x="605194" y="144572"/>
                  <a:pt x="605194" y="141302"/>
                </a:cubicBezTo>
                <a:lnTo>
                  <a:pt x="605194" y="75384"/>
                </a:lnTo>
                <a:cubicBezTo>
                  <a:pt x="605194" y="72401"/>
                  <a:pt x="605065" y="68944"/>
                  <a:pt x="604807" y="65014"/>
                </a:cubicBezTo>
                <a:cubicBezTo>
                  <a:pt x="604548" y="61085"/>
                  <a:pt x="604333" y="58804"/>
                  <a:pt x="604161" y="58173"/>
                </a:cubicBezTo>
                <a:cubicBezTo>
                  <a:pt x="603989" y="57542"/>
                  <a:pt x="603573" y="57026"/>
                  <a:pt x="602913" y="56624"/>
                </a:cubicBezTo>
                <a:cubicBezTo>
                  <a:pt x="602254" y="56222"/>
                  <a:pt x="600776" y="56022"/>
                  <a:pt x="598482" y="56022"/>
                </a:cubicBezTo>
                <a:lnTo>
                  <a:pt x="591253" y="55936"/>
                </a:lnTo>
                <a:lnTo>
                  <a:pt x="590478" y="55247"/>
                </a:lnTo>
                <a:lnTo>
                  <a:pt x="590478" y="51547"/>
                </a:lnTo>
                <a:lnTo>
                  <a:pt x="591167" y="50858"/>
                </a:lnTo>
                <a:cubicBezTo>
                  <a:pt x="602125" y="49539"/>
                  <a:pt x="611332" y="47387"/>
                  <a:pt x="618790" y="44404"/>
                </a:cubicBezTo>
                <a:moveTo>
                  <a:pt x="619479" y="110408"/>
                </a:moveTo>
                <a:cubicBezTo>
                  <a:pt x="622118" y="113105"/>
                  <a:pt x="625388" y="115442"/>
                  <a:pt x="629289" y="117422"/>
                </a:cubicBezTo>
                <a:cubicBezTo>
                  <a:pt x="633190" y="119401"/>
                  <a:pt x="637493" y="120391"/>
                  <a:pt x="642197" y="120391"/>
                </a:cubicBezTo>
                <a:cubicBezTo>
                  <a:pt x="647762" y="120391"/>
                  <a:pt x="652682" y="118985"/>
                  <a:pt x="656956" y="116174"/>
                </a:cubicBezTo>
                <a:cubicBezTo>
                  <a:pt x="661230" y="113363"/>
                  <a:pt x="664543" y="109246"/>
                  <a:pt x="666895" y="103825"/>
                </a:cubicBezTo>
                <a:cubicBezTo>
                  <a:pt x="669247" y="98404"/>
                  <a:pt x="670423" y="92394"/>
                  <a:pt x="670423" y="85797"/>
                </a:cubicBezTo>
                <a:cubicBezTo>
                  <a:pt x="670423" y="80461"/>
                  <a:pt x="669376" y="75499"/>
                  <a:pt x="667282" y="70909"/>
                </a:cubicBezTo>
                <a:cubicBezTo>
                  <a:pt x="665188" y="66320"/>
                  <a:pt x="661947" y="62705"/>
                  <a:pt x="657558" y="60066"/>
                </a:cubicBezTo>
                <a:cubicBezTo>
                  <a:pt x="653169" y="57427"/>
                  <a:pt x="648508" y="56108"/>
                  <a:pt x="643574" y="56108"/>
                </a:cubicBezTo>
                <a:cubicBezTo>
                  <a:pt x="640534" y="56108"/>
                  <a:pt x="637579" y="56638"/>
                  <a:pt x="634711" y="57700"/>
                </a:cubicBezTo>
                <a:cubicBezTo>
                  <a:pt x="631842" y="58761"/>
                  <a:pt x="629160" y="60324"/>
                  <a:pt x="626664" y="62390"/>
                </a:cubicBezTo>
                <a:cubicBezTo>
                  <a:pt x="624169" y="64455"/>
                  <a:pt x="622376" y="66420"/>
                  <a:pt x="621286" y="68284"/>
                </a:cubicBezTo>
                <a:cubicBezTo>
                  <a:pt x="620196" y="70149"/>
                  <a:pt x="619622" y="71698"/>
                  <a:pt x="619565" y="72931"/>
                </a:cubicBezTo>
                <a:cubicBezTo>
                  <a:pt x="619508" y="74165"/>
                  <a:pt x="619479" y="75527"/>
                  <a:pt x="619479" y="77019"/>
                </a:cubicBezTo>
                <a:lnTo>
                  <a:pt x="619479" y="110408"/>
                </a:lnTo>
                <a:close/>
                <a:moveTo>
                  <a:pt x="768943" y="114797"/>
                </a:moveTo>
                <a:lnTo>
                  <a:pt x="766190" y="120993"/>
                </a:lnTo>
                <a:cubicBezTo>
                  <a:pt x="760223" y="124837"/>
                  <a:pt x="754902" y="127332"/>
                  <a:pt x="750226" y="128480"/>
                </a:cubicBezTo>
                <a:cubicBezTo>
                  <a:pt x="745551" y="129627"/>
                  <a:pt x="741377" y="130201"/>
                  <a:pt x="737705" y="130201"/>
                </a:cubicBezTo>
                <a:cubicBezTo>
                  <a:pt x="730821" y="130201"/>
                  <a:pt x="724295" y="128853"/>
                  <a:pt x="718128" y="126156"/>
                </a:cubicBezTo>
                <a:cubicBezTo>
                  <a:pt x="711961" y="123460"/>
                  <a:pt x="706941" y="118899"/>
                  <a:pt x="703068" y="112474"/>
                </a:cubicBezTo>
                <a:cubicBezTo>
                  <a:pt x="699196" y="106048"/>
                  <a:pt x="697260" y="98303"/>
                  <a:pt x="697260" y="89239"/>
                </a:cubicBezTo>
                <a:cubicBezTo>
                  <a:pt x="697260" y="83215"/>
                  <a:pt x="698006" y="77779"/>
                  <a:pt x="699497" y="72931"/>
                </a:cubicBezTo>
                <a:cubicBezTo>
                  <a:pt x="700989" y="68084"/>
                  <a:pt x="702552" y="64484"/>
                  <a:pt x="704187" y="62132"/>
                </a:cubicBezTo>
                <a:cubicBezTo>
                  <a:pt x="705822" y="59779"/>
                  <a:pt x="708590" y="57169"/>
                  <a:pt x="712491" y="54301"/>
                </a:cubicBezTo>
                <a:cubicBezTo>
                  <a:pt x="716393" y="51432"/>
                  <a:pt x="720523" y="49137"/>
                  <a:pt x="724883" y="47416"/>
                </a:cubicBezTo>
                <a:cubicBezTo>
                  <a:pt x="729243" y="45695"/>
                  <a:pt x="733948" y="44835"/>
                  <a:pt x="738996" y="44835"/>
                </a:cubicBezTo>
                <a:cubicBezTo>
                  <a:pt x="745881" y="44835"/>
                  <a:pt x="751947" y="46455"/>
                  <a:pt x="757197" y="49697"/>
                </a:cubicBezTo>
                <a:cubicBezTo>
                  <a:pt x="762446" y="52938"/>
                  <a:pt x="766132" y="57083"/>
                  <a:pt x="768255" y="62132"/>
                </a:cubicBezTo>
                <a:cubicBezTo>
                  <a:pt x="770378" y="67180"/>
                  <a:pt x="771439" y="72544"/>
                  <a:pt x="771439" y="78224"/>
                </a:cubicBezTo>
                <a:cubicBezTo>
                  <a:pt x="771439" y="80002"/>
                  <a:pt x="771353" y="81723"/>
                  <a:pt x="771181" y="83387"/>
                </a:cubicBezTo>
                <a:lnTo>
                  <a:pt x="770234" y="84334"/>
                </a:lnTo>
                <a:cubicBezTo>
                  <a:pt x="766333" y="85194"/>
                  <a:pt x="761084" y="85768"/>
                  <a:pt x="754486" y="86055"/>
                </a:cubicBezTo>
                <a:cubicBezTo>
                  <a:pt x="747889" y="86342"/>
                  <a:pt x="743528" y="86485"/>
                  <a:pt x="741406" y="86485"/>
                </a:cubicBezTo>
                <a:lnTo>
                  <a:pt x="713782" y="86485"/>
                </a:lnTo>
                <a:cubicBezTo>
                  <a:pt x="713897" y="98361"/>
                  <a:pt x="716880" y="107109"/>
                  <a:pt x="722732" y="112732"/>
                </a:cubicBezTo>
                <a:cubicBezTo>
                  <a:pt x="728584" y="118354"/>
                  <a:pt x="735755" y="121165"/>
                  <a:pt x="744246" y="121165"/>
                </a:cubicBezTo>
                <a:cubicBezTo>
                  <a:pt x="748261" y="121165"/>
                  <a:pt x="752120" y="120477"/>
                  <a:pt x="755820" y="119100"/>
                </a:cubicBezTo>
                <a:cubicBezTo>
                  <a:pt x="759520" y="117723"/>
                  <a:pt x="763436" y="115801"/>
                  <a:pt x="767566" y="113334"/>
                </a:cubicBezTo>
                <a:lnTo>
                  <a:pt x="768943" y="114797"/>
                </a:lnTo>
                <a:moveTo>
                  <a:pt x="713782" y="79601"/>
                </a:moveTo>
                <a:cubicBezTo>
                  <a:pt x="714815" y="79773"/>
                  <a:pt x="718788" y="79974"/>
                  <a:pt x="725701" y="80203"/>
                </a:cubicBezTo>
                <a:cubicBezTo>
                  <a:pt x="732614" y="80432"/>
                  <a:pt x="737734" y="80547"/>
                  <a:pt x="741062" y="80547"/>
                </a:cubicBezTo>
                <a:cubicBezTo>
                  <a:pt x="749036" y="80547"/>
                  <a:pt x="753884" y="80404"/>
                  <a:pt x="755605" y="80117"/>
                </a:cubicBezTo>
                <a:cubicBezTo>
                  <a:pt x="755662" y="78740"/>
                  <a:pt x="755691" y="77679"/>
                  <a:pt x="755691" y="76933"/>
                </a:cubicBezTo>
                <a:cubicBezTo>
                  <a:pt x="755691" y="68041"/>
                  <a:pt x="753884" y="61429"/>
                  <a:pt x="750269" y="57097"/>
                </a:cubicBezTo>
                <a:cubicBezTo>
                  <a:pt x="746655" y="52766"/>
                  <a:pt x="741721" y="50600"/>
                  <a:pt x="735468" y="50600"/>
                </a:cubicBezTo>
                <a:cubicBezTo>
                  <a:pt x="728641" y="50600"/>
                  <a:pt x="723320" y="53038"/>
                  <a:pt x="719505" y="57915"/>
                </a:cubicBezTo>
                <a:cubicBezTo>
                  <a:pt x="715690" y="62791"/>
                  <a:pt x="713782" y="70020"/>
                  <a:pt x="713782" y="79601"/>
                </a:cubicBezTo>
                <a:moveTo>
                  <a:pt x="737791" y="40015"/>
                </a:moveTo>
                <a:lnTo>
                  <a:pt x="737791" y="40015"/>
                </a:lnTo>
                <a:moveTo>
                  <a:pt x="736759" y="132610"/>
                </a:moveTo>
                <a:lnTo>
                  <a:pt x="736759" y="132610"/>
                </a:lnTo>
                <a:close/>
                <a:moveTo>
                  <a:pt x="809806" y="45437"/>
                </a:moveTo>
                <a:lnTo>
                  <a:pt x="811441" y="46556"/>
                </a:lnTo>
                <a:cubicBezTo>
                  <a:pt x="811097" y="49883"/>
                  <a:pt x="810839" y="55792"/>
                  <a:pt x="810667" y="64283"/>
                </a:cubicBezTo>
                <a:lnTo>
                  <a:pt x="817121" y="56108"/>
                </a:lnTo>
                <a:cubicBezTo>
                  <a:pt x="819243" y="53411"/>
                  <a:pt x="821122" y="51332"/>
                  <a:pt x="822757" y="49869"/>
                </a:cubicBezTo>
                <a:cubicBezTo>
                  <a:pt x="824392" y="48406"/>
                  <a:pt x="826300" y="47273"/>
                  <a:pt x="828480" y="46470"/>
                </a:cubicBezTo>
                <a:cubicBezTo>
                  <a:pt x="830660" y="45666"/>
                  <a:pt x="832897" y="45265"/>
                  <a:pt x="835192" y="45265"/>
                </a:cubicBezTo>
                <a:cubicBezTo>
                  <a:pt x="837717" y="45265"/>
                  <a:pt x="840097" y="45781"/>
                  <a:pt x="842335" y="46814"/>
                </a:cubicBezTo>
                <a:lnTo>
                  <a:pt x="842937" y="48019"/>
                </a:lnTo>
                <a:cubicBezTo>
                  <a:pt x="842019" y="55649"/>
                  <a:pt x="841503" y="62361"/>
                  <a:pt x="841388" y="68155"/>
                </a:cubicBezTo>
                <a:lnTo>
                  <a:pt x="837516" y="68155"/>
                </a:lnTo>
                <a:cubicBezTo>
                  <a:pt x="835221" y="62877"/>
                  <a:pt x="831521" y="60238"/>
                  <a:pt x="826415" y="60238"/>
                </a:cubicBezTo>
                <a:cubicBezTo>
                  <a:pt x="822858" y="60238"/>
                  <a:pt x="819760" y="61371"/>
                  <a:pt x="817121" y="63637"/>
                </a:cubicBezTo>
                <a:cubicBezTo>
                  <a:pt x="814482" y="65904"/>
                  <a:pt x="812718" y="68743"/>
                  <a:pt x="811828" y="72157"/>
                </a:cubicBezTo>
                <a:cubicBezTo>
                  <a:pt x="810939" y="75570"/>
                  <a:pt x="810495" y="79887"/>
                  <a:pt x="810495" y="85108"/>
                </a:cubicBezTo>
                <a:lnTo>
                  <a:pt x="810495" y="94660"/>
                </a:lnTo>
                <a:cubicBezTo>
                  <a:pt x="810495" y="96381"/>
                  <a:pt x="810609" y="100598"/>
                  <a:pt x="810839" y="107310"/>
                </a:cubicBezTo>
                <a:cubicBezTo>
                  <a:pt x="811068" y="114023"/>
                  <a:pt x="811312" y="117895"/>
                  <a:pt x="811570" y="118928"/>
                </a:cubicBezTo>
                <a:cubicBezTo>
                  <a:pt x="811828" y="119960"/>
                  <a:pt x="812230" y="120720"/>
                  <a:pt x="812775" y="121208"/>
                </a:cubicBezTo>
                <a:cubicBezTo>
                  <a:pt x="813320" y="121696"/>
                  <a:pt x="814037" y="122026"/>
                  <a:pt x="814926" y="122198"/>
                </a:cubicBezTo>
                <a:cubicBezTo>
                  <a:pt x="815816" y="122370"/>
                  <a:pt x="819903" y="122657"/>
                  <a:pt x="827189" y="123058"/>
                </a:cubicBezTo>
                <a:lnTo>
                  <a:pt x="827964" y="123747"/>
                </a:lnTo>
                <a:lnTo>
                  <a:pt x="827964" y="127361"/>
                </a:lnTo>
                <a:lnTo>
                  <a:pt x="827189" y="128135"/>
                </a:lnTo>
                <a:cubicBezTo>
                  <a:pt x="819559" y="127677"/>
                  <a:pt x="811585" y="127447"/>
                  <a:pt x="803266" y="127447"/>
                </a:cubicBezTo>
                <a:cubicBezTo>
                  <a:pt x="796668" y="127447"/>
                  <a:pt x="789784" y="127677"/>
                  <a:pt x="782613" y="128135"/>
                </a:cubicBezTo>
                <a:lnTo>
                  <a:pt x="781838" y="127361"/>
                </a:lnTo>
                <a:lnTo>
                  <a:pt x="781838" y="123747"/>
                </a:lnTo>
                <a:lnTo>
                  <a:pt x="782613" y="123058"/>
                </a:lnTo>
                <a:cubicBezTo>
                  <a:pt x="788178" y="122714"/>
                  <a:pt x="791319" y="122456"/>
                  <a:pt x="792036" y="122284"/>
                </a:cubicBezTo>
                <a:cubicBezTo>
                  <a:pt x="792753" y="122112"/>
                  <a:pt x="793384" y="121753"/>
                  <a:pt x="793929" y="121208"/>
                </a:cubicBezTo>
                <a:cubicBezTo>
                  <a:pt x="794474" y="120663"/>
                  <a:pt x="794847" y="119831"/>
                  <a:pt x="795048" y="118712"/>
                </a:cubicBezTo>
                <a:cubicBezTo>
                  <a:pt x="795249" y="117594"/>
                  <a:pt x="795478" y="113893"/>
                  <a:pt x="795736" y="107611"/>
                </a:cubicBezTo>
                <a:cubicBezTo>
                  <a:pt x="795994" y="101329"/>
                  <a:pt x="796123" y="96582"/>
                  <a:pt x="796123" y="93369"/>
                </a:cubicBezTo>
                <a:lnTo>
                  <a:pt x="796123" y="76417"/>
                </a:lnTo>
                <a:cubicBezTo>
                  <a:pt x="796123" y="74122"/>
                  <a:pt x="796009" y="70995"/>
                  <a:pt x="795779" y="67037"/>
                </a:cubicBezTo>
                <a:cubicBezTo>
                  <a:pt x="795550" y="63078"/>
                  <a:pt x="795363" y="60640"/>
                  <a:pt x="795220" y="59722"/>
                </a:cubicBezTo>
                <a:cubicBezTo>
                  <a:pt x="795076" y="58804"/>
                  <a:pt x="794632" y="58130"/>
                  <a:pt x="793886" y="57700"/>
                </a:cubicBezTo>
                <a:cubicBezTo>
                  <a:pt x="793140" y="57269"/>
                  <a:pt x="791649" y="57054"/>
                  <a:pt x="789411" y="57054"/>
                </a:cubicBezTo>
                <a:lnTo>
                  <a:pt x="782183" y="56968"/>
                </a:lnTo>
                <a:lnTo>
                  <a:pt x="781408" y="56280"/>
                </a:lnTo>
                <a:lnTo>
                  <a:pt x="781408" y="52579"/>
                </a:lnTo>
                <a:lnTo>
                  <a:pt x="782096" y="51891"/>
                </a:lnTo>
                <a:cubicBezTo>
                  <a:pt x="793054" y="50572"/>
                  <a:pt x="802291" y="48420"/>
                  <a:pt x="809806" y="45437"/>
                </a:cubicBezTo>
                <a:close/>
                <a:moveTo>
                  <a:pt x="850334" y="59894"/>
                </a:moveTo>
                <a:lnTo>
                  <a:pt x="850334" y="57657"/>
                </a:lnTo>
                <a:lnTo>
                  <a:pt x="850936" y="56796"/>
                </a:lnTo>
                <a:cubicBezTo>
                  <a:pt x="856329" y="54788"/>
                  <a:pt x="860689" y="52924"/>
                  <a:pt x="864017" y="51203"/>
                </a:cubicBezTo>
                <a:cubicBezTo>
                  <a:pt x="864017" y="36229"/>
                  <a:pt x="863845" y="27509"/>
                  <a:pt x="863500" y="25042"/>
                </a:cubicBezTo>
                <a:cubicBezTo>
                  <a:pt x="869410" y="22977"/>
                  <a:pt x="874257" y="20768"/>
                  <a:pt x="878044" y="18416"/>
                </a:cubicBezTo>
                <a:lnTo>
                  <a:pt x="880109" y="20137"/>
                </a:lnTo>
                <a:cubicBezTo>
                  <a:pt x="879535" y="23751"/>
                  <a:pt x="878847" y="34250"/>
                  <a:pt x="878044" y="51633"/>
                </a:cubicBezTo>
                <a:cubicBezTo>
                  <a:pt x="880912" y="51690"/>
                  <a:pt x="884010" y="51719"/>
                  <a:pt x="887338" y="51719"/>
                </a:cubicBezTo>
                <a:cubicBezTo>
                  <a:pt x="894107" y="51719"/>
                  <a:pt x="898955" y="51547"/>
                  <a:pt x="901881" y="51203"/>
                </a:cubicBezTo>
                <a:lnTo>
                  <a:pt x="902483" y="51805"/>
                </a:lnTo>
                <a:lnTo>
                  <a:pt x="900848" y="59034"/>
                </a:lnTo>
                <a:lnTo>
                  <a:pt x="900160" y="59808"/>
                </a:lnTo>
                <a:cubicBezTo>
                  <a:pt x="897234" y="59751"/>
                  <a:pt x="893992" y="59722"/>
                  <a:pt x="890436" y="59722"/>
                </a:cubicBezTo>
                <a:cubicBezTo>
                  <a:pt x="887223" y="59722"/>
                  <a:pt x="883092" y="59751"/>
                  <a:pt x="878044" y="59808"/>
                </a:cubicBezTo>
                <a:lnTo>
                  <a:pt x="877527" y="94832"/>
                </a:lnTo>
                <a:cubicBezTo>
                  <a:pt x="877527" y="102921"/>
                  <a:pt x="877714" y="108214"/>
                  <a:pt x="878087" y="110709"/>
                </a:cubicBezTo>
                <a:cubicBezTo>
                  <a:pt x="878460" y="113205"/>
                  <a:pt x="879492" y="115156"/>
                  <a:pt x="881185" y="116561"/>
                </a:cubicBezTo>
                <a:cubicBezTo>
                  <a:pt x="882877" y="117967"/>
                  <a:pt x="885387" y="118669"/>
                  <a:pt x="888714" y="118669"/>
                </a:cubicBezTo>
                <a:cubicBezTo>
                  <a:pt x="892558" y="118669"/>
                  <a:pt x="896115" y="117666"/>
                  <a:pt x="899385" y="115658"/>
                </a:cubicBezTo>
                <a:lnTo>
                  <a:pt x="901451" y="118756"/>
                </a:lnTo>
                <a:cubicBezTo>
                  <a:pt x="900074" y="119731"/>
                  <a:pt x="896775" y="122599"/>
                  <a:pt x="891554" y="127361"/>
                </a:cubicBezTo>
                <a:cubicBezTo>
                  <a:pt x="888571" y="128738"/>
                  <a:pt x="885530" y="129426"/>
                  <a:pt x="882432" y="129426"/>
                </a:cubicBezTo>
                <a:cubicBezTo>
                  <a:pt x="869524" y="129426"/>
                  <a:pt x="863070" y="123173"/>
                  <a:pt x="863070" y="110666"/>
                </a:cubicBezTo>
                <a:cubicBezTo>
                  <a:pt x="863070" y="106077"/>
                  <a:pt x="863185" y="102176"/>
                  <a:pt x="863414" y="98963"/>
                </a:cubicBezTo>
                <a:cubicBezTo>
                  <a:pt x="863472" y="97988"/>
                  <a:pt x="863500" y="96984"/>
                  <a:pt x="863500" y="95951"/>
                </a:cubicBezTo>
                <a:lnTo>
                  <a:pt x="863500" y="60238"/>
                </a:lnTo>
                <a:lnTo>
                  <a:pt x="859972" y="60238"/>
                </a:lnTo>
                <a:cubicBezTo>
                  <a:pt x="857391" y="60238"/>
                  <a:pt x="854436" y="60353"/>
                  <a:pt x="851109" y="60583"/>
                </a:cubicBezTo>
                <a:lnTo>
                  <a:pt x="850334" y="59894"/>
                </a:lnTo>
                <a:close/>
                <a:moveTo>
                  <a:pt x="933076" y="45437"/>
                </a:moveTo>
                <a:lnTo>
                  <a:pt x="934711" y="46556"/>
                </a:lnTo>
                <a:cubicBezTo>
                  <a:pt x="934080" y="54071"/>
                  <a:pt x="933765" y="63623"/>
                  <a:pt x="933765" y="75212"/>
                </a:cubicBezTo>
                <a:lnTo>
                  <a:pt x="933765" y="95263"/>
                </a:lnTo>
                <a:cubicBezTo>
                  <a:pt x="933765" y="102606"/>
                  <a:pt x="934324" y="107712"/>
                  <a:pt x="935443" y="110580"/>
                </a:cubicBezTo>
                <a:cubicBezTo>
                  <a:pt x="936561" y="113449"/>
                  <a:pt x="938498" y="115643"/>
                  <a:pt x="941251" y="117164"/>
                </a:cubicBezTo>
                <a:cubicBezTo>
                  <a:pt x="944005" y="118684"/>
                  <a:pt x="947275" y="119444"/>
                  <a:pt x="951062" y="119444"/>
                </a:cubicBezTo>
                <a:cubicBezTo>
                  <a:pt x="955250" y="119444"/>
                  <a:pt x="959065" y="118626"/>
                  <a:pt x="962507" y="116991"/>
                </a:cubicBezTo>
                <a:cubicBezTo>
                  <a:pt x="965949" y="115356"/>
                  <a:pt x="968832" y="113047"/>
                  <a:pt x="971155" y="110064"/>
                </a:cubicBezTo>
                <a:cubicBezTo>
                  <a:pt x="973479" y="107081"/>
                  <a:pt x="974813" y="105073"/>
                  <a:pt x="975157" y="104040"/>
                </a:cubicBezTo>
                <a:cubicBezTo>
                  <a:pt x="975501" y="103008"/>
                  <a:pt x="975731" y="100110"/>
                  <a:pt x="975845" y="95349"/>
                </a:cubicBezTo>
                <a:lnTo>
                  <a:pt x="976104" y="85711"/>
                </a:lnTo>
                <a:lnTo>
                  <a:pt x="976104" y="76417"/>
                </a:lnTo>
                <a:cubicBezTo>
                  <a:pt x="976104" y="74122"/>
                  <a:pt x="975989" y="70995"/>
                  <a:pt x="975759" y="67037"/>
                </a:cubicBezTo>
                <a:cubicBezTo>
                  <a:pt x="975530" y="63078"/>
                  <a:pt x="975343" y="60640"/>
                  <a:pt x="975200" y="59722"/>
                </a:cubicBezTo>
                <a:cubicBezTo>
                  <a:pt x="975057" y="58804"/>
                  <a:pt x="974612" y="58130"/>
                  <a:pt x="973866" y="57700"/>
                </a:cubicBezTo>
                <a:cubicBezTo>
                  <a:pt x="973120" y="57269"/>
                  <a:pt x="971629" y="57054"/>
                  <a:pt x="969391" y="57054"/>
                </a:cubicBezTo>
                <a:lnTo>
                  <a:pt x="962163" y="56968"/>
                </a:lnTo>
                <a:lnTo>
                  <a:pt x="961388" y="56280"/>
                </a:lnTo>
                <a:lnTo>
                  <a:pt x="961388" y="52579"/>
                </a:lnTo>
                <a:lnTo>
                  <a:pt x="962077" y="51891"/>
                </a:lnTo>
                <a:cubicBezTo>
                  <a:pt x="973034" y="50572"/>
                  <a:pt x="982271" y="48420"/>
                  <a:pt x="989786" y="45437"/>
                </a:cubicBezTo>
                <a:lnTo>
                  <a:pt x="991421" y="46556"/>
                </a:lnTo>
                <a:cubicBezTo>
                  <a:pt x="990790" y="54071"/>
                  <a:pt x="990475" y="63623"/>
                  <a:pt x="990475" y="75212"/>
                </a:cubicBezTo>
                <a:lnTo>
                  <a:pt x="990475" y="90357"/>
                </a:lnTo>
                <a:cubicBezTo>
                  <a:pt x="990475" y="91218"/>
                  <a:pt x="990618" y="98246"/>
                  <a:pt x="990905" y="111441"/>
                </a:cubicBezTo>
                <a:cubicBezTo>
                  <a:pt x="991020" y="116317"/>
                  <a:pt x="991321" y="119286"/>
                  <a:pt x="991808" y="120348"/>
                </a:cubicBezTo>
                <a:cubicBezTo>
                  <a:pt x="992296" y="121409"/>
                  <a:pt x="992970" y="122155"/>
                  <a:pt x="993831" y="122585"/>
                </a:cubicBezTo>
                <a:cubicBezTo>
                  <a:pt x="994691" y="123015"/>
                  <a:pt x="997244" y="123230"/>
                  <a:pt x="1001490" y="123230"/>
                </a:cubicBezTo>
                <a:lnTo>
                  <a:pt x="1003899" y="123230"/>
                </a:lnTo>
                <a:lnTo>
                  <a:pt x="1004674" y="123919"/>
                </a:lnTo>
                <a:lnTo>
                  <a:pt x="1004674" y="127361"/>
                </a:lnTo>
                <a:lnTo>
                  <a:pt x="1003985" y="128135"/>
                </a:lnTo>
                <a:cubicBezTo>
                  <a:pt x="995896" y="127677"/>
                  <a:pt x="990475" y="127447"/>
                  <a:pt x="987721" y="127447"/>
                </a:cubicBezTo>
                <a:cubicBezTo>
                  <a:pt x="984221" y="127447"/>
                  <a:pt x="980177" y="127648"/>
                  <a:pt x="975587" y="128049"/>
                </a:cubicBezTo>
                <a:lnTo>
                  <a:pt x="974813" y="127361"/>
                </a:lnTo>
                <a:cubicBezTo>
                  <a:pt x="975157" y="121509"/>
                  <a:pt x="975415" y="116547"/>
                  <a:pt x="975587" y="112474"/>
                </a:cubicBezTo>
                <a:cubicBezTo>
                  <a:pt x="971973" y="115285"/>
                  <a:pt x="967842" y="119042"/>
                  <a:pt x="963195" y="123747"/>
                </a:cubicBezTo>
                <a:cubicBezTo>
                  <a:pt x="961417" y="125525"/>
                  <a:pt x="958864" y="127017"/>
                  <a:pt x="955536" y="128222"/>
                </a:cubicBezTo>
                <a:cubicBezTo>
                  <a:pt x="952209" y="129426"/>
                  <a:pt x="948423" y="130029"/>
                  <a:pt x="944177" y="130029"/>
                </a:cubicBezTo>
                <a:cubicBezTo>
                  <a:pt x="937752" y="130029"/>
                  <a:pt x="932746" y="129010"/>
                  <a:pt x="929161" y="126974"/>
                </a:cubicBezTo>
                <a:cubicBezTo>
                  <a:pt x="925575" y="124937"/>
                  <a:pt x="923036" y="122126"/>
                  <a:pt x="921545" y="118540"/>
                </a:cubicBezTo>
                <a:cubicBezTo>
                  <a:pt x="920053" y="114955"/>
                  <a:pt x="919307" y="108773"/>
                  <a:pt x="919307" y="99996"/>
                </a:cubicBezTo>
                <a:lnTo>
                  <a:pt x="919393" y="93197"/>
                </a:lnTo>
                <a:lnTo>
                  <a:pt x="919393" y="76417"/>
                </a:lnTo>
                <a:cubicBezTo>
                  <a:pt x="919393" y="74122"/>
                  <a:pt x="919279" y="70995"/>
                  <a:pt x="919049" y="67037"/>
                </a:cubicBezTo>
                <a:cubicBezTo>
                  <a:pt x="918820" y="63078"/>
                  <a:pt x="918633" y="60640"/>
                  <a:pt x="918490" y="59722"/>
                </a:cubicBezTo>
                <a:cubicBezTo>
                  <a:pt x="918346" y="58804"/>
                  <a:pt x="917902" y="58130"/>
                  <a:pt x="917156" y="57700"/>
                </a:cubicBezTo>
                <a:cubicBezTo>
                  <a:pt x="916410" y="57269"/>
                  <a:pt x="914919" y="57054"/>
                  <a:pt x="912681" y="57054"/>
                </a:cubicBezTo>
                <a:lnTo>
                  <a:pt x="905453" y="56968"/>
                </a:lnTo>
                <a:lnTo>
                  <a:pt x="904678" y="56280"/>
                </a:lnTo>
                <a:lnTo>
                  <a:pt x="904678" y="52579"/>
                </a:lnTo>
                <a:lnTo>
                  <a:pt x="905367" y="51891"/>
                </a:lnTo>
                <a:cubicBezTo>
                  <a:pt x="916324" y="50572"/>
                  <a:pt x="925561" y="48420"/>
                  <a:pt x="933076" y="45437"/>
                </a:cubicBezTo>
                <a:moveTo>
                  <a:pt x="953643" y="40015"/>
                </a:moveTo>
                <a:lnTo>
                  <a:pt x="953643" y="40015"/>
                </a:lnTo>
                <a:moveTo>
                  <a:pt x="954504" y="132610"/>
                </a:moveTo>
                <a:lnTo>
                  <a:pt x="954504" y="132610"/>
                </a:lnTo>
                <a:close/>
                <a:moveTo>
                  <a:pt x="1043148" y="45437"/>
                </a:moveTo>
                <a:lnTo>
                  <a:pt x="1044783" y="46556"/>
                </a:lnTo>
                <a:cubicBezTo>
                  <a:pt x="1044439" y="49883"/>
                  <a:pt x="1044181" y="55792"/>
                  <a:pt x="1044008" y="64283"/>
                </a:cubicBezTo>
                <a:lnTo>
                  <a:pt x="1050463" y="56108"/>
                </a:lnTo>
                <a:cubicBezTo>
                  <a:pt x="1052585" y="53411"/>
                  <a:pt x="1054464" y="51332"/>
                  <a:pt x="1056099" y="49869"/>
                </a:cubicBezTo>
                <a:cubicBezTo>
                  <a:pt x="1057734" y="48406"/>
                  <a:pt x="1059642" y="47273"/>
                  <a:pt x="1061822" y="46470"/>
                </a:cubicBezTo>
                <a:cubicBezTo>
                  <a:pt x="1064002" y="45666"/>
                  <a:pt x="1066239" y="45265"/>
                  <a:pt x="1068534" y="45265"/>
                </a:cubicBezTo>
                <a:cubicBezTo>
                  <a:pt x="1071058" y="45265"/>
                  <a:pt x="1073439" y="45781"/>
                  <a:pt x="1075677" y="46814"/>
                </a:cubicBezTo>
                <a:lnTo>
                  <a:pt x="1076279" y="48019"/>
                </a:lnTo>
                <a:cubicBezTo>
                  <a:pt x="1075361" y="55649"/>
                  <a:pt x="1074845" y="62361"/>
                  <a:pt x="1074730" y="68155"/>
                </a:cubicBezTo>
                <a:lnTo>
                  <a:pt x="1070857" y="68155"/>
                </a:lnTo>
                <a:cubicBezTo>
                  <a:pt x="1068563" y="62877"/>
                  <a:pt x="1064862" y="60238"/>
                  <a:pt x="1059756" y="60238"/>
                </a:cubicBezTo>
                <a:cubicBezTo>
                  <a:pt x="1056199" y="60238"/>
                  <a:pt x="1053102" y="61371"/>
                  <a:pt x="1050463" y="63637"/>
                </a:cubicBezTo>
                <a:cubicBezTo>
                  <a:pt x="1047823" y="65904"/>
                  <a:pt x="1046059" y="68743"/>
                  <a:pt x="1045170" y="72157"/>
                </a:cubicBezTo>
                <a:cubicBezTo>
                  <a:pt x="1044281" y="75570"/>
                  <a:pt x="1043836" y="79887"/>
                  <a:pt x="1043836" y="85108"/>
                </a:cubicBezTo>
                <a:lnTo>
                  <a:pt x="1043836" y="94660"/>
                </a:lnTo>
                <a:cubicBezTo>
                  <a:pt x="1043836" y="96381"/>
                  <a:pt x="1043951" y="100598"/>
                  <a:pt x="1044181" y="107310"/>
                </a:cubicBezTo>
                <a:cubicBezTo>
                  <a:pt x="1044410" y="114023"/>
                  <a:pt x="1044654" y="117895"/>
                  <a:pt x="1044912" y="118928"/>
                </a:cubicBezTo>
                <a:cubicBezTo>
                  <a:pt x="1045170" y="119960"/>
                  <a:pt x="1045572" y="120720"/>
                  <a:pt x="1046117" y="121208"/>
                </a:cubicBezTo>
                <a:cubicBezTo>
                  <a:pt x="1046662" y="121696"/>
                  <a:pt x="1047379" y="122026"/>
                  <a:pt x="1048268" y="122198"/>
                </a:cubicBezTo>
                <a:cubicBezTo>
                  <a:pt x="1049157" y="122370"/>
                  <a:pt x="1053245" y="122657"/>
                  <a:pt x="1060531" y="123058"/>
                </a:cubicBezTo>
                <a:lnTo>
                  <a:pt x="1061305" y="123747"/>
                </a:lnTo>
                <a:lnTo>
                  <a:pt x="1061305" y="127361"/>
                </a:lnTo>
                <a:lnTo>
                  <a:pt x="1060531" y="128135"/>
                </a:lnTo>
                <a:cubicBezTo>
                  <a:pt x="1052901" y="127677"/>
                  <a:pt x="1044926" y="127447"/>
                  <a:pt x="1036608" y="127447"/>
                </a:cubicBezTo>
                <a:cubicBezTo>
                  <a:pt x="1030010" y="127447"/>
                  <a:pt x="1023126" y="127677"/>
                  <a:pt x="1015955" y="128135"/>
                </a:cubicBezTo>
                <a:lnTo>
                  <a:pt x="1015180" y="127361"/>
                </a:lnTo>
                <a:lnTo>
                  <a:pt x="1015180" y="123747"/>
                </a:lnTo>
                <a:lnTo>
                  <a:pt x="1015955" y="123058"/>
                </a:lnTo>
                <a:cubicBezTo>
                  <a:pt x="1021519" y="122714"/>
                  <a:pt x="1024660" y="122456"/>
                  <a:pt x="1025378" y="122284"/>
                </a:cubicBezTo>
                <a:cubicBezTo>
                  <a:pt x="1026095" y="122112"/>
                  <a:pt x="1026726" y="121753"/>
                  <a:pt x="1027271" y="121208"/>
                </a:cubicBezTo>
                <a:cubicBezTo>
                  <a:pt x="1027816" y="120663"/>
                  <a:pt x="1028189" y="119831"/>
                  <a:pt x="1028389" y="118712"/>
                </a:cubicBezTo>
                <a:cubicBezTo>
                  <a:pt x="1028590" y="117594"/>
                  <a:pt x="1028820" y="113893"/>
                  <a:pt x="1029078" y="107611"/>
                </a:cubicBezTo>
                <a:cubicBezTo>
                  <a:pt x="1029336" y="101329"/>
                  <a:pt x="1029465" y="96582"/>
                  <a:pt x="1029465" y="93369"/>
                </a:cubicBezTo>
                <a:lnTo>
                  <a:pt x="1029465" y="76417"/>
                </a:lnTo>
                <a:cubicBezTo>
                  <a:pt x="1029465" y="74122"/>
                  <a:pt x="1029350" y="70995"/>
                  <a:pt x="1029121" y="67037"/>
                </a:cubicBezTo>
                <a:cubicBezTo>
                  <a:pt x="1028891" y="63078"/>
                  <a:pt x="1028705" y="60640"/>
                  <a:pt x="1028562" y="59722"/>
                </a:cubicBezTo>
                <a:cubicBezTo>
                  <a:pt x="1028418" y="58804"/>
                  <a:pt x="1027974" y="58130"/>
                  <a:pt x="1027228" y="57700"/>
                </a:cubicBezTo>
                <a:cubicBezTo>
                  <a:pt x="1026482" y="57269"/>
                  <a:pt x="1024990" y="57054"/>
                  <a:pt x="1022753" y="57054"/>
                </a:cubicBezTo>
                <a:lnTo>
                  <a:pt x="1015524" y="56968"/>
                </a:lnTo>
                <a:lnTo>
                  <a:pt x="1014750" y="56280"/>
                </a:lnTo>
                <a:lnTo>
                  <a:pt x="1014750" y="52579"/>
                </a:lnTo>
                <a:lnTo>
                  <a:pt x="1015438" y="51891"/>
                </a:lnTo>
                <a:cubicBezTo>
                  <a:pt x="1026396" y="50572"/>
                  <a:pt x="1035632" y="48420"/>
                  <a:pt x="1043148" y="45437"/>
                </a:cubicBezTo>
                <a:close/>
                <a:moveTo>
                  <a:pt x="1078599" y="11531"/>
                </a:moveTo>
                <a:lnTo>
                  <a:pt x="1077824" y="10757"/>
                </a:lnTo>
                <a:lnTo>
                  <a:pt x="1077824" y="7143"/>
                </a:lnTo>
                <a:lnTo>
                  <a:pt x="1078512" y="6368"/>
                </a:lnTo>
                <a:cubicBezTo>
                  <a:pt x="1089470" y="5106"/>
                  <a:pt x="1098707" y="2983"/>
                  <a:pt x="1106222" y="0"/>
                </a:cubicBezTo>
                <a:lnTo>
                  <a:pt x="1107857" y="1033"/>
                </a:lnTo>
                <a:cubicBezTo>
                  <a:pt x="1107226" y="7630"/>
                  <a:pt x="1106911" y="20854"/>
                  <a:pt x="1106911" y="40704"/>
                </a:cubicBezTo>
                <a:lnTo>
                  <a:pt x="1106911" y="62648"/>
                </a:lnTo>
                <a:cubicBezTo>
                  <a:pt x="1108001" y="61214"/>
                  <a:pt x="1110037" y="59019"/>
                  <a:pt x="1113020" y="56065"/>
                </a:cubicBezTo>
                <a:cubicBezTo>
                  <a:pt x="1116004" y="53110"/>
                  <a:pt x="1118428" y="51030"/>
                  <a:pt x="1120292" y="49826"/>
                </a:cubicBezTo>
                <a:cubicBezTo>
                  <a:pt x="1122157" y="48621"/>
                  <a:pt x="1124710" y="47560"/>
                  <a:pt x="1127951" y="46642"/>
                </a:cubicBezTo>
                <a:cubicBezTo>
                  <a:pt x="1131192" y="45724"/>
                  <a:pt x="1134591" y="45265"/>
                  <a:pt x="1138148" y="45265"/>
                </a:cubicBezTo>
                <a:cubicBezTo>
                  <a:pt x="1144631" y="45265"/>
                  <a:pt x="1150325" y="46871"/>
                  <a:pt x="1155230" y="50084"/>
                </a:cubicBezTo>
                <a:cubicBezTo>
                  <a:pt x="1160135" y="53297"/>
                  <a:pt x="1163778" y="57585"/>
                  <a:pt x="1166159" y="62949"/>
                </a:cubicBezTo>
                <a:cubicBezTo>
                  <a:pt x="1168540" y="68313"/>
                  <a:pt x="1169731" y="74036"/>
                  <a:pt x="1169731" y="80117"/>
                </a:cubicBezTo>
                <a:cubicBezTo>
                  <a:pt x="1169731" y="85911"/>
                  <a:pt x="1168741" y="91419"/>
                  <a:pt x="1166762" y="96639"/>
                </a:cubicBezTo>
                <a:cubicBezTo>
                  <a:pt x="1164782" y="101860"/>
                  <a:pt x="1162445" y="106163"/>
                  <a:pt x="1159748" y="109548"/>
                </a:cubicBezTo>
                <a:cubicBezTo>
                  <a:pt x="1158142" y="111498"/>
                  <a:pt x="1155302" y="113965"/>
                  <a:pt x="1151229" y="116948"/>
                </a:cubicBezTo>
                <a:cubicBezTo>
                  <a:pt x="1143254" y="122743"/>
                  <a:pt x="1137646" y="126371"/>
                  <a:pt x="1134405" y="127834"/>
                </a:cubicBezTo>
                <a:cubicBezTo>
                  <a:pt x="1131164" y="129297"/>
                  <a:pt x="1126961" y="130029"/>
                  <a:pt x="1121798" y="130029"/>
                </a:cubicBezTo>
                <a:cubicBezTo>
                  <a:pt x="1117782" y="130029"/>
                  <a:pt x="1114139" y="129469"/>
                  <a:pt x="1110869" y="128351"/>
                </a:cubicBezTo>
                <a:cubicBezTo>
                  <a:pt x="1107599" y="127232"/>
                  <a:pt x="1104214" y="125468"/>
                  <a:pt x="1100715" y="123058"/>
                </a:cubicBezTo>
                <a:lnTo>
                  <a:pt x="1093744" y="129598"/>
                </a:lnTo>
                <a:lnTo>
                  <a:pt x="1090904" y="128480"/>
                </a:lnTo>
                <a:cubicBezTo>
                  <a:pt x="1091994" y="118038"/>
                  <a:pt x="1092539" y="106163"/>
                  <a:pt x="1092539" y="92853"/>
                </a:cubicBezTo>
                <a:lnTo>
                  <a:pt x="1092539" y="47244"/>
                </a:lnTo>
                <a:lnTo>
                  <a:pt x="1092195" y="30722"/>
                </a:lnTo>
                <a:cubicBezTo>
                  <a:pt x="1092023" y="24411"/>
                  <a:pt x="1091837" y="19979"/>
                  <a:pt x="1091636" y="17426"/>
                </a:cubicBezTo>
                <a:cubicBezTo>
                  <a:pt x="1091435" y="14873"/>
                  <a:pt x="1091163" y="13367"/>
                  <a:pt x="1090818" y="12908"/>
                </a:cubicBezTo>
                <a:cubicBezTo>
                  <a:pt x="1090474" y="12449"/>
                  <a:pt x="1089886" y="12105"/>
                  <a:pt x="1089054" y="11876"/>
                </a:cubicBezTo>
                <a:cubicBezTo>
                  <a:pt x="1088222" y="11646"/>
                  <a:pt x="1084737" y="11531"/>
                  <a:pt x="1078599" y="11531"/>
                </a:cubicBezTo>
                <a:moveTo>
                  <a:pt x="1106911" y="72974"/>
                </a:moveTo>
                <a:lnTo>
                  <a:pt x="1106911" y="105245"/>
                </a:lnTo>
                <a:cubicBezTo>
                  <a:pt x="1106911" y="107941"/>
                  <a:pt x="1107040" y="109705"/>
                  <a:pt x="1107298" y="110537"/>
                </a:cubicBezTo>
                <a:cubicBezTo>
                  <a:pt x="1107556" y="111369"/>
                  <a:pt x="1108703" y="112631"/>
                  <a:pt x="1110740" y="114324"/>
                </a:cubicBezTo>
                <a:cubicBezTo>
                  <a:pt x="1112777" y="116016"/>
                  <a:pt x="1115401" y="117479"/>
                  <a:pt x="1118614" y="118712"/>
                </a:cubicBezTo>
                <a:cubicBezTo>
                  <a:pt x="1121827" y="119946"/>
                  <a:pt x="1125154" y="120563"/>
                  <a:pt x="1128596" y="120563"/>
                </a:cubicBezTo>
                <a:cubicBezTo>
                  <a:pt x="1136743" y="120563"/>
                  <a:pt x="1143125" y="117407"/>
                  <a:pt x="1147744" y="111097"/>
                </a:cubicBezTo>
                <a:cubicBezTo>
                  <a:pt x="1152362" y="104786"/>
                  <a:pt x="1154671" y="96783"/>
                  <a:pt x="1154671" y="87087"/>
                </a:cubicBezTo>
                <a:cubicBezTo>
                  <a:pt x="1154671" y="81006"/>
                  <a:pt x="1153710" y="75628"/>
                  <a:pt x="1151788" y="70952"/>
                </a:cubicBezTo>
                <a:cubicBezTo>
                  <a:pt x="1149866" y="66276"/>
                  <a:pt x="1146983" y="62705"/>
                  <a:pt x="1143140" y="60238"/>
                </a:cubicBezTo>
                <a:cubicBezTo>
                  <a:pt x="1139296" y="57771"/>
                  <a:pt x="1134964" y="56538"/>
                  <a:pt x="1130145" y="56538"/>
                </a:cubicBezTo>
                <a:cubicBezTo>
                  <a:pt x="1124466" y="56538"/>
                  <a:pt x="1119460" y="58216"/>
                  <a:pt x="1115129" y="61572"/>
                </a:cubicBezTo>
                <a:cubicBezTo>
                  <a:pt x="1110797" y="64928"/>
                  <a:pt x="1108058" y="68729"/>
                  <a:pt x="1106911" y="72974"/>
                </a:cubicBezTo>
                <a:close/>
                <a:moveTo>
                  <a:pt x="1195421" y="69102"/>
                </a:moveTo>
                <a:lnTo>
                  <a:pt x="1192065" y="68241"/>
                </a:lnTo>
                <a:lnTo>
                  <a:pt x="1191377" y="67381"/>
                </a:lnTo>
                <a:lnTo>
                  <a:pt x="1191377" y="56710"/>
                </a:lnTo>
                <a:cubicBezTo>
                  <a:pt x="1201589" y="49137"/>
                  <a:pt x="1211514" y="45351"/>
                  <a:pt x="1221152" y="45351"/>
                </a:cubicBezTo>
                <a:cubicBezTo>
                  <a:pt x="1227749" y="45351"/>
                  <a:pt x="1233228" y="46584"/>
                  <a:pt x="1237588" y="49051"/>
                </a:cubicBezTo>
                <a:cubicBezTo>
                  <a:pt x="1241948" y="51518"/>
                  <a:pt x="1245104" y="54602"/>
                  <a:pt x="1247054" y="58302"/>
                </a:cubicBezTo>
                <a:cubicBezTo>
                  <a:pt x="1249005" y="62002"/>
                  <a:pt x="1249980" y="66320"/>
                  <a:pt x="1249980" y="71253"/>
                </a:cubicBezTo>
                <a:lnTo>
                  <a:pt x="1249550" y="88550"/>
                </a:lnTo>
                <a:lnTo>
                  <a:pt x="1249550" y="114195"/>
                </a:lnTo>
                <a:cubicBezTo>
                  <a:pt x="1249550" y="117694"/>
                  <a:pt x="1249794" y="119817"/>
                  <a:pt x="1250281" y="120563"/>
                </a:cubicBezTo>
                <a:cubicBezTo>
                  <a:pt x="1250769" y="121308"/>
                  <a:pt x="1251328" y="121810"/>
                  <a:pt x="1251959" y="122069"/>
                </a:cubicBezTo>
                <a:cubicBezTo>
                  <a:pt x="1252590" y="122327"/>
                  <a:pt x="1253766" y="122542"/>
                  <a:pt x="1255488" y="122714"/>
                </a:cubicBezTo>
                <a:lnTo>
                  <a:pt x="1260393" y="123144"/>
                </a:lnTo>
                <a:lnTo>
                  <a:pt x="1261081" y="123919"/>
                </a:lnTo>
                <a:lnTo>
                  <a:pt x="1261081" y="127361"/>
                </a:lnTo>
                <a:lnTo>
                  <a:pt x="1260393" y="128049"/>
                </a:lnTo>
                <a:cubicBezTo>
                  <a:pt x="1256205" y="127705"/>
                  <a:pt x="1252303" y="127533"/>
                  <a:pt x="1248689" y="127533"/>
                </a:cubicBezTo>
                <a:cubicBezTo>
                  <a:pt x="1245247" y="127533"/>
                  <a:pt x="1241116" y="127705"/>
                  <a:pt x="1236297" y="128049"/>
                </a:cubicBezTo>
                <a:lnTo>
                  <a:pt x="1235006" y="126845"/>
                </a:lnTo>
                <a:lnTo>
                  <a:pt x="1235351" y="112990"/>
                </a:lnTo>
                <a:lnTo>
                  <a:pt x="1216591" y="127619"/>
                </a:lnTo>
                <a:cubicBezTo>
                  <a:pt x="1213435" y="128939"/>
                  <a:pt x="1209993" y="129598"/>
                  <a:pt x="1206264" y="129598"/>
                </a:cubicBezTo>
                <a:cubicBezTo>
                  <a:pt x="1201675" y="129598"/>
                  <a:pt x="1197730" y="128767"/>
                  <a:pt x="1194432" y="127103"/>
                </a:cubicBezTo>
                <a:cubicBezTo>
                  <a:pt x="1191133" y="125439"/>
                  <a:pt x="1188609" y="123116"/>
                  <a:pt x="1186859" y="120132"/>
                </a:cubicBezTo>
                <a:cubicBezTo>
                  <a:pt x="1185109" y="117149"/>
                  <a:pt x="1184234" y="113535"/>
                  <a:pt x="1184234" y="109290"/>
                </a:cubicBezTo>
                <a:cubicBezTo>
                  <a:pt x="1184234" y="100856"/>
                  <a:pt x="1186873" y="94273"/>
                  <a:pt x="1192151" y="89540"/>
                </a:cubicBezTo>
                <a:cubicBezTo>
                  <a:pt x="1197429" y="84807"/>
                  <a:pt x="1211829" y="80777"/>
                  <a:pt x="1235351" y="77449"/>
                </a:cubicBezTo>
                <a:cubicBezTo>
                  <a:pt x="1235351" y="68959"/>
                  <a:pt x="1233458" y="62978"/>
                  <a:pt x="1229671" y="59507"/>
                </a:cubicBezTo>
                <a:cubicBezTo>
                  <a:pt x="1225885" y="56036"/>
                  <a:pt x="1220807" y="54301"/>
                  <a:pt x="1214439" y="54301"/>
                </a:cubicBezTo>
                <a:cubicBezTo>
                  <a:pt x="1211112" y="54301"/>
                  <a:pt x="1208086" y="54788"/>
                  <a:pt x="1205361" y="55763"/>
                </a:cubicBezTo>
                <a:cubicBezTo>
                  <a:pt x="1202636" y="56739"/>
                  <a:pt x="1201072" y="57528"/>
                  <a:pt x="1200671" y="58130"/>
                </a:cubicBezTo>
                <a:cubicBezTo>
                  <a:pt x="1200269" y="58732"/>
                  <a:pt x="1198720" y="62246"/>
                  <a:pt x="1196024" y="68672"/>
                </a:cubicBezTo>
                <a:lnTo>
                  <a:pt x="1195421" y="69102"/>
                </a:lnTo>
                <a:moveTo>
                  <a:pt x="1235351" y="82699"/>
                </a:moveTo>
                <a:cubicBezTo>
                  <a:pt x="1219287" y="85395"/>
                  <a:pt x="1209276" y="88292"/>
                  <a:pt x="1205318" y="91390"/>
                </a:cubicBezTo>
                <a:cubicBezTo>
                  <a:pt x="1201359" y="94488"/>
                  <a:pt x="1199380" y="99278"/>
                  <a:pt x="1199380" y="105761"/>
                </a:cubicBezTo>
                <a:cubicBezTo>
                  <a:pt x="1199380" y="114711"/>
                  <a:pt x="1203826" y="119186"/>
                  <a:pt x="1212718" y="119186"/>
                </a:cubicBezTo>
                <a:cubicBezTo>
                  <a:pt x="1220349" y="119186"/>
                  <a:pt x="1227893" y="114768"/>
                  <a:pt x="1235351" y="105933"/>
                </a:cubicBezTo>
                <a:lnTo>
                  <a:pt x="1235351" y="82699"/>
                </a:lnTo>
                <a:moveTo>
                  <a:pt x="1220721" y="40015"/>
                </a:moveTo>
                <a:lnTo>
                  <a:pt x="1220721" y="40015"/>
                </a:lnTo>
                <a:moveTo>
                  <a:pt x="1218914" y="132610"/>
                </a:moveTo>
                <a:lnTo>
                  <a:pt x="1218914" y="132610"/>
                </a:lnTo>
                <a:close/>
                <a:moveTo>
                  <a:pt x="1269961" y="59894"/>
                </a:moveTo>
                <a:lnTo>
                  <a:pt x="1269961" y="57657"/>
                </a:lnTo>
                <a:lnTo>
                  <a:pt x="1270564" y="56796"/>
                </a:lnTo>
                <a:cubicBezTo>
                  <a:pt x="1275956" y="54788"/>
                  <a:pt x="1280317" y="52924"/>
                  <a:pt x="1283644" y="51203"/>
                </a:cubicBezTo>
                <a:cubicBezTo>
                  <a:pt x="1283644" y="36229"/>
                  <a:pt x="1283472" y="27509"/>
                  <a:pt x="1283128" y="25042"/>
                </a:cubicBezTo>
                <a:cubicBezTo>
                  <a:pt x="1289037" y="22977"/>
                  <a:pt x="1293885" y="20768"/>
                  <a:pt x="1297671" y="18416"/>
                </a:cubicBezTo>
                <a:lnTo>
                  <a:pt x="1299736" y="20137"/>
                </a:lnTo>
                <a:cubicBezTo>
                  <a:pt x="1299163" y="23751"/>
                  <a:pt x="1298474" y="34250"/>
                  <a:pt x="1297671" y="51633"/>
                </a:cubicBezTo>
                <a:cubicBezTo>
                  <a:pt x="1300539" y="51690"/>
                  <a:pt x="1303637" y="51719"/>
                  <a:pt x="1306965" y="51719"/>
                </a:cubicBezTo>
                <a:cubicBezTo>
                  <a:pt x="1313735" y="51719"/>
                  <a:pt x="1318582" y="51547"/>
                  <a:pt x="1321508" y="51203"/>
                </a:cubicBezTo>
                <a:lnTo>
                  <a:pt x="1322111" y="51805"/>
                </a:lnTo>
                <a:lnTo>
                  <a:pt x="1320475" y="59034"/>
                </a:lnTo>
                <a:lnTo>
                  <a:pt x="1319787" y="59808"/>
                </a:lnTo>
                <a:cubicBezTo>
                  <a:pt x="1316861" y="59751"/>
                  <a:pt x="1313620" y="59722"/>
                  <a:pt x="1310063" y="59722"/>
                </a:cubicBezTo>
                <a:cubicBezTo>
                  <a:pt x="1306850" y="59722"/>
                  <a:pt x="1302720" y="59751"/>
                  <a:pt x="1297671" y="59808"/>
                </a:cubicBezTo>
                <a:lnTo>
                  <a:pt x="1297155" y="94832"/>
                </a:lnTo>
                <a:cubicBezTo>
                  <a:pt x="1297155" y="102921"/>
                  <a:pt x="1297341" y="108214"/>
                  <a:pt x="1297714" y="110709"/>
                </a:cubicBezTo>
                <a:cubicBezTo>
                  <a:pt x="1298087" y="113205"/>
                  <a:pt x="1299120" y="115156"/>
                  <a:pt x="1300812" y="116561"/>
                </a:cubicBezTo>
                <a:cubicBezTo>
                  <a:pt x="1302504" y="117967"/>
                  <a:pt x="1305014" y="118669"/>
                  <a:pt x="1308342" y="118669"/>
                </a:cubicBezTo>
                <a:cubicBezTo>
                  <a:pt x="1312186" y="118669"/>
                  <a:pt x="1315742" y="117666"/>
                  <a:pt x="1319013" y="115658"/>
                </a:cubicBezTo>
                <a:lnTo>
                  <a:pt x="1321078" y="118756"/>
                </a:lnTo>
                <a:cubicBezTo>
                  <a:pt x="1319701" y="119731"/>
                  <a:pt x="1316402" y="122599"/>
                  <a:pt x="1311182" y="127361"/>
                </a:cubicBezTo>
                <a:cubicBezTo>
                  <a:pt x="1308198" y="128738"/>
                  <a:pt x="1305158" y="129426"/>
                  <a:pt x="1302060" y="129426"/>
                </a:cubicBezTo>
                <a:cubicBezTo>
                  <a:pt x="1289152" y="129426"/>
                  <a:pt x="1282697" y="123173"/>
                  <a:pt x="1282697" y="110666"/>
                </a:cubicBezTo>
                <a:cubicBezTo>
                  <a:pt x="1282697" y="106077"/>
                  <a:pt x="1282812" y="102176"/>
                  <a:pt x="1283042" y="98963"/>
                </a:cubicBezTo>
                <a:cubicBezTo>
                  <a:pt x="1283099" y="97988"/>
                  <a:pt x="1283128" y="96984"/>
                  <a:pt x="1283128" y="95951"/>
                </a:cubicBezTo>
                <a:lnTo>
                  <a:pt x="1283128" y="60238"/>
                </a:lnTo>
                <a:lnTo>
                  <a:pt x="1279599" y="60238"/>
                </a:lnTo>
                <a:cubicBezTo>
                  <a:pt x="1277018" y="60238"/>
                  <a:pt x="1274063" y="60353"/>
                  <a:pt x="1270736" y="60583"/>
                </a:cubicBezTo>
                <a:lnTo>
                  <a:pt x="1269961" y="59894"/>
                </a:lnTo>
                <a:close/>
                <a:moveTo>
                  <a:pt x="1348241" y="6970"/>
                </a:moveTo>
                <a:cubicBezTo>
                  <a:pt x="1350937" y="6970"/>
                  <a:pt x="1353232" y="7917"/>
                  <a:pt x="1355125" y="9810"/>
                </a:cubicBezTo>
                <a:cubicBezTo>
                  <a:pt x="1357018" y="11703"/>
                  <a:pt x="1357965" y="13998"/>
                  <a:pt x="1357965" y="16695"/>
                </a:cubicBezTo>
                <a:cubicBezTo>
                  <a:pt x="1357965" y="19334"/>
                  <a:pt x="1357018" y="21600"/>
                  <a:pt x="1355125" y="23493"/>
                </a:cubicBezTo>
                <a:cubicBezTo>
                  <a:pt x="1353232" y="25386"/>
                  <a:pt x="1350937" y="26333"/>
                  <a:pt x="1348241" y="26333"/>
                </a:cubicBezTo>
                <a:cubicBezTo>
                  <a:pt x="1345602" y="26333"/>
                  <a:pt x="1343321" y="25400"/>
                  <a:pt x="1341399" y="23536"/>
                </a:cubicBezTo>
                <a:cubicBezTo>
                  <a:pt x="1339477" y="21671"/>
                  <a:pt x="1338516" y="19391"/>
                  <a:pt x="1338516" y="16695"/>
                </a:cubicBezTo>
                <a:cubicBezTo>
                  <a:pt x="1338516" y="13998"/>
                  <a:pt x="1339477" y="11703"/>
                  <a:pt x="1341399" y="9810"/>
                </a:cubicBezTo>
                <a:cubicBezTo>
                  <a:pt x="1343321" y="7917"/>
                  <a:pt x="1345602" y="6970"/>
                  <a:pt x="1348241" y="6970"/>
                </a:cubicBezTo>
                <a:moveTo>
                  <a:pt x="1355555" y="45437"/>
                </a:moveTo>
                <a:lnTo>
                  <a:pt x="1357190" y="46556"/>
                </a:lnTo>
                <a:cubicBezTo>
                  <a:pt x="1356559" y="54071"/>
                  <a:pt x="1356244" y="63623"/>
                  <a:pt x="1356244" y="75212"/>
                </a:cubicBezTo>
                <a:lnTo>
                  <a:pt x="1356244" y="94660"/>
                </a:lnTo>
                <a:cubicBezTo>
                  <a:pt x="1356244" y="95922"/>
                  <a:pt x="1356358" y="99981"/>
                  <a:pt x="1356588" y="106837"/>
                </a:cubicBezTo>
                <a:cubicBezTo>
                  <a:pt x="1356817" y="113693"/>
                  <a:pt x="1357061" y="117694"/>
                  <a:pt x="1357319" y="118842"/>
                </a:cubicBezTo>
                <a:cubicBezTo>
                  <a:pt x="1357578" y="119989"/>
                  <a:pt x="1357965" y="120821"/>
                  <a:pt x="1358481" y="121337"/>
                </a:cubicBezTo>
                <a:cubicBezTo>
                  <a:pt x="1358997" y="121853"/>
                  <a:pt x="1359629" y="122183"/>
                  <a:pt x="1360374" y="122327"/>
                </a:cubicBezTo>
                <a:cubicBezTo>
                  <a:pt x="1361120" y="122470"/>
                  <a:pt x="1364218" y="122714"/>
                  <a:pt x="1369668" y="123058"/>
                </a:cubicBezTo>
                <a:lnTo>
                  <a:pt x="1370443" y="123747"/>
                </a:lnTo>
                <a:lnTo>
                  <a:pt x="1370443" y="127361"/>
                </a:lnTo>
                <a:lnTo>
                  <a:pt x="1369754" y="128135"/>
                </a:lnTo>
                <a:cubicBezTo>
                  <a:pt x="1362583" y="127677"/>
                  <a:pt x="1355670" y="127447"/>
                  <a:pt x="1349015" y="127447"/>
                </a:cubicBezTo>
                <a:cubicBezTo>
                  <a:pt x="1342418" y="127447"/>
                  <a:pt x="1335533" y="127677"/>
                  <a:pt x="1328362" y="128135"/>
                </a:cubicBezTo>
                <a:lnTo>
                  <a:pt x="1327587" y="127361"/>
                </a:lnTo>
                <a:lnTo>
                  <a:pt x="1327587" y="123747"/>
                </a:lnTo>
                <a:lnTo>
                  <a:pt x="1328362" y="123058"/>
                </a:lnTo>
                <a:cubicBezTo>
                  <a:pt x="1333927" y="122714"/>
                  <a:pt x="1337068" y="122456"/>
                  <a:pt x="1337785" y="122284"/>
                </a:cubicBezTo>
                <a:cubicBezTo>
                  <a:pt x="1338502" y="122112"/>
                  <a:pt x="1339133" y="121753"/>
                  <a:pt x="1339678" y="121208"/>
                </a:cubicBezTo>
                <a:cubicBezTo>
                  <a:pt x="1340223" y="120663"/>
                  <a:pt x="1340596" y="119831"/>
                  <a:pt x="1340797" y="118712"/>
                </a:cubicBezTo>
                <a:cubicBezTo>
                  <a:pt x="1340998" y="117594"/>
                  <a:pt x="1341227" y="113893"/>
                  <a:pt x="1341485" y="107611"/>
                </a:cubicBezTo>
                <a:cubicBezTo>
                  <a:pt x="1341743" y="101329"/>
                  <a:pt x="1341873" y="96582"/>
                  <a:pt x="1341873" y="93369"/>
                </a:cubicBezTo>
                <a:lnTo>
                  <a:pt x="1341873" y="76417"/>
                </a:lnTo>
                <a:cubicBezTo>
                  <a:pt x="1341873" y="74122"/>
                  <a:pt x="1341758" y="70995"/>
                  <a:pt x="1341528" y="67037"/>
                </a:cubicBezTo>
                <a:cubicBezTo>
                  <a:pt x="1341299" y="63078"/>
                  <a:pt x="1341112" y="60640"/>
                  <a:pt x="1340969" y="59722"/>
                </a:cubicBezTo>
                <a:cubicBezTo>
                  <a:pt x="1340826" y="58804"/>
                  <a:pt x="1340381" y="58130"/>
                  <a:pt x="1339635" y="57700"/>
                </a:cubicBezTo>
                <a:cubicBezTo>
                  <a:pt x="1338889" y="57269"/>
                  <a:pt x="1337398" y="57054"/>
                  <a:pt x="1335160" y="57054"/>
                </a:cubicBezTo>
                <a:lnTo>
                  <a:pt x="1327932" y="56968"/>
                </a:lnTo>
                <a:lnTo>
                  <a:pt x="1327157" y="56280"/>
                </a:lnTo>
                <a:lnTo>
                  <a:pt x="1327157" y="52579"/>
                </a:lnTo>
                <a:lnTo>
                  <a:pt x="1327846" y="51891"/>
                </a:lnTo>
                <a:cubicBezTo>
                  <a:pt x="1338803" y="50572"/>
                  <a:pt x="1348040" y="48420"/>
                  <a:pt x="1355555" y="45437"/>
                </a:cubicBezTo>
                <a:moveTo>
                  <a:pt x="1348843" y="132610"/>
                </a:moveTo>
                <a:lnTo>
                  <a:pt x="1348843" y="132610"/>
                </a:lnTo>
                <a:close/>
                <a:moveTo>
                  <a:pt x="1380594" y="88034"/>
                </a:moveTo>
                <a:cubicBezTo>
                  <a:pt x="1380594" y="81207"/>
                  <a:pt x="1382000" y="74624"/>
                  <a:pt x="1384811" y="68284"/>
                </a:cubicBezTo>
                <a:cubicBezTo>
                  <a:pt x="1387622" y="61945"/>
                  <a:pt x="1392513" y="56466"/>
                  <a:pt x="1399483" y="51848"/>
                </a:cubicBezTo>
                <a:cubicBezTo>
                  <a:pt x="1406454" y="47230"/>
                  <a:pt x="1414729" y="44921"/>
                  <a:pt x="1424310" y="44921"/>
                </a:cubicBezTo>
                <a:cubicBezTo>
                  <a:pt x="1436358" y="44921"/>
                  <a:pt x="1446168" y="48721"/>
                  <a:pt x="1453741" y="56323"/>
                </a:cubicBezTo>
                <a:cubicBezTo>
                  <a:pt x="1461313" y="63924"/>
                  <a:pt x="1465100" y="73692"/>
                  <a:pt x="1465100" y="85624"/>
                </a:cubicBezTo>
                <a:cubicBezTo>
                  <a:pt x="1465100" y="98762"/>
                  <a:pt x="1460754" y="109576"/>
                  <a:pt x="1452063" y="118067"/>
                </a:cubicBezTo>
                <a:cubicBezTo>
                  <a:pt x="1443371" y="126558"/>
                  <a:pt x="1432887" y="130803"/>
                  <a:pt x="1420610" y="130803"/>
                </a:cubicBezTo>
                <a:cubicBezTo>
                  <a:pt x="1412578" y="130803"/>
                  <a:pt x="1405407" y="128637"/>
                  <a:pt x="1399096" y="124306"/>
                </a:cubicBezTo>
                <a:cubicBezTo>
                  <a:pt x="1392785" y="119975"/>
                  <a:pt x="1388124" y="114682"/>
                  <a:pt x="1385112" y="108429"/>
                </a:cubicBezTo>
                <a:cubicBezTo>
                  <a:pt x="1382100" y="102176"/>
                  <a:pt x="1380594" y="95377"/>
                  <a:pt x="1380594" y="88034"/>
                </a:cubicBezTo>
                <a:moveTo>
                  <a:pt x="1396858" y="82096"/>
                </a:moveTo>
                <a:cubicBezTo>
                  <a:pt x="1396858" y="90128"/>
                  <a:pt x="1397891" y="97314"/>
                  <a:pt x="1399956" y="103653"/>
                </a:cubicBezTo>
                <a:cubicBezTo>
                  <a:pt x="1402022" y="109992"/>
                  <a:pt x="1405292" y="115084"/>
                  <a:pt x="1409767" y="118928"/>
                </a:cubicBezTo>
                <a:cubicBezTo>
                  <a:pt x="1414242" y="122771"/>
                  <a:pt x="1419347" y="124693"/>
                  <a:pt x="1425084" y="124693"/>
                </a:cubicBezTo>
                <a:cubicBezTo>
                  <a:pt x="1431854" y="124693"/>
                  <a:pt x="1437448" y="122011"/>
                  <a:pt x="1441865" y="116647"/>
                </a:cubicBezTo>
                <a:cubicBezTo>
                  <a:pt x="1446283" y="111283"/>
                  <a:pt x="1448491" y="103208"/>
                  <a:pt x="1448491" y="92423"/>
                </a:cubicBezTo>
                <a:cubicBezTo>
                  <a:pt x="1448491" y="80203"/>
                  <a:pt x="1446096" y="70192"/>
                  <a:pt x="1441306" y="62390"/>
                </a:cubicBezTo>
                <a:cubicBezTo>
                  <a:pt x="1436515" y="54587"/>
                  <a:pt x="1429617" y="50686"/>
                  <a:pt x="1420610" y="50686"/>
                </a:cubicBezTo>
                <a:cubicBezTo>
                  <a:pt x="1413152" y="50686"/>
                  <a:pt x="1407328" y="53383"/>
                  <a:pt x="1403140" y="58775"/>
                </a:cubicBezTo>
                <a:cubicBezTo>
                  <a:pt x="1398952" y="64168"/>
                  <a:pt x="1396858" y="71942"/>
                  <a:pt x="1396858" y="82096"/>
                </a:cubicBezTo>
                <a:moveTo>
                  <a:pt x="1422933" y="40015"/>
                </a:moveTo>
                <a:lnTo>
                  <a:pt x="1422933" y="40015"/>
                </a:lnTo>
                <a:moveTo>
                  <a:pt x="1421642" y="132610"/>
                </a:moveTo>
                <a:lnTo>
                  <a:pt x="1421642" y="132610"/>
                </a:lnTo>
                <a:close/>
                <a:moveTo>
                  <a:pt x="1500400" y="45437"/>
                </a:moveTo>
                <a:lnTo>
                  <a:pt x="1502035" y="46556"/>
                </a:lnTo>
                <a:cubicBezTo>
                  <a:pt x="1501691" y="50399"/>
                  <a:pt x="1501461" y="55448"/>
                  <a:pt x="1501347" y="61701"/>
                </a:cubicBezTo>
                <a:cubicBezTo>
                  <a:pt x="1505936" y="57915"/>
                  <a:pt x="1510296" y="54071"/>
                  <a:pt x="1514427" y="50170"/>
                </a:cubicBezTo>
                <a:cubicBezTo>
                  <a:pt x="1515632" y="49080"/>
                  <a:pt x="1516765" y="48277"/>
                  <a:pt x="1517826" y="47760"/>
                </a:cubicBezTo>
                <a:cubicBezTo>
                  <a:pt x="1518887" y="47244"/>
                  <a:pt x="1520652" y="46699"/>
                  <a:pt x="1523118" y="46125"/>
                </a:cubicBezTo>
                <a:cubicBezTo>
                  <a:pt x="1525585" y="45552"/>
                  <a:pt x="1528110" y="45265"/>
                  <a:pt x="1530691" y="45265"/>
                </a:cubicBezTo>
                <a:cubicBezTo>
                  <a:pt x="1535051" y="45265"/>
                  <a:pt x="1539282" y="46154"/>
                  <a:pt x="1543384" y="47932"/>
                </a:cubicBezTo>
                <a:cubicBezTo>
                  <a:pt x="1547486" y="49711"/>
                  <a:pt x="1550584" y="51819"/>
                  <a:pt x="1552678" y="54258"/>
                </a:cubicBezTo>
                <a:cubicBezTo>
                  <a:pt x="1554772" y="56696"/>
                  <a:pt x="1556221" y="59579"/>
                  <a:pt x="1557024" y="62906"/>
                </a:cubicBezTo>
                <a:cubicBezTo>
                  <a:pt x="1557827" y="66233"/>
                  <a:pt x="1558229" y="70335"/>
                  <a:pt x="1558229" y="75212"/>
                </a:cubicBezTo>
                <a:lnTo>
                  <a:pt x="1558229" y="90357"/>
                </a:lnTo>
                <a:cubicBezTo>
                  <a:pt x="1558229" y="91333"/>
                  <a:pt x="1558372" y="98475"/>
                  <a:pt x="1558659" y="111785"/>
                </a:cubicBezTo>
                <a:cubicBezTo>
                  <a:pt x="1558774" y="117235"/>
                  <a:pt x="1559376" y="120477"/>
                  <a:pt x="1560466" y="121509"/>
                </a:cubicBezTo>
                <a:cubicBezTo>
                  <a:pt x="1561556" y="122542"/>
                  <a:pt x="1565113" y="123058"/>
                  <a:pt x="1571137" y="123058"/>
                </a:cubicBezTo>
                <a:lnTo>
                  <a:pt x="1571825" y="123747"/>
                </a:lnTo>
                <a:lnTo>
                  <a:pt x="1571825" y="127447"/>
                </a:lnTo>
                <a:lnTo>
                  <a:pt x="1571137" y="128135"/>
                </a:lnTo>
                <a:cubicBezTo>
                  <a:pt x="1563851" y="127677"/>
                  <a:pt x="1558917" y="127447"/>
                  <a:pt x="1556336" y="127447"/>
                </a:cubicBezTo>
                <a:cubicBezTo>
                  <a:pt x="1554844" y="127447"/>
                  <a:pt x="1550656" y="127677"/>
                  <a:pt x="1543772" y="128135"/>
                </a:cubicBezTo>
                <a:lnTo>
                  <a:pt x="1542739" y="127189"/>
                </a:lnTo>
                <a:cubicBezTo>
                  <a:pt x="1543485" y="119731"/>
                  <a:pt x="1543858" y="110007"/>
                  <a:pt x="1543858" y="98016"/>
                </a:cubicBezTo>
                <a:lnTo>
                  <a:pt x="1543858" y="86743"/>
                </a:lnTo>
                <a:cubicBezTo>
                  <a:pt x="1543858" y="79974"/>
                  <a:pt x="1543700" y="75097"/>
                  <a:pt x="1543384" y="72114"/>
                </a:cubicBezTo>
                <a:cubicBezTo>
                  <a:pt x="1543069" y="69131"/>
                  <a:pt x="1542108" y="66420"/>
                  <a:pt x="1540502" y="63982"/>
                </a:cubicBezTo>
                <a:cubicBezTo>
                  <a:pt x="1538895" y="61543"/>
                  <a:pt x="1536744" y="59650"/>
                  <a:pt x="1534047" y="58302"/>
                </a:cubicBezTo>
                <a:cubicBezTo>
                  <a:pt x="1531351" y="56954"/>
                  <a:pt x="1528138" y="56280"/>
                  <a:pt x="1524409" y="56280"/>
                </a:cubicBezTo>
                <a:cubicBezTo>
                  <a:pt x="1521426" y="56280"/>
                  <a:pt x="1518873" y="56581"/>
                  <a:pt x="1516750" y="57183"/>
                </a:cubicBezTo>
                <a:cubicBezTo>
                  <a:pt x="1514628" y="57786"/>
                  <a:pt x="1512247" y="59019"/>
                  <a:pt x="1509608" y="60884"/>
                </a:cubicBezTo>
                <a:cubicBezTo>
                  <a:pt x="1506969" y="62748"/>
                  <a:pt x="1505018" y="64498"/>
                  <a:pt x="1503756" y="66133"/>
                </a:cubicBezTo>
                <a:cubicBezTo>
                  <a:pt x="1502494" y="67768"/>
                  <a:pt x="1501734" y="69288"/>
                  <a:pt x="1501476" y="70694"/>
                </a:cubicBezTo>
                <a:cubicBezTo>
                  <a:pt x="1501218" y="72100"/>
                  <a:pt x="1501088" y="75097"/>
                  <a:pt x="1501088" y="79687"/>
                </a:cubicBezTo>
                <a:lnTo>
                  <a:pt x="1501088" y="94660"/>
                </a:lnTo>
                <a:cubicBezTo>
                  <a:pt x="1501088" y="95922"/>
                  <a:pt x="1501203" y="99981"/>
                  <a:pt x="1501433" y="106837"/>
                </a:cubicBezTo>
                <a:cubicBezTo>
                  <a:pt x="1501662" y="113693"/>
                  <a:pt x="1501906" y="117694"/>
                  <a:pt x="1502164" y="118842"/>
                </a:cubicBezTo>
                <a:cubicBezTo>
                  <a:pt x="1502422" y="119989"/>
                  <a:pt x="1502810" y="120821"/>
                  <a:pt x="1503326" y="121337"/>
                </a:cubicBezTo>
                <a:cubicBezTo>
                  <a:pt x="1503842" y="121853"/>
                  <a:pt x="1504473" y="122183"/>
                  <a:pt x="1505219" y="122327"/>
                </a:cubicBezTo>
                <a:cubicBezTo>
                  <a:pt x="1505965" y="122470"/>
                  <a:pt x="1509063" y="122714"/>
                  <a:pt x="1514513" y="123058"/>
                </a:cubicBezTo>
                <a:lnTo>
                  <a:pt x="1515287" y="123747"/>
                </a:lnTo>
                <a:lnTo>
                  <a:pt x="1515287" y="127361"/>
                </a:lnTo>
                <a:lnTo>
                  <a:pt x="1514599" y="128135"/>
                </a:lnTo>
                <a:cubicBezTo>
                  <a:pt x="1507428" y="127677"/>
                  <a:pt x="1500515" y="127447"/>
                  <a:pt x="1493860" y="127447"/>
                </a:cubicBezTo>
                <a:cubicBezTo>
                  <a:pt x="1487262" y="127447"/>
                  <a:pt x="1480378" y="127677"/>
                  <a:pt x="1473207" y="128135"/>
                </a:cubicBezTo>
                <a:lnTo>
                  <a:pt x="1472432" y="127361"/>
                </a:lnTo>
                <a:lnTo>
                  <a:pt x="1472432" y="123747"/>
                </a:lnTo>
                <a:lnTo>
                  <a:pt x="1473207" y="123058"/>
                </a:lnTo>
                <a:cubicBezTo>
                  <a:pt x="1478772" y="122714"/>
                  <a:pt x="1481913" y="122456"/>
                  <a:pt x="1482630" y="122284"/>
                </a:cubicBezTo>
                <a:cubicBezTo>
                  <a:pt x="1483347" y="122112"/>
                  <a:pt x="1483978" y="121753"/>
                  <a:pt x="1484523" y="121208"/>
                </a:cubicBezTo>
                <a:cubicBezTo>
                  <a:pt x="1485068" y="120663"/>
                  <a:pt x="1485441" y="119831"/>
                  <a:pt x="1485642" y="118712"/>
                </a:cubicBezTo>
                <a:cubicBezTo>
                  <a:pt x="1485842" y="117594"/>
                  <a:pt x="1486072" y="113893"/>
                  <a:pt x="1486330" y="107611"/>
                </a:cubicBezTo>
                <a:cubicBezTo>
                  <a:pt x="1486588" y="101329"/>
                  <a:pt x="1486717" y="96582"/>
                  <a:pt x="1486717" y="93369"/>
                </a:cubicBezTo>
                <a:lnTo>
                  <a:pt x="1486717" y="76417"/>
                </a:lnTo>
                <a:cubicBezTo>
                  <a:pt x="1486717" y="74122"/>
                  <a:pt x="1486603" y="70995"/>
                  <a:pt x="1486373" y="67037"/>
                </a:cubicBezTo>
                <a:cubicBezTo>
                  <a:pt x="1486144" y="63078"/>
                  <a:pt x="1485957" y="60640"/>
                  <a:pt x="1485814" y="59722"/>
                </a:cubicBezTo>
                <a:cubicBezTo>
                  <a:pt x="1485670" y="58804"/>
                  <a:pt x="1485226" y="58130"/>
                  <a:pt x="1484480" y="57700"/>
                </a:cubicBezTo>
                <a:cubicBezTo>
                  <a:pt x="1483734" y="57269"/>
                  <a:pt x="1482242" y="57054"/>
                  <a:pt x="1480005" y="57054"/>
                </a:cubicBezTo>
                <a:lnTo>
                  <a:pt x="1472776" y="56968"/>
                </a:lnTo>
                <a:lnTo>
                  <a:pt x="1472002" y="56280"/>
                </a:lnTo>
                <a:lnTo>
                  <a:pt x="1472002" y="52579"/>
                </a:lnTo>
                <a:lnTo>
                  <a:pt x="1472690" y="51891"/>
                </a:lnTo>
                <a:cubicBezTo>
                  <a:pt x="1483648" y="50572"/>
                  <a:pt x="1492885" y="48420"/>
                  <a:pt x="1500400" y="454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distribution">
            <a:extLst xmlns:a="http://schemas.openxmlformats.org/drawingml/2006/main">
              <a:ext uri="{FF2B5EF4-FFF2-40B4-BE49-F238E27FC236}">
                <a16:creationId xmlns:a16="http://schemas.microsoft.com/office/drawing/2014/main" id="{AE603051-D129-40EC-84CC-E64E6CE0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502" y="1984875"/>
            <a:ext cx="915059" cy="132837"/>
          </a:xfrm>
          <a:custGeom xmlns:a="http://schemas.openxmlformats.org/drawingml/2006/main">
            <a:pathLst>
              <a:path w="915059" h="132837">
                <a:moveTo>
                  <a:pt x="50773" y="10775"/>
                </a:moveTo>
                <a:lnTo>
                  <a:pt x="50773" y="7155"/>
                </a:lnTo>
                <a:lnTo>
                  <a:pt x="51462" y="6379"/>
                </a:lnTo>
                <a:cubicBezTo>
                  <a:pt x="62439" y="5115"/>
                  <a:pt x="71691" y="2988"/>
                  <a:pt x="79219" y="0"/>
                </a:cubicBezTo>
                <a:lnTo>
                  <a:pt x="80857" y="1034"/>
                </a:lnTo>
                <a:cubicBezTo>
                  <a:pt x="80225" y="7643"/>
                  <a:pt x="79909" y="20890"/>
                  <a:pt x="79909" y="40773"/>
                </a:cubicBezTo>
                <a:lnTo>
                  <a:pt x="79909" y="97236"/>
                </a:lnTo>
                <a:cubicBezTo>
                  <a:pt x="79909" y="103040"/>
                  <a:pt x="80010" y="108111"/>
                  <a:pt x="80211" y="112450"/>
                </a:cubicBezTo>
                <a:cubicBezTo>
                  <a:pt x="80412" y="116789"/>
                  <a:pt x="80771" y="119361"/>
                  <a:pt x="81288" y="120165"/>
                </a:cubicBezTo>
                <a:cubicBezTo>
                  <a:pt x="81806" y="120970"/>
                  <a:pt x="82653" y="121631"/>
                  <a:pt x="83831" y="122148"/>
                </a:cubicBezTo>
                <a:cubicBezTo>
                  <a:pt x="85009" y="122665"/>
                  <a:pt x="88357" y="123154"/>
                  <a:pt x="93874" y="123613"/>
                </a:cubicBezTo>
                <a:lnTo>
                  <a:pt x="94650" y="124303"/>
                </a:lnTo>
                <a:lnTo>
                  <a:pt x="94650" y="127579"/>
                </a:lnTo>
                <a:lnTo>
                  <a:pt x="93874" y="128355"/>
                </a:lnTo>
                <a:cubicBezTo>
                  <a:pt x="87667" y="127952"/>
                  <a:pt x="82840" y="127751"/>
                  <a:pt x="79392" y="127751"/>
                </a:cubicBezTo>
                <a:cubicBezTo>
                  <a:pt x="76289" y="127751"/>
                  <a:pt x="71864" y="127952"/>
                  <a:pt x="66117" y="128355"/>
                </a:cubicBezTo>
                <a:lnTo>
                  <a:pt x="65169" y="127406"/>
                </a:lnTo>
                <a:cubicBezTo>
                  <a:pt x="65341" y="121774"/>
                  <a:pt x="65427" y="117838"/>
                  <a:pt x="65427" y="115597"/>
                </a:cubicBezTo>
                <a:cubicBezTo>
                  <a:pt x="65427" y="115309"/>
                  <a:pt x="65456" y="114217"/>
                  <a:pt x="65513" y="112321"/>
                </a:cubicBezTo>
                <a:cubicBezTo>
                  <a:pt x="62353" y="114620"/>
                  <a:pt x="59192" y="117177"/>
                  <a:pt x="56031" y="119993"/>
                </a:cubicBezTo>
                <a:cubicBezTo>
                  <a:pt x="51376" y="124131"/>
                  <a:pt x="48330" y="126717"/>
                  <a:pt x="46894" y="127751"/>
                </a:cubicBezTo>
                <a:cubicBezTo>
                  <a:pt x="44250" y="129073"/>
                  <a:pt x="40486" y="129734"/>
                  <a:pt x="35601" y="129734"/>
                </a:cubicBezTo>
                <a:cubicBezTo>
                  <a:pt x="27671" y="129734"/>
                  <a:pt x="20933" y="127780"/>
                  <a:pt x="15387" y="123872"/>
                </a:cubicBezTo>
                <a:cubicBezTo>
                  <a:pt x="9841" y="119964"/>
                  <a:pt x="5890" y="114979"/>
                  <a:pt x="3534" y="108916"/>
                </a:cubicBezTo>
                <a:cubicBezTo>
                  <a:pt x="1178" y="102853"/>
                  <a:pt x="0" y="96632"/>
                  <a:pt x="0" y="90253"/>
                </a:cubicBezTo>
                <a:cubicBezTo>
                  <a:pt x="0" y="83759"/>
                  <a:pt x="1221" y="77510"/>
                  <a:pt x="3664" y="71504"/>
                </a:cubicBezTo>
                <a:cubicBezTo>
                  <a:pt x="6106" y="65499"/>
                  <a:pt x="9583" y="61117"/>
                  <a:pt x="14094" y="58359"/>
                </a:cubicBezTo>
                <a:cubicBezTo>
                  <a:pt x="18605" y="55600"/>
                  <a:pt x="23519" y="52741"/>
                  <a:pt x="28835" y="49782"/>
                </a:cubicBezTo>
                <a:cubicBezTo>
                  <a:pt x="34150" y="46822"/>
                  <a:pt x="39423" y="45342"/>
                  <a:pt x="44653" y="45342"/>
                </a:cubicBezTo>
                <a:cubicBezTo>
                  <a:pt x="51951" y="45342"/>
                  <a:pt x="58905" y="47152"/>
                  <a:pt x="65513" y="50773"/>
                </a:cubicBezTo>
                <a:lnTo>
                  <a:pt x="65169" y="31550"/>
                </a:lnTo>
                <a:cubicBezTo>
                  <a:pt x="65054" y="24884"/>
                  <a:pt x="64881" y="20243"/>
                  <a:pt x="64651" y="17628"/>
                </a:cubicBezTo>
                <a:cubicBezTo>
                  <a:pt x="64421" y="15013"/>
                  <a:pt x="64134" y="13462"/>
                  <a:pt x="63789" y="12973"/>
                </a:cubicBezTo>
                <a:cubicBezTo>
                  <a:pt x="63445" y="12485"/>
                  <a:pt x="62856" y="12126"/>
                  <a:pt x="62022" y="11896"/>
                </a:cubicBezTo>
                <a:cubicBezTo>
                  <a:pt x="61189" y="11666"/>
                  <a:pt x="57698" y="11551"/>
                  <a:pt x="51549" y="11551"/>
                </a:cubicBezTo>
                <a:lnTo>
                  <a:pt x="50773" y="10775"/>
                </a:lnTo>
                <a:moveTo>
                  <a:pt x="65513" y="65513"/>
                </a:moveTo>
                <a:cubicBezTo>
                  <a:pt x="61950" y="61491"/>
                  <a:pt x="57999" y="58416"/>
                  <a:pt x="53661" y="56290"/>
                </a:cubicBezTo>
                <a:cubicBezTo>
                  <a:pt x="49322" y="54163"/>
                  <a:pt x="44969" y="53100"/>
                  <a:pt x="40601" y="53100"/>
                </a:cubicBezTo>
                <a:cubicBezTo>
                  <a:pt x="35774" y="53100"/>
                  <a:pt x="31277" y="54408"/>
                  <a:pt x="27110" y="57023"/>
                </a:cubicBezTo>
                <a:cubicBezTo>
                  <a:pt x="22944" y="59637"/>
                  <a:pt x="19941" y="63516"/>
                  <a:pt x="18102" y="68660"/>
                </a:cubicBezTo>
                <a:cubicBezTo>
                  <a:pt x="16263" y="73803"/>
                  <a:pt x="15344" y="79392"/>
                  <a:pt x="15344" y="85426"/>
                </a:cubicBezTo>
                <a:cubicBezTo>
                  <a:pt x="15344" y="95483"/>
                  <a:pt x="17887" y="103557"/>
                  <a:pt x="22973" y="109649"/>
                </a:cubicBezTo>
                <a:cubicBezTo>
                  <a:pt x="28059" y="115740"/>
                  <a:pt x="34452" y="118786"/>
                  <a:pt x="42153" y="118786"/>
                </a:cubicBezTo>
                <a:cubicBezTo>
                  <a:pt x="46348" y="118786"/>
                  <a:pt x="50069" y="117824"/>
                  <a:pt x="53316" y="115898"/>
                </a:cubicBezTo>
                <a:cubicBezTo>
                  <a:pt x="56563" y="113973"/>
                  <a:pt x="59235" y="111373"/>
                  <a:pt x="61333" y="108097"/>
                </a:cubicBezTo>
                <a:cubicBezTo>
                  <a:pt x="63430" y="104821"/>
                  <a:pt x="64651" y="101546"/>
                  <a:pt x="64996" y="98270"/>
                </a:cubicBezTo>
                <a:cubicBezTo>
                  <a:pt x="65341" y="94994"/>
                  <a:pt x="65513" y="88989"/>
                  <a:pt x="65513" y="80254"/>
                </a:cubicBezTo>
                <a:lnTo>
                  <a:pt x="65513" y="65513"/>
                </a:lnTo>
                <a:close/>
                <a:moveTo>
                  <a:pt x="124569" y="6982"/>
                </a:moveTo>
                <a:cubicBezTo>
                  <a:pt x="127270" y="6982"/>
                  <a:pt x="129569" y="7931"/>
                  <a:pt x="131466" y="9827"/>
                </a:cubicBezTo>
                <a:cubicBezTo>
                  <a:pt x="133362" y="11723"/>
                  <a:pt x="134310" y="14022"/>
                  <a:pt x="134310" y="16723"/>
                </a:cubicBezTo>
                <a:cubicBezTo>
                  <a:pt x="134310" y="19367"/>
                  <a:pt x="133362" y="21637"/>
                  <a:pt x="131466" y="23533"/>
                </a:cubicBezTo>
                <a:cubicBezTo>
                  <a:pt x="129569" y="25430"/>
                  <a:pt x="127270" y="26378"/>
                  <a:pt x="124569" y="26378"/>
                </a:cubicBezTo>
                <a:cubicBezTo>
                  <a:pt x="121926" y="26378"/>
                  <a:pt x="119642" y="25444"/>
                  <a:pt x="117716" y="23576"/>
                </a:cubicBezTo>
                <a:cubicBezTo>
                  <a:pt x="115791" y="21709"/>
                  <a:pt x="114829" y="19424"/>
                  <a:pt x="114829" y="16723"/>
                </a:cubicBezTo>
                <a:cubicBezTo>
                  <a:pt x="114829" y="14022"/>
                  <a:pt x="115791" y="11723"/>
                  <a:pt x="117716" y="9827"/>
                </a:cubicBezTo>
                <a:cubicBezTo>
                  <a:pt x="119642" y="7931"/>
                  <a:pt x="121926" y="6982"/>
                  <a:pt x="124569" y="6982"/>
                </a:cubicBezTo>
                <a:moveTo>
                  <a:pt x="131897" y="45515"/>
                </a:moveTo>
                <a:lnTo>
                  <a:pt x="133534" y="46635"/>
                </a:lnTo>
                <a:cubicBezTo>
                  <a:pt x="132902" y="54163"/>
                  <a:pt x="132586" y="63732"/>
                  <a:pt x="132586" y="75340"/>
                </a:cubicBezTo>
                <a:lnTo>
                  <a:pt x="132586" y="94822"/>
                </a:lnTo>
                <a:cubicBezTo>
                  <a:pt x="132586" y="96086"/>
                  <a:pt x="132701" y="100152"/>
                  <a:pt x="132931" y="107020"/>
                </a:cubicBezTo>
                <a:cubicBezTo>
                  <a:pt x="133161" y="113887"/>
                  <a:pt x="133405" y="117895"/>
                  <a:pt x="133664" y="119045"/>
                </a:cubicBezTo>
                <a:cubicBezTo>
                  <a:pt x="133922" y="120194"/>
                  <a:pt x="134310" y="121027"/>
                  <a:pt x="134827" y="121545"/>
                </a:cubicBezTo>
                <a:cubicBezTo>
                  <a:pt x="135345" y="122062"/>
                  <a:pt x="135977" y="122392"/>
                  <a:pt x="136724" y="122536"/>
                </a:cubicBezTo>
                <a:cubicBezTo>
                  <a:pt x="137471" y="122680"/>
                  <a:pt x="140574" y="122924"/>
                  <a:pt x="146034" y="123269"/>
                </a:cubicBezTo>
                <a:lnTo>
                  <a:pt x="146809" y="123958"/>
                </a:lnTo>
                <a:lnTo>
                  <a:pt x="146809" y="127579"/>
                </a:lnTo>
                <a:lnTo>
                  <a:pt x="146120" y="128355"/>
                </a:lnTo>
                <a:cubicBezTo>
                  <a:pt x="138936" y="127895"/>
                  <a:pt x="132011" y="127665"/>
                  <a:pt x="125345" y="127665"/>
                </a:cubicBezTo>
                <a:cubicBezTo>
                  <a:pt x="118736" y="127665"/>
                  <a:pt x="111840" y="127895"/>
                  <a:pt x="104657" y="128355"/>
                </a:cubicBezTo>
                <a:lnTo>
                  <a:pt x="103881" y="127579"/>
                </a:lnTo>
                <a:lnTo>
                  <a:pt x="103881" y="123958"/>
                </a:lnTo>
                <a:lnTo>
                  <a:pt x="104657" y="123269"/>
                </a:lnTo>
                <a:cubicBezTo>
                  <a:pt x="110231" y="122924"/>
                  <a:pt x="113378" y="122665"/>
                  <a:pt x="114096" y="122493"/>
                </a:cubicBezTo>
                <a:cubicBezTo>
                  <a:pt x="114814" y="122320"/>
                  <a:pt x="115446" y="121961"/>
                  <a:pt x="115992" y="121415"/>
                </a:cubicBezTo>
                <a:cubicBezTo>
                  <a:pt x="116538" y="120869"/>
                  <a:pt x="116912" y="120036"/>
                  <a:pt x="117113" y="118915"/>
                </a:cubicBezTo>
                <a:cubicBezTo>
                  <a:pt x="117314" y="117795"/>
                  <a:pt x="117544" y="114088"/>
                  <a:pt x="117803" y="107795"/>
                </a:cubicBezTo>
                <a:cubicBezTo>
                  <a:pt x="118061" y="101503"/>
                  <a:pt x="118190" y="96747"/>
                  <a:pt x="118190" y="93529"/>
                </a:cubicBezTo>
                <a:lnTo>
                  <a:pt x="118190" y="76547"/>
                </a:lnTo>
                <a:cubicBezTo>
                  <a:pt x="118190" y="74249"/>
                  <a:pt x="118076" y="71117"/>
                  <a:pt x="117846" y="67151"/>
                </a:cubicBezTo>
                <a:cubicBezTo>
                  <a:pt x="117616" y="63186"/>
                  <a:pt x="117429" y="60744"/>
                  <a:pt x="117285" y="59824"/>
                </a:cubicBezTo>
                <a:cubicBezTo>
                  <a:pt x="117142" y="58905"/>
                  <a:pt x="116696" y="58229"/>
                  <a:pt x="115949" y="57798"/>
                </a:cubicBezTo>
                <a:cubicBezTo>
                  <a:pt x="115202" y="57367"/>
                  <a:pt x="113708" y="57152"/>
                  <a:pt x="111467" y="57152"/>
                </a:cubicBezTo>
                <a:lnTo>
                  <a:pt x="104226" y="57066"/>
                </a:lnTo>
                <a:lnTo>
                  <a:pt x="103450" y="56376"/>
                </a:lnTo>
                <a:lnTo>
                  <a:pt x="103450" y="52669"/>
                </a:lnTo>
                <a:lnTo>
                  <a:pt x="104140" y="51980"/>
                </a:lnTo>
                <a:cubicBezTo>
                  <a:pt x="115116" y="50658"/>
                  <a:pt x="124368" y="48503"/>
                  <a:pt x="131897" y="45515"/>
                </a:cubicBezTo>
                <a:moveTo>
                  <a:pt x="125173" y="132837"/>
                </a:moveTo>
                <a:lnTo>
                  <a:pt x="125173" y="132837"/>
                </a:lnTo>
                <a:close/>
                <a:moveTo>
                  <a:pt x="159823" y="102322"/>
                </a:moveTo>
                <a:lnTo>
                  <a:pt x="163530" y="102322"/>
                </a:lnTo>
                <a:lnTo>
                  <a:pt x="164306" y="103097"/>
                </a:lnTo>
                <a:cubicBezTo>
                  <a:pt x="164421" y="107925"/>
                  <a:pt x="164708" y="112062"/>
                  <a:pt x="165168" y="115510"/>
                </a:cubicBezTo>
                <a:cubicBezTo>
                  <a:pt x="166949" y="118211"/>
                  <a:pt x="170024" y="120410"/>
                  <a:pt x="174391" y="122105"/>
                </a:cubicBezTo>
                <a:cubicBezTo>
                  <a:pt x="178759" y="123800"/>
                  <a:pt x="183069" y="124648"/>
                  <a:pt x="187322" y="124648"/>
                </a:cubicBezTo>
                <a:cubicBezTo>
                  <a:pt x="193413" y="124648"/>
                  <a:pt x="198284" y="123010"/>
                  <a:pt x="201933" y="119734"/>
                </a:cubicBezTo>
                <a:cubicBezTo>
                  <a:pt x="205582" y="116459"/>
                  <a:pt x="207407" y="112551"/>
                  <a:pt x="207407" y="108011"/>
                </a:cubicBezTo>
                <a:cubicBezTo>
                  <a:pt x="207407" y="105540"/>
                  <a:pt x="206746" y="103399"/>
                  <a:pt x="205424" y="101589"/>
                </a:cubicBezTo>
                <a:cubicBezTo>
                  <a:pt x="204102" y="99779"/>
                  <a:pt x="202105" y="98284"/>
                  <a:pt x="199433" y="97106"/>
                </a:cubicBezTo>
                <a:cubicBezTo>
                  <a:pt x="196761" y="95928"/>
                  <a:pt x="191977" y="94535"/>
                  <a:pt x="185080" y="92926"/>
                </a:cubicBezTo>
                <a:cubicBezTo>
                  <a:pt x="179161" y="91546"/>
                  <a:pt x="175023" y="90469"/>
                  <a:pt x="172667" y="89693"/>
                </a:cubicBezTo>
                <a:cubicBezTo>
                  <a:pt x="170311" y="88917"/>
                  <a:pt x="168041" y="87610"/>
                  <a:pt x="165857" y="85771"/>
                </a:cubicBezTo>
                <a:cubicBezTo>
                  <a:pt x="163674" y="83932"/>
                  <a:pt x="162007" y="81676"/>
                  <a:pt x="160858" y="79004"/>
                </a:cubicBezTo>
                <a:cubicBezTo>
                  <a:pt x="159708" y="76332"/>
                  <a:pt x="159134" y="73386"/>
                  <a:pt x="159134" y="70168"/>
                </a:cubicBezTo>
                <a:cubicBezTo>
                  <a:pt x="159134" y="62468"/>
                  <a:pt x="162194" y="56304"/>
                  <a:pt x="168314" y="51678"/>
                </a:cubicBezTo>
                <a:cubicBezTo>
                  <a:pt x="174434" y="47052"/>
                  <a:pt x="182063" y="44739"/>
                  <a:pt x="191201" y="44739"/>
                </a:cubicBezTo>
                <a:cubicBezTo>
                  <a:pt x="195051" y="44739"/>
                  <a:pt x="199246" y="45270"/>
                  <a:pt x="203786" y="46333"/>
                </a:cubicBezTo>
                <a:cubicBezTo>
                  <a:pt x="208326" y="47397"/>
                  <a:pt x="211774" y="48417"/>
                  <a:pt x="214130" y="49394"/>
                </a:cubicBezTo>
                <a:lnTo>
                  <a:pt x="214906" y="50600"/>
                </a:lnTo>
                <a:cubicBezTo>
                  <a:pt x="214446" y="52899"/>
                  <a:pt x="214159" y="58933"/>
                  <a:pt x="214044" y="68703"/>
                </a:cubicBezTo>
                <a:lnTo>
                  <a:pt x="213268" y="69479"/>
                </a:lnTo>
                <a:lnTo>
                  <a:pt x="209820" y="69479"/>
                </a:lnTo>
                <a:lnTo>
                  <a:pt x="209044" y="68703"/>
                </a:lnTo>
                <a:cubicBezTo>
                  <a:pt x="208815" y="65197"/>
                  <a:pt x="208499" y="62741"/>
                  <a:pt x="208096" y="61333"/>
                </a:cubicBezTo>
                <a:cubicBezTo>
                  <a:pt x="207694" y="59925"/>
                  <a:pt x="206660" y="58402"/>
                  <a:pt x="204993" y="56764"/>
                </a:cubicBezTo>
                <a:cubicBezTo>
                  <a:pt x="203326" y="55126"/>
                  <a:pt x="200970" y="53747"/>
                  <a:pt x="197924" y="52626"/>
                </a:cubicBezTo>
                <a:cubicBezTo>
                  <a:pt x="194879" y="51506"/>
                  <a:pt x="191660" y="50945"/>
                  <a:pt x="188270" y="50945"/>
                </a:cubicBezTo>
                <a:cubicBezTo>
                  <a:pt x="184764" y="50945"/>
                  <a:pt x="181819" y="51462"/>
                  <a:pt x="179434" y="52497"/>
                </a:cubicBezTo>
                <a:cubicBezTo>
                  <a:pt x="177049" y="53531"/>
                  <a:pt x="175124" y="55097"/>
                  <a:pt x="173659" y="57195"/>
                </a:cubicBezTo>
                <a:cubicBezTo>
                  <a:pt x="172193" y="59292"/>
                  <a:pt x="171460" y="61835"/>
                  <a:pt x="171460" y="64824"/>
                </a:cubicBezTo>
                <a:cubicBezTo>
                  <a:pt x="171460" y="67008"/>
                  <a:pt x="171906" y="68961"/>
                  <a:pt x="172797" y="70686"/>
                </a:cubicBezTo>
                <a:cubicBezTo>
                  <a:pt x="173687" y="72410"/>
                  <a:pt x="175052" y="73803"/>
                  <a:pt x="176891" y="74866"/>
                </a:cubicBezTo>
                <a:cubicBezTo>
                  <a:pt x="178730" y="75929"/>
                  <a:pt x="180655" y="76691"/>
                  <a:pt x="182667" y="77151"/>
                </a:cubicBezTo>
                <a:lnTo>
                  <a:pt x="192063" y="79564"/>
                </a:lnTo>
                <a:cubicBezTo>
                  <a:pt x="200108" y="81518"/>
                  <a:pt x="205869" y="83213"/>
                  <a:pt x="209346" y="84650"/>
                </a:cubicBezTo>
                <a:cubicBezTo>
                  <a:pt x="212823" y="86087"/>
                  <a:pt x="215510" y="88256"/>
                  <a:pt x="217406" y="91158"/>
                </a:cubicBezTo>
                <a:cubicBezTo>
                  <a:pt x="219302" y="94061"/>
                  <a:pt x="220251" y="97580"/>
                  <a:pt x="220251" y="101718"/>
                </a:cubicBezTo>
                <a:cubicBezTo>
                  <a:pt x="220251" y="109649"/>
                  <a:pt x="216975" y="116459"/>
                  <a:pt x="210424" y="122148"/>
                </a:cubicBezTo>
                <a:cubicBezTo>
                  <a:pt x="203872" y="127837"/>
                  <a:pt x="195453" y="130682"/>
                  <a:pt x="185167" y="130682"/>
                </a:cubicBezTo>
                <a:cubicBezTo>
                  <a:pt x="181546" y="130682"/>
                  <a:pt x="177049" y="130280"/>
                  <a:pt x="171676" y="129475"/>
                </a:cubicBezTo>
                <a:cubicBezTo>
                  <a:pt x="166303" y="128671"/>
                  <a:pt x="161720" y="127780"/>
                  <a:pt x="157927" y="126803"/>
                </a:cubicBezTo>
                <a:lnTo>
                  <a:pt x="157496" y="125682"/>
                </a:lnTo>
                <a:lnTo>
                  <a:pt x="158358" y="119907"/>
                </a:lnTo>
                <a:cubicBezTo>
                  <a:pt x="158645" y="118125"/>
                  <a:pt x="158818" y="116329"/>
                  <a:pt x="158875" y="114519"/>
                </a:cubicBezTo>
                <a:cubicBezTo>
                  <a:pt x="158932" y="112709"/>
                  <a:pt x="158990" y="108902"/>
                  <a:pt x="159047" y="103097"/>
                </a:cubicBezTo>
                <a:lnTo>
                  <a:pt x="159823" y="102322"/>
                </a:lnTo>
                <a:close/>
                <a:moveTo>
                  <a:pt x="229935" y="59996"/>
                </a:moveTo>
                <a:lnTo>
                  <a:pt x="229935" y="57755"/>
                </a:lnTo>
                <a:lnTo>
                  <a:pt x="230539" y="56893"/>
                </a:lnTo>
                <a:cubicBezTo>
                  <a:pt x="235941" y="54882"/>
                  <a:pt x="240308" y="53014"/>
                  <a:pt x="243642" y="51290"/>
                </a:cubicBezTo>
                <a:cubicBezTo>
                  <a:pt x="243642" y="36291"/>
                  <a:pt x="243469" y="27556"/>
                  <a:pt x="243124" y="25085"/>
                </a:cubicBezTo>
                <a:cubicBezTo>
                  <a:pt x="249044" y="23016"/>
                  <a:pt x="253900" y="20803"/>
                  <a:pt x="257692" y="18447"/>
                </a:cubicBezTo>
                <a:lnTo>
                  <a:pt x="259761" y="20171"/>
                </a:lnTo>
                <a:cubicBezTo>
                  <a:pt x="259187" y="23792"/>
                  <a:pt x="258497" y="34308"/>
                  <a:pt x="257692" y="51721"/>
                </a:cubicBezTo>
                <a:cubicBezTo>
                  <a:pt x="260566" y="51779"/>
                  <a:pt x="263669" y="51807"/>
                  <a:pt x="267002" y="51807"/>
                </a:cubicBezTo>
                <a:cubicBezTo>
                  <a:pt x="273783" y="51807"/>
                  <a:pt x="278640" y="51635"/>
                  <a:pt x="281570" y="51290"/>
                </a:cubicBezTo>
                <a:lnTo>
                  <a:pt x="282174" y="51894"/>
                </a:lnTo>
                <a:lnTo>
                  <a:pt x="280536" y="59134"/>
                </a:lnTo>
                <a:lnTo>
                  <a:pt x="279846" y="59910"/>
                </a:lnTo>
                <a:cubicBezTo>
                  <a:pt x="276915" y="59853"/>
                  <a:pt x="273669" y="59824"/>
                  <a:pt x="270106" y="59824"/>
                </a:cubicBezTo>
                <a:cubicBezTo>
                  <a:pt x="266887" y="59824"/>
                  <a:pt x="262750" y="59853"/>
                  <a:pt x="257692" y="59910"/>
                </a:cubicBezTo>
                <a:lnTo>
                  <a:pt x="257175" y="94994"/>
                </a:lnTo>
                <a:cubicBezTo>
                  <a:pt x="257175" y="103097"/>
                  <a:pt x="257362" y="108399"/>
                  <a:pt x="257736" y="110899"/>
                </a:cubicBezTo>
                <a:cubicBezTo>
                  <a:pt x="258109" y="113399"/>
                  <a:pt x="259144" y="115352"/>
                  <a:pt x="260839" y="116760"/>
                </a:cubicBezTo>
                <a:cubicBezTo>
                  <a:pt x="262534" y="118168"/>
                  <a:pt x="265048" y="118872"/>
                  <a:pt x="268381" y="118872"/>
                </a:cubicBezTo>
                <a:cubicBezTo>
                  <a:pt x="272232" y="118872"/>
                  <a:pt x="275795" y="117867"/>
                  <a:pt x="279071" y="115855"/>
                </a:cubicBezTo>
                <a:lnTo>
                  <a:pt x="281139" y="118959"/>
                </a:lnTo>
                <a:cubicBezTo>
                  <a:pt x="279760" y="119935"/>
                  <a:pt x="276456" y="122809"/>
                  <a:pt x="271226" y="127579"/>
                </a:cubicBezTo>
                <a:cubicBezTo>
                  <a:pt x="268238" y="128958"/>
                  <a:pt x="265192" y="129648"/>
                  <a:pt x="262089" y="129648"/>
                </a:cubicBezTo>
                <a:cubicBezTo>
                  <a:pt x="249158" y="129648"/>
                  <a:pt x="242693" y="123384"/>
                  <a:pt x="242693" y="110856"/>
                </a:cubicBezTo>
                <a:cubicBezTo>
                  <a:pt x="242693" y="106258"/>
                  <a:pt x="242808" y="102350"/>
                  <a:pt x="243038" y="99132"/>
                </a:cubicBezTo>
                <a:cubicBezTo>
                  <a:pt x="243096" y="98155"/>
                  <a:pt x="243124" y="97149"/>
                  <a:pt x="243124" y="96115"/>
                </a:cubicBezTo>
                <a:lnTo>
                  <a:pt x="243124" y="60341"/>
                </a:lnTo>
                <a:lnTo>
                  <a:pt x="239590" y="60341"/>
                </a:lnTo>
                <a:cubicBezTo>
                  <a:pt x="237004" y="60341"/>
                  <a:pt x="234044" y="60456"/>
                  <a:pt x="230711" y="60686"/>
                </a:cubicBezTo>
                <a:lnTo>
                  <a:pt x="229935" y="59996"/>
                </a:lnTo>
                <a:close/>
                <a:moveTo>
                  <a:pt x="316624" y="45515"/>
                </a:moveTo>
                <a:lnTo>
                  <a:pt x="318262" y="46635"/>
                </a:lnTo>
                <a:cubicBezTo>
                  <a:pt x="317917" y="49968"/>
                  <a:pt x="317658" y="55888"/>
                  <a:pt x="317486" y="64393"/>
                </a:cubicBezTo>
                <a:lnTo>
                  <a:pt x="323951" y="56204"/>
                </a:lnTo>
                <a:cubicBezTo>
                  <a:pt x="326077" y="53503"/>
                  <a:pt x="327959" y="51419"/>
                  <a:pt x="329597" y="49954"/>
                </a:cubicBezTo>
                <a:cubicBezTo>
                  <a:pt x="331235" y="48489"/>
                  <a:pt x="333146" y="47354"/>
                  <a:pt x="335330" y="46549"/>
                </a:cubicBezTo>
                <a:cubicBezTo>
                  <a:pt x="337513" y="45744"/>
                  <a:pt x="339755" y="45342"/>
                  <a:pt x="342053" y="45342"/>
                </a:cubicBezTo>
                <a:cubicBezTo>
                  <a:pt x="344582" y="45342"/>
                  <a:pt x="346967" y="45859"/>
                  <a:pt x="349208" y="46894"/>
                </a:cubicBezTo>
                <a:lnTo>
                  <a:pt x="349811" y="48101"/>
                </a:lnTo>
                <a:cubicBezTo>
                  <a:pt x="348892" y="55744"/>
                  <a:pt x="348375" y="62468"/>
                  <a:pt x="348260" y="68272"/>
                </a:cubicBezTo>
                <a:lnTo>
                  <a:pt x="344381" y="68272"/>
                </a:lnTo>
                <a:cubicBezTo>
                  <a:pt x="342082" y="62985"/>
                  <a:pt x="338375" y="60341"/>
                  <a:pt x="333261" y="60341"/>
                </a:cubicBezTo>
                <a:cubicBezTo>
                  <a:pt x="329698" y="60341"/>
                  <a:pt x="326594" y="61476"/>
                  <a:pt x="323951" y="63746"/>
                </a:cubicBezTo>
                <a:cubicBezTo>
                  <a:pt x="321307" y="66016"/>
                  <a:pt x="319540" y="68861"/>
                  <a:pt x="318649" y="72280"/>
                </a:cubicBezTo>
                <a:cubicBezTo>
                  <a:pt x="317759" y="75700"/>
                  <a:pt x="317313" y="80024"/>
                  <a:pt x="317313" y="85254"/>
                </a:cubicBezTo>
                <a:lnTo>
                  <a:pt x="317313" y="94822"/>
                </a:lnTo>
                <a:cubicBezTo>
                  <a:pt x="317313" y="96546"/>
                  <a:pt x="317428" y="100770"/>
                  <a:pt x="317658" y="107494"/>
                </a:cubicBezTo>
                <a:cubicBezTo>
                  <a:pt x="317888" y="114217"/>
                  <a:pt x="318132" y="118097"/>
                  <a:pt x="318391" y="119131"/>
                </a:cubicBezTo>
                <a:cubicBezTo>
                  <a:pt x="318649" y="120165"/>
                  <a:pt x="319052" y="120927"/>
                  <a:pt x="319598" y="121415"/>
                </a:cubicBezTo>
                <a:cubicBezTo>
                  <a:pt x="320144" y="121904"/>
                  <a:pt x="320862" y="122234"/>
                  <a:pt x="321753" y="122407"/>
                </a:cubicBezTo>
                <a:cubicBezTo>
                  <a:pt x="322644" y="122579"/>
                  <a:pt x="326738" y="122866"/>
                  <a:pt x="334037" y="123269"/>
                </a:cubicBezTo>
                <a:lnTo>
                  <a:pt x="334812" y="123958"/>
                </a:lnTo>
                <a:lnTo>
                  <a:pt x="334812" y="127579"/>
                </a:lnTo>
                <a:lnTo>
                  <a:pt x="334037" y="128355"/>
                </a:lnTo>
                <a:cubicBezTo>
                  <a:pt x="326393" y="127895"/>
                  <a:pt x="318405" y="127665"/>
                  <a:pt x="310072" y="127665"/>
                </a:cubicBezTo>
                <a:cubicBezTo>
                  <a:pt x="303464" y="127665"/>
                  <a:pt x="296567" y="127895"/>
                  <a:pt x="289384" y="128355"/>
                </a:cubicBezTo>
                <a:lnTo>
                  <a:pt x="288608" y="127579"/>
                </a:lnTo>
                <a:lnTo>
                  <a:pt x="288608" y="123958"/>
                </a:lnTo>
                <a:lnTo>
                  <a:pt x="289384" y="123269"/>
                </a:lnTo>
                <a:cubicBezTo>
                  <a:pt x="294958" y="122924"/>
                  <a:pt x="298105" y="122665"/>
                  <a:pt x="298823" y="122493"/>
                </a:cubicBezTo>
                <a:cubicBezTo>
                  <a:pt x="299541" y="122320"/>
                  <a:pt x="300174" y="121961"/>
                  <a:pt x="300720" y="121415"/>
                </a:cubicBezTo>
                <a:cubicBezTo>
                  <a:pt x="301265" y="120869"/>
                  <a:pt x="301639" y="120036"/>
                  <a:pt x="301840" y="118915"/>
                </a:cubicBezTo>
                <a:cubicBezTo>
                  <a:pt x="302041" y="117795"/>
                  <a:pt x="302271" y="114088"/>
                  <a:pt x="302530" y="107795"/>
                </a:cubicBezTo>
                <a:cubicBezTo>
                  <a:pt x="302788" y="101503"/>
                  <a:pt x="302918" y="96747"/>
                  <a:pt x="302918" y="93529"/>
                </a:cubicBezTo>
                <a:lnTo>
                  <a:pt x="302918" y="76547"/>
                </a:lnTo>
                <a:cubicBezTo>
                  <a:pt x="302918" y="74249"/>
                  <a:pt x="302803" y="71117"/>
                  <a:pt x="302573" y="67151"/>
                </a:cubicBezTo>
                <a:cubicBezTo>
                  <a:pt x="302343" y="63186"/>
                  <a:pt x="302156" y="60744"/>
                  <a:pt x="302013" y="59824"/>
                </a:cubicBezTo>
                <a:cubicBezTo>
                  <a:pt x="301869" y="58905"/>
                  <a:pt x="301423" y="58229"/>
                  <a:pt x="300676" y="57798"/>
                </a:cubicBezTo>
                <a:cubicBezTo>
                  <a:pt x="299929" y="57367"/>
                  <a:pt x="298435" y="57152"/>
                  <a:pt x="296194" y="57152"/>
                </a:cubicBezTo>
                <a:lnTo>
                  <a:pt x="288953" y="57066"/>
                </a:lnTo>
                <a:lnTo>
                  <a:pt x="288177" y="56376"/>
                </a:lnTo>
                <a:lnTo>
                  <a:pt x="288177" y="52669"/>
                </a:lnTo>
                <a:lnTo>
                  <a:pt x="288867" y="51980"/>
                </a:lnTo>
                <a:cubicBezTo>
                  <a:pt x="299843" y="50658"/>
                  <a:pt x="309095" y="48503"/>
                  <a:pt x="316624" y="45515"/>
                </a:cubicBezTo>
                <a:close/>
                <a:moveTo>
                  <a:pt x="378083" y="6982"/>
                </a:moveTo>
                <a:cubicBezTo>
                  <a:pt x="380784" y="6982"/>
                  <a:pt x="383083" y="7931"/>
                  <a:pt x="384979" y="9827"/>
                </a:cubicBezTo>
                <a:cubicBezTo>
                  <a:pt x="386875" y="11723"/>
                  <a:pt x="387824" y="14022"/>
                  <a:pt x="387824" y="16723"/>
                </a:cubicBezTo>
                <a:cubicBezTo>
                  <a:pt x="387824" y="19367"/>
                  <a:pt x="386875" y="21637"/>
                  <a:pt x="384979" y="23533"/>
                </a:cubicBezTo>
                <a:cubicBezTo>
                  <a:pt x="383083" y="25430"/>
                  <a:pt x="380784" y="26378"/>
                  <a:pt x="378083" y="26378"/>
                </a:cubicBezTo>
                <a:cubicBezTo>
                  <a:pt x="375439" y="26378"/>
                  <a:pt x="373155" y="25444"/>
                  <a:pt x="371230" y="23576"/>
                </a:cubicBezTo>
                <a:cubicBezTo>
                  <a:pt x="369305" y="21709"/>
                  <a:pt x="368342" y="19424"/>
                  <a:pt x="368342" y="16723"/>
                </a:cubicBezTo>
                <a:cubicBezTo>
                  <a:pt x="368342" y="14022"/>
                  <a:pt x="369305" y="11723"/>
                  <a:pt x="371230" y="9827"/>
                </a:cubicBezTo>
                <a:cubicBezTo>
                  <a:pt x="373155" y="7931"/>
                  <a:pt x="375439" y="6982"/>
                  <a:pt x="378083" y="6982"/>
                </a:cubicBezTo>
                <a:moveTo>
                  <a:pt x="385410" y="45515"/>
                </a:moveTo>
                <a:lnTo>
                  <a:pt x="387048" y="46635"/>
                </a:lnTo>
                <a:cubicBezTo>
                  <a:pt x="386416" y="54163"/>
                  <a:pt x="386100" y="63732"/>
                  <a:pt x="386100" y="75340"/>
                </a:cubicBezTo>
                <a:lnTo>
                  <a:pt x="386100" y="94822"/>
                </a:lnTo>
                <a:cubicBezTo>
                  <a:pt x="386100" y="96086"/>
                  <a:pt x="386215" y="100152"/>
                  <a:pt x="386444" y="107020"/>
                </a:cubicBezTo>
                <a:cubicBezTo>
                  <a:pt x="386674" y="113887"/>
                  <a:pt x="386918" y="117895"/>
                  <a:pt x="387177" y="119045"/>
                </a:cubicBezTo>
                <a:cubicBezTo>
                  <a:pt x="387436" y="120194"/>
                  <a:pt x="387824" y="121027"/>
                  <a:pt x="388341" y="121545"/>
                </a:cubicBezTo>
                <a:cubicBezTo>
                  <a:pt x="388858" y="122062"/>
                  <a:pt x="389490" y="122392"/>
                  <a:pt x="390237" y="122536"/>
                </a:cubicBezTo>
                <a:cubicBezTo>
                  <a:pt x="390984" y="122680"/>
                  <a:pt x="394088" y="122924"/>
                  <a:pt x="399547" y="123269"/>
                </a:cubicBezTo>
                <a:lnTo>
                  <a:pt x="400323" y="123958"/>
                </a:lnTo>
                <a:lnTo>
                  <a:pt x="400323" y="127579"/>
                </a:lnTo>
                <a:lnTo>
                  <a:pt x="399633" y="128355"/>
                </a:lnTo>
                <a:cubicBezTo>
                  <a:pt x="392450" y="127895"/>
                  <a:pt x="385525" y="127665"/>
                  <a:pt x="378859" y="127665"/>
                </a:cubicBezTo>
                <a:cubicBezTo>
                  <a:pt x="372250" y="127665"/>
                  <a:pt x="365354" y="127895"/>
                  <a:pt x="358170" y="128355"/>
                </a:cubicBezTo>
                <a:lnTo>
                  <a:pt x="357394" y="127579"/>
                </a:lnTo>
                <a:lnTo>
                  <a:pt x="357394" y="123958"/>
                </a:lnTo>
                <a:lnTo>
                  <a:pt x="358170" y="123269"/>
                </a:lnTo>
                <a:cubicBezTo>
                  <a:pt x="363745" y="122924"/>
                  <a:pt x="366891" y="122665"/>
                  <a:pt x="367609" y="122493"/>
                </a:cubicBezTo>
                <a:cubicBezTo>
                  <a:pt x="368328" y="122320"/>
                  <a:pt x="368960" y="121961"/>
                  <a:pt x="369506" y="121415"/>
                </a:cubicBezTo>
                <a:cubicBezTo>
                  <a:pt x="370052" y="120869"/>
                  <a:pt x="370425" y="120036"/>
                  <a:pt x="370626" y="118915"/>
                </a:cubicBezTo>
                <a:cubicBezTo>
                  <a:pt x="370827" y="117795"/>
                  <a:pt x="371057" y="114088"/>
                  <a:pt x="371316" y="107795"/>
                </a:cubicBezTo>
                <a:cubicBezTo>
                  <a:pt x="371575" y="101503"/>
                  <a:pt x="371704" y="96747"/>
                  <a:pt x="371704" y="93529"/>
                </a:cubicBezTo>
                <a:lnTo>
                  <a:pt x="371704" y="76547"/>
                </a:lnTo>
                <a:cubicBezTo>
                  <a:pt x="371704" y="74249"/>
                  <a:pt x="371589" y="71117"/>
                  <a:pt x="371359" y="67151"/>
                </a:cubicBezTo>
                <a:cubicBezTo>
                  <a:pt x="371129" y="63186"/>
                  <a:pt x="370942" y="60744"/>
                  <a:pt x="370799" y="59824"/>
                </a:cubicBezTo>
                <a:cubicBezTo>
                  <a:pt x="370655" y="58905"/>
                  <a:pt x="370210" y="58229"/>
                  <a:pt x="369463" y="57798"/>
                </a:cubicBezTo>
                <a:cubicBezTo>
                  <a:pt x="368716" y="57367"/>
                  <a:pt x="367221" y="57152"/>
                  <a:pt x="364980" y="57152"/>
                </a:cubicBezTo>
                <a:lnTo>
                  <a:pt x="357739" y="57066"/>
                </a:lnTo>
                <a:lnTo>
                  <a:pt x="356963" y="56376"/>
                </a:lnTo>
                <a:lnTo>
                  <a:pt x="356963" y="52669"/>
                </a:lnTo>
                <a:lnTo>
                  <a:pt x="357653" y="51980"/>
                </a:lnTo>
                <a:cubicBezTo>
                  <a:pt x="368629" y="50658"/>
                  <a:pt x="377882" y="48503"/>
                  <a:pt x="385410" y="45515"/>
                </a:cubicBezTo>
                <a:moveTo>
                  <a:pt x="378686" y="132837"/>
                </a:moveTo>
                <a:lnTo>
                  <a:pt x="378686" y="132837"/>
                </a:lnTo>
                <a:close/>
                <a:moveTo>
                  <a:pt x="402980" y="11551"/>
                </a:moveTo>
                <a:lnTo>
                  <a:pt x="402205" y="10775"/>
                </a:lnTo>
                <a:lnTo>
                  <a:pt x="402205" y="7155"/>
                </a:lnTo>
                <a:lnTo>
                  <a:pt x="402894" y="6379"/>
                </a:lnTo>
                <a:cubicBezTo>
                  <a:pt x="413871" y="5115"/>
                  <a:pt x="423123" y="2988"/>
                  <a:pt x="430651" y="0"/>
                </a:cubicBezTo>
                <a:lnTo>
                  <a:pt x="432289" y="1034"/>
                </a:lnTo>
                <a:cubicBezTo>
                  <a:pt x="431657" y="7643"/>
                  <a:pt x="431341" y="20890"/>
                  <a:pt x="431341" y="40773"/>
                </a:cubicBezTo>
                <a:lnTo>
                  <a:pt x="431341" y="62755"/>
                </a:lnTo>
                <a:cubicBezTo>
                  <a:pt x="432433" y="61318"/>
                  <a:pt x="434473" y="59120"/>
                  <a:pt x="437461" y="56160"/>
                </a:cubicBezTo>
                <a:cubicBezTo>
                  <a:pt x="440449" y="53201"/>
                  <a:pt x="442877" y="51118"/>
                  <a:pt x="444745" y="49911"/>
                </a:cubicBezTo>
                <a:cubicBezTo>
                  <a:pt x="446613" y="48704"/>
                  <a:pt x="449170" y="47641"/>
                  <a:pt x="452417" y="46721"/>
                </a:cubicBezTo>
                <a:cubicBezTo>
                  <a:pt x="455664" y="45802"/>
                  <a:pt x="459069" y="45342"/>
                  <a:pt x="462632" y="45342"/>
                </a:cubicBezTo>
                <a:cubicBezTo>
                  <a:pt x="469126" y="45342"/>
                  <a:pt x="474830" y="46951"/>
                  <a:pt x="479743" y="50169"/>
                </a:cubicBezTo>
                <a:cubicBezTo>
                  <a:pt x="484657" y="53388"/>
                  <a:pt x="488306" y="57683"/>
                  <a:pt x="490691" y="63057"/>
                </a:cubicBezTo>
                <a:cubicBezTo>
                  <a:pt x="493076" y="68430"/>
                  <a:pt x="494268" y="74162"/>
                  <a:pt x="494268" y="80254"/>
                </a:cubicBezTo>
                <a:cubicBezTo>
                  <a:pt x="494268" y="86058"/>
                  <a:pt x="493277" y="91575"/>
                  <a:pt x="491294" y="96805"/>
                </a:cubicBezTo>
                <a:cubicBezTo>
                  <a:pt x="489312" y="102034"/>
                  <a:pt x="486970" y="106344"/>
                  <a:pt x="484269" y="109735"/>
                </a:cubicBezTo>
                <a:cubicBezTo>
                  <a:pt x="482660" y="111689"/>
                  <a:pt x="479815" y="114160"/>
                  <a:pt x="475735" y="117148"/>
                </a:cubicBezTo>
                <a:cubicBezTo>
                  <a:pt x="467747" y="122953"/>
                  <a:pt x="462129" y="126587"/>
                  <a:pt x="458882" y="128053"/>
                </a:cubicBezTo>
                <a:cubicBezTo>
                  <a:pt x="455635" y="129518"/>
                  <a:pt x="451426" y="130251"/>
                  <a:pt x="446254" y="130251"/>
                </a:cubicBezTo>
                <a:cubicBezTo>
                  <a:pt x="442231" y="130251"/>
                  <a:pt x="438582" y="129691"/>
                  <a:pt x="435306" y="128570"/>
                </a:cubicBezTo>
                <a:cubicBezTo>
                  <a:pt x="432030" y="127449"/>
                  <a:pt x="428640" y="125682"/>
                  <a:pt x="425134" y="123269"/>
                </a:cubicBezTo>
                <a:lnTo>
                  <a:pt x="418152" y="129820"/>
                </a:lnTo>
                <a:lnTo>
                  <a:pt x="415307" y="128699"/>
                </a:lnTo>
                <a:cubicBezTo>
                  <a:pt x="416399" y="118240"/>
                  <a:pt x="416945" y="106344"/>
                  <a:pt x="416945" y="93012"/>
                </a:cubicBezTo>
                <a:lnTo>
                  <a:pt x="416945" y="47325"/>
                </a:lnTo>
                <a:lnTo>
                  <a:pt x="416600" y="30774"/>
                </a:lnTo>
                <a:cubicBezTo>
                  <a:pt x="416428" y="24453"/>
                  <a:pt x="416241" y="20013"/>
                  <a:pt x="416040" y="17456"/>
                </a:cubicBezTo>
                <a:cubicBezTo>
                  <a:pt x="415839" y="14899"/>
                  <a:pt x="415566" y="13390"/>
                  <a:pt x="415221" y="12930"/>
                </a:cubicBezTo>
                <a:cubicBezTo>
                  <a:pt x="414876" y="12471"/>
                  <a:pt x="414287" y="12126"/>
                  <a:pt x="413454" y="11896"/>
                </a:cubicBezTo>
                <a:cubicBezTo>
                  <a:pt x="412621" y="11666"/>
                  <a:pt x="409129" y="11551"/>
                  <a:pt x="402980" y="11551"/>
                </a:cubicBezTo>
                <a:moveTo>
                  <a:pt x="431341" y="73099"/>
                </a:moveTo>
                <a:lnTo>
                  <a:pt x="431341" y="105425"/>
                </a:lnTo>
                <a:cubicBezTo>
                  <a:pt x="431341" y="108126"/>
                  <a:pt x="431470" y="109893"/>
                  <a:pt x="431729" y="110726"/>
                </a:cubicBezTo>
                <a:cubicBezTo>
                  <a:pt x="431987" y="111560"/>
                  <a:pt x="433137" y="112824"/>
                  <a:pt x="435177" y="114519"/>
                </a:cubicBezTo>
                <a:cubicBezTo>
                  <a:pt x="437217" y="116214"/>
                  <a:pt x="439846" y="117680"/>
                  <a:pt x="443064" y="118915"/>
                </a:cubicBezTo>
                <a:cubicBezTo>
                  <a:pt x="446282" y="120151"/>
                  <a:pt x="449616" y="120769"/>
                  <a:pt x="453064" y="120769"/>
                </a:cubicBezTo>
                <a:cubicBezTo>
                  <a:pt x="461224" y="120769"/>
                  <a:pt x="467617" y="117608"/>
                  <a:pt x="472244" y="111287"/>
                </a:cubicBezTo>
                <a:cubicBezTo>
                  <a:pt x="476870" y="104965"/>
                  <a:pt x="479183" y="96948"/>
                  <a:pt x="479183" y="87236"/>
                </a:cubicBezTo>
                <a:cubicBezTo>
                  <a:pt x="479183" y="81145"/>
                  <a:pt x="478220" y="75757"/>
                  <a:pt x="476295" y="71073"/>
                </a:cubicBezTo>
                <a:cubicBezTo>
                  <a:pt x="474370" y="66390"/>
                  <a:pt x="471482" y="62812"/>
                  <a:pt x="467632" y="60341"/>
                </a:cubicBezTo>
                <a:cubicBezTo>
                  <a:pt x="463781" y="57870"/>
                  <a:pt x="459443" y="56635"/>
                  <a:pt x="454615" y="56635"/>
                </a:cubicBezTo>
                <a:cubicBezTo>
                  <a:pt x="448926" y="56635"/>
                  <a:pt x="443912" y="58316"/>
                  <a:pt x="439573" y="61677"/>
                </a:cubicBezTo>
                <a:cubicBezTo>
                  <a:pt x="435234" y="65039"/>
                  <a:pt x="432490" y="68847"/>
                  <a:pt x="431341" y="73099"/>
                </a:cubicBezTo>
                <a:close/>
                <a:moveTo>
                  <a:pt x="531554" y="45515"/>
                </a:moveTo>
                <a:lnTo>
                  <a:pt x="533192" y="46635"/>
                </a:lnTo>
                <a:cubicBezTo>
                  <a:pt x="532560" y="54163"/>
                  <a:pt x="532244" y="63732"/>
                  <a:pt x="532244" y="75340"/>
                </a:cubicBezTo>
                <a:lnTo>
                  <a:pt x="532244" y="95425"/>
                </a:lnTo>
                <a:cubicBezTo>
                  <a:pt x="532244" y="102781"/>
                  <a:pt x="532804" y="107896"/>
                  <a:pt x="533925" y="110769"/>
                </a:cubicBezTo>
                <a:cubicBezTo>
                  <a:pt x="535045" y="113643"/>
                  <a:pt x="536985" y="115841"/>
                  <a:pt x="539743" y="117364"/>
                </a:cubicBezTo>
                <a:cubicBezTo>
                  <a:pt x="542502" y="118887"/>
                  <a:pt x="545778" y="119648"/>
                  <a:pt x="549570" y="119648"/>
                </a:cubicBezTo>
                <a:cubicBezTo>
                  <a:pt x="553766" y="119648"/>
                  <a:pt x="557587" y="118829"/>
                  <a:pt x="561035" y="117191"/>
                </a:cubicBezTo>
                <a:cubicBezTo>
                  <a:pt x="564483" y="115554"/>
                  <a:pt x="567371" y="113240"/>
                  <a:pt x="569699" y="110252"/>
                </a:cubicBezTo>
                <a:cubicBezTo>
                  <a:pt x="572026" y="107264"/>
                  <a:pt x="573362" y="105252"/>
                  <a:pt x="573707" y="104218"/>
                </a:cubicBezTo>
                <a:cubicBezTo>
                  <a:pt x="574052" y="103184"/>
                  <a:pt x="574282" y="100281"/>
                  <a:pt x="574397" y="95512"/>
                </a:cubicBezTo>
                <a:lnTo>
                  <a:pt x="574655" y="85857"/>
                </a:lnTo>
                <a:lnTo>
                  <a:pt x="574655" y="76547"/>
                </a:lnTo>
                <a:cubicBezTo>
                  <a:pt x="574655" y="74249"/>
                  <a:pt x="574540" y="71117"/>
                  <a:pt x="574310" y="67151"/>
                </a:cubicBezTo>
                <a:cubicBezTo>
                  <a:pt x="574080" y="63186"/>
                  <a:pt x="573894" y="60744"/>
                  <a:pt x="573750" y="59824"/>
                </a:cubicBezTo>
                <a:cubicBezTo>
                  <a:pt x="573606" y="58905"/>
                  <a:pt x="573161" y="58229"/>
                  <a:pt x="572414" y="57798"/>
                </a:cubicBezTo>
                <a:cubicBezTo>
                  <a:pt x="571667" y="57367"/>
                  <a:pt x="570173" y="57152"/>
                  <a:pt x="567931" y="57152"/>
                </a:cubicBezTo>
                <a:lnTo>
                  <a:pt x="560690" y="57066"/>
                </a:lnTo>
                <a:lnTo>
                  <a:pt x="559915" y="56376"/>
                </a:lnTo>
                <a:lnTo>
                  <a:pt x="559915" y="52669"/>
                </a:lnTo>
                <a:lnTo>
                  <a:pt x="560604" y="51980"/>
                </a:lnTo>
                <a:cubicBezTo>
                  <a:pt x="571581" y="50658"/>
                  <a:pt x="580833" y="48503"/>
                  <a:pt x="588361" y="45515"/>
                </a:cubicBezTo>
                <a:lnTo>
                  <a:pt x="589999" y="46635"/>
                </a:lnTo>
                <a:cubicBezTo>
                  <a:pt x="589367" y="54163"/>
                  <a:pt x="589051" y="63732"/>
                  <a:pt x="589051" y="75340"/>
                </a:cubicBezTo>
                <a:lnTo>
                  <a:pt x="589051" y="90512"/>
                </a:lnTo>
                <a:cubicBezTo>
                  <a:pt x="589051" y="91374"/>
                  <a:pt x="589194" y="98414"/>
                  <a:pt x="589482" y="111631"/>
                </a:cubicBezTo>
                <a:cubicBezTo>
                  <a:pt x="589597" y="116516"/>
                  <a:pt x="589898" y="119490"/>
                  <a:pt x="590387" y="120553"/>
                </a:cubicBezTo>
                <a:cubicBezTo>
                  <a:pt x="590875" y="121616"/>
                  <a:pt x="591551" y="122363"/>
                  <a:pt x="592413" y="122795"/>
                </a:cubicBezTo>
                <a:cubicBezTo>
                  <a:pt x="593275" y="123226"/>
                  <a:pt x="595832" y="123441"/>
                  <a:pt x="600085" y="123441"/>
                </a:cubicBezTo>
                <a:lnTo>
                  <a:pt x="602498" y="123441"/>
                </a:lnTo>
                <a:lnTo>
                  <a:pt x="603274" y="124131"/>
                </a:lnTo>
                <a:lnTo>
                  <a:pt x="603274" y="127579"/>
                </a:lnTo>
                <a:lnTo>
                  <a:pt x="602585" y="128355"/>
                </a:lnTo>
                <a:cubicBezTo>
                  <a:pt x="594482" y="127895"/>
                  <a:pt x="589051" y="127665"/>
                  <a:pt x="586292" y="127665"/>
                </a:cubicBezTo>
                <a:cubicBezTo>
                  <a:pt x="582787" y="127665"/>
                  <a:pt x="578735" y="127866"/>
                  <a:pt x="574138" y="128268"/>
                </a:cubicBezTo>
                <a:lnTo>
                  <a:pt x="573362" y="127579"/>
                </a:lnTo>
                <a:cubicBezTo>
                  <a:pt x="573707" y="121717"/>
                  <a:pt x="573966" y="116746"/>
                  <a:pt x="574138" y="112666"/>
                </a:cubicBezTo>
                <a:cubicBezTo>
                  <a:pt x="570517" y="115482"/>
                  <a:pt x="566380" y="119246"/>
                  <a:pt x="561725" y="123958"/>
                </a:cubicBezTo>
                <a:cubicBezTo>
                  <a:pt x="559943" y="125740"/>
                  <a:pt x="557386" y="127234"/>
                  <a:pt x="554053" y="128441"/>
                </a:cubicBezTo>
                <a:cubicBezTo>
                  <a:pt x="550720" y="129648"/>
                  <a:pt x="546927" y="130251"/>
                  <a:pt x="542674" y="130251"/>
                </a:cubicBezTo>
                <a:cubicBezTo>
                  <a:pt x="536238" y="130251"/>
                  <a:pt x="531224" y="129231"/>
                  <a:pt x="527632" y="127191"/>
                </a:cubicBezTo>
                <a:cubicBezTo>
                  <a:pt x="524040" y="125151"/>
                  <a:pt x="521497" y="122335"/>
                  <a:pt x="520003" y="118743"/>
                </a:cubicBezTo>
                <a:cubicBezTo>
                  <a:pt x="518509" y="115151"/>
                  <a:pt x="517762" y="108959"/>
                  <a:pt x="517762" y="100167"/>
                </a:cubicBezTo>
                <a:lnTo>
                  <a:pt x="517848" y="93357"/>
                </a:lnTo>
                <a:lnTo>
                  <a:pt x="517848" y="76547"/>
                </a:lnTo>
                <a:cubicBezTo>
                  <a:pt x="517848" y="74249"/>
                  <a:pt x="517733" y="71117"/>
                  <a:pt x="517503" y="67151"/>
                </a:cubicBezTo>
                <a:cubicBezTo>
                  <a:pt x="517273" y="63186"/>
                  <a:pt x="517087" y="60744"/>
                  <a:pt x="516943" y="59824"/>
                </a:cubicBezTo>
                <a:cubicBezTo>
                  <a:pt x="516799" y="58905"/>
                  <a:pt x="516354" y="58229"/>
                  <a:pt x="515607" y="57798"/>
                </a:cubicBezTo>
                <a:cubicBezTo>
                  <a:pt x="514860" y="57367"/>
                  <a:pt x="513366" y="57152"/>
                  <a:pt x="511124" y="57152"/>
                </a:cubicBezTo>
                <a:lnTo>
                  <a:pt x="503883" y="57066"/>
                </a:lnTo>
                <a:lnTo>
                  <a:pt x="503108" y="56376"/>
                </a:lnTo>
                <a:lnTo>
                  <a:pt x="503108" y="52669"/>
                </a:lnTo>
                <a:lnTo>
                  <a:pt x="503797" y="51980"/>
                </a:lnTo>
                <a:cubicBezTo>
                  <a:pt x="514774" y="50658"/>
                  <a:pt x="524026" y="48503"/>
                  <a:pt x="531554" y="45515"/>
                </a:cubicBezTo>
                <a:moveTo>
                  <a:pt x="552156" y="40084"/>
                </a:moveTo>
                <a:lnTo>
                  <a:pt x="552156" y="40084"/>
                </a:lnTo>
                <a:moveTo>
                  <a:pt x="553018" y="132837"/>
                </a:moveTo>
                <a:lnTo>
                  <a:pt x="553018" y="132837"/>
                </a:lnTo>
                <a:close/>
                <a:moveTo>
                  <a:pt x="612678" y="59996"/>
                </a:moveTo>
                <a:lnTo>
                  <a:pt x="612678" y="57755"/>
                </a:lnTo>
                <a:lnTo>
                  <a:pt x="613281" y="56893"/>
                </a:lnTo>
                <a:cubicBezTo>
                  <a:pt x="618683" y="54882"/>
                  <a:pt x="623051" y="53014"/>
                  <a:pt x="626384" y="51290"/>
                </a:cubicBezTo>
                <a:cubicBezTo>
                  <a:pt x="626384" y="36291"/>
                  <a:pt x="626211" y="27556"/>
                  <a:pt x="625866" y="25085"/>
                </a:cubicBezTo>
                <a:cubicBezTo>
                  <a:pt x="631786" y="23016"/>
                  <a:pt x="636642" y="20803"/>
                  <a:pt x="640435" y="18447"/>
                </a:cubicBezTo>
                <a:lnTo>
                  <a:pt x="642503" y="20171"/>
                </a:lnTo>
                <a:cubicBezTo>
                  <a:pt x="641929" y="23792"/>
                  <a:pt x="641239" y="34308"/>
                  <a:pt x="640435" y="51721"/>
                </a:cubicBezTo>
                <a:cubicBezTo>
                  <a:pt x="643308" y="51779"/>
                  <a:pt x="646411" y="51807"/>
                  <a:pt x="649744" y="51807"/>
                </a:cubicBezTo>
                <a:cubicBezTo>
                  <a:pt x="656526" y="51807"/>
                  <a:pt x="661382" y="51635"/>
                  <a:pt x="664312" y="51290"/>
                </a:cubicBezTo>
                <a:lnTo>
                  <a:pt x="664916" y="51894"/>
                </a:lnTo>
                <a:lnTo>
                  <a:pt x="663278" y="59134"/>
                </a:lnTo>
                <a:lnTo>
                  <a:pt x="662588" y="59910"/>
                </a:lnTo>
                <a:cubicBezTo>
                  <a:pt x="659658" y="59853"/>
                  <a:pt x="656411" y="59824"/>
                  <a:pt x="652848" y="59824"/>
                </a:cubicBezTo>
                <a:cubicBezTo>
                  <a:pt x="649629" y="59824"/>
                  <a:pt x="645492" y="59853"/>
                  <a:pt x="640435" y="59910"/>
                </a:cubicBezTo>
                <a:lnTo>
                  <a:pt x="639917" y="94994"/>
                </a:lnTo>
                <a:cubicBezTo>
                  <a:pt x="639917" y="103097"/>
                  <a:pt x="640104" y="108399"/>
                  <a:pt x="640478" y="110899"/>
                </a:cubicBezTo>
                <a:cubicBezTo>
                  <a:pt x="640851" y="113399"/>
                  <a:pt x="641886" y="115352"/>
                  <a:pt x="643581" y="116760"/>
                </a:cubicBezTo>
                <a:cubicBezTo>
                  <a:pt x="645276" y="118168"/>
                  <a:pt x="647790" y="118872"/>
                  <a:pt x="651124" y="118872"/>
                </a:cubicBezTo>
                <a:cubicBezTo>
                  <a:pt x="654974" y="118872"/>
                  <a:pt x="658537" y="117867"/>
                  <a:pt x="661813" y="115855"/>
                </a:cubicBezTo>
                <a:lnTo>
                  <a:pt x="663881" y="118959"/>
                </a:lnTo>
                <a:cubicBezTo>
                  <a:pt x="662502" y="119935"/>
                  <a:pt x="659198" y="122809"/>
                  <a:pt x="653968" y="127579"/>
                </a:cubicBezTo>
                <a:cubicBezTo>
                  <a:pt x="650980" y="128958"/>
                  <a:pt x="647934" y="129648"/>
                  <a:pt x="644831" y="129648"/>
                </a:cubicBezTo>
                <a:cubicBezTo>
                  <a:pt x="631901" y="129648"/>
                  <a:pt x="625435" y="123384"/>
                  <a:pt x="625435" y="110856"/>
                </a:cubicBezTo>
                <a:cubicBezTo>
                  <a:pt x="625435" y="106258"/>
                  <a:pt x="625550" y="102350"/>
                  <a:pt x="625780" y="99132"/>
                </a:cubicBezTo>
                <a:cubicBezTo>
                  <a:pt x="625838" y="98155"/>
                  <a:pt x="625866" y="97149"/>
                  <a:pt x="625866" y="96115"/>
                </a:cubicBezTo>
                <a:lnTo>
                  <a:pt x="625866" y="60341"/>
                </a:lnTo>
                <a:lnTo>
                  <a:pt x="622332" y="60341"/>
                </a:lnTo>
                <a:cubicBezTo>
                  <a:pt x="619746" y="60341"/>
                  <a:pt x="616787" y="60456"/>
                  <a:pt x="613453" y="60686"/>
                </a:cubicBezTo>
                <a:lnTo>
                  <a:pt x="612678" y="59996"/>
                </a:lnTo>
                <a:close/>
                <a:moveTo>
                  <a:pt x="691090" y="6982"/>
                </a:moveTo>
                <a:cubicBezTo>
                  <a:pt x="693791" y="6982"/>
                  <a:pt x="696090" y="7931"/>
                  <a:pt x="697987" y="9827"/>
                </a:cubicBezTo>
                <a:cubicBezTo>
                  <a:pt x="699883" y="11723"/>
                  <a:pt x="700831" y="14022"/>
                  <a:pt x="700831" y="16723"/>
                </a:cubicBezTo>
                <a:cubicBezTo>
                  <a:pt x="700831" y="19367"/>
                  <a:pt x="699883" y="21637"/>
                  <a:pt x="697987" y="23533"/>
                </a:cubicBezTo>
                <a:cubicBezTo>
                  <a:pt x="696090" y="25430"/>
                  <a:pt x="693791" y="26378"/>
                  <a:pt x="691090" y="26378"/>
                </a:cubicBezTo>
                <a:cubicBezTo>
                  <a:pt x="688447" y="26378"/>
                  <a:pt x="686163" y="25444"/>
                  <a:pt x="684237" y="23576"/>
                </a:cubicBezTo>
                <a:cubicBezTo>
                  <a:pt x="682312" y="21709"/>
                  <a:pt x="681350" y="19424"/>
                  <a:pt x="681350" y="16723"/>
                </a:cubicBezTo>
                <a:cubicBezTo>
                  <a:pt x="681350" y="14022"/>
                  <a:pt x="682312" y="11723"/>
                  <a:pt x="684237" y="9827"/>
                </a:cubicBezTo>
                <a:cubicBezTo>
                  <a:pt x="686163" y="7931"/>
                  <a:pt x="688447" y="6982"/>
                  <a:pt x="691090" y="6982"/>
                </a:cubicBezTo>
                <a:moveTo>
                  <a:pt x="698418" y="45515"/>
                </a:moveTo>
                <a:lnTo>
                  <a:pt x="700055" y="46635"/>
                </a:lnTo>
                <a:cubicBezTo>
                  <a:pt x="699423" y="54163"/>
                  <a:pt x="699107" y="63732"/>
                  <a:pt x="699107" y="75340"/>
                </a:cubicBezTo>
                <a:lnTo>
                  <a:pt x="699107" y="94822"/>
                </a:lnTo>
                <a:cubicBezTo>
                  <a:pt x="699107" y="96086"/>
                  <a:pt x="699222" y="100152"/>
                  <a:pt x="699452" y="107020"/>
                </a:cubicBezTo>
                <a:cubicBezTo>
                  <a:pt x="699682" y="113887"/>
                  <a:pt x="699926" y="117895"/>
                  <a:pt x="700185" y="119045"/>
                </a:cubicBezTo>
                <a:cubicBezTo>
                  <a:pt x="700443" y="120194"/>
                  <a:pt x="700831" y="121027"/>
                  <a:pt x="701349" y="121545"/>
                </a:cubicBezTo>
                <a:cubicBezTo>
                  <a:pt x="701866" y="122062"/>
                  <a:pt x="702498" y="122392"/>
                  <a:pt x="703245" y="122536"/>
                </a:cubicBezTo>
                <a:cubicBezTo>
                  <a:pt x="703992" y="122680"/>
                  <a:pt x="707095" y="122924"/>
                  <a:pt x="712555" y="123269"/>
                </a:cubicBezTo>
                <a:lnTo>
                  <a:pt x="713331" y="123958"/>
                </a:lnTo>
                <a:lnTo>
                  <a:pt x="713331" y="127579"/>
                </a:lnTo>
                <a:lnTo>
                  <a:pt x="712641" y="128355"/>
                </a:lnTo>
                <a:cubicBezTo>
                  <a:pt x="705457" y="127895"/>
                  <a:pt x="698533" y="127665"/>
                  <a:pt x="691866" y="127665"/>
                </a:cubicBezTo>
                <a:cubicBezTo>
                  <a:pt x="685258" y="127665"/>
                  <a:pt x="678361" y="127895"/>
                  <a:pt x="671178" y="128355"/>
                </a:cubicBezTo>
                <a:lnTo>
                  <a:pt x="670402" y="127579"/>
                </a:lnTo>
                <a:lnTo>
                  <a:pt x="670402" y="123958"/>
                </a:lnTo>
                <a:lnTo>
                  <a:pt x="671178" y="123269"/>
                </a:lnTo>
                <a:cubicBezTo>
                  <a:pt x="676752" y="122924"/>
                  <a:pt x="679899" y="122665"/>
                  <a:pt x="680617" y="122493"/>
                </a:cubicBezTo>
                <a:cubicBezTo>
                  <a:pt x="681335" y="122320"/>
                  <a:pt x="681967" y="121961"/>
                  <a:pt x="682513" y="121415"/>
                </a:cubicBezTo>
                <a:cubicBezTo>
                  <a:pt x="683059" y="120869"/>
                  <a:pt x="683433" y="120036"/>
                  <a:pt x="683634" y="118915"/>
                </a:cubicBezTo>
                <a:cubicBezTo>
                  <a:pt x="683835" y="117795"/>
                  <a:pt x="684065" y="114088"/>
                  <a:pt x="684324" y="107795"/>
                </a:cubicBezTo>
                <a:cubicBezTo>
                  <a:pt x="684582" y="101503"/>
                  <a:pt x="684712" y="96747"/>
                  <a:pt x="684712" y="93529"/>
                </a:cubicBezTo>
                <a:lnTo>
                  <a:pt x="684712" y="76547"/>
                </a:lnTo>
                <a:cubicBezTo>
                  <a:pt x="684712" y="74249"/>
                  <a:pt x="684597" y="71117"/>
                  <a:pt x="684367" y="67151"/>
                </a:cubicBezTo>
                <a:cubicBezTo>
                  <a:pt x="684137" y="63186"/>
                  <a:pt x="683950" y="60744"/>
                  <a:pt x="683806" y="59824"/>
                </a:cubicBezTo>
                <a:cubicBezTo>
                  <a:pt x="683663" y="58905"/>
                  <a:pt x="683217" y="58229"/>
                  <a:pt x="682470" y="57798"/>
                </a:cubicBezTo>
                <a:cubicBezTo>
                  <a:pt x="681723" y="57367"/>
                  <a:pt x="680229" y="57152"/>
                  <a:pt x="677988" y="57152"/>
                </a:cubicBezTo>
                <a:lnTo>
                  <a:pt x="670747" y="57066"/>
                </a:lnTo>
                <a:lnTo>
                  <a:pt x="669971" y="56376"/>
                </a:lnTo>
                <a:lnTo>
                  <a:pt x="669971" y="52669"/>
                </a:lnTo>
                <a:lnTo>
                  <a:pt x="670661" y="51980"/>
                </a:lnTo>
                <a:cubicBezTo>
                  <a:pt x="681637" y="50658"/>
                  <a:pt x="690889" y="48503"/>
                  <a:pt x="698418" y="45515"/>
                </a:cubicBezTo>
                <a:moveTo>
                  <a:pt x="691694" y="132837"/>
                </a:moveTo>
                <a:lnTo>
                  <a:pt x="691694" y="132837"/>
                </a:lnTo>
                <a:close/>
                <a:moveTo>
                  <a:pt x="723500" y="88184"/>
                </a:moveTo>
                <a:cubicBezTo>
                  <a:pt x="723500" y="81346"/>
                  <a:pt x="724908" y="74751"/>
                  <a:pt x="727724" y="68401"/>
                </a:cubicBezTo>
                <a:cubicBezTo>
                  <a:pt x="730540" y="62051"/>
                  <a:pt x="735439" y="56563"/>
                  <a:pt x="742421" y="51937"/>
                </a:cubicBezTo>
                <a:cubicBezTo>
                  <a:pt x="749404" y="47310"/>
                  <a:pt x="757693" y="44997"/>
                  <a:pt x="767290" y="44997"/>
                </a:cubicBezTo>
                <a:cubicBezTo>
                  <a:pt x="779359" y="44997"/>
                  <a:pt x="789186" y="48805"/>
                  <a:pt x="796771" y="56419"/>
                </a:cubicBezTo>
                <a:cubicBezTo>
                  <a:pt x="804357" y="64034"/>
                  <a:pt x="808150" y="73817"/>
                  <a:pt x="808150" y="85771"/>
                </a:cubicBezTo>
                <a:cubicBezTo>
                  <a:pt x="808150" y="98931"/>
                  <a:pt x="803797" y="109764"/>
                  <a:pt x="795091" y="118269"/>
                </a:cubicBezTo>
                <a:cubicBezTo>
                  <a:pt x="786384" y="126774"/>
                  <a:pt x="775882" y="131027"/>
                  <a:pt x="763584" y="131027"/>
                </a:cubicBezTo>
                <a:cubicBezTo>
                  <a:pt x="755538" y="131027"/>
                  <a:pt x="748355" y="128857"/>
                  <a:pt x="742033" y="124519"/>
                </a:cubicBezTo>
                <a:cubicBezTo>
                  <a:pt x="735712" y="120180"/>
                  <a:pt x="731043" y="114878"/>
                  <a:pt x="728026" y="108614"/>
                </a:cubicBezTo>
                <a:cubicBezTo>
                  <a:pt x="725008" y="102350"/>
                  <a:pt x="723500" y="95540"/>
                  <a:pt x="723500" y="88184"/>
                </a:cubicBezTo>
                <a:moveTo>
                  <a:pt x="739792" y="82237"/>
                </a:moveTo>
                <a:cubicBezTo>
                  <a:pt x="739792" y="90282"/>
                  <a:pt x="740827" y="97480"/>
                  <a:pt x="742895" y="103830"/>
                </a:cubicBezTo>
                <a:cubicBezTo>
                  <a:pt x="744964" y="110180"/>
                  <a:pt x="748240" y="115281"/>
                  <a:pt x="752722" y="119131"/>
                </a:cubicBezTo>
                <a:cubicBezTo>
                  <a:pt x="757205" y="122981"/>
                  <a:pt x="762319" y="124906"/>
                  <a:pt x="768066" y="124906"/>
                </a:cubicBezTo>
                <a:cubicBezTo>
                  <a:pt x="774847" y="124906"/>
                  <a:pt x="780451" y="122220"/>
                  <a:pt x="784876" y="116847"/>
                </a:cubicBezTo>
                <a:cubicBezTo>
                  <a:pt x="789301" y="111473"/>
                  <a:pt x="791513" y="103385"/>
                  <a:pt x="791513" y="92581"/>
                </a:cubicBezTo>
                <a:cubicBezTo>
                  <a:pt x="791513" y="80340"/>
                  <a:pt x="789114" y="70312"/>
                  <a:pt x="784315" y="62496"/>
                </a:cubicBezTo>
                <a:cubicBezTo>
                  <a:pt x="779517" y="54681"/>
                  <a:pt x="772606" y="50773"/>
                  <a:pt x="763584" y="50773"/>
                </a:cubicBezTo>
                <a:cubicBezTo>
                  <a:pt x="756113" y="50773"/>
                  <a:pt x="750280" y="53474"/>
                  <a:pt x="746085" y="58876"/>
                </a:cubicBezTo>
                <a:cubicBezTo>
                  <a:pt x="741890" y="64278"/>
                  <a:pt x="739792" y="72065"/>
                  <a:pt x="739792" y="82237"/>
                </a:cubicBezTo>
                <a:moveTo>
                  <a:pt x="765911" y="40084"/>
                </a:moveTo>
                <a:lnTo>
                  <a:pt x="765911" y="40084"/>
                </a:lnTo>
                <a:moveTo>
                  <a:pt x="764618" y="132837"/>
                </a:moveTo>
                <a:lnTo>
                  <a:pt x="764618" y="132837"/>
                </a:lnTo>
                <a:close/>
                <a:moveTo>
                  <a:pt x="843511" y="45515"/>
                </a:moveTo>
                <a:lnTo>
                  <a:pt x="845149" y="46635"/>
                </a:lnTo>
                <a:cubicBezTo>
                  <a:pt x="844804" y="50486"/>
                  <a:pt x="844574" y="55543"/>
                  <a:pt x="844459" y="61807"/>
                </a:cubicBezTo>
                <a:cubicBezTo>
                  <a:pt x="849057" y="58014"/>
                  <a:pt x="853424" y="54163"/>
                  <a:pt x="857562" y="50256"/>
                </a:cubicBezTo>
                <a:cubicBezTo>
                  <a:pt x="858769" y="49164"/>
                  <a:pt x="859904" y="48359"/>
                  <a:pt x="860967" y="47842"/>
                </a:cubicBezTo>
                <a:cubicBezTo>
                  <a:pt x="862030" y="47325"/>
                  <a:pt x="863797" y="46779"/>
                  <a:pt x="866268" y="46204"/>
                </a:cubicBezTo>
                <a:cubicBezTo>
                  <a:pt x="868739" y="45630"/>
                  <a:pt x="871268" y="45342"/>
                  <a:pt x="873854" y="45342"/>
                </a:cubicBezTo>
                <a:cubicBezTo>
                  <a:pt x="878222" y="45342"/>
                  <a:pt x="882460" y="46233"/>
                  <a:pt x="886569" y="48014"/>
                </a:cubicBezTo>
                <a:cubicBezTo>
                  <a:pt x="890678" y="49796"/>
                  <a:pt x="893781" y="51908"/>
                  <a:pt x="895879" y="54350"/>
                </a:cubicBezTo>
                <a:cubicBezTo>
                  <a:pt x="897976" y="56793"/>
                  <a:pt x="899427" y="59680"/>
                  <a:pt x="900232" y="63014"/>
                </a:cubicBezTo>
                <a:cubicBezTo>
                  <a:pt x="901036" y="66347"/>
                  <a:pt x="901439" y="70456"/>
                  <a:pt x="901439" y="75340"/>
                </a:cubicBezTo>
                <a:lnTo>
                  <a:pt x="901439" y="90512"/>
                </a:lnTo>
                <a:cubicBezTo>
                  <a:pt x="901439" y="91489"/>
                  <a:pt x="901582" y="98644"/>
                  <a:pt x="901870" y="111976"/>
                </a:cubicBezTo>
                <a:cubicBezTo>
                  <a:pt x="901985" y="117436"/>
                  <a:pt x="902588" y="120683"/>
                  <a:pt x="903680" y="121717"/>
                </a:cubicBezTo>
                <a:cubicBezTo>
                  <a:pt x="904772" y="122751"/>
                  <a:pt x="908335" y="123269"/>
                  <a:pt x="914369" y="123269"/>
                </a:cubicBezTo>
                <a:lnTo>
                  <a:pt x="915059" y="123958"/>
                </a:lnTo>
                <a:lnTo>
                  <a:pt x="915059" y="127665"/>
                </a:lnTo>
                <a:lnTo>
                  <a:pt x="914369" y="128355"/>
                </a:lnTo>
                <a:cubicBezTo>
                  <a:pt x="907070" y="127895"/>
                  <a:pt x="902128" y="127665"/>
                  <a:pt x="899542" y="127665"/>
                </a:cubicBezTo>
                <a:cubicBezTo>
                  <a:pt x="898048" y="127665"/>
                  <a:pt x="893853" y="127895"/>
                  <a:pt x="886957" y="128355"/>
                </a:cubicBezTo>
                <a:lnTo>
                  <a:pt x="885922" y="127406"/>
                </a:lnTo>
                <a:cubicBezTo>
                  <a:pt x="886669" y="119935"/>
                  <a:pt x="887043" y="110195"/>
                  <a:pt x="887043" y="98184"/>
                </a:cubicBezTo>
                <a:lnTo>
                  <a:pt x="887043" y="86891"/>
                </a:lnTo>
                <a:cubicBezTo>
                  <a:pt x="887043" y="80110"/>
                  <a:pt x="886885" y="75225"/>
                  <a:pt x="886569" y="72237"/>
                </a:cubicBezTo>
                <a:cubicBezTo>
                  <a:pt x="886253" y="69249"/>
                  <a:pt x="885290" y="66533"/>
                  <a:pt x="883681" y="64091"/>
                </a:cubicBezTo>
                <a:cubicBezTo>
                  <a:pt x="882072" y="61649"/>
                  <a:pt x="879917" y="59752"/>
                  <a:pt x="877216" y="58402"/>
                </a:cubicBezTo>
                <a:cubicBezTo>
                  <a:pt x="874515" y="57051"/>
                  <a:pt x="871297" y="56376"/>
                  <a:pt x="867561" y="56376"/>
                </a:cubicBezTo>
                <a:cubicBezTo>
                  <a:pt x="864573" y="56376"/>
                  <a:pt x="862016" y="56678"/>
                  <a:pt x="859889" y="57281"/>
                </a:cubicBezTo>
                <a:cubicBezTo>
                  <a:pt x="857763" y="57885"/>
                  <a:pt x="855378" y="59120"/>
                  <a:pt x="852735" y="60988"/>
                </a:cubicBezTo>
                <a:cubicBezTo>
                  <a:pt x="850091" y="62856"/>
                  <a:pt x="848137" y="64608"/>
                  <a:pt x="846873" y="66246"/>
                </a:cubicBezTo>
                <a:cubicBezTo>
                  <a:pt x="845609" y="67884"/>
                  <a:pt x="844847" y="69407"/>
                  <a:pt x="844589" y="70815"/>
                </a:cubicBezTo>
                <a:cubicBezTo>
                  <a:pt x="844330" y="72223"/>
                  <a:pt x="844201" y="75225"/>
                  <a:pt x="844201" y="79823"/>
                </a:cubicBezTo>
                <a:lnTo>
                  <a:pt x="844201" y="94822"/>
                </a:lnTo>
                <a:cubicBezTo>
                  <a:pt x="844201" y="96086"/>
                  <a:pt x="844316" y="100152"/>
                  <a:pt x="844545" y="107020"/>
                </a:cubicBezTo>
                <a:cubicBezTo>
                  <a:pt x="844775" y="113887"/>
                  <a:pt x="845020" y="117895"/>
                  <a:pt x="845278" y="119045"/>
                </a:cubicBezTo>
                <a:cubicBezTo>
                  <a:pt x="845537" y="120194"/>
                  <a:pt x="845925" y="121027"/>
                  <a:pt x="846442" y="121545"/>
                </a:cubicBezTo>
                <a:cubicBezTo>
                  <a:pt x="846959" y="122062"/>
                  <a:pt x="847591" y="122392"/>
                  <a:pt x="848338" y="122536"/>
                </a:cubicBezTo>
                <a:cubicBezTo>
                  <a:pt x="849085" y="122680"/>
                  <a:pt x="852189" y="122924"/>
                  <a:pt x="857648" y="123269"/>
                </a:cubicBezTo>
                <a:lnTo>
                  <a:pt x="858424" y="123958"/>
                </a:lnTo>
                <a:lnTo>
                  <a:pt x="858424" y="127579"/>
                </a:lnTo>
                <a:lnTo>
                  <a:pt x="857734" y="128355"/>
                </a:lnTo>
                <a:cubicBezTo>
                  <a:pt x="850551" y="127895"/>
                  <a:pt x="843626" y="127665"/>
                  <a:pt x="836960" y="127665"/>
                </a:cubicBezTo>
                <a:cubicBezTo>
                  <a:pt x="830351" y="127665"/>
                  <a:pt x="823455" y="127895"/>
                  <a:pt x="816271" y="128355"/>
                </a:cubicBezTo>
                <a:lnTo>
                  <a:pt x="815495" y="127579"/>
                </a:lnTo>
                <a:lnTo>
                  <a:pt x="815495" y="123958"/>
                </a:lnTo>
                <a:lnTo>
                  <a:pt x="816271" y="123269"/>
                </a:lnTo>
                <a:cubicBezTo>
                  <a:pt x="821846" y="122924"/>
                  <a:pt x="824992" y="122665"/>
                  <a:pt x="825710" y="122493"/>
                </a:cubicBezTo>
                <a:cubicBezTo>
                  <a:pt x="826429" y="122320"/>
                  <a:pt x="827061" y="121961"/>
                  <a:pt x="827607" y="121415"/>
                </a:cubicBezTo>
                <a:cubicBezTo>
                  <a:pt x="828153" y="120869"/>
                  <a:pt x="828526" y="120036"/>
                  <a:pt x="828727" y="118915"/>
                </a:cubicBezTo>
                <a:cubicBezTo>
                  <a:pt x="828929" y="117795"/>
                  <a:pt x="829158" y="114088"/>
                  <a:pt x="829417" y="107795"/>
                </a:cubicBezTo>
                <a:cubicBezTo>
                  <a:pt x="829676" y="101503"/>
                  <a:pt x="829805" y="96747"/>
                  <a:pt x="829805" y="93529"/>
                </a:cubicBezTo>
                <a:lnTo>
                  <a:pt x="829805" y="76547"/>
                </a:lnTo>
                <a:cubicBezTo>
                  <a:pt x="829805" y="74249"/>
                  <a:pt x="829690" y="71117"/>
                  <a:pt x="829460" y="67151"/>
                </a:cubicBezTo>
                <a:cubicBezTo>
                  <a:pt x="829230" y="63186"/>
                  <a:pt x="829043" y="60744"/>
                  <a:pt x="828900" y="59824"/>
                </a:cubicBezTo>
                <a:cubicBezTo>
                  <a:pt x="828756" y="58905"/>
                  <a:pt x="828311" y="58229"/>
                  <a:pt x="827564" y="57798"/>
                </a:cubicBezTo>
                <a:cubicBezTo>
                  <a:pt x="826817" y="57367"/>
                  <a:pt x="825322" y="57152"/>
                  <a:pt x="823081" y="57152"/>
                </a:cubicBezTo>
                <a:lnTo>
                  <a:pt x="815840" y="57066"/>
                </a:lnTo>
                <a:lnTo>
                  <a:pt x="815064" y="56376"/>
                </a:lnTo>
                <a:lnTo>
                  <a:pt x="815064" y="52669"/>
                </a:lnTo>
                <a:lnTo>
                  <a:pt x="815754" y="51980"/>
                </a:lnTo>
                <a:cubicBezTo>
                  <a:pt x="826730" y="50658"/>
                  <a:pt x="835983" y="48503"/>
                  <a:pt x="843511" y="455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f494f6031490d"/>
          <a:stretch xmlns:a="http://schemas.openxmlformats.org/drawingml/2006/main"/>
        </p:blipFill>
        <p:spPr>
          <a:xfrm xmlns:a="http://schemas.openxmlformats.org/drawingml/2006/main">
            <a:off x="4001558" y="2163725"/>
            <a:ext cx="1511974" cy="983175"/>
          </a:xfrm>
          <a:prstGeom xmlns:a="http://schemas.openxmlformats.org/drawingml/2006/main" prst="rect">
            <a:avLst/>
          </a:prstGeom>
        </p:spPr>
      </p:pic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A9ABD-4C0E-47F6-99CE-491221CE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913" y="2158972"/>
            <a:ext cx="1521389" cy="992807"/>
          </a:xfrm>
          <a:custGeom xmlns:a="http://schemas.openxmlformats.org/drawingml/2006/main">
            <a:pathLst>
              <a:path w="1521389" h="992807" fill="none">
                <a:moveTo>
                  <a:pt x="0" y="992807"/>
                </a:moveTo>
                <a:lnTo>
                  <a:pt x="1521389" y="992807"/>
                </a:lnTo>
                <a:lnTo>
                  <a:pt x="1521389" y="0"/>
                </a:lnTo>
                <a:lnTo>
                  <a:pt x="0" y="0"/>
                </a:lnTo>
                <a:lnTo>
                  <a:pt x="0" y="9928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15" cap="flat">
            <a:solidFill>
              <a:srgbClr val="000000"/>
            </a:solidFill>
            <a:round/>
          </a:ln>
        </p:spPr>
      </p:sp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6676d3cee4944"/>
          <a:stretch xmlns:a="http://schemas.openxmlformats.org/drawingml/2006/main"/>
        </p:blipFill>
        <p:spPr>
          <a:xfrm xmlns:a="http://schemas.openxmlformats.org/drawingml/2006/main">
            <a:off x="447885" y="1738973"/>
            <a:ext cx="949010" cy="371042"/>
          </a:xfrm>
          <a:prstGeom xmlns:a="http://schemas.openxmlformats.org/drawingml/2006/main" prst="rect">
            <a:avLst/>
          </a:prstGeom>
        </p:spPr>
      </p:pic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a8f0e4e6344f5"/>
          <a:stretch xmlns:a="http://schemas.openxmlformats.org/drawingml/2006/main"/>
        </p:blipFill>
        <p:spPr>
          <a:xfrm xmlns:a="http://schemas.openxmlformats.org/drawingml/2006/main">
            <a:off x="469417" y="1716589"/>
            <a:ext cx="904415" cy="470011"/>
          </a:xfrm>
          <a:prstGeom xmlns:a="http://schemas.openxmlformats.org/drawingml/2006/main" prst="rect">
            <a:avLst/>
          </a:prstGeom>
        </p:spPr>
      </p:pic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75102-FE9C-4C2C-AA23-6AEDB0E5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95" y="1769537"/>
            <a:ext cx="835119" cy="261410"/>
          </a:xfrm>
          <a:custGeom xmlns:a="http://schemas.openxmlformats.org/drawingml/2006/main">
            <a:pathLst>
              <a:path w="835119" h="261410">
                <a:moveTo>
                  <a:pt x="0" y="261410"/>
                </a:moveTo>
                <a:lnTo>
                  <a:pt x="0" y="0"/>
                </a:lnTo>
                <a:lnTo>
                  <a:pt x="835119" y="0"/>
                </a:lnTo>
                <a:lnTo>
                  <a:pt x="835119" y="261410"/>
                </a:lnTo>
                <a:lnTo>
                  <a:pt x="0" y="26141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03CE6-09FA-4366-8283-9C06906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95" y="1769537"/>
            <a:ext cx="835119" cy="261410"/>
          </a:xfrm>
          <a:custGeom xmlns:a="http://schemas.openxmlformats.org/drawingml/2006/main">
            <a:pathLst>
              <a:path w="835119" h="261410" fill="none">
                <a:moveTo>
                  <a:pt x="0" y="261410"/>
                </a:moveTo>
                <a:lnTo>
                  <a:pt x="835119" y="261410"/>
                </a:lnTo>
                <a:lnTo>
                  <a:pt x="835119" y="0"/>
                </a:lnTo>
                <a:lnTo>
                  <a:pt x="0" y="0"/>
                </a:lnTo>
                <a:lnTo>
                  <a:pt x="0" y="2614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163" name="Text Upload">
            <a:extLst xmlns:a="http://schemas.openxmlformats.org/drawingml/2006/main">
              <a:ext uri="{FF2B5EF4-FFF2-40B4-BE49-F238E27FC236}">
                <a16:creationId xmlns:a16="http://schemas.microsoft.com/office/drawing/2014/main" id="{9C2AC1D0-7CF3-46BD-9B16-22870A63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44" y="1831175"/>
            <a:ext cx="588038" cy="175035"/>
          </a:xfrm>
          <a:custGeom xmlns:a="http://schemas.openxmlformats.org/drawingml/2006/main">
            <a:pathLst>
              <a:path w="588038" h="175035">
                <a:moveTo>
                  <a:pt x="127877" y="13425"/>
                </a:moveTo>
                <a:lnTo>
                  <a:pt x="127017" y="14285"/>
                </a:lnTo>
                <a:cubicBezTo>
                  <a:pt x="120247" y="14285"/>
                  <a:pt x="116432" y="16092"/>
                  <a:pt x="115571" y="19707"/>
                </a:cubicBezTo>
                <a:cubicBezTo>
                  <a:pt x="115113" y="21714"/>
                  <a:pt x="114768" y="26075"/>
                  <a:pt x="114539" y="32787"/>
                </a:cubicBezTo>
                <a:cubicBezTo>
                  <a:pt x="114367" y="37778"/>
                  <a:pt x="114281" y="44978"/>
                  <a:pt x="114281" y="54387"/>
                </a:cubicBezTo>
                <a:lnTo>
                  <a:pt x="114281" y="80891"/>
                </a:lnTo>
                <a:cubicBezTo>
                  <a:pt x="114281" y="97930"/>
                  <a:pt x="110925" y="110093"/>
                  <a:pt x="104212" y="117379"/>
                </a:cubicBezTo>
                <a:cubicBezTo>
                  <a:pt x="95320" y="127017"/>
                  <a:pt x="82641" y="131836"/>
                  <a:pt x="66176" y="131836"/>
                </a:cubicBezTo>
                <a:cubicBezTo>
                  <a:pt x="51145" y="131836"/>
                  <a:pt x="39413" y="129340"/>
                  <a:pt x="30980" y="124349"/>
                </a:cubicBezTo>
                <a:cubicBezTo>
                  <a:pt x="23866" y="120104"/>
                  <a:pt x="19219" y="114080"/>
                  <a:pt x="17039" y="106278"/>
                </a:cubicBezTo>
                <a:cubicBezTo>
                  <a:pt x="15662" y="101286"/>
                  <a:pt x="14974" y="88263"/>
                  <a:pt x="14974" y="67209"/>
                </a:cubicBezTo>
                <a:lnTo>
                  <a:pt x="14974" y="45007"/>
                </a:lnTo>
                <a:cubicBezTo>
                  <a:pt x="14974" y="31353"/>
                  <a:pt x="14601" y="22460"/>
                  <a:pt x="13855" y="18330"/>
                </a:cubicBezTo>
                <a:cubicBezTo>
                  <a:pt x="13568" y="16666"/>
                  <a:pt x="12593" y="15605"/>
                  <a:pt x="10929" y="15146"/>
                </a:cubicBezTo>
                <a:cubicBezTo>
                  <a:pt x="10068" y="14916"/>
                  <a:pt x="6712" y="14629"/>
                  <a:pt x="861" y="14285"/>
                </a:cubicBezTo>
                <a:lnTo>
                  <a:pt x="0" y="13425"/>
                </a:lnTo>
                <a:lnTo>
                  <a:pt x="0" y="7659"/>
                </a:lnTo>
                <a:lnTo>
                  <a:pt x="861" y="6798"/>
                </a:lnTo>
                <a:cubicBezTo>
                  <a:pt x="6368" y="7143"/>
                  <a:pt x="15203" y="7315"/>
                  <a:pt x="27365" y="7315"/>
                </a:cubicBezTo>
                <a:cubicBezTo>
                  <a:pt x="39757" y="7315"/>
                  <a:pt x="48564" y="7143"/>
                  <a:pt x="53784" y="6798"/>
                </a:cubicBezTo>
                <a:lnTo>
                  <a:pt x="54645" y="7659"/>
                </a:lnTo>
                <a:lnTo>
                  <a:pt x="54645" y="13425"/>
                </a:lnTo>
                <a:lnTo>
                  <a:pt x="53784" y="14285"/>
                </a:lnTo>
                <a:cubicBezTo>
                  <a:pt x="47932" y="14629"/>
                  <a:pt x="44576" y="14916"/>
                  <a:pt x="43716" y="15146"/>
                </a:cubicBezTo>
                <a:cubicBezTo>
                  <a:pt x="42052" y="15605"/>
                  <a:pt x="41077" y="16666"/>
                  <a:pt x="40790" y="18330"/>
                </a:cubicBezTo>
                <a:cubicBezTo>
                  <a:pt x="40044" y="22460"/>
                  <a:pt x="39671" y="31353"/>
                  <a:pt x="39671" y="45007"/>
                </a:cubicBezTo>
                <a:lnTo>
                  <a:pt x="39671" y="62734"/>
                </a:lnTo>
                <a:cubicBezTo>
                  <a:pt x="39671" y="84420"/>
                  <a:pt x="40647" y="97701"/>
                  <a:pt x="42597" y="102577"/>
                </a:cubicBezTo>
                <a:cubicBezTo>
                  <a:pt x="46498" y="112215"/>
                  <a:pt x="56108" y="117034"/>
                  <a:pt x="71425" y="117034"/>
                </a:cubicBezTo>
                <a:cubicBezTo>
                  <a:pt x="81465" y="117034"/>
                  <a:pt x="89296" y="114568"/>
                  <a:pt x="94918" y="109634"/>
                </a:cubicBezTo>
                <a:cubicBezTo>
                  <a:pt x="97557" y="107282"/>
                  <a:pt x="99393" y="104901"/>
                  <a:pt x="100426" y="102491"/>
                </a:cubicBezTo>
                <a:cubicBezTo>
                  <a:pt x="101459" y="100082"/>
                  <a:pt x="102262" y="96353"/>
                  <a:pt x="102835" y="91304"/>
                </a:cubicBezTo>
                <a:cubicBezTo>
                  <a:pt x="103352" y="86600"/>
                  <a:pt x="103610" y="81838"/>
                  <a:pt x="103610" y="77019"/>
                </a:cubicBezTo>
                <a:lnTo>
                  <a:pt x="103610" y="59120"/>
                </a:lnTo>
                <a:cubicBezTo>
                  <a:pt x="103610" y="44089"/>
                  <a:pt x="103553" y="33820"/>
                  <a:pt x="103438" y="28312"/>
                </a:cubicBezTo>
                <a:cubicBezTo>
                  <a:pt x="103323" y="23149"/>
                  <a:pt x="102979" y="19793"/>
                  <a:pt x="102405" y="18244"/>
                </a:cubicBezTo>
                <a:cubicBezTo>
                  <a:pt x="101946" y="17096"/>
                  <a:pt x="100942" y="16207"/>
                  <a:pt x="99393" y="15576"/>
                </a:cubicBezTo>
                <a:cubicBezTo>
                  <a:pt x="98074" y="15060"/>
                  <a:pt x="94545" y="14629"/>
                  <a:pt x="88808" y="14285"/>
                </a:cubicBezTo>
                <a:lnTo>
                  <a:pt x="87948" y="13425"/>
                </a:lnTo>
                <a:lnTo>
                  <a:pt x="87948" y="7659"/>
                </a:lnTo>
                <a:lnTo>
                  <a:pt x="88808" y="6798"/>
                </a:lnTo>
                <a:cubicBezTo>
                  <a:pt x="93800" y="7143"/>
                  <a:pt x="98934" y="7315"/>
                  <a:pt x="104212" y="7315"/>
                </a:cubicBezTo>
                <a:cubicBezTo>
                  <a:pt x="108171" y="7315"/>
                  <a:pt x="115772" y="7143"/>
                  <a:pt x="127017" y="6798"/>
                </a:cubicBezTo>
                <a:lnTo>
                  <a:pt x="127877" y="7659"/>
                </a:lnTo>
                <a:lnTo>
                  <a:pt x="127877" y="13425"/>
                </a:lnTo>
                <a:moveTo>
                  <a:pt x="66176" y="1893"/>
                </a:moveTo>
                <a:lnTo>
                  <a:pt x="66176" y="1893"/>
                </a:lnTo>
                <a:moveTo>
                  <a:pt x="66176" y="134934"/>
                </a:moveTo>
                <a:lnTo>
                  <a:pt x="66176" y="134934"/>
                </a:lnTo>
                <a:close/>
                <a:moveTo>
                  <a:pt x="231947" y="78310"/>
                </a:moveTo>
                <a:cubicBezTo>
                  <a:pt x="231947" y="85366"/>
                  <a:pt x="230685" y="92107"/>
                  <a:pt x="228161" y="98533"/>
                </a:cubicBezTo>
                <a:cubicBezTo>
                  <a:pt x="226325" y="103237"/>
                  <a:pt x="223915" y="107224"/>
                  <a:pt x="220932" y="110494"/>
                </a:cubicBezTo>
                <a:cubicBezTo>
                  <a:pt x="219613" y="111929"/>
                  <a:pt x="217146" y="113994"/>
                  <a:pt x="213531" y="116690"/>
                </a:cubicBezTo>
                <a:cubicBezTo>
                  <a:pt x="209745" y="119731"/>
                  <a:pt x="205012" y="123402"/>
                  <a:pt x="199332" y="127705"/>
                </a:cubicBezTo>
                <a:cubicBezTo>
                  <a:pt x="195947" y="129943"/>
                  <a:pt x="191645" y="131061"/>
                  <a:pt x="186424" y="131061"/>
                </a:cubicBezTo>
                <a:cubicBezTo>
                  <a:pt x="181433" y="131061"/>
                  <a:pt x="176442" y="130143"/>
                  <a:pt x="171451" y="128308"/>
                </a:cubicBezTo>
                <a:lnTo>
                  <a:pt x="171451" y="160578"/>
                </a:lnTo>
                <a:cubicBezTo>
                  <a:pt x="171451" y="163217"/>
                  <a:pt x="171766" y="164967"/>
                  <a:pt x="172397" y="165827"/>
                </a:cubicBezTo>
                <a:cubicBezTo>
                  <a:pt x="172741" y="166286"/>
                  <a:pt x="173516" y="166659"/>
                  <a:pt x="174721" y="166946"/>
                </a:cubicBezTo>
                <a:cubicBezTo>
                  <a:pt x="175639" y="167176"/>
                  <a:pt x="179310" y="167520"/>
                  <a:pt x="185736" y="167979"/>
                </a:cubicBezTo>
                <a:lnTo>
                  <a:pt x="186682" y="168839"/>
                </a:lnTo>
                <a:lnTo>
                  <a:pt x="186682" y="174175"/>
                </a:lnTo>
                <a:lnTo>
                  <a:pt x="185822" y="175035"/>
                </a:lnTo>
                <a:cubicBezTo>
                  <a:pt x="178077" y="174576"/>
                  <a:pt x="169271" y="174347"/>
                  <a:pt x="159403" y="174347"/>
                </a:cubicBezTo>
                <a:cubicBezTo>
                  <a:pt x="152174" y="174347"/>
                  <a:pt x="144946" y="174576"/>
                  <a:pt x="137717" y="175035"/>
                </a:cubicBezTo>
                <a:lnTo>
                  <a:pt x="136857" y="174175"/>
                </a:lnTo>
                <a:lnTo>
                  <a:pt x="136857" y="169011"/>
                </a:lnTo>
                <a:lnTo>
                  <a:pt x="137717" y="168065"/>
                </a:lnTo>
                <a:cubicBezTo>
                  <a:pt x="143511" y="167893"/>
                  <a:pt x="146839" y="167434"/>
                  <a:pt x="147699" y="166688"/>
                </a:cubicBezTo>
                <a:cubicBezTo>
                  <a:pt x="148273" y="166172"/>
                  <a:pt x="148617" y="165627"/>
                  <a:pt x="148732" y="165053"/>
                </a:cubicBezTo>
                <a:cubicBezTo>
                  <a:pt x="148962" y="163963"/>
                  <a:pt x="149191" y="161152"/>
                  <a:pt x="149421" y="156620"/>
                </a:cubicBezTo>
                <a:cubicBezTo>
                  <a:pt x="149593" y="153177"/>
                  <a:pt x="149707" y="148789"/>
                  <a:pt x="149765" y="143453"/>
                </a:cubicBezTo>
                <a:lnTo>
                  <a:pt x="149937" y="130115"/>
                </a:lnTo>
                <a:lnTo>
                  <a:pt x="149937" y="80117"/>
                </a:lnTo>
                <a:cubicBezTo>
                  <a:pt x="149937" y="79543"/>
                  <a:pt x="149765" y="75298"/>
                  <a:pt x="149421" y="67381"/>
                </a:cubicBezTo>
                <a:cubicBezTo>
                  <a:pt x="149248" y="63652"/>
                  <a:pt x="148947" y="61257"/>
                  <a:pt x="148517" y="60195"/>
                </a:cubicBezTo>
                <a:cubicBezTo>
                  <a:pt x="148087" y="59134"/>
                  <a:pt x="146896" y="58460"/>
                  <a:pt x="144946" y="58173"/>
                </a:cubicBezTo>
                <a:cubicBezTo>
                  <a:pt x="144257" y="58058"/>
                  <a:pt x="141733" y="57915"/>
                  <a:pt x="137373" y="57743"/>
                </a:cubicBezTo>
                <a:lnTo>
                  <a:pt x="136512" y="56882"/>
                </a:lnTo>
                <a:lnTo>
                  <a:pt x="136512" y="52063"/>
                </a:lnTo>
                <a:lnTo>
                  <a:pt x="137373" y="51117"/>
                </a:lnTo>
                <a:cubicBezTo>
                  <a:pt x="148331" y="50141"/>
                  <a:pt x="159432" y="47760"/>
                  <a:pt x="170676" y="43974"/>
                </a:cubicBezTo>
                <a:lnTo>
                  <a:pt x="172569" y="45093"/>
                </a:lnTo>
                <a:cubicBezTo>
                  <a:pt x="172569" y="47560"/>
                  <a:pt x="172311" y="52522"/>
                  <a:pt x="171795" y="59980"/>
                </a:cubicBezTo>
                <a:cubicBezTo>
                  <a:pt x="175639" y="56767"/>
                  <a:pt x="180486" y="52780"/>
                  <a:pt x="186338" y="48019"/>
                </a:cubicBezTo>
                <a:cubicBezTo>
                  <a:pt x="189149" y="45896"/>
                  <a:pt x="193481" y="44835"/>
                  <a:pt x="199332" y="44835"/>
                </a:cubicBezTo>
                <a:cubicBezTo>
                  <a:pt x="213560" y="44835"/>
                  <a:pt x="223256" y="50285"/>
                  <a:pt x="228419" y="61185"/>
                </a:cubicBezTo>
                <a:cubicBezTo>
                  <a:pt x="230771" y="66176"/>
                  <a:pt x="231947" y="71884"/>
                  <a:pt x="231947" y="78310"/>
                </a:cubicBezTo>
                <a:moveTo>
                  <a:pt x="209831" y="88895"/>
                </a:moveTo>
                <a:cubicBezTo>
                  <a:pt x="209831" y="76388"/>
                  <a:pt x="206532" y="67955"/>
                  <a:pt x="199935" y="63594"/>
                </a:cubicBezTo>
                <a:cubicBezTo>
                  <a:pt x="196435" y="61300"/>
                  <a:pt x="192792" y="60152"/>
                  <a:pt x="189006" y="60152"/>
                </a:cubicBezTo>
                <a:cubicBezTo>
                  <a:pt x="181949" y="60152"/>
                  <a:pt x="176098" y="63049"/>
                  <a:pt x="171451" y="68844"/>
                </a:cubicBezTo>
                <a:lnTo>
                  <a:pt x="171451" y="111527"/>
                </a:lnTo>
                <a:cubicBezTo>
                  <a:pt x="176671" y="117034"/>
                  <a:pt x="182408" y="119788"/>
                  <a:pt x="188662" y="119788"/>
                </a:cubicBezTo>
                <a:cubicBezTo>
                  <a:pt x="198013" y="119788"/>
                  <a:pt x="204266" y="114940"/>
                  <a:pt x="207421" y="105245"/>
                </a:cubicBezTo>
                <a:cubicBezTo>
                  <a:pt x="209028" y="100369"/>
                  <a:pt x="209831" y="94918"/>
                  <a:pt x="209831" y="88895"/>
                </a:cubicBezTo>
                <a:close/>
                <a:moveTo>
                  <a:pt x="293230" y="127963"/>
                </a:moveTo>
                <a:lnTo>
                  <a:pt x="292369" y="128824"/>
                </a:lnTo>
                <a:cubicBezTo>
                  <a:pt x="286919" y="128422"/>
                  <a:pt x="279059" y="128222"/>
                  <a:pt x="268790" y="128222"/>
                </a:cubicBezTo>
                <a:cubicBezTo>
                  <a:pt x="258521" y="128222"/>
                  <a:pt x="250690" y="128422"/>
                  <a:pt x="245297" y="128824"/>
                </a:cubicBezTo>
                <a:lnTo>
                  <a:pt x="244437" y="127963"/>
                </a:lnTo>
                <a:lnTo>
                  <a:pt x="244437" y="122714"/>
                </a:lnTo>
                <a:lnTo>
                  <a:pt x="245297" y="121853"/>
                </a:lnTo>
                <a:cubicBezTo>
                  <a:pt x="250805" y="121681"/>
                  <a:pt x="254218" y="121251"/>
                  <a:pt x="255538" y="120563"/>
                </a:cubicBezTo>
                <a:cubicBezTo>
                  <a:pt x="256685" y="120046"/>
                  <a:pt x="257316" y="118669"/>
                  <a:pt x="257431" y="116432"/>
                </a:cubicBezTo>
                <a:cubicBezTo>
                  <a:pt x="257832" y="108974"/>
                  <a:pt x="258033" y="95922"/>
                  <a:pt x="258033" y="77277"/>
                </a:cubicBezTo>
                <a:lnTo>
                  <a:pt x="258033" y="48449"/>
                </a:lnTo>
                <a:cubicBezTo>
                  <a:pt x="258033" y="36401"/>
                  <a:pt x="257832" y="26648"/>
                  <a:pt x="257431" y="19190"/>
                </a:cubicBezTo>
                <a:cubicBezTo>
                  <a:pt x="257316" y="17068"/>
                  <a:pt x="256685" y="15676"/>
                  <a:pt x="255538" y="15017"/>
                </a:cubicBezTo>
                <a:cubicBezTo>
                  <a:pt x="254390" y="14357"/>
                  <a:pt x="251063" y="13941"/>
                  <a:pt x="245555" y="13769"/>
                </a:cubicBezTo>
                <a:lnTo>
                  <a:pt x="244695" y="12822"/>
                </a:lnTo>
                <a:lnTo>
                  <a:pt x="244695" y="8089"/>
                </a:lnTo>
                <a:lnTo>
                  <a:pt x="245555" y="7143"/>
                </a:lnTo>
                <a:cubicBezTo>
                  <a:pt x="256628" y="5938"/>
                  <a:pt x="267729" y="3557"/>
                  <a:pt x="278859" y="0"/>
                </a:cubicBezTo>
                <a:lnTo>
                  <a:pt x="280666" y="1033"/>
                </a:lnTo>
                <a:cubicBezTo>
                  <a:pt x="280666" y="2582"/>
                  <a:pt x="280580" y="5421"/>
                  <a:pt x="280408" y="9552"/>
                </a:cubicBezTo>
                <a:cubicBezTo>
                  <a:pt x="279834" y="23263"/>
                  <a:pt x="279547" y="38438"/>
                  <a:pt x="279547" y="55075"/>
                </a:cubicBezTo>
                <a:lnTo>
                  <a:pt x="279547" y="77277"/>
                </a:lnTo>
                <a:cubicBezTo>
                  <a:pt x="279547" y="95922"/>
                  <a:pt x="279748" y="108974"/>
                  <a:pt x="280149" y="116432"/>
                </a:cubicBezTo>
                <a:cubicBezTo>
                  <a:pt x="280264" y="118669"/>
                  <a:pt x="280895" y="120046"/>
                  <a:pt x="282043" y="120563"/>
                </a:cubicBezTo>
                <a:cubicBezTo>
                  <a:pt x="283362" y="121251"/>
                  <a:pt x="286776" y="121681"/>
                  <a:pt x="292283" y="121853"/>
                </a:cubicBezTo>
                <a:lnTo>
                  <a:pt x="293230" y="122714"/>
                </a:lnTo>
                <a:lnTo>
                  <a:pt x="293230" y="127963"/>
                </a:lnTo>
                <a:close/>
                <a:moveTo>
                  <a:pt x="389093" y="85538"/>
                </a:moveTo>
                <a:cubicBezTo>
                  <a:pt x="389093" y="105847"/>
                  <a:pt x="382266" y="119587"/>
                  <a:pt x="368612" y="126759"/>
                </a:cubicBezTo>
                <a:cubicBezTo>
                  <a:pt x="361957" y="130258"/>
                  <a:pt x="354356" y="132008"/>
                  <a:pt x="345808" y="132008"/>
                </a:cubicBezTo>
                <a:cubicBezTo>
                  <a:pt x="332613" y="132008"/>
                  <a:pt x="322559" y="128193"/>
                  <a:pt x="315646" y="120563"/>
                </a:cubicBezTo>
                <a:cubicBezTo>
                  <a:pt x="308733" y="112932"/>
                  <a:pt x="305276" y="102004"/>
                  <a:pt x="305276" y="87776"/>
                </a:cubicBezTo>
                <a:cubicBezTo>
                  <a:pt x="305276" y="68098"/>
                  <a:pt x="311988" y="54989"/>
                  <a:pt x="325413" y="48449"/>
                </a:cubicBezTo>
                <a:cubicBezTo>
                  <a:pt x="332010" y="45236"/>
                  <a:pt x="339669" y="43630"/>
                  <a:pt x="348389" y="43630"/>
                </a:cubicBezTo>
                <a:cubicBezTo>
                  <a:pt x="366690" y="43630"/>
                  <a:pt x="378824" y="49969"/>
                  <a:pt x="384791" y="62648"/>
                </a:cubicBezTo>
                <a:cubicBezTo>
                  <a:pt x="387659" y="68729"/>
                  <a:pt x="389093" y="76359"/>
                  <a:pt x="389093" y="85538"/>
                </a:cubicBezTo>
                <a:moveTo>
                  <a:pt x="365256" y="92595"/>
                </a:moveTo>
                <a:cubicBezTo>
                  <a:pt x="365256" y="78310"/>
                  <a:pt x="363693" y="68084"/>
                  <a:pt x="360566" y="61916"/>
                </a:cubicBezTo>
                <a:cubicBezTo>
                  <a:pt x="357440" y="55749"/>
                  <a:pt x="352664" y="52665"/>
                  <a:pt x="346238" y="52665"/>
                </a:cubicBezTo>
                <a:cubicBezTo>
                  <a:pt x="334822" y="52665"/>
                  <a:pt x="329113" y="62963"/>
                  <a:pt x="329113" y="83559"/>
                </a:cubicBezTo>
                <a:cubicBezTo>
                  <a:pt x="329113" y="110007"/>
                  <a:pt x="335510" y="123230"/>
                  <a:pt x="348303" y="123230"/>
                </a:cubicBezTo>
                <a:cubicBezTo>
                  <a:pt x="356278" y="123230"/>
                  <a:pt x="361355" y="118842"/>
                  <a:pt x="363535" y="110064"/>
                </a:cubicBezTo>
                <a:cubicBezTo>
                  <a:pt x="364683" y="105474"/>
                  <a:pt x="365256" y="99651"/>
                  <a:pt x="365256" y="92595"/>
                </a:cubicBezTo>
                <a:moveTo>
                  <a:pt x="348045" y="134934"/>
                </a:moveTo>
                <a:lnTo>
                  <a:pt x="348045" y="134934"/>
                </a:lnTo>
                <a:moveTo>
                  <a:pt x="348045" y="40618"/>
                </a:moveTo>
                <a:lnTo>
                  <a:pt x="348045" y="40618"/>
                </a:lnTo>
                <a:close/>
                <a:moveTo>
                  <a:pt x="480199" y="127705"/>
                </a:moveTo>
                <a:lnTo>
                  <a:pt x="479252" y="128652"/>
                </a:lnTo>
                <a:cubicBezTo>
                  <a:pt x="474433" y="128365"/>
                  <a:pt x="468897" y="128222"/>
                  <a:pt x="462643" y="128222"/>
                </a:cubicBezTo>
                <a:cubicBezTo>
                  <a:pt x="457767" y="128222"/>
                  <a:pt x="453091" y="128365"/>
                  <a:pt x="448617" y="128652"/>
                </a:cubicBezTo>
                <a:lnTo>
                  <a:pt x="447842" y="127705"/>
                </a:lnTo>
                <a:lnTo>
                  <a:pt x="448617" y="116174"/>
                </a:lnTo>
                <a:lnTo>
                  <a:pt x="431922" y="128910"/>
                </a:lnTo>
                <a:cubicBezTo>
                  <a:pt x="430602" y="129885"/>
                  <a:pt x="428709" y="130488"/>
                  <a:pt x="426242" y="130717"/>
                </a:cubicBezTo>
                <a:cubicBezTo>
                  <a:pt x="425267" y="130832"/>
                  <a:pt x="424120" y="130889"/>
                  <a:pt x="422800" y="130889"/>
                </a:cubicBezTo>
                <a:cubicBezTo>
                  <a:pt x="416432" y="130889"/>
                  <a:pt x="411541" y="128967"/>
                  <a:pt x="408128" y="125124"/>
                </a:cubicBezTo>
                <a:cubicBezTo>
                  <a:pt x="404714" y="121280"/>
                  <a:pt x="403008" y="115973"/>
                  <a:pt x="403008" y="109203"/>
                </a:cubicBezTo>
                <a:cubicBezTo>
                  <a:pt x="403008" y="100254"/>
                  <a:pt x="405847" y="93914"/>
                  <a:pt x="411527" y="90185"/>
                </a:cubicBezTo>
                <a:cubicBezTo>
                  <a:pt x="417666" y="86112"/>
                  <a:pt x="430029" y="82440"/>
                  <a:pt x="448617" y="79170"/>
                </a:cubicBezTo>
                <a:cubicBezTo>
                  <a:pt x="448617" y="70049"/>
                  <a:pt x="446207" y="63939"/>
                  <a:pt x="441388" y="60841"/>
                </a:cubicBezTo>
                <a:cubicBezTo>
                  <a:pt x="438462" y="58947"/>
                  <a:pt x="434963" y="58001"/>
                  <a:pt x="430889" y="58001"/>
                </a:cubicBezTo>
                <a:cubicBezTo>
                  <a:pt x="426414" y="58001"/>
                  <a:pt x="422886" y="58919"/>
                  <a:pt x="420305" y="60755"/>
                </a:cubicBezTo>
                <a:lnTo>
                  <a:pt x="417034" y="68758"/>
                </a:lnTo>
                <a:lnTo>
                  <a:pt x="415916" y="69360"/>
                </a:lnTo>
                <a:lnTo>
                  <a:pt x="411527" y="68327"/>
                </a:lnTo>
                <a:lnTo>
                  <a:pt x="410925" y="67123"/>
                </a:lnTo>
                <a:lnTo>
                  <a:pt x="411355" y="56968"/>
                </a:lnTo>
                <a:cubicBezTo>
                  <a:pt x="420821" y="49969"/>
                  <a:pt x="427935" y="46011"/>
                  <a:pt x="432696" y="45093"/>
                </a:cubicBezTo>
                <a:cubicBezTo>
                  <a:pt x="434704" y="44691"/>
                  <a:pt x="437315" y="44490"/>
                  <a:pt x="440527" y="44490"/>
                </a:cubicBezTo>
                <a:cubicBezTo>
                  <a:pt x="451829" y="44490"/>
                  <a:pt x="459890" y="47445"/>
                  <a:pt x="464709" y="53354"/>
                </a:cubicBezTo>
                <a:cubicBezTo>
                  <a:pt x="468208" y="57657"/>
                  <a:pt x="469958" y="64254"/>
                  <a:pt x="469958" y="73147"/>
                </a:cubicBezTo>
                <a:cubicBezTo>
                  <a:pt x="469958" y="75327"/>
                  <a:pt x="469872" y="78826"/>
                  <a:pt x="469700" y="83645"/>
                </a:cubicBezTo>
                <a:cubicBezTo>
                  <a:pt x="469413" y="91677"/>
                  <a:pt x="469270" y="97041"/>
                  <a:pt x="469270" y="99737"/>
                </a:cubicBezTo>
                <a:cubicBezTo>
                  <a:pt x="469270" y="108400"/>
                  <a:pt x="469413" y="113922"/>
                  <a:pt x="469700" y="116303"/>
                </a:cubicBezTo>
                <a:cubicBezTo>
                  <a:pt x="469987" y="118684"/>
                  <a:pt x="470661" y="120190"/>
                  <a:pt x="471722" y="120821"/>
                </a:cubicBezTo>
                <a:cubicBezTo>
                  <a:pt x="472784" y="121452"/>
                  <a:pt x="475322" y="121825"/>
                  <a:pt x="479338" y="121940"/>
                </a:cubicBezTo>
                <a:lnTo>
                  <a:pt x="480199" y="122886"/>
                </a:lnTo>
                <a:lnTo>
                  <a:pt x="480199" y="127705"/>
                </a:lnTo>
                <a:moveTo>
                  <a:pt x="448617" y="107654"/>
                </a:moveTo>
                <a:lnTo>
                  <a:pt x="448617" y="86485"/>
                </a:lnTo>
                <a:cubicBezTo>
                  <a:pt x="439151" y="88550"/>
                  <a:pt x="432768" y="90773"/>
                  <a:pt x="429469" y="93154"/>
                </a:cubicBezTo>
                <a:cubicBezTo>
                  <a:pt x="426171" y="95535"/>
                  <a:pt x="424521" y="99164"/>
                  <a:pt x="424521" y="104040"/>
                </a:cubicBezTo>
                <a:cubicBezTo>
                  <a:pt x="424521" y="111842"/>
                  <a:pt x="427935" y="115744"/>
                  <a:pt x="434762" y="115744"/>
                </a:cubicBezTo>
                <a:cubicBezTo>
                  <a:pt x="440556" y="115744"/>
                  <a:pt x="445174" y="113047"/>
                  <a:pt x="448617" y="107654"/>
                </a:cubicBezTo>
                <a:moveTo>
                  <a:pt x="441732" y="40618"/>
                </a:moveTo>
                <a:lnTo>
                  <a:pt x="441732" y="40618"/>
                </a:lnTo>
                <a:moveTo>
                  <a:pt x="441732" y="134934"/>
                </a:moveTo>
                <a:lnTo>
                  <a:pt x="441732" y="134934"/>
                </a:lnTo>
                <a:close/>
                <a:moveTo>
                  <a:pt x="588038" y="127963"/>
                </a:moveTo>
                <a:lnTo>
                  <a:pt x="587177" y="128824"/>
                </a:lnTo>
                <a:cubicBezTo>
                  <a:pt x="581555" y="128422"/>
                  <a:pt x="576478" y="128222"/>
                  <a:pt x="571945" y="128222"/>
                </a:cubicBezTo>
                <a:cubicBezTo>
                  <a:pt x="567643" y="128222"/>
                  <a:pt x="561820" y="128422"/>
                  <a:pt x="554476" y="128824"/>
                </a:cubicBezTo>
                <a:lnTo>
                  <a:pt x="553702" y="128222"/>
                </a:lnTo>
                <a:cubicBezTo>
                  <a:pt x="553931" y="125410"/>
                  <a:pt x="554046" y="120706"/>
                  <a:pt x="554046" y="114109"/>
                </a:cubicBezTo>
                <a:cubicBezTo>
                  <a:pt x="551981" y="115830"/>
                  <a:pt x="549026" y="118469"/>
                  <a:pt x="545182" y="122026"/>
                </a:cubicBezTo>
                <a:cubicBezTo>
                  <a:pt x="540421" y="126443"/>
                  <a:pt x="537323" y="129082"/>
                  <a:pt x="535888" y="129943"/>
                </a:cubicBezTo>
                <a:cubicBezTo>
                  <a:pt x="534053" y="130803"/>
                  <a:pt x="531069" y="131233"/>
                  <a:pt x="526939" y="131233"/>
                </a:cubicBezTo>
                <a:cubicBezTo>
                  <a:pt x="517128" y="131233"/>
                  <a:pt x="509211" y="127533"/>
                  <a:pt x="503188" y="120132"/>
                </a:cubicBezTo>
                <a:cubicBezTo>
                  <a:pt x="497164" y="112732"/>
                  <a:pt x="494152" y="103151"/>
                  <a:pt x="494152" y="91390"/>
                </a:cubicBezTo>
                <a:cubicBezTo>
                  <a:pt x="494152" y="79974"/>
                  <a:pt x="496475" y="71081"/>
                  <a:pt x="501122" y="64713"/>
                </a:cubicBezTo>
                <a:cubicBezTo>
                  <a:pt x="502327" y="63049"/>
                  <a:pt x="505884" y="60095"/>
                  <a:pt x="511793" y="55850"/>
                </a:cubicBezTo>
                <a:cubicBezTo>
                  <a:pt x="518677" y="50916"/>
                  <a:pt x="523697" y="47789"/>
                  <a:pt x="526853" y="46470"/>
                </a:cubicBezTo>
                <a:cubicBezTo>
                  <a:pt x="529606" y="45322"/>
                  <a:pt x="533106" y="44748"/>
                  <a:pt x="537351" y="44748"/>
                </a:cubicBezTo>
                <a:cubicBezTo>
                  <a:pt x="543318" y="44748"/>
                  <a:pt x="548883" y="46011"/>
                  <a:pt x="554046" y="48535"/>
                </a:cubicBezTo>
                <a:lnTo>
                  <a:pt x="554046" y="43716"/>
                </a:lnTo>
                <a:cubicBezTo>
                  <a:pt x="554046" y="28628"/>
                  <a:pt x="553673" y="19735"/>
                  <a:pt x="552927" y="17039"/>
                </a:cubicBezTo>
                <a:cubicBezTo>
                  <a:pt x="552526" y="15547"/>
                  <a:pt x="551350" y="14629"/>
                  <a:pt x="549399" y="14285"/>
                </a:cubicBezTo>
                <a:cubicBezTo>
                  <a:pt x="548481" y="14113"/>
                  <a:pt x="545842" y="13941"/>
                  <a:pt x="541482" y="13769"/>
                </a:cubicBezTo>
                <a:lnTo>
                  <a:pt x="540621" y="12822"/>
                </a:lnTo>
                <a:lnTo>
                  <a:pt x="540621" y="8089"/>
                </a:lnTo>
                <a:lnTo>
                  <a:pt x="541482" y="7143"/>
                </a:lnTo>
                <a:cubicBezTo>
                  <a:pt x="552497" y="5995"/>
                  <a:pt x="563598" y="3614"/>
                  <a:pt x="574785" y="0"/>
                </a:cubicBezTo>
                <a:lnTo>
                  <a:pt x="576678" y="1033"/>
                </a:lnTo>
                <a:cubicBezTo>
                  <a:pt x="576678" y="1262"/>
                  <a:pt x="576564" y="4102"/>
                  <a:pt x="576334" y="9552"/>
                </a:cubicBezTo>
                <a:cubicBezTo>
                  <a:pt x="575818" y="21887"/>
                  <a:pt x="575560" y="40417"/>
                  <a:pt x="575560" y="65143"/>
                </a:cubicBezTo>
                <a:lnTo>
                  <a:pt x="575560" y="92939"/>
                </a:lnTo>
                <a:cubicBezTo>
                  <a:pt x="575560" y="109060"/>
                  <a:pt x="575933" y="117924"/>
                  <a:pt x="576678" y="119530"/>
                </a:cubicBezTo>
                <a:cubicBezTo>
                  <a:pt x="577137" y="120505"/>
                  <a:pt x="577768" y="121108"/>
                  <a:pt x="578572" y="121337"/>
                </a:cubicBezTo>
                <a:cubicBezTo>
                  <a:pt x="579834" y="121739"/>
                  <a:pt x="582702" y="122112"/>
                  <a:pt x="587177" y="122456"/>
                </a:cubicBezTo>
                <a:lnTo>
                  <a:pt x="588038" y="123316"/>
                </a:lnTo>
                <a:lnTo>
                  <a:pt x="588038" y="127963"/>
                </a:lnTo>
                <a:moveTo>
                  <a:pt x="554046" y="83043"/>
                </a:moveTo>
                <a:lnTo>
                  <a:pt x="554046" y="66865"/>
                </a:lnTo>
                <a:cubicBezTo>
                  <a:pt x="549915" y="61931"/>
                  <a:pt x="545957" y="58775"/>
                  <a:pt x="542170" y="57399"/>
                </a:cubicBezTo>
                <a:cubicBezTo>
                  <a:pt x="539589" y="56481"/>
                  <a:pt x="536835" y="56022"/>
                  <a:pt x="533909" y="56022"/>
                </a:cubicBezTo>
                <a:cubicBezTo>
                  <a:pt x="525992" y="56022"/>
                  <a:pt x="520886" y="60095"/>
                  <a:pt x="518591" y="68241"/>
                </a:cubicBezTo>
                <a:cubicBezTo>
                  <a:pt x="517329" y="72774"/>
                  <a:pt x="516698" y="77822"/>
                  <a:pt x="516698" y="83387"/>
                </a:cubicBezTo>
                <a:cubicBezTo>
                  <a:pt x="516698" y="95263"/>
                  <a:pt x="519481" y="104069"/>
                  <a:pt x="525045" y="109806"/>
                </a:cubicBezTo>
                <a:cubicBezTo>
                  <a:pt x="527971" y="112846"/>
                  <a:pt x="531901" y="114367"/>
                  <a:pt x="536835" y="114367"/>
                </a:cubicBezTo>
                <a:cubicBezTo>
                  <a:pt x="540908" y="114367"/>
                  <a:pt x="544695" y="113076"/>
                  <a:pt x="548194" y="110494"/>
                </a:cubicBezTo>
                <a:cubicBezTo>
                  <a:pt x="551350" y="108199"/>
                  <a:pt x="553214" y="105733"/>
                  <a:pt x="553788" y="103094"/>
                </a:cubicBezTo>
                <a:cubicBezTo>
                  <a:pt x="553960" y="102290"/>
                  <a:pt x="554046" y="95607"/>
                  <a:pt x="554046" y="8304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E2585-F922-4925-AAA2-DBFC8E18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337" y="641487"/>
            <a:ext cx="10" cy="4464121"/>
          </a:xfrm>
          <a:custGeom xmlns:a="http://schemas.openxmlformats.org/drawingml/2006/main">
            <a:pathLst>
              <a:path w="1" h="4464121" fill="none">
                <a:moveTo>
                  <a:pt x="0" y="0"/>
                </a:moveTo>
                <a:lnTo>
                  <a:pt x="0" y="4464121"/>
                </a:lnTo>
              </a:path>
            </a:pathLst>
          </a:custGeom>
          <a:noFill xmlns:a="http://schemas.openxmlformats.org/drawingml/2006/main"/>
          <a:ln xmlns:a="http://schemas.openxmlformats.org/drawingml/2006/main" w="18829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68256-0FA2-4109-8167-5AFA4A01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337" y="323150"/>
            <a:ext cx="3193661" cy="255950"/>
          </a:xfrm>
          <a:custGeom xmlns:a="http://schemas.openxmlformats.org/drawingml/2006/main">
            <a:pathLst>
              <a:path w="3193661" h="255950" fill="none">
                <a:moveTo>
                  <a:pt x="3193661" y="255950"/>
                </a:moveTo>
                <a:cubicBezTo>
                  <a:pt x="3193661" y="185278"/>
                  <a:pt x="3152865" y="128038"/>
                  <a:pt x="3102528" y="128038"/>
                </a:cubicBezTo>
                <a:lnTo>
                  <a:pt x="1731521" y="128038"/>
                </a:lnTo>
                <a:cubicBezTo>
                  <a:pt x="1681185" y="128038"/>
                  <a:pt x="1640514" y="70672"/>
                  <a:pt x="1640514" y="0"/>
                </a:cubicBezTo>
                <a:cubicBezTo>
                  <a:pt x="1640514" y="70672"/>
                  <a:pt x="1599718" y="128038"/>
                  <a:pt x="1549381" y="128038"/>
                </a:cubicBezTo>
                <a:lnTo>
                  <a:pt x="91007" y="128038"/>
                </a:lnTo>
                <a:cubicBezTo>
                  <a:pt x="40796" y="128038"/>
                  <a:pt x="0" y="185278"/>
                  <a:pt x="0" y="2559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C00000"/>
            </a:solidFill>
            <a:miter/>
          </a:ln>
        </p:spPr>
      </p:sp>
      <p:sp>
        <p:nvSpPr>
          <p:cNvPr id="166" name="Text PhaseI">
            <a:extLst xmlns:a="http://schemas.openxmlformats.org/drawingml/2006/main">
              <a:ext uri="{FF2B5EF4-FFF2-40B4-BE49-F238E27FC236}">
                <a16:creationId xmlns:a16="http://schemas.microsoft.com/office/drawing/2014/main" id="{AC853A4F-C5D2-4459-9804-48AC8FCA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706" y="101576"/>
            <a:ext cx="649378" cy="153386"/>
          </a:xfrm>
          <a:custGeom xmlns:a="http://schemas.openxmlformats.org/drawingml/2006/main">
            <a:pathLst>
              <a:path w="649378" h="153386">
                <a:moveTo>
                  <a:pt x="110931" y="38347"/>
                </a:moveTo>
                <a:cubicBezTo>
                  <a:pt x="110931" y="51781"/>
                  <a:pt x="106350" y="62264"/>
                  <a:pt x="97187" y="69797"/>
                </a:cubicBezTo>
                <a:cubicBezTo>
                  <a:pt x="88024" y="77329"/>
                  <a:pt x="77671" y="81095"/>
                  <a:pt x="66128" y="81095"/>
                </a:cubicBezTo>
                <a:cubicBezTo>
                  <a:pt x="62215" y="81095"/>
                  <a:pt x="58270" y="80639"/>
                  <a:pt x="54292" y="79726"/>
                </a:cubicBezTo>
                <a:cubicBezTo>
                  <a:pt x="53705" y="77965"/>
                  <a:pt x="52564" y="75617"/>
                  <a:pt x="50868" y="72682"/>
                </a:cubicBezTo>
                <a:lnTo>
                  <a:pt x="52922" y="70530"/>
                </a:lnTo>
                <a:cubicBezTo>
                  <a:pt x="55661" y="71443"/>
                  <a:pt x="58172" y="71900"/>
                  <a:pt x="60455" y="71900"/>
                </a:cubicBezTo>
                <a:cubicBezTo>
                  <a:pt x="67041" y="71900"/>
                  <a:pt x="72324" y="69568"/>
                  <a:pt x="76302" y="64905"/>
                </a:cubicBezTo>
                <a:cubicBezTo>
                  <a:pt x="80280" y="60243"/>
                  <a:pt x="82269" y="53705"/>
                  <a:pt x="82269" y="45292"/>
                </a:cubicBezTo>
                <a:cubicBezTo>
                  <a:pt x="82269" y="27097"/>
                  <a:pt x="74085" y="17999"/>
                  <a:pt x="57716" y="17999"/>
                </a:cubicBezTo>
                <a:cubicBezTo>
                  <a:pt x="55759" y="17999"/>
                  <a:pt x="51846" y="18391"/>
                  <a:pt x="45977" y="19173"/>
                </a:cubicBezTo>
                <a:cubicBezTo>
                  <a:pt x="45390" y="20738"/>
                  <a:pt x="45096" y="31401"/>
                  <a:pt x="45096" y="51161"/>
                </a:cubicBezTo>
                <a:lnTo>
                  <a:pt x="45096" y="102910"/>
                </a:lnTo>
                <a:cubicBezTo>
                  <a:pt x="45096" y="118431"/>
                  <a:pt x="45520" y="128539"/>
                  <a:pt x="46368" y="133235"/>
                </a:cubicBezTo>
                <a:cubicBezTo>
                  <a:pt x="46694" y="135126"/>
                  <a:pt x="47803" y="136333"/>
                  <a:pt x="49694" y="136854"/>
                </a:cubicBezTo>
                <a:cubicBezTo>
                  <a:pt x="50281" y="136985"/>
                  <a:pt x="54748" y="137311"/>
                  <a:pt x="63096" y="137832"/>
                </a:cubicBezTo>
                <a:lnTo>
                  <a:pt x="64172" y="138909"/>
                </a:lnTo>
                <a:lnTo>
                  <a:pt x="64172" y="145365"/>
                </a:lnTo>
                <a:lnTo>
                  <a:pt x="63194" y="146343"/>
                </a:lnTo>
                <a:cubicBezTo>
                  <a:pt x="54259" y="145952"/>
                  <a:pt x="43564" y="145756"/>
                  <a:pt x="31108" y="145756"/>
                </a:cubicBezTo>
                <a:cubicBezTo>
                  <a:pt x="17086" y="145756"/>
                  <a:pt x="7043" y="145952"/>
                  <a:pt x="978" y="146343"/>
                </a:cubicBezTo>
                <a:lnTo>
                  <a:pt x="0" y="145463"/>
                </a:lnTo>
                <a:lnTo>
                  <a:pt x="0" y="138909"/>
                </a:lnTo>
                <a:lnTo>
                  <a:pt x="1076" y="137832"/>
                </a:lnTo>
                <a:cubicBezTo>
                  <a:pt x="7663" y="137441"/>
                  <a:pt x="11445" y="137115"/>
                  <a:pt x="12424" y="136854"/>
                </a:cubicBezTo>
                <a:cubicBezTo>
                  <a:pt x="14315" y="136333"/>
                  <a:pt x="15423" y="135126"/>
                  <a:pt x="15749" y="133235"/>
                </a:cubicBezTo>
                <a:cubicBezTo>
                  <a:pt x="16597" y="128539"/>
                  <a:pt x="17021" y="118431"/>
                  <a:pt x="17021" y="102910"/>
                </a:cubicBezTo>
                <a:lnTo>
                  <a:pt x="17021" y="51161"/>
                </a:lnTo>
                <a:cubicBezTo>
                  <a:pt x="17021" y="35640"/>
                  <a:pt x="16597" y="25532"/>
                  <a:pt x="15749" y="20836"/>
                </a:cubicBezTo>
                <a:cubicBezTo>
                  <a:pt x="15423" y="18945"/>
                  <a:pt x="14315" y="17739"/>
                  <a:pt x="12424" y="17217"/>
                </a:cubicBezTo>
                <a:cubicBezTo>
                  <a:pt x="11445" y="16956"/>
                  <a:pt x="7630" y="16630"/>
                  <a:pt x="978" y="16239"/>
                </a:cubicBezTo>
                <a:lnTo>
                  <a:pt x="0" y="15163"/>
                </a:lnTo>
                <a:lnTo>
                  <a:pt x="0" y="8706"/>
                </a:lnTo>
                <a:lnTo>
                  <a:pt x="1076" y="7728"/>
                </a:lnTo>
                <a:cubicBezTo>
                  <a:pt x="7467" y="8119"/>
                  <a:pt x="17282" y="8315"/>
                  <a:pt x="30521" y="8315"/>
                </a:cubicBezTo>
                <a:cubicBezTo>
                  <a:pt x="35999" y="8315"/>
                  <a:pt x="43890" y="8217"/>
                  <a:pt x="54194" y="8021"/>
                </a:cubicBezTo>
                <a:cubicBezTo>
                  <a:pt x="64498" y="7826"/>
                  <a:pt x="70432" y="7728"/>
                  <a:pt x="71998" y="7728"/>
                </a:cubicBezTo>
                <a:cubicBezTo>
                  <a:pt x="89867" y="7728"/>
                  <a:pt x="101475" y="12260"/>
                  <a:pt x="106823" y="21325"/>
                </a:cubicBezTo>
                <a:cubicBezTo>
                  <a:pt x="109562" y="26021"/>
                  <a:pt x="110931" y="31695"/>
                  <a:pt x="110931" y="38347"/>
                </a:cubicBezTo>
                <a:close/>
                <a:moveTo>
                  <a:pt x="234117" y="145365"/>
                </a:moveTo>
                <a:lnTo>
                  <a:pt x="233139" y="146441"/>
                </a:lnTo>
                <a:cubicBezTo>
                  <a:pt x="225966" y="145984"/>
                  <a:pt x="219901" y="145756"/>
                  <a:pt x="214944" y="145756"/>
                </a:cubicBezTo>
                <a:cubicBezTo>
                  <a:pt x="210379" y="145756"/>
                  <a:pt x="203727" y="145984"/>
                  <a:pt x="194988" y="146441"/>
                </a:cubicBezTo>
                <a:lnTo>
                  <a:pt x="194010" y="145463"/>
                </a:lnTo>
                <a:cubicBezTo>
                  <a:pt x="195184" y="130920"/>
                  <a:pt x="195771" y="119703"/>
                  <a:pt x="195771" y="111812"/>
                </a:cubicBezTo>
                <a:lnTo>
                  <a:pt x="195771" y="92638"/>
                </a:lnTo>
                <a:cubicBezTo>
                  <a:pt x="195771" y="76726"/>
                  <a:pt x="190032" y="68769"/>
                  <a:pt x="178554" y="68769"/>
                </a:cubicBezTo>
                <a:cubicBezTo>
                  <a:pt x="172424" y="68769"/>
                  <a:pt x="167663" y="70889"/>
                  <a:pt x="164272" y="75128"/>
                </a:cubicBezTo>
                <a:cubicBezTo>
                  <a:pt x="161533" y="78519"/>
                  <a:pt x="160163" y="82889"/>
                  <a:pt x="160163" y="88236"/>
                </a:cubicBezTo>
                <a:lnTo>
                  <a:pt x="160163" y="99779"/>
                </a:lnTo>
                <a:cubicBezTo>
                  <a:pt x="160163" y="113018"/>
                  <a:pt x="160392" y="123876"/>
                  <a:pt x="160848" y="132354"/>
                </a:cubicBezTo>
                <a:cubicBezTo>
                  <a:pt x="160979" y="134898"/>
                  <a:pt x="161696" y="136463"/>
                  <a:pt x="163000" y="137050"/>
                </a:cubicBezTo>
                <a:cubicBezTo>
                  <a:pt x="164500" y="137832"/>
                  <a:pt x="168380" y="138322"/>
                  <a:pt x="174641" y="138517"/>
                </a:cubicBezTo>
                <a:lnTo>
                  <a:pt x="175717" y="139495"/>
                </a:lnTo>
                <a:lnTo>
                  <a:pt x="175717" y="145463"/>
                </a:lnTo>
                <a:lnTo>
                  <a:pt x="174739" y="146441"/>
                </a:lnTo>
                <a:cubicBezTo>
                  <a:pt x="168544" y="145984"/>
                  <a:pt x="159609" y="145756"/>
                  <a:pt x="147935" y="145756"/>
                </a:cubicBezTo>
                <a:cubicBezTo>
                  <a:pt x="136262" y="145756"/>
                  <a:pt x="127360" y="145984"/>
                  <a:pt x="121230" y="146441"/>
                </a:cubicBezTo>
                <a:lnTo>
                  <a:pt x="120252" y="145463"/>
                </a:lnTo>
                <a:lnTo>
                  <a:pt x="120252" y="139495"/>
                </a:lnTo>
                <a:lnTo>
                  <a:pt x="121230" y="138517"/>
                </a:lnTo>
                <a:cubicBezTo>
                  <a:pt x="127491" y="138322"/>
                  <a:pt x="131371" y="137832"/>
                  <a:pt x="132871" y="137050"/>
                </a:cubicBezTo>
                <a:cubicBezTo>
                  <a:pt x="134175" y="136463"/>
                  <a:pt x="134892" y="134898"/>
                  <a:pt x="135023" y="132354"/>
                </a:cubicBezTo>
                <a:cubicBezTo>
                  <a:pt x="135479" y="123876"/>
                  <a:pt x="135708" y="109040"/>
                  <a:pt x="135708" y="87845"/>
                </a:cubicBezTo>
                <a:lnTo>
                  <a:pt x="135708" y="55074"/>
                </a:lnTo>
                <a:cubicBezTo>
                  <a:pt x="135708" y="41379"/>
                  <a:pt x="135479" y="30292"/>
                  <a:pt x="135023" y="21815"/>
                </a:cubicBezTo>
                <a:cubicBezTo>
                  <a:pt x="134892" y="19402"/>
                  <a:pt x="134175" y="17820"/>
                  <a:pt x="132871" y="17070"/>
                </a:cubicBezTo>
                <a:cubicBezTo>
                  <a:pt x="131566" y="16320"/>
                  <a:pt x="127784" y="15847"/>
                  <a:pt x="121523" y="15652"/>
                </a:cubicBezTo>
                <a:lnTo>
                  <a:pt x="120545" y="14576"/>
                </a:lnTo>
                <a:lnTo>
                  <a:pt x="120545" y="9195"/>
                </a:lnTo>
                <a:lnTo>
                  <a:pt x="121523" y="8119"/>
                </a:lnTo>
                <a:cubicBezTo>
                  <a:pt x="134110" y="6750"/>
                  <a:pt x="146729" y="4043"/>
                  <a:pt x="159381" y="0"/>
                </a:cubicBezTo>
                <a:lnTo>
                  <a:pt x="161435" y="1174"/>
                </a:lnTo>
                <a:cubicBezTo>
                  <a:pt x="161435" y="2935"/>
                  <a:pt x="161337" y="6163"/>
                  <a:pt x="161142" y="10858"/>
                </a:cubicBezTo>
                <a:cubicBezTo>
                  <a:pt x="160489" y="26445"/>
                  <a:pt x="160163" y="43694"/>
                  <a:pt x="160163" y="62607"/>
                </a:cubicBezTo>
                <a:lnTo>
                  <a:pt x="160163" y="68085"/>
                </a:lnTo>
                <a:lnTo>
                  <a:pt x="177380" y="53607"/>
                </a:lnTo>
                <a:cubicBezTo>
                  <a:pt x="181684" y="51846"/>
                  <a:pt x="186412" y="50966"/>
                  <a:pt x="191565" y="50966"/>
                </a:cubicBezTo>
                <a:cubicBezTo>
                  <a:pt x="201934" y="50966"/>
                  <a:pt x="209694" y="54096"/>
                  <a:pt x="214846" y="60357"/>
                </a:cubicBezTo>
                <a:cubicBezTo>
                  <a:pt x="219020" y="65444"/>
                  <a:pt x="221107" y="72911"/>
                  <a:pt x="221107" y="82758"/>
                </a:cubicBezTo>
                <a:cubicBezTo>
                  <a:pt x="221107" y="83867"/>
                  <a:pt x="220977" y="87845"/>
                  <a:pt x="220716" y="94693"/>
                </a:cubicBezTo>
                <a:cubicBezTo>
                  <a:pt x="220455" y="101540"/>
                  <a:pt x="220324" y="107768"/>
                  <a:pt x="220324" y="113377"/>
                </a:cubicBezTo>
                <a:cubicBezTo>
                  <a:pt x="220324" y="123224"/>
                  <a:pt x="220487" y="129501"/>
                  <a:pt x="220814" y="132208"/>
                </a:cubicBezTo>
                <a:cubicBezTo>
                  <a:pt x="221140" y="134914"/>
                  <a:pt x="221890" y="136626"/>
                  <a:pt x="223063" y="137343"/>
                </a:cubicBezTo>
                <a:cubicBezTo>
                  <a:pt x="224237" y="138061"/>
                  <a:pt x="227629" y="138485"/>
                  <a:pt x="233237" y="138615"/>
                </a:cubicBezTo>
                <a:lnTo>
                  <a:pt x="234117" y="139593"/>
                </a:lnTo>
                <a:lnTo>
                  <a:pt x="234117" y="145365"/>
                </a:lnTo>
                <a:close/>
                <a:moveTo>
                  <a:pt x="333929" y="145169"/>
                </a:moveTo>
                <a:lnTo>
                  <a:pt x="332853" y="146245"/>
                </a:lnTo>
                <a:cubicBezTo>
                  <a:pt x="327375" y="145919"/>
                  <a:pt x="321082" y="145756"/>
                  <a:pt x="313973" y="145756"/>
                </a:cubicBezTo>
                <a:cubicBezTo>
                  <a:pt x="308430" y="145756"/>
                  <a:pt x="303115" y="145919"/>
                  <a:pt x="298028" y="146245"/>
                </a:cubicBezTo>
                <a:lnTo>
                  <a:pt x="297148" y="145169"/>
                </a:lnTo>
                <a:lnTo>
                  <a:pt x="298028" y="132061"/>
                </a:lnTo>
                <a:lnTo>
                  <a:pt x="279050" y="146539"/>
                </a:lnTo>
                <a:cubicBezTo>
                  <a:pt x="277550" y="147647"/>
                  <a:pt x="275398" y="148332"/>
                  <a:pt x="272594" y="148593"/>
                </a:cubicBezTo>
                <a:cubicBezTo>
                  <a:pt x="271485" y="148723"/>
                  <a:pt x="270181" y="148789"/>
                  <a:pt x="268681" y="148789"/>
                </a:cubicBezTo>
                <a:cubicBezTo>
                  <a:pt x="261442" y="148789"/>
                  <a:pt x="255883" y="146604"/>
                  <a:pt x="252002" y="142234"/>
                </a:cubicBezTo>
                <a:cubicBezTo>
                  <a:pt x="248122" y="137865"/>
                  <a:pt x="246182" y="131833"/>
                  <a:pt x="246182" y="124137"/>
                </a:cubicBezTo>
                <a:cubicBezTo>
                  <a:pt x="246182" y="113964"/>
                  <a:pt x="249410" y="106757"/>
                  <a:pt x="255866" y="102518"/>
                </a:cubicBezTo>
                <a:cubicBezTo>
                  <a:pt x="262844" y="97888"/>
                  <a:pt x="276898" y="93714"/>
                  <a:pt x="298028" y="89997"/>
                </a:cubicBezTo>
                <a:cubicBezTo>
                  <a:pt x="298028" y="79628"/>
                  <a:pt x="295289" y="72682"/>
                  <a:pt x="289811" y="69161"/>
                </a:cubicBezTo>
                <a:cubicBezTo>
                  <a:pt x="286485" y="67009"/>
                  <a:pt x="282507" y="65933"/>
                  <a:pt x="277876" y="65933"/>
                </a:cubicBezTo>
                <a:cubicBezTo>
                  <a:pt x="272790" y="65933"/>
                  <a:pt x="268779" y="66976"/>
                  <a:pt x="265844" y="69063"/>
                </a:cubicBezTo>
                <a:lnTo>
                  <a:pt x="262127" y="78160"/>
                </a:lnTo>
                <a:lnTo>
                  <a:pt x="260855" y="78845"/>
                </a:lnTo>
                <a:lnTo>
                  <a:pt x="255866" y="77671"/>
                </a:lnTo>
                <a:lnTo>
                  <a:pt x="255182" y="76302"/>
                </a:lnTo>
                <a:lnTo>
                  <a:pt x="255671" y="64759"/>
                </a:lnTo>
                <a:cubicBezTo>
                  <a:pt x="266431" y="56803"/>
                  <a:pt x="274518" y="52303"/>
                  <a:pt x="279931" y="51259"/>
                </a:cubicBezTo>
                <a:cubicBezTo>
                  <a:pt x="282213" y="50803"/>
                  <a:pt x="285181" y="50574"/>
                  <a:pt x="288833" y="50574"/>
                </a:cubicBezTo>
                <a:cubicBezTo>
                  <a:pt x="301680" y="50574"/>
                  <a:pt x="310843" y="53933"/>
                  <a:pt x="316321" y="60650"/>
                </a:cubicBezTo>
                <a:cubicBezTo>
                  <a:pt x="320299" y="65541"/>
                  <a:pt x="322288" y="73041"/>
                  <a:pt x="322288" y="83149"/>
                </a:cubicBezTo>
                <a:cubicBezTo>
                  <a:pt x="322288" y="85628"/>
                  <a:pt x="322190" y="89606"/>
                  <a:pt x="321995" y="95084"/>
                </a:cubicBezTo>
                <a:cubicBezTo>
                  <a:pt x="321668" y="104214"/>
                  <a:pt x="321505" y="110312"/>
                  <a:pt x="321505" y="113377"/>
                </a:cubicBezTo>
                <a:cubicBezTo>
                  <a:pt x="321505" y="123224"/>
                  <a:pt x="321668" y="129501"/>
                  <a:pt x="321995" y="132208"/>
                </a:cubicBezTo>
                <a:cubicBezTo>
                  <a:pt x="322321" y="134914"/>
                  <a:pt x="323087" y="136626"/>
                  <a:pt x="324293" y="137343"/>
                </a:cubicBezTo>
                <a:cubicBezTo>
                  <a:pt x="325500" y="138061"/>
                  <a:pt x="328386" y="138485"/>
                  <a:pt x="332951" y="138615"/>
                </a:cubicBezTo>
                <a:lnTo>
                  <a:pt x="333929" y="139691"/>
                </a:lnTo>
                <a:lnTo>
                  <a:pt x="333929" y="145169"/>
                </a:lnTo>
                <a:moveTo>
                  <a:pt x="298028" y="122376"/>
                </a:moveTo>
                <a:lnTo>
                  <a:pt x="298028" y="98312"/>
                </a:lnTo>
                <a:cubicBezTo>
                  <a:pt x="287267" y="100660"/>
                  <a:pt x="280012" y="103187"/>
                  <a:pt x="276262" y="105893"/>
                </a:cubicBezTo>
                <a:cubicBezTo>
                  <a:pt x="272512" y="108600"/>
                  <a:pt x="270638" y="112725"/>
                  <a:pt x="270638" y="118268"/>
                </a:cubicBezTo>
                <a:cubicBezTo>
                  <a:pt x="270638" y="127137"/>
                  <a:pt x="274518" y="131572"/>
                  <a:pt x="282278" y="131572"/>
                </a:cubicBezTo>
                <a:cubicBezTo>
                  <a:pt x="288865" y="131572"/>
                  <a:pt x="294115" y="128507"/>
                  <a:pt x="298028" y="122376"/>
                </a:cubicBezTo>
                <a:moveTo>
                  <a:pt x="290202" y="46172"/>
                </a:moveTo>
                <a:lnTo>
                  <a:pt x="290202" y="46172"/>
                </a:lnTo>
                <a:moveTo>
                  <a:pt x="290202" y="153386"/>
                </a:moveTo>
                <a:lnTo>
                  <a:pt x="290202" y="153386"/>
                </a:lnTo>
                <a:close/>
                <a:moveTo>
                  <a:pt x="420600" y="115040"/>
                </a:moveTo>
                <a:cubicBezTo>
                  <a:pt x="420600" y="125539"/>
                  <a:pt x="416638" y="134001"/>
                  <a:pt x="408715" y="140425"/>
                </a:cubicBezTo>
                <a:cubicBezTo>
                  <a:pt x="400791" y="146848"/>
                  <a:pt x="390438" y="150060"/>
                  <a:pt x="377656" y="150060"/>
                </a:cubicBezTo>
                <a:cubicBezTo>
                  <a:pt x="368591" y="150060"/>
                  <a:pt x="358874" y="148104"/>
                  <a:pt x="348505" y="144191"/>
                </a:cubicBezTo>
                <a:lnTo>
                  <a:pt x="347429" y="142724"/>
                </a:lnTo>
                <a:cubicBezTo>
                  <a:pt x="348016" y="136724"/>
                  <a:pt x="348374" y="132061"/>
                  <a:pt x="348505" y="128735"/>
                </a:cubicBezTo>
                <a:lnTo>
                  <a:pt x="348994" y="116409"/>
                </a:lnTo>
                <a:lnTo>
                  <a:pt x="349972" y="115333"/>
                </a:lnTo>
                <a:lnTo>
                  <a:pt x="355744" y="115333"/>
                </a:lnTo>
                <a:lnTo>
                  <a:pt x="356918" y="116409"/>
                </a:lnTo>
                <a:cubicBezTo>
                  <a:pt x="357178" y="123713"/>
                  <a:pt x="357472" y="128018"/>
                  <a:pt x="357798" y="129322"/>
                </a:cubicBezTo>
                <a:cubicBezTo>
                  <a:pt x="363341" y="136430"/>
                  <a:pt x="370613" y="139985"/>
                  <a:pt x="379612" y="139985"/>
                </a:cubicBezTo>
                <a:cubicBezTo>
                  <a:pt x="385351" y="139985"/>
                  <a:pt x="389949" y="138582"/>
                  <a:pt x="393405" y="135778"/>
                </a:cubicBezTo>
                <a:cubicBezTo>
                  <a:pt x="396862" y="132974"/>
                  <a:pt x="398590" y="129224"/>
                  <a:pt x="398590" y="124529"/>
                </a:cubicBezTo>
                <a:cubicBezTo>
                  <a:pt x="398590" y="118594"/>
                  <a:pt x="395981" y="114648"/>
                  <a:pt x="390764" y="112692"/>
                </a:cubicBezTo>
                <a:cubicBezTo>
                  <a:pt x="388547" y="111844"/>
                  <a:pt x="384145" y="110736"/>
                  <a:pt x="377558" y="109366"/>
                </a:cubicBezTo>
                <a:cubicBezTo>
                  <a:pt x="366798" y="107083"/>
                  <a:pt x="359591" y="104475"/>
                  <a:pt x="355939" y="101540"/>
                </a:cubicBezTo>
                <a:cubicBezTo>
                  <a:pt x="350396" y="97106"/>
                  <a:pt x="347624" y="90551"/>
                  <a:pt x="347624" y="81878"/>
                </a:cubicBezTo>
                <a:cubicBezTo>
                  <a:pt x="347624" y="72422"/>
                  <a:pt x="351048" y="64824"/>
                  <a:pt x="357896" y="59085"/>
                </a:cubicBezTo>
                <a:cubicBezTo>
                  <a:pt x="365069" y="53085"/>
                  <a:pt x="374786" y="50085"/>
                  <a:pt x="387047" y="50085"/>
                </a:cubicBezTo>
                <a:cubicBezTo>
                  <a:pt x="397481" y="50085"/>
                  <a:pt x="406155" y="51846"/>
                  <a:pt x="413068" y="55368"/>
                </a:cubicBezTo>
                <a:lnTo>
                  <a:pt x="413948" y="56933"/>
                </a:lnTo>
                <a:cubicBezTo>
                  <a:pt x="413231" y="59868"/>
                  <a:pt x="412677" y="67400"/>
                  <a:pt x="412285" y="79530"/>
                </a:cubicBezTo>
                <a:lnTo>
                  <a:pt x="411209" y="80508"/>
                </a:lnTo>
                <a:lnTo>
                  <a:pt x="405633" y="80508"/>
                </a:lnTo>
                <a:lnTo>
                  <a:pt x="404557" y="79530"/>
                </a:lnTo>
                <a:cubicBezTo>
                  <a:pt x="404296" y="74835"/>
                  <a:pt x="403840" y="71019"/>
                  <a:pt x="403188" y="68085"/>
                </a:cubicBezTo>
                <a:cubicBezTo>
                  <a:pt x="399079" y="62868"/>
                  <a:pt x="393112" y="60259"/>
                  <a:pt x="385286" y="60259"/>
                </a:cubicBezTo>
                <a:cubicBezTo>
                  <a:pt x="380199" y="60259"/>
                  <a:pt x="376026" y="61498"/>
                  <a:pt x="372765" y="63976"/>
                </a:cubicBezTo>
                <a:cubicBezTo>
                  <a:pt x="369504" y="66454"/>
                  <a:pt x="367874" y="69715"/>
                  <a:pt x="367874" y="73758"/>
                </a:cubicBezTo>
                <a:cubicBezTo>
                  <a:pt x="367874" y="79171"/>
                  <a:pt x="370645" y="82791"/>
                  <a:pt x="376189" y="84617"/>
                </a:cubicBezTo>
                <a:cubicBezTo>
                  <a:pt x="378667" y="85399"/>
                  <a:pt x="383493" y="86508"/>
                  <a:pt x="390666" y="87943"/>
                </a:cubicBezTo>
                <a:cubicBezTo>
                  <a:pt x="401623" y="90095"/>
                  <a:pt x="408861" y="92573"/>
                  <a:pt x="412383" y="95377"/>
                </a:cubicBezTo>
                <a:cubicBezTo>
                  <a:pt x="417861" y="99747"/>
                  <a:pt x="420600" y="106301"/>
                  <a:pt x="420600" y="115040"/>
                </a:cubicBezTo>
                <a:close/>
                <a:moveTo>
                  <a:pt x="520606" y="90877"/>
                </a:moveTo>
                <a:cubicBezTo>
                  <a:pt x="520606" y="91986"/>
                  <a:pt x="520573" y="93649"/>
                  <a:pt x="520508" y="95866"/>
                </a:cubicBezTo>
                <a:lnTo>
                  <a:pt x="519432" y="97236"/>
                </a:lnTo>
                <a:cubicBezTo>
                  <a:pt x="510824" y="99584"/>
                  <a:pt x="499411" y="100758"/>
                  <a:pt x="485194" y="100758"/>
                </a:cubicBezTo>
                <a:cubicBezTo>
                  <a:pt x="482651" y="100758"/>
                  <a:pt x="478803" y="100806"/>
                  <a:pt x="473651" y="100904"/>
                </a:cubicBezTo>
                <a:cubicBezTo>
                  <a:pt x="468499" y="101002"/>
                  <a:pt x="464619" y="101051"/>
                  <a:pt x="462010" y="101051"/>
                </a:cubicBezTo>
                <a:cubicBezTo>
                  <a:pt x="462401" y="110638"/>
                  <a:pt x="465369" y="118561"/>
                  <a:pt x="470912" y="124822"/>
                </a:cubicBezTo>
                <a:cubicBezTo>
                  <a:pt x="476716" y="131539"/>
                  <a:pt x="484281" y="134898"/>
                  <a:pt x="493607" y="134898"/>
                </a:cubicBezTo>
                <a:cubicBezTo>
                  <a:pt x="499867" y="134898"/>
                  <a:pt x="507302" y="132746"/>
                  <a:pt x="515910" y="128441"/>
                </a:cubicBezTo>
                <a:lnTo>
                  <a:pt x="518258" y="131278"/>
                </a:lnTo>
                <a:lnTo>
                  <a:pt x="513954" y="140963"/>
                </a:lnTo>
                <a:cubicBezTo>
                  <a:pt x="504432" y="147028"/>
                  <a:pt x="494096" y="150060"/>
                  <a:pt x="482944" y="150060"/>
                </a:cubicBezTo>
                <a:cubicBezTo>
                  <a:pt x="468271" y="150060"/>
                  <a:pt x="456874" y="145919"/>
                  <a:pt x="448755" y="137637"/>
                </a:cubicBezTo>
                <a:cubicBezTo>
                  <a:pt x="440636" y="129354"/>
                  <a:pt x="436576" y="117551"/>
                  <a:pt x="436576" y="102225"/>
                </a:cubicBezTo>
                <a:cubicBezTo>
                  <a:pt x="436576" y="84030"/>
                  <a:pt x="440913" y="71574"/>
                  <a:pt x="449586" y="64857"/>
                </a:cubicBezTo>
                <a:cubicBezTo>
                  <a:pt x="461586" y="55596"/>
                  <a:pt x="472966" y="50966"/>
                  <a:pt x="483727" y="50966"/>
                </a:cubicBezTo>
                <a:cubicBezTo>
                  <a:pt x="495400" y="50966"/>
                  <a:pt x="504432" y="54324"/>
                  <a:pt x="510824" y="61041"/>
                </a:cubicBezTo>
                <a:cubicBezTo>
                  <a:pt x="517345" y="67954"/>
                  <a:pt x="520606" y="77900"/>
                  <a:pt x="520606" y="90877"/>
                </a:cubicBezTo>
                <a:moveTo>
                  <a:pt x="495074" y="88334"/>
                </a:moveTo>
                <a:cubicBezTo>
                  <a:pt x="495074" y="70726"/>
                  <a:pt x="489596" y="61922"/>
                  <a:pt x="478640" y="61922"/>
                </a:cubicBezTo>
                <a:cubicBezTo>
                  <a:pt x="467097" y="61922"/>
                  <a:pt x="461325" y="70661"/>
                  <a:pt x="461325" y="88138"/>
                </a:cubicBezTo>
                <a:lnTo>
                  <a:pt x="461325" y="90291"/>
                </a:lnTo>
                <a:cubicBezTo>
                  <a:pt x="465108" y="90877"/>
                  <a:pt x="471825" y="91171"/>
                  <a:pt x="481477" y="91171"/>
                </a:cubicBezTo>
                <a:cubicBezTo>
                  <a:pt x="486498" y="91171"/>
                  <a:pt x="490998" y="90877"/>
                  <a:pt x="494976" y="90291"/>
                </a:cubicBezTo>
                <a:cubicBezTo>
                  <a:pt x="495041" y="89378"/>
                  <a:pt x="495074" y="88725"/>
                  <a:pt x="495074" y="88334"/>
                </a:cubicBezTo>
                <a:moveTo>
                  <a:pt x="483238" y="153386"/>
                </a:moveTo>
                <a:lnTo>
                  <a:pt x="483238" y="153386"/>
                </a:lnTo>
                <a:moveTo>
                  <a:pt x="483238" y="46172"/>
                </a:moveTo>
                <a:lnTo>
                  <a:pt x="483238" y="46172"/>
                </a:lnTo>
                <a:close/>
                <a:moveTo>
                  <a:pt x="649378" y="145365"/>
                </a:moveTo>
                <a:lnTo>
                  <a:pt x="648498" y="146343"/>
                </a:lnTo>
                <a:cubicBezTo>
                  <a:pt x="641976" y="145952"/>
                  <a:pt x="631901" y="145756"/>
                  <a:pt x="618271" y="145756"/>
                </a:cubicBezTo>
                <a:cubicBezTo>
                  <a:pt x="604706" y="145756"/>
                  <a:pt x="594663" y="145952"/>
                  <a:pt x="588141" y="146343"/>
                </a:cubicBezTo>
                <a:lnTo>
                  <a:pt x="587261" y="145365"/>
                </a:lnTo>
                <a:lnTo>
                  <a:pt x="587261" y="138811"/>
                </a:lnTo>
                <a:lnTo>
                  <a:pt x="588239" y="137832"/>
                </a:lnTo>
                <a:cubicBezTo>
                  <a:pt x="594891" y="137441"/>
                  <a:pt x="598706" y="137115"/>
                  <a:pt x="599684" y="136854"/>
                </a:cubicBezTo>
                <a:cubicBezTo>
                  <a:pt x="601576" y="136333"/>
                  <a:pt x="602684" y="135126"/>
                  <a:pt x="603010" y="133235"/>
                </a:cubicBezTo>
                <a:cubicBezTo>
                  <a:pt x="603858" y="128539"/>
                  <a:pt x="604282" y="118431"/>
                  <a:pt x="604282" y="102910"/>
                </a:cubicBezTo>
                <a:lnTo>
                  <a:pt x="604282" y="51161"/>
                </a:lnTo>
                <a:cubicBezTo>
                  <a:pt x="604282" y="35640"/>
                  <a:pt x="603858" y="25532"/>
                  <a:pt x="603010" y="20836"/>
                </a:cubicBezTo>
                <a:cubicBezTo>
                  <a:pt x="602684" y="18945"/>
                  <a:pt x="601576" y="17739"/>
                  <a:pt x="599684" y="17217"/>
                </a:cubicBezTo>
                <a:cubicBezTo>
                  <a:pt x="598706" y="16956"/>
                  <a:pt x="594891" y="16630"/>
                  <a:pt x="588239" y="16239"/>
                </a:cubicBezTo>
                <a:lnTo>
                  <a:pt x="587261" y="15260"/>
                </a:lnTo>
                <a:lnTo>
                  <a:pt x="587261" y="8608"/>
                </a:lnTo>
                <a:lnTo>
                  <a:pt x="588239" y="7728"/>
                </a:lnTo>
                <a:cubicBezTo>
                  <a:pt x="594500" y="8119"/>
                  <a:pt x="604543" y="8315"/>
                  <a:pt x="618369" y="8315"/>
                </a:cubicBezTo>
                <a:cubicBezTo>
                  <a:pt x="632129" y="8315"/>
                  <a:pt x="642139" y="8119"/>
                  <a:pt x="648400" y="7728"/>
                </a:cubicBezTo>
                <a:lnTo>
                  <a:pt x="649378" y="8608"/>
                </a:lnTo>
                <a:lnTo>
                  <a:pt x="649378" y="15260"/>
                </a:lnTo>
                <a:lnTo>
                  <a:pt x="648400" y="16239"/>
                </a:lnTo>
                <a:cubicBezTo>
                  <a:pt x="641748" y="16630"/>
                  <a:pt x="637933" y="16956"/>
                  <a:pt x="636955" y="17217"/>
                </a:cubicBezTo>
                <a:cubicBezTo>
                  <a:pt x="635064" y="17739"/>
                  <a:pt x="633955" y="18945"/>
                  <a:pt x="633629" y="20836"/>
                </a:cubicBezTo>
                <a:cubicBezTo>
                  <a:pt x="632781" y="25532"/>
                  <a:pt x="632357" y="35640"/>
                  <a:pt x="632357" y="51161"/>
                </a:cubicBezTo>
                <a:lnTo>
                  <a:pt x="632357" y="102910"/>
                </a:lnTo>
                <a:cubicBezTo>
                  <a:pt x="632357" y="118431"/>
                  <a:pt x="632781" y="128539"/>
                  <a:pt x="633629" y="133235"/>
                </a:cubicBezTo>
                <a:cubicBezTo>
                  <a:pt x="633955" y="135126"/>
                  <a:pt x="635064" y="136333"/>
                  <a:pt x="636955" y="136854"/>
                </a:cubicBezTo>
                <a:cubicBezTo>
                  <a:pt x="637933" y="137115"/>
                  <a:pt x="641748" y="137441"/>
                  <a:pt x="648400" y="137832"/>
                </a:cubicBezTo>
                <a:lnTo>
                  <a:pt x="649378" y="138811"/>
                </a:lnTo>
                <a:lnTo>
                  <a:pt x="649378" y="145365"/>
                </a:lnTo>
                <a:moveTo>
                  <a:pt x="618271" y="2152"/>
                </a:moveTo>
                <a:lnTo>
                  <a:pt x="618271" y="2152"/>
                </a:lnTo>
                <a:moveTo>
                  <a:pt x="618271" y="153386"/>
                </a:moveTo>
                <a:lnTo>
                  <a:pt x="618271" y="15338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PhaseII">
            <a:extLst xmlns:a="http://schemas.openxmlformats.org/drawingml/2006/main">
              <a:ext uri="{FF2B5EF4-FFF2-40B4-BE49-F238E27FC236}">
                <a16:creationId xmlns:a16="http://schemas.microsoft.com/office/drawing/2014/main" id="{6A870D44-678C-4F0B-A2DA-7539D7BF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048" y="89902"/>
            <a:ext cx="727309" cy="153386"/>
          </a:xfrm>
          <a:custGeom xmlns:a="http://schemas.openxmlformats.org/drawingml/2006/main">
            <a:pathLst>
              <a:path w="727309" h="153386">
                <a:moveTo>
                  <a:pt x="110931" y="38347"/>
                </a:moveTo>
                <a:cubicBezTo>
                  <a:pt x="110931" y="51781"/>
                  <a:pt x="106350" y="62264"/>
                  <a:pt x="97187" y="69797"/>
                </a:cubicBezTo>
                <a:cubicBezTo>
                  <a:pt x="88024" y="77329"/>
                  <a:pt x="77671" y="81095"/>
                  <a:pt x="66128" y="81095"/>
                </a:cubicBezTo>
                <a:cubicBezTo>
                  <a:pt x="62215" y="81095"/>
                  <a:pt x="58270" y="80639"/>
                  <a:pt x="54292" y="79726"/>
                </a:cubicBezTo>
                <a:cubicBezTo>
                  <a:pt x="53705" y="77965"/>
                  <a:pt x="52564" y="75617"/>
                  <a:pt x="50868" y="72682"/>
                </a:cubicBezTo>
                <a:lnTo>
                  <a:pt x="52922" y="70530"/>
                </a:lnTo>
                <a:cubicBezTo>
                  <a:pt x="55661" y="71443"/>
                  <a:pt x="58172" y="71900"/>
                  <a:pt x="60455" y="71900"/>
                </a:cubicBezTo>
                <a:cubicBezTo>
                  <a:pt x="67041" y="71900"/>
                  <a:pt x="72324" y="69568"/>
                  <a:pt x="76302" y="64905"/>
                </a:cubicBezTo>
                <a:cubicBezTo>
                  <a:pt x="80280" y="60243"/>
                  <a:pt x="82269" y="53705"/>
                  <a:pt x="82269" y="45292"/>
                </a:cubicBezTo>
                <a:cubicBezTo>
                  <a:pt x="82269" y="27097"/>
                  <a:pt x="74085" y="17999"/>
                  <a:pt x="57716" y="17999"/>
                </a:cubicBezTo>
                <a:cubicBezTo>
                  <a:pt x="55759" y="17999"/>
                  <a:pt x="51846" y="18391"/>
                  <a:pt x="45977" y="19173"/>
                </a:cubicBezTo>
                <a:cubicBezTo>
                  <a:pt x="45390" y="20738"/>
                  <a:pt x="45096" y="31401"/>
                  <a:pt x="45096" y="51161"/>
                </a:cubicBezTo>
                <a:lnTo>
                  <a:pt x="45096" y="102910"/>
                </a:lnTo>
                <a:cubicBezTo>
                  <a:pt x="45096" y="118431"/>
                  <a:pt x="45520" y="128539"/>
                  <a:pt x="46368" y="133235"/>
                </a:cubicBezTo>
                <a:cubicBezTo>
                  <a:pt x="46694" y="135126"/>
                  <a:pt x="47803" y="136333"/>
                  <a:pt x="49694" y="136854"/>
                </a:cubicBezTo>
                <a:cubicBezTo>
                  <a:pt x="50281" y="136985"/>
                  <a:pt x="54748" y="137311"/>
                  <a:pt x="63096" y="137832"/>
                </a:cubicBezTo>
                <a:lnTo>
                  <a:pt x="64172" y="138909"/>
                </a:lnTo>
                <a:lnTo>
                  <a:pt x="64172" y="145365"/>
                </a:lnTo>
                <a:lnTo>
                  <a:pt x="63194" y="146343"/>
                </a:lnTo>
                <a:cubicBezTo>
                  <a:pt x="54259" y="145952"/>
                  <a:pt x="43564" y="145756"/>
                  <a:pt x="31108" y="145756"/>
                </a:cubicBezTo>
                <a:cubicBezTo>
                  <a:pt x="17086" y="145756"/>
                  <a:pt x="7043" y="145952"/>
                  <a:pt x="978" y="146343"/>
                </a:cubicBezTo>
                <a:lnTo>
                  <a:pt x="0" y="145463"/>
                </a:lnTo>
                <a:lnTo>
                  <a:pt x="0" y="138909"/>
                </a:lnTo>
                <a:lnTo>
                  <a:pt x="1076" y="137832"/>
                </a:lnTo>
                <a:cubicBezTo>
                  <a:pt x="7663" y="137441"/>
                  <a:pt x="11445" y="137115"/>
                  <a:pt x="12424" y="136854"/>
                </a:cubicBezTo>
                <a:cubicBezTo>
                  <a:pt x="14315" y="136333"/>
                  <a:pt x="15423" y="135126"/>
                  <a:pt x="15749" y="133235"/>
                </a:cubicBezTo>
                <a:cubicBezTo>
                  <a:pt x="16597" y="128539"/>
                  <a:pt x="17021" y="118431"/>
                  <a:pt x="17021" y="102910"/>
                </a:cubicBezTo>
                <a:lnTo>
                  <a:pt x="17021" y="51161"/>
                </a:lnTo>
                <a:cubicBezTo>
                  <a:pt x="17021" y="35640"/>
                  <a:pt x="16597" y="25532"/>
                  <a:pt x="15749" y="20836"/>
                </a:cubicBezTo>
                <a:cubicBezTo>
                  <a:pt x="15423" y="18945"/>
                  <a:pt x="14315" y="17739"/>
                  <a:pt x="12424" y="17217"/>
                </a:cubicBezTo>
                <a:cubicBezTo>
                  <a:pt x="11445" y="16956"/>
                  <a:pt x="7630" y="16630"/>
                  <a:pt x="978" y="16239"/>
                </a:cubicBezTo>
                <a:lnTo>
                  <a:pt x="0" y="15163"/>
                </a:lnTo>
                <a:lnTo>
                  <a:pt x="0" y="8706"/>
                </a:lnTo>
                <a:lnTo>
                  <a:pt x="1076" y="7728"/>
                </a:lnTo>
                <a:cubicBezTo>
                  <a:pt x="7467" y="8119"/>
                  <a:pt x="17282" y="8315"/>
                  <a:pt x="30521" y="8315"/>
                </a:cubicBezTo>
                <a:cubicBezTo>
                  <a:pt x="35999" y="8315"/>
                  <a:pt x="43890" y="8217"/>
                  <a:pt x="54194" y="8021"/>
                </a:cubicBezTo>
                <a:cubicBezTo>
                  <a:pt x="64498" y="7826"/>
                  <a:pt x="70432" y="7728"/>
                  <a:pt x="71998" y="7728"/>
                </a:cubicBezTo>
                <a:cubicBezTo>
                  <a:pt x="89867" y="7728"/>
                  <a:pt x="101475" y="12260"/>
                  <a:pt x="106823" y="21325"/>
                </a:cubicBezTo>
                <a:cubicBezTo>
                  <a:pt x="109562" y="26021"/>
                  <a:pt x="110931" y="31695"/>
                  <a:pt x="110931" y="38347"/>
                </a:cubicBezTo>
                <a:close/>
                <a:moveTo>
                  <a:pt x="234118" y="145365"/>
                </a:moveTo>
                <a:lnTo>
                  <a:pt x="233139" y="146441"/>
                </a:lnTo>
                <a:cubicBezTo>
                  <a:pt x="225966" y="145984"/>
                  <a:pt x="219901" y="145756"/>
                  <a:pt x="214944" y="145756"/>
                </a:cubicBezTo>
                <a:cubicBezTo>
                  <a:pt x="210379" y="145756"/>
                  <a:pt x="203727" y="145984"/>
                  <a:pt x="194988" y="146441"/>
                </a:cubicBezTo>
                <a:lnTo>
                  <a:pt x="194010" y="145463"/>
                </a:lnTo>
                <a:cubicBezTo>
                  <a:pt x="195184" y="130920"/>
                  <a:pt x="195771" y="119703"/>
                  <a:pt x="195771" y="111812"/>
                </a:cubicBezTo>
                <a:lnTo>
                  <a:pt x="195771" y="92638"/>
                </a:lnTo>
                <a:cubicBezTo>
                  <a:pt x="195771" y="76726"/>
                  <a:pt x="190032" y="68769"/>
                  <a:pt x="178554" y="68769"/>
                </a:cubicBezTo>
                <a:cubicBezTo>
                  <a:pt x="172424" y="68769"/>
                  <a:pt x="167663" y="70889"/>
                  <a:pt x="164272" y="75128"/>
                </a:cubicBezTo>
                <a:cubicBezTo>
                  <a:pt x="161533" y="78519"/>
                  <a:pt x="160163" y="82889"/>
                  <a:pt x="160163" y="88236"/>
                </a:cubicBezTo>
                <a:lnTo>
                  <a:pt x="160163" y="99779"/>
                </a:lnTo>
                <a:cubicBezTo>
                  <a:pt x="160163" y="113018"/>
                  <a:pt x="160392" y="123876"/>
                  <a:pt x="160848" y="132354"/>
                </a:cubicBezTo>
                <a:cubicBezTo>
                  <a:pt x="160979" y="134898"/>
                  <a:pt x="161696" y="136463"/>
                  <a:pt x="163000" y="137050"/>
                </a:cubicBezTo>
                <a:cubicBezTo>
                  <a:pt x="164500" y="137832"/>
                  <a:pt x="168381" y="138322"/>
                  <a:pt x="174641" y="138517"/>
                </a:cubicBezTo>
                <a:lnTo>
                  <a:pt x="175717" y="139495"/>
                </a:lnTo>
                <a:lnTo>
                  <a:pt x="175717" y="145463"/>
                </a:lnTo>
                <a:lnTo>
                  <a:pt x="174739" y="146441"/>
                </a:lnTo>
                <a:cubicBezTo>
                  <a:pt x="168544" y="145984"/>
                  <a:pt x="159609" y="145756"/>
                  <a:pt x="147936" y="145756"/>
                </a:cubicBezTo>
                <a:cubicBezTo>
                  <a:pt x="136262" y="145756"/>
                  <a:pt x="127360" y="145984"/>
                  <a:pt x="121230" y="146441"/>
                </a:cubicBezTo>
                <a:lnTo>
                  <a:pt x="120252" y="145463"/>
                </a:lnTo>
                <a:lnTo>
                  <a:pt x="120252" y="139495"/>
                </a:lnTo>
                <a:lnTo>
                  <a:pt x="121230" y="138517"/>
                </a:lnTo>
                <a:cubicBezTo>
                  <a:pt x="127491" y="138322"/>
                  <a:pt x="131371" y="137832"/>
                  <a:pt x="132871" y="137050"/>
                </a:cubicBezTo>
                <a:cubicBezTo>
                  <a:pt x="134175" y="136463"/>
                  <a:pt x="134893" y="134898"/>
                  <a:pt x="135023" y="132354"/>
                </a:cubicBezTo>
                <a:cubicBezTo>
                  <a:pt x="135479" y="123876"/>
                  <a:pt x="135708" y="109040"/>
                  <a:pt x="135708" y="87845"/>
                </a:cubicBezTo>
                <a:lnTo>
                  <a:pt x="135708" y="55074"/>
                </a:lnTo>
                <a:cubicBezTo>
                  <a:pt x="135708" y="41379"/>
                  <a:pt x="135479" y="30292"/>
                  <a:pt x="135023" y="21815"/>
                </a:cubicBezTo>
                <a:cubicBezTo>
                  <a:pt x="134893" y="19402"/>
                  <a:pt x="134175" y="17820"/>
                  <a:pt x="132871" y="17070"/>
                </a:cubicBezTo>
                <a:cubicBezTo>
                  <a:pt x="131567" y="16320"/>
                  <a:pt x="127784" y="15847"/>
                  <a:pt x="121523" y="15652"/>
                </a:cubicBezTo>
                <a:lnTo>
                  <a:pt x="120545" y="14576"/>
                </a:lnTo>
                <a:lnTo>
                  <a:pt x="120545" y="9195"/>
                </a:lnTo>
                <a:lnTo>
                  <a:pt x="121523" y="8119"/>
                </a:lnTo>
                <a:cubicBezTo>
                  <a:pt x="134110" y="6750"/>
                  <a:pt x="146729" y="4043"/>
                  <a:pt x="159381" y="0"/>
                </a:cubicBezTo>
                <a:lnTo>
                  <a:pt x="161435" y="1174"/>
                </a:lnTo>
                <a:cubicBezTo>
                  <a:pt x="161435" y="2935"/>
                  <a:pt x="161337" y="6163"/>
                  <a:pt x="161142" y="10858"/>
                </a:cubicBezTo>
                <a:cubicBezTo>
                  <a:pt x="160489" y="26445"/>
                  <a:pt x="160163" y="43694"/>
                  <a:pt x="160163" y="62607"/>
                </a:cubicBezTo>
                <a:lnTo>
                  <a:pt x="160163" y="68085"/>
                </a:lnTo>
                <a:lnTo>
                  <a:pt x="177380" y="53607"/>
                </a:lnTo>
                <a:cubicBezTo>
                  <a:pt x="181684" y="51846"/>
                  <a:pt x="186413" y="50966"/>
                  <a:pt x="191565" y="50966"/>
                </a:cubicBezTo>
                <a:cubicBezTo>
                  <a:pt x="201934" y="50966"/>
                  <a:pt x="209694" y="54096"/>
                  <a:pt x="214846" y="60357"/>
                </a:cubicBezTo>
                <a:cubicBezTo>
                  <a:pt x="219020" y="65444"/>
                  <a:pt x="221107" y="72911"/>
                  <a:pt x="221107" y="82758"/>
                </a:cubicBezTo>
                <a:cubicBezTo>
                  <a:pt x="221107" y="83867"/>
                  <a:pt x="220977" y="87845"/>
                  <a:pt x="220716" y="94693"/>
                </a:cubicBezTo>
                <a:cubicBezTo>
                  <a:pt x="220455" y="101540"/>
                  <a:pt x="220324" y="107768"/>
                  <a:pt x="220324" y="113377"/>
                </a:cubicBezTo>
                <a:cubicBezTo>
                  <a:pt x="220324" y="123224"/>
                  <a:pt x="220488" y="129501"/>
                  <a:pt x="220814" y="132208"/>
                </a:cubicBezTo>
                <a:cubicBezTo>
                  <a:pt x="221140" y="134914"/>
                  <a:pt x="221890" y="136626"/>
                  <a:pt x="223064" y="137343"/>
                </a:cubicBezTo>
                <a:cubicBezTo>
                  <a:pt x="224237" y="138061"/>
                  <a:pt x="227629" y="138485"/>
                  <a:pt x="233237" y="138615"/>
                </a:cubicBezTo>
                <a:lnTo>
                  <a:pt x="234118" y="139593"/>
                </a:lnTo>
                <a:lnTo>
                  <a:pt x="234118" y="145365"/>
                </a:lnTo>
                <a:close/>
                <a:moveTo>
                  <a:pt x="333929" y="145169"/>
                </a:moveTo>
                <a:lnTo>
                  <a:pt x="332853" y="146245"/>
                </a:lnTo>
                <a:cubicBezTo>
                  <a:pt x="327375" y="145919"/>
                  <a:pt x="321081" y="145756"/>
                  <a:pt x="313973" y="145756"/>
                </a:cubicBezTo>
                <a:cubicBezTo>
                  <a:pt x="308430" y="145756"/>
                  <a:pt x="303115" y="145919"/>
                  <a:pt x="298028" y="146245"/>
                </a:cubicBezTo>
                <a:lnTo>
                  <a:pt x="297147" y="145169"/>
                </a:lnTo>
                <a:lnTo>
                  <a:pt x="298028" y="132061"/>
                </a:lnTo>
                <a:lnTo>
                  <a:pt x="279050" y="146539"/>
                </a:lnTo>
                <a:cubicBezTo>
                  <a:pt x="277550" y="147647"/>
                  <a:pt x="275398" y="148332"/>
                  <a:pt x="272594" y="148593"/>
                </a:cubicBezTo>
                <a:cubicBezTo>
                  <a:pt x="271485" y="148723"/>
                  <a:pt x="270181" y="148789"/>
                  <a:pt x="268681" y="148789"/>
                </a:cubicBezTo>
                <a:cubicBezTo>
                  <a:pt x="261442" y="148789"/>
                  <a:pt x="255883" y="146604"/>
                  <a:pt x="252002" y="142234"/>
                </a:cubicBezTo>
                <a:cubicBezTo>
                  <a:pt x="248122" y="137865"/>
                  <a:pt x="246182" y="131833"/>
                  <a:pt x="246182" y="124137"/>
                </a:cubicBezTo>
                <a:cubicBezTo>
                  <a:pt x="246182" y="113964"/>
                  <a:pt x="249410" y="106757"/>
                  <a:pt x="255866" y="102518"/>
                </a:cubicBezTo>
                <a:cubicBezTo>
                  <a:pt x="262844" y="97888"/>
                  <a:pt x="276898" y="93714"/>
                  <a:pt x="298028" y="89997"/>
                </a:cubicBezTo>
                <a:cubicBezTo>
                  <a:pt x="298028" y="79628"/>
                  <a:pt x="295289" y="72682"/>
                  <a:pt x="289811" y="69161"/>
                </a:cubicBezTo>
                <a:cubicBezTo>
                  <a:pt x="286485" y="67009"/>
                  <a:pt x="282507" y="65933"/>
                  <a:pt x="277876" y="65933"/>
                </a:cubicBezTo>
                <a:cubicBezTo>
                  <a:pt x="272790" y="65933"/>
                  <a:pt x="268779" y="66976"/>
                  <a:pt x="265844" y="69063"/>
                </a:cubicBezTo>
                <a:lnTo>
                  <a:pt x="262127" y="78160"/>
                </a:lnTo>
                <a:lnTo>
                  <a:pt x="260855" y="78845"/>
                </a:lnTo>
                <a:lnTo>
                  <a:pt x="255866" y="77671"/>
                </a:lnTo>
                <a:lnTo>
                  <a:pt x="255181" y="76302"/>
                </a:lnTo>
                <a:lnTo>
                  <a:pt x="255671" y="64759"/>
                </a:lnTo>
                <a:cubicBezTo>
                  <a:pt x="266431" y="56803"/>
                  <a:pt x="274518" y="52303"/>
                  <a:pt x="279931" y="51259"/>
                </a:cubicBezTo>
                <a:cubicBezTo>
                  <a:pt x="282213" y="50803"/>
                  <a:pt x="285180" y="50574"/>
                  <a:pt x="288833" y="50574"/>
                </a:cubicBezTo>
                <a:cubicBezTo>
                  <a:pt x="301680" y="50574"/>
                  <a:pt x="310843" y="53933"/>
                  <a:pt x="316321" y="60650"/>
                </a:cubicBezTo>
                <a:cubicBezTo>
                  <a:pt x="320299" y="65541"/>
                  <a:pt x="322288" y="73041"/>
                  <a:pt x="322288" y="83149"/>
                </a:cubicBezTo>
                <a:cubicBezTo>
                  <a:pt x="322288" y="85628"/>
                  <a:pt x="322190" y="89606"/>
                  <a:pt x="321994" y="95084"/>
                </a:cubicBezTo>
                <a:cubicBezTo>
                  <a:pt x="321668" y="104214"/>
                  <a:pt x="321505" y="110312"/>
                  <a:pt x="321505" y="113377"/>
                </a:cubicBezTo>
                <a:cubicBezTo>
                  <a:pt x="321505" y="123224"/>
                  <a:pt x="321668" y="129501"/>
                  <a:pt x="321994" y="132208"/>
                </a:cubicBezTo>
                <a:cubicBezTo>
                  <a:pt x="322321" y="134914"/>
                  <a:pt x="323087" y="136626"/>
                  <a:pt x="324293" y="137343"/>
                </a:cubicBezTo>
                <a:cubicBezTo>
                  <a:pt x="325500" y="138061"/>
                  <a:pt x="328386" y="138485"/>
                  <a:pt x="332951" y="138615"/>
                </a:cubicBezTo>
                <a:lnTo>
                  <a:pt x="333929" y="139691"/>
                </a:lnTo>
                <a:lnTo>
                  <a:pt x="333929" y="145169"/>
                </a:lnTo>
                <a:moveTo>
                  <a:pt x="298028" y="122376"/>
                </a:moveTo>
                <a:lnTo>
                  <a:pt x="298028" y="98312"/>
                </a:lnTo>
                <a:cubicBezTo>
                  <a:pt x="287267" y="100660"/>
                  <a:pt x="280012" y="103187"/>
                  <a:pt x="276262" y="105893"/>
                </a:cubicBezTo>
                <a:cubicBezTo>
                  <a:pt x="272512" y="108600"/>
                  <a:pt x="270637" y="112725"/>
                  <a:pt x="270637" y="118268"/>
                </a:cubicBezTo>
                <a:cubicBezTo>
                  <a:pt x="270637" y="127137"/>
                  <a:pt x="274518" y="131572"/>
                  <a:pt x="282278" y="131572"/>
                </a:cubicBezTo>
                <a:cubicBezTo>
                  <a:pt x="288865" y="131572"/>
                  <a:pt x="294115" y="128507"/>
                  <a:pt x="298028" y="122376"/>
                </a:cubicBezTo>
                <a:moveTo>
                  <a:pt x="290202" y="46172"/>
                </a:moveTo>
                <a:lnTo>
                  <a:pt x="290202" y="46172"/>
                </a:lnTo>
                <a:moveTo>
                  <a:pt x="290202" y="153386"/>
                </a:moveTo>
                <a:lnTo>
                  <a:pt x="290202" y="153386"/>
                </a:lnTo>
                <a:close/>
                <a:moveTo>
                  <a:pt x="420600" y="115040"/>
                </a:moveTo>
                <a:cubicBezTo>
                  <a:pt x="420600" y="125539"/>
                  <a:pt x="416638" y="134001"/>
                  <a:pt x="408714" y="140425"/>
                </a:cubicBezTo>
                <a:cubicBezTo>
                  <a:pt x="400791" y="146848"/>
                  <a:pt x="390438" y="150060"/>
                  <a:pt x="377656" y="150060"/>
                </a:cubicBezTo>
                <a:cubicBezTo>
                  <a:pt x="368591" y="150060"/>
                  <a:pt x="358874" y="148104"/>
                  <a:pt x="348504" y="144191"/>
                </a:cubicBezTo>
                <a:lnTo>
                  <a:pt x="347428" y="142724"/>
                </a:lnTo>
                <a:cubicBezTo>
                  <a:pt x="348015" y="136724"/>
                  <a:pt x="348374" y="132061"/>
                  <a:pt x="348504" y="128735"/>
                </a:cubicBezTo>
                <a:lnTo>
                  <a:pt x="348993" y="116409"/>
                </a:lnTo>
                <a:lnTo>
                  <a:pt x="349972" y="115333"/>
                </a:lnTo>
                <a:lnTo>
                  <a:pt x="355743" y="115333"/>
                </a:lnTo>
                <a:lnTo>
                  <a:pt x="356917" y="116409"/>
                </a:lnTo>
                <a:cubicBezTo>
                  <a:pt x="357178" y="123713"/>
                  <a:pt x="357471" y="128018"/>
                  <a:pt x="357798" y="129322"/>
                </a:cubicBezTo>
                <a:cubicBezTo>
                  <a:pt x="363341" y="136430"/>
                  <a:pt x="370612" y="139985"/>
                  <a:pt x="379612" y="139985"/>
                </a:cubicBezTo>
                <a:cubicBezTo>
                  <a:pt x="385351" y="139985"/>
                  <a:pt x="389949" y="138582"/>
                  <a:pt x="393405" y="135778"/>
                </a:cubicBezTo>
                <a:cubicBezTo>
                  <a:pt x="396861" y="132974"/>
                  <a:pt x="398590" y="129224"/>
                  <a:pt x="398590" y="124529"/>
                </a:cubicBezTo>
                <a:cubicBezTo>
                  <a:pt x="398590" y="118594"/>
                  <a:pt x="395981" y="114648"/>
                  <a:pt x="390764" y="112692"/>
                </a:cubicBezTo>
                <a:cubicBezTo>
                  <a:pt x="388547" y="111844"/>
                  <a:pt x="384145" y="110736"/>
                  <a:pt x="377558" y="109366"/>
                </a:cubicBezTo>
                <a:cubicBezTo>
                  <a:pt x="366797" y="107083"/>
                  <a:pt x="359591" y="104475"/>
                  <a:pt x="355939" y="101540"/>
                </a:cubicBezTo>
                <a:cubicBezTo>
                  <a:pt x="350396" y="97106"/>
                  <a:pt x="347624" y="90551"/>
                  <a:pt x="347624" y="81878"/>
                </a:cubicBezTo>
                <a:cubicBezTo>
                  <a:pt x="347624" y="72422"/>
                  <a:pt x="351048" y="64824"/>
                  <a:pt x="357895" y="59085"/>
                </a:cubicBezTo>
                <a:cubicBezTo>
                  <a:pt x="365069" y="53085"/>
                  <a:pt x="374786" y="50085"/>
                  <a:pt x="387047" y="50085"/>
                </a:cubicBezTo>
                <a:cubicBezTo>
                  <a:pt x="397481" y="50085"/>
                  <a:pt x="406155" y="51846"/>
                  <a:pt x="413067" y="55368"/>
                </a:cubicBezTo>
                <a:lnTo>
                  <a:pt x="413948" y="56933"/>
                </a:lnTo>
                <a:cubicBezTo>
                  <a:pt x="413231" y="59868"/>
                  <a:pt x="412676" y="67400"/>
                  <a:pt x="412285" y="79530"/>
                </a:cubicBezTo>
                <a:lnTo>
                  <a:pt x="411209" y="80508"/>
                </a:lnTo>
                <a:lnTo>
                  <a:pt x="405633" y="80508"/>
                </a:lnTo>
                <a:lnTo>
                  <a:pt x="404557" y="79530"/>
                </a:lnTo>
                <a:cubicBezTo>
                  <a:pt x="404296" y="74835"/>
                  <a:pt x="403840" y="71019"/>
                  <a:pt x="403187" y="68085"/>
                </a:cubicBezTo>
                <a:cubicBezTo>
                  <a:pt x="399079" y="62868"/>
                  <a:pt x="393112" y="60259"/>
                  <a:pt x="385286" y="60259"/>
                </a:cubicBezTo>
                <a:cubicBezTo>
                  <a:pt x="380199" y="60259"/>
                  <a:pt x="376025" y="61498"/>
                  <a:pt x="372764" y="63976"/>
                </a:cubicBezTo>
                <a:cubicBezTo>
                  <a:pt x="369504" y="66454"/>
                  <a:pt x="367873" y="69715"/>
                  <a:pt x="367873" y="73758"/>
                </a:cubicBezTo>
                <a:cubicBezTo>
                  <a:pt x="367873" y="79171"/>
                  <a:pt x="370645" y="82791"/>
                  <a:pt x="376188" y="84617"/>
                </a:cubicBezTo>
                <a:cubicBezTo>
                  <a:pt x="378666" y="85399"/>
                  <a:pt x="383492" y="86508"/>
                  <a:pt x="390666" y="87943"/>
                </a:cubicBezTo>
                <a:cubicBezTo>
                  <a:pt x="401622" y="90095"/>
                  <a:pt x="408861" y="92573"/>
                  <a:pt x="412383" y="95377"/>
                </a:cubicBezTo>
                <a:cubicBezTo>
                  <a:pt x="417861" y="99747"/>
                  <a:pt x="420600" y="106301"/>
                  <a:pt x="420600" y="115040"/>
                </a:cubicBezTo>
                <a:close/>
                <a:moveTo>
                  <a:pt x="520605" y="90877"/>
                </a:moveTo>
                <a:cubicBezTo>
                  <a:pt x="520605" y="91986"/>
                  <a:pt x="520573" y="93649"/>
                  <a:pt x="520507" y="95866"/>
                </a:cubicBezTo>
                <a:lnTo>
                  <a:pt x="519431" y="97236"/>
                </a:lnTo>
                <a:cubicBezTo>
                  <a:pt x="510823" y="99584"/>
                  <a:pt x="499410" y="100758"/>
                  <a:pt x="485193" y="100758"/>
                </a:cubicBezTo>
                <a:cubicBezTo>
                  <a:pt x="482650" y="100758"/>
                  <a:pt x="478802" y="100806"/>
                  <a:pt x="473650" y="100904"/>
                </a:cubicBezTo>
                <a:cubicBezTo>
                  <a:pt x="468498" y="101002"/>
                  <a:pt x="464618" y="101051"/>
                  <a:pt x="462009" y="101051"/>
                </a:cubicBezTo>
                <a:cubicBezTo>
                  <a:pt x="462401" y="110638"/>
                  <a:pt x="465368" y="118561"/>
                  <a:pt x="470911" y="124822"/>
                </a:cubicBezTo>
                <a:cubicBezTo>
                  <a:pt x="476715" y="131539"/>
                  <a:pt x="484280" y="134898"/>
                  <a:pt x="493606" y="134898"/>
                </a:cubicBezTo>
                <a:cubicBezTo>
                  <a:pt x="499867" y="134898"/>
                  <a:pt x="507301" y="132746"/>
                  <a:pt x="515910" y="128441"/>
                </a:cubicBezTo>
                <a:lnTo>
                  <a:pt x="518257" y="131278"/>
                </a:lnTo>
                <a:lnTo>
                  <a:pt x="513953" y="140963"/>
                </a:lnTo>
                <a:cubicBezTo>
                  <a:pt x="504432" y="147028"/>
                  <a:pt x="494095" y="150060"/>
                  <a:pt x="482943" y="150060"/>
                </a:cubicBezTo>
                <a:cubicBezTo>
                  <a:pt x="468270" y="150060"/>
                  <a:pt x="456874" y="145919"/>
                  <a:pt x="448754" y="137637"/>
                </a:cubicBezTo>
                <a:cubicBezTo>
                  <a:pt x="440635" y="129354"/>
                  <a:pt x="436575" y="117551"/>
                  <a:pt x="436575" y="102225"/>
                </a:cubicBezTo>
                <a:cubicBezTo>
                  <a:pt x="436575" y="84030"/>
                  <a:pt x="440912" y="71574"/>
                  <a:pt x="449586" y="64857"/>
                </a:cubicBezTo>
                <a:cubicBezTo>
                  <a:pt x="461585" y="55596"/>
                  <a:pt x="472965" y="50966"/>
                  <a:pt x="483726" y="50966"/>
                </a:cubicBezTo>
                <a:cubicBezTo>
                  <a:pt x="495400" y="50966"/>
                  <a:pt x="504432" y="54324"/>
                  <a:pt x="510823" y="61041"/>
                </a:cubicBezTo>
                <a:cubicBezTo>
                  <a:pt x="517344" y="67954"/>
                  <a:pt x="520605" y="77900"/>
                  <a:pt x="520605" y="90877"/>
                </a:cubicBezTo>
                <a:moveTo>
                  <a:pt x="495073" y="88334"/>
                </a:moveTo>
                <a:cubicBezTo>
                  <a:pt x="495073" y="70726"/>
                  <a:pt x="489595" y="61922"/>
                  <a:pt x="478639" y="61922"/>
                </a:cubicBezTo>
                <a:cubicBezTo>
                  <a:pt x="467096" y="61922"/>
                  <a:pt x="461325" y="70661"/>
                  <a:pt x="461325" y="88138"/>
                </a:cubicBezTo>
                <a:lnTo>
                  <a:pt x="461325" y="90291"/>
                </a:lnTo>
                <a:cubicBezTo>
                  <a:pt x="465107" y="90877"/>
                  <a:pt x="471824" y="91171"/>
                  <a:pt x="481476" y="91171"/>
                </a:cubicBezTo>
                <a:cubicBezTo>
                  <a:pt x="486498" y="91171"/>
                  <a:pt x="490997" y="90877"/>
                  <a:pt x="494976" y="90291"/>
                </a:cubicBezTo>
                <a:cubicBezTo>
                  <a:pt x="495041" y="89378"/>
                  <a:pt x="495073" y="88725"/>
                  <a:pt x="495073" y="88334"/>
                </a:cubicBezTo>
                <a:moveTo>
                  <a:pt x="483237" y="153386"/>
                </a:moveTo>
                <a:lnTo>
                  <a:pt x="483237" y="153386"/>
                </a:lnTo>
                <a:moveTo>
                  <a:pt x="483237" y="46172"/>
                </a:moveTo>
                <a:lnTo>
                  <a:pt x="483237" y="46172"/>
                </a:lnTo>
                <a:close/>
                <a:moveTo>
                  <a:pt x="649377" y="145365"/>
                </a:moveTo>
                <a:lnTo>
                  <a:pt x="648496" y="146343"/>
                </a:lnTo>
                <a:cubicBezTo>
                  <a:pt x="641975" y="145952"/>
                  <a:pt x="631899" y="145756"/>
                  <a:pt x="618269" y="145756"/>
                </a:cubicBezTo>
                <a:cubicBezTo>
                  <a:pt x="604704" y="145756"/>
                  <a:pt x="594661" y="145952"/>
                  <a:pt x="588140" y="146343"/>
                </a:cubicBezTo>
                <a:lnTo>
                  <a:pt x="587259" y="145365"/>
                </a:lnTo>
                <a:lnTo>
                  <a:pt x="587259" y="138811"/>
                </a:lnTo>
                <a:lnTo>
                  <a:pt x="588238" y="137832"/>
                </a:lnTo>
                <a:cubicBezTo>
                  <a:pt x="594890" y="137441"/>
                  <a:pt x="598705" y="137115"/>
                  <a:pt x="599683" y="136854"/>
                </a:cubicBezTo>
                <a:cubicBezTo>
                  <a:pt x="601574" y="136333"/>
                  <a:pt x="602683" y="135126"/>
                  <a:pt x="603009" y="133235"/>
                </a:cubicBezTo>
                <a:cubicBezTo>
                  <a:pt x="603857" y="128539"/>
                  <a:pt x="604281" y="118431"/>
                  <a:pt x="604281" y="102910"/>
                </a:cubicBezTo>
                <a:lnTo>
                  <a:pt x="604281" y="51161"/>
                </a:lnTo>
                <a:cubicBezTo>
                  <a:pt x="604281" y="35640"/>
                  <a:pt x="603857" y="25532"/>
                  <a:pt x="603009" y="20836"/>
                </a:cubicBezTo>
                <a:cubicBezTo>
                  <a:pt x="602683" y="18945"/>
                  <a:pt x="601574" y="17739"/>
                  <a:pt x="599683" y="17217"/>
                </a:cubicBezTo>
                <a:cubicBezTo>
                  <a:pt x="598705" y="16956"/>
                  <a:pt x="594890" y="16630"/>
                  <a:pt x="588238" y="16239"/>
                </a:cubicBezTo>
                <a:lnTo>
                  <a:pt x="587259" y="15260"/>
                </a:lnTo>
                <a:lnTo>
                  <a:pt x="587259" y="8608"/>
                </a:lnTo>
                <a:lnTo>
                  <a:pt x="588238" y="7728"/>
                </a:lnTo>
                <a:cubicBezTo>
                  <a:pt x="594498" y="8119"/>
                  <a:pt x="604541" y="8315"/>
                  <a:pt x="618367" y="8315"/>
                </a:cubicBezTo>
                <a:cubicBezTo>
                  <a:pt x="632127" y="8315"/>
                  <a:pt x="642138" y="8119"/>
                  <a:pt x="648399" y="7728"/>
                </a:cubicBezTo>
                <a:lnTo>
                  <a:pt x="649377" y="8608"/>
                </a:lnTo>
                <a:lnTo>
                  <a:pt x="649377" y="15260"/>
                </a:lnTo>
                <a:lnTo>
                  <a:pt x="648399" y="16239"/>
                </a:lnTo>
                <a:cubicBezTo>
                  <a:pt x="641747" y="16630"/>
                  <a:pt x="637932" y="16956"/>
                  <a:pt x="636953" y="17217"/>
                </a:cubicBezTo>
                <a:cubicBezTo>
                  <a:pt x="635062" y="17739"/>
                  <a:pt x="633953" y="18945"/>
                  <a:pt x="633627" y="20836"/>
                </a:cubicBezTo>
                <a:cubicBezTo>
                  <a:pt x="632780" y="25532"/>
                  <a:pt x="632356" y="35640"/>
                  <a:pt x="632356" y="51161"/>
                </a:cubicBezTo>
                <a:lnTo>
                  <a:pt x="632356" y="102910"/>
                </a:lnTo>
                <a:cubicBezTo>
                  <a:pt x="632356" y="118431"/>
                  <a:pt x="632780" y="128539"/>
                  <a:pt x="633627" y="133235"/>
                </a:cubicBezTo>
                <a:cubicBezTo>
                  <a:pt x="633953" y="135126"/>
                  <a:pt x="635062" y="136333"/>
                  <a:pt x="636953" y="136854"/>
                </a:cubicBezTo>
                <a:cubicBezTo>
                  <a:pt x="637932" y="137115"/>
                  <a:pt x="641747" y="137441"/>
                  <a:pt x="648399" y="137832"/>
                </a:cubicBezTo>
                <a:lnTo>
                  <a:pt x="649377" y="138811"/>
                </a:lnTo>
                <a:lnTo>
                  <a:pt x="649377" y="145365"/>
                </a:lnTo>
                <a:moveTo>
                  <a:pt x="618269" y="2152"/>
                </a:moveTo>
                <a:lnTo>
                  <a:pt x="618269" y="2152"/>
                </a:lnTo>
                <a:moveTo>
                  <a:pt x="618269" y="153386"/>
                </a:moveTo>
                <a:lnTo>
                  <a:pt x="618269" y="153386"/>
                </a:lnTo>
                <a:close/>
                <a:moveTo>
                  <a:pt x="727309" y="145365"/>
                </a:moveTo>
                <a:lnTo>
                  <a:pt x="726429" y="146343"/>
                </a:lnTo>
                <a:cubicBezTo>
                  <a:pt x="719908" y="145952"/>
                  <a:pt x="709832" y="145756"/>
                  <a:pt x="696202" y="145756"/>
                </a:cubicBezTo>
                <a:cubicBezTo>
                  <a:pt x="682637" y="145756"/>
                  <a:pt x="672594" y="145952"/>
                  <a:pt x="666072" y="146343"/>
                </a:cubicBezTo>
                <a:lnTo>
                  <a:pt x="665192" y="145365"/>
                </a:lnTo>
                <a:lnTo>
                  <a:pt x="665192" y="138811"/>
                </a:lnTo>
                <a:lnTo>
                  <a:pt x="666170" y="137832"/>
                </a:lnTo>
                <a:cubicBezTo>
                  <a:pt x="672822" y="137441"/>
                  <a:pt x="676637" y="137115"/>
                  <a:pt x="677615" y="136854"/>
                </a:cubicBezTo>
                <a:cubicBezTo>
                  <a:pt x="679507" y="136333"/>
                  <a:pt x="680615" y="135126"/>
                  <a:pt x="680941" y="133235"/>
                </a:cubicBezTo>
                <a:cubicBezTo>
                  <a:pt x="681789" y="128539"/>
                  <a:pt x="682213" y="118431"/>
                  <a:pt x="682213" y="102910"/>
                </a:cubicBezTo>
                <a:lnTo>
                  <a:pt x="682213" y="51161"/>
                </a:lnTo>
                <a:cubicBezTo>
                  <a:pt x="682213" y="35640"/>
                  <a:pt x="681789" y="25532"/>
                  <a:pt x="680941" y="20836"/>
                </a:cubicBezTo>
                <a:cubicBezTo>
                  <a:pt x="680615" y="18945"/>
                  <a:pt x="679507" y="17739"/>
                  <a:pt x="677615" y="17217"/>
                </a:cubicBezTo>
                <a:cubicBezTo>
                  <a:pt x="676637" y="16956"/>
                  <a:pt x="672822" y="16630"/>
                  <a:pt x="666170" y="16239"/>
                </a:cubicBezTo>
                <a:lnTo>
                  <a:pt x="665192" y="15260"/>
                </a:lnTo>
                <a:lnTo>
                  <a:pt x="665192" y="8608"/>
                </a:lnTo>
                <a:lnTo>
                  <a:pt x="666170" y="7728"/>
                </a:lnTo>
                <a:cubicBezTo>
                  <a:pt x="672431" y="8119"/>
                  <a:pt x="682474" y="8315"/>
                  <a:pt x="696300" y="8315"/>
                </a:cubicBezTo>
                <a:cubicBezTo>
                  <a:pt x="710060" y="8315"/>
                  <a:pt x="720071" y="8119"/>
                  <a:pt x="726331" y="7728"/>
                </a:cubicBezTo>
                <a:lnTo>
                  <a:pt x="727309" y="8608"/>
                </a:lnTo>
                <a:lnTo>
                  <a:pt x="727309" y="15260"/>
                </a:lnTo>
                <a:lnTo>
                  <a:pt x="726331" y="16239"/>
                </a:lnTo>
                <a:cubicBezTo>
                  <a:pt x="719679" y="16630"/>
                  <a:pt x="715864" y="16956"/>
                  <a:pt x="714886" y="17217"/>
                </a:cubicBezTo>
                <a:cubicBezTo>
                  <a:pt x="712995" y="17739"/>
                  <a:pt x="711886" y="18945"/>
                  <a:pt x="711560" y="20836"/>
                </a:cubicBezTo>
                <a:cubicBezTo>
                  <a:pt x="710712" y="25532"/>
                  <a:pt x="710288" y="35640"/>
                  <a:pt x="710288" y="51161"/>
                </a:cubicBezTo>
                <a:lnTo>
                  <a:pt x="710288" y="102910"/>
                </a:lnTo>
                <a:cubicBezTo>
                  <a:pt x="710288" y="118431"/>
                  <a:pt x="710712" y="128539"/>
                  <a:pt x="711560" y="133235"/>
                </a:cubicBezTo>
                <a:cubicBezTo>
                  <a:pt x="711886" y="135126"/>
                  <a:pt x="712995" y="136333"/>
                  <a:pt x="714886" y="136854"/>
                </a:cubicBezTo>
                <a:cubicBezTo>
                  <a:pt x="715864" y="137115"/>
                  <a:pt x="719679" y="137441"/>
                  <a:pt x="726331" y="137832"/>
                </a:cubicBezTo>
                <a:lnTo>
                  <a:pt x="727309" y="138811"/>
                </a:lnTo>
                <a:lnTo>
                  <a:pt x="727309" y="145365"/>
                </a:lnTo>
                <a:moveTo>
                  <a:pt x="696202" y="2152"/>
                </a:moveTo>
                <a:lnTo>
                  <a:pt x="696202" y="2152"/>
                </a:lnTo>
                <a:moveTo>
                  <a:pt x="696202" y="153386"/>
                </a:moveTo>
                <a:lnTo>
                  <a:pt x="696202" y="15338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85B0B-580A-4175-B0BB-9687737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6" y="5138496"/>
            <a:ext cx="2380245" cy="175989"/>
          </a:xfrm>
          <a:custGeom xmlns:a="http://schemas.openxmlformats.org/drawingml/2006/main">
            <a:pathLst>
              <a:path w="2380245" h="175989" fill="none">
                <a:moveTo>
                  <a:pt x="0" y="0"/>
                </a:moveTo>
                <a:cubicBezTo>
                  <a:pt x="0" y="48579"/>
                  <a:pt x="27993" y="87995"/>
                  <a:pt x="62638" y="87995"/>
                </a:cubicBezTo>
                <a:lnTo>
                  <a:pt x="1094973" y="87995"/>
                </a:lnTo>
                <a:cubicBezTo>
                  <a:pt x="1129619" y="87995"/>
                  <a:pt x="1157611" y="127410"/>
                  <a:pt x="1157611" y="175989"/>
                </a:cubicBezTo>
                <a:cubicBezTo>
                  <a:pt x="1157611" y="127410"/>
                  <a:pt x="1185604" y="87995"/>
                  <a:pt x="1220249" y="87995"/>
                </a:cubicBezTo>
                <a:lnTo>
                  <a:pt x="2317607" y="87995"/>
                </a:lnTo>
                <a:cubicBezTo>
                  <a:pt x="2352253" y="87995"/>
                  <a:pt x="2380245" y="48579"/>
                  <a:pt x="238024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C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E25A7-43C9-4EF9-A2ED-E25FA045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6" y="3968709"/>
            <a:ext cx="10" cy="1169787"/>
          </a:xfrm>
          <a:custGeom xmlns:a="http://schemas.openxmlformats.org/drawingml/2006/main">
            <a:pathLst>
              <a:path w="1" h="1169787" fill="none">
                <a:moveTo>
                  <a:pt x="0" y="0"/>
                </a:moveTo>
                <a:lnTo>
                  <a:pt x="0" y="1169787"/>
                </a:lnTo>
              </a:path>
            </a:pathLst>
          </a:custGeom>
          <a:noFill xmlns:a="http://schemas.openxmlformats.org/drawingml/2006/main"/>
          <a:ln xmlns:a="http://schemas.openxmlformats.org/drawingml/2006/main" w="18829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C6EE5-54C4-4FCB-B372-337341E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015" y="3809415"/>
            <a:ext cx="4645" cy="1286527"/>
          </a:xfrm>
          <a:custGeom xmlns:a="http://schemas.openxmlformats.org/drawingml/2006/main">
            <a:pathLst>
              <a:path w="4645" h="1286527" fill="none">
                <a:moveTo>
                  <a:pt x="0" y="0"/>
                </a:moveTo>
                <a:lnTo>
                  <a:pt x="4645" y="1286527"/>
                </a:lnTo>
              </a:path>
            </a:pathLst>
          </a:custGeom>
          <a:noFill xmlns:a="http://schemas.openxmlformats.org/drawingml/2006/main"/>
          <a:ln xmlns:a="http://schemas.openxmlformats.org/drawingml/2006/main" w="18829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C8C4D-F153-4E91-94C9-FC2D8301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693" y="3666565"/>
            <a:ext cx="6527" cy="1429377"/>
          </a:xfrm>
          <a:custGeom xmlns:a="http://schemas.openxmlformats.org/drawingml/2006/main">
            <a:pathLst>
              <a:path w="6527" h="1429377" fill="none">
                <a:moveTo>
                  <a:pt x="0" y="0"/>
                </a:moveTo>
                <a:lnTo>
                  <a:pt x="6527" y="1429377"/>
                </a:lnTo>
              </a:path>
            </a:pathLst>
          </a:custGeom>
          <a:noFill xmlns:a="http://schemas.openxmlformats.org/drawingml/2006/main"/>
          <a:ln xmlns:a="http://schemas.openxmlformats.org/drawingml/2006/main" w="18829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088B9-930E-4958-ACD7-A73B819D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337" y="5148036"/>
            <a:ext cx="3216883" cy="194190"/>
          </a:xfrm>
          <a:custGeom xmlns:a="http://schemas.openxmlformats.org/drawingml/2006/main">
            <a:pathLst>
              <a:path w="3216883" h="194190" fill="none">
                <a:moveTo>
                  <a:pt x="0" y="0"/>
                </a:moveTo>
                <a:cubicBezTo>
                  <a:pt x="0" y="53600"/>
                  <a:pt x="30880" y="97032"/>
                  <a:pt x="69040" y="97032"/>
                </a:cubicBezTo>
                <a:lnTo>
                  <a:pt x="1495405" y="97032"/>
                </a:lnTo>
                <a:cubicBezTo>
                  <a:pt x="1533565" y="97032"/>
                  <a:pt x="1564444" y="140590"/>
                  <a:pt x="1564444" y="194190"/>
                </a:cubicBezTo>
                <a:cubicBezTo>
                  <a:pt x="1564444" y="140590"/>
                  <a:pt x="1595324" y="97032"/>
                  <a:pt x="1633484" y="97032"/>
                </a:cubicBezTo>
                <a:lnTo>
                  <a:pt x="3147844" y="97032"/>
                </a:lnTo>
                <a:cubicBezTo>
                  <a:pt x="3186004" y="97032"/>
                  <a:pt x="3216883" y="53600"/>
                  <a:pt x="321688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C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4F639-C2FC-487A-A536-80D08774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93" y="5902868"/>
            <a:ext cx="4778817" cy="219735"/>
          </a:xfrm>
          <a:custGeom xmlns:a="http://schemas.openxmlformats.org/drawingml/2006/main">
            <a:pathLst>
              <a:path w="4778817" h="219735" fill="none">
                <a:moveTo>
                  <a:pt x="0" y="0"/>
                </a:moveTo>
                <a:cubicBezTo>
                  <a:pt x="0" y="60680"/>
                  <a:pt x="35022" y="109861"/>
                  <a:pt x="78078" y="109861"/>
                </a:cubicBezTo>
                <a:lnTo>
                  <a:pt x="2245931" y="109861"/>
                </a:lnTo>
                <a:cubicBezTo>
                  <a:pt x="2289113" y="109861"/>
                  <a:pt x="2324135" y="159055"/>
                  <a:pt x="2324135" y="219735"/>
                </a:cubicBezTo>
                <a:cubicBezTo>
                  <a:pt x="2324135" y="159055"/>
                  <a:pt x="2359031" y="109861"/>
                  <a:pt x="2402212" y="109861"/>
                </a:cubicBezTo>
                <a:lnTo>
                  <a:pt x="4700739" y="109861"/>
                </a:lnTo>
                <a:cubicBezTo>
                  <a:pt x="4743921" y="109861"/>
                  <a:pt x="4778817" y="60680"/>
                  <a:pt x="477881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691" cap="flat">
            <a:solidFill>
              <a:srgbClr val="C00000"/>
            </a:solidFill>
            <a:miter/>
          </a:ln>
        </p:spPr>
      </p:sp>
      <p:pic>
        <p:nvPicPr>
          <p:cNvPr id="3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7a87469a549af"/>
          <a:stretch xmlns:a="http://schemas.openxmlformats.org/drawingml/2006/main"/>
        </p:blipFill>
        <p:spPr>
          <a:xfrm xmlns:a="http://schemas.openxmlformats.org/drawingml/2006/main">
            <a:off x="5896492" y="1385236"/>
            <a:ext cx="535784" cy="3107549"/>
          </a:xfrm>
          <a:prstGeom xmlns:a="http://schemas.openxmlformats.org/drawingml/2006/main" prst="rect">
            <a:avLst/>
          </a:prstGeom>
        </p:spPr>
      </p:pic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9AEAE-B871-4617-B7DB-32B2801A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516" y="1423019"/>
            <a:ext cx="422148" cy="2988675"/>
          </a:xfrm>
          <a:custGeom xmlns:a="http://schemas.openxmlformats.org/drawingml/2006/main">
            <a:pathLst>
              <a:path w="422148" h="2988675">
                <a:moveTo>
                  <a:pt x="0" y="2988675"/>
                </a:moveTo>
                <a:lnTo>
                  <a:pt x="0" y="2842311"/>
                </a:lnTo>
                <a:lnTo>
                  <a:pt x="148499" y="2842311"/>
                </a:lnTo>
                <a:cubicBezTo>
                  <a:pt x="193939" y="2842311"/>
                  <a:pt x="230844" y="2805531"/>
                  <a:pt x="230844" y="2759965"/>
                </a:cubicBezTo>
                <a:lnTo>
                  <a:pt x="230844" y="202726"/>
                </a:lnTo>
                <a:lnTo>
                  <a:pt x="185780" y="202726"/>
                </a:lnTo>
                <a:lnTo>
                  <a:pt x="303901" y="0"/>
                </a:lnTo>
                <a:lnTo>
                  <a:pt x="422148" y="202726"/>
                </a:lnTo>
                <a:lnTo>
                  <a:pt x="377083" y="202726"/>
                </a:lnTo>
                <a:lnTo>
                  <a:pt x="377083" y="2759965"/>
                </a:lnTo>
                <a:cubicBezTo>
                  <a:pt x="377083" y="2886245"/>
                  <a:pt x="274779" y="2988675"/>
                  <a:pt x="148499" y="2988675"/>
                </a:cubicBezTo>
                <a:lnTo>
                  <a:pt x="0" y="2988675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B87A5-12E3-4562-BDE8-8C861143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516" y="1423019"/>
            <a:ext cx="422148" cy="2988675"/>
          </a:xfrm>
          <a:custGeom xmlns:a="http://schemas.openxmlformats.org/drawingml/2006/main">
            <a:pathLst>
              <a:path w="422148" h="2988675" fill="none">
                <a:moveTo>
                  <a:pt x="0" y="2988675"/>
                </a:moveTo>
                <a:lnTo>
                  <a:pt x="148499" y="2988675"/>
                </a:lnTo>
                <a:cubicBezTo>
                  <a:pt x="274779" y="2988675"/>
                  <a:pt x="377083" y="2886245"/>
                  <a:pt x="377083" y="2759965"/>
                </a:cubicBezTo>
                <a:lnTo>
                  <a:pt x="377083" y="202726"/>
                </a:lnTo>
                <a:lnTo>
                  <a:pt x="422148" y="202726"/>
                </a:lnTo>
                <a:lnTo>
                  <a:pt x="303901" y="0"/>
                </a:lnTo>
                <a:lnTo>
                  <a:pt x="185780" y="202726"/>
                </a:lnTo>
                <a:lnTo>
                  <a:pt x="230844" y="202726"/>
                </a:lnTo>
                <a:lnTo>
                  <a:pt x="230844" y="2759965"/>
                </a:lnTo>
                <a:cubicBezTo>
                  <a:pt x="230844" y="2805531"/>
                  <a:pt x="193939" y="2842311"/>
                  <a:pt x="148499" y="2842311"/>
                </a:cubicBezTo>
                <a:lnTo>
                  <a:pt x="0" y="2842311"/>
                </a:lnTo>
                <a:lnTo>
                  <a:pt x="0" y="29886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172C51"/>
            </a:solidFill>
            <a:miter/>
          </a:ln>
        </p:spPr>
      </p:sp>
      <p:pic>
        <p:nvPicPr>
          <p:cNvPr id="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f218fece745d1"/>
          <a:stretch xmlns:a="http://schemas.openxmlformats.org/drawingml/2006/main"/>
        </p:blipFill>
        <p:spPr>
          <a:xfrm xmlns:a="http://schemas.openxmlformats.org/drawingml/2006/main">
            <a:off x="5610942" y="3634179"/>
            <a:ext cx="941226" cy="375075"/>
          </a:xfrm>
          <a:prstGeom xmlns:a="http://schemas.openxmlformats.org/drawingml/2006/main" prst="rect">
            <a:avLst/>
          </a:prstGeom>
        </p:spPr>
      </p:pic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3473f108040ef"/>
          <a:stretch xmlns:a="http://schemas.openxmlformats.org/drawingml/2006/main"/>
        </p:blipFill>
        <p:spPr>
          <a:xfrm xmlns:a="http://schemas.openxmlformats.org/drawingml/2006/main">
            <a:off x="5628581" y="3613053"/>
            <a:ext cx="904415" cy="470011"/>
          </a:xfrm>
          <a:prstGeom xmlns:a="http://schemas.openxmlformats.org/drawingml/2006/main" prst="rect">
            <a:avLst/>
          </a:prstGeom>
        </p:spPr>
      </p:pic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69F67-2104-4BFB-999B-0D834236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61" y="3666628"/>
            <a:ext cx="835119" cy="261410"/>
          </a:xfrm>
          <a:custGeom xmlns:a="http://schemas.openxmlformats.org/drawingml/2006/main">
            <a:pathLst>
              <a:path w="835119" h="261410">
                <a:moveTo>
                  <a:pt x="0" y="261410"/>
                </a:moveTo>
                <a:lnTo>
                  <a:pt x="0" y="0"/>
                </a:lnTo>
                <a:lnTo>
                  <a:pt x="835119" y="0"/>
                </a:lnTo>
                <a:lnTo>
                  <a:pt x="835119" y="261410"/>
                </a:lnTo>
                <a:lnTo>
                  <a:pt x="0" y="26141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425EF-D010-4CF8-B68E-7763D989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61" y="3666628"/>
            <a:ext cx="835119" cy="261410"/>
          </a:xfrm>
          <a:custGeom xmlns:a="http://schemas.openxmlformats.org/drawingml/2006/main">
            <a:pathLst>
              <a:path w="835119" h="261410" fill="none">
                <a:moveTo>
                  <a:pt x="0" y="261410"/>
                </a:moveTo>
                <a:lnTo>
                  <a:pt x="835119" y="261410"/>
                </a:lnTo>
                <a:lnTo>
                  <a:pt x="835119" y="0"/>
                </a:lnTo>
                <a:lnTo>
                  <a:pt x="0" y="0"/>
                </a:lnTo>
                <a:lnTo>
                  <a:pt x="0" y="2614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53" cap="flat">
            <a:solidFill>
              <a:srgbClr val="000000"/>
            </a:solidFill>
            <a:miter/>
          </a:ln>
        </p:spPr>
      </p:sp>
      <p:sp>
        <p:nvSpPr>
          <p:cNvPr id="181" name="Text Upload">
            <a:extLst xmlns:a="http://schemas.openxmlformats.org/drawingml/2006/main">
              <a:ext uri="{FF2B5EF4-FFF2-40B4-BE49-F238E27FC236}">
                <a16:creationId xmlns:a16="http://schemas.microsoft.com/office/drawing/2014/main" id="{C3633DFA-B5B8-4DC4-B617-356EC31C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463" y="3728643"/>
            <a:ext cx="588037" cy="175035"/>
          </a:xfrm>
          <a:custGeom xmlns:a="http://schemas.openxmlformats.org/drawingml/2006/main">
            <a:pathLst>
              <a:path w="588037" h="175035">
                <a:moveTo>
                  <a:pt x="127877" y="13425"/>
                </a:moveTo>
                <a:lnTo>
                  <a:pt x="127017" y="14285"/>
                </a:lnTo>
                <a:cubicBezTo>
                  <a:pt x="120247" y="14285"/>
                  <a:pt x="116432" y="16092"/>
                  <a:pt x="115571" y="19707"/>
                </a:cubicBezTo>
                <a:cubicBezTo>
                  <a:pt x="115113" y="21714"/>
                  <a:pt x="114768" y="26075"/>
                  <a:pt x="114539" y="32787"/>
                </a:cubicBezTo>
                <a:cubicBezTo>
                  <a:pt x="114367" y="37778"/>
                  <a:pt x="114281" y="44978"/>
                  <a:pt x="114281" y="54387"/>
                </a:cubicBezTo>
                <a:lnTo>
                  <a:pt x="114281" y="80891"/>
                </a:lnTo>
                <a:cubicBezTo>
                  <a:pt x="114281" y="97930"/>
                  <a:pt x="110925" y="110093"/>
                  <a:pt x="104212" y="117379"/>
                </a:cubicBezTo>
                <a:cubicBezTo>
                  <a:pt x="95320" y="127017"/>
                  <a:pt x="82641" y="131836"/>
                  <a:pt x="66176" y="131836"/>
                </a:cubicBezTo>
                <a:cubicBezTo>
                  <a:pt x="51145" y="131836"/>
                  <a:pt x="39413" y="129340"/>
                  <a:pt x="30980" y="124349"/>
                </a:cubicBezTo>
                <a:cubicBezTo>
                  <a:pt x="23866" y="120104"/>
                  <a:pt x="19219" y="114080"/>
                  <a:pt x="17039" y="106278"/>
                </a:cubicBezTo>
                <a:cubicBezTo>
                  <a:pt x="15662" y="101286"/>
                  <a:pt x="14974" y="88263"/>
                  <a:pt x="14974" y="67209"/>
                </a:cubicBezTo>
                <a:lnTo>
                  <a:pt x="14974" y="45007"/>
                </a:lnTo>
                <a:cubicBezTo>
                  <a:pt x="14974" y="31353"/>
                  <a:pt x="14601" y="22460"/>
                  <a:pt x="13855" y="18330"/>
                </a:cubicBezTo>
                <a:cubicBezTo>
                  <a:pt x="13568" y="16666"/>
                  <a:pt x="12593" y="15605"/>
                  <a:pt x="10929" y="15146"/>
                </a:cubicBezTo>
                <a:cubicBezTo>
                  <a:pt x="10068" y="14916"/>
                  <a:pt x="6712" y="14629"/>
                  <a:pt x="861" y="14285"/>
                </a:cubicBezTo>
                <a:lnTo>
                  <a:pt x="0" y="13425"/>
                </a:lnTo>
                <a:lnTo>
                  <a:pt x="0" y="7659"/>
                </a:lnTo>
                <a:lnTo>
                  <a:pt x="861" y="6798"/>
                </a:lnTo>
                <a:cubicBezTo>
                  <a:pt x="6368" y="7143"/>
                  <a:pt x="15203" y="7315"/>
                  <a:pt x="27365" y="7315"/>
                </a:cubicBezTo>
                <a:cubicBezTo>
                  <a:pt x="39757" y="7315"/>
                  <a:pt x="48564" y="7143"/>
                  <a:pt x="53784" y="6798"/>
                </a:cubicBezTo>
                <a:lnTo>
                  <a:pt x="54645" y="7659"/>
                </a:lnTo>
                <a:lnTo>
                  <a:pt x="54645" y="13425"/>
                </a:lnTo>
                <a:lnTo>
                  <a:pt x="53784" y="14285"/>
                </a:lnTo>
                <a:cubicBezTo>
                  <a:pt x="47932" y="14629"/>
                  <a:pt x="44576" y="14916"/>
                  <a:pt x="43716" y="15146"/>
                </a:cubicBezTo>
                <a:cubicBezTo>
                  <a:pt x="42052" y="15605"/>
                  <a:pt x="41077" y="16666"/>
                  <a:pt x="40790" y="18330"/>
                </a:cubicBezTo>
                <a:cubicBezTo>
                  <a:pt x="40044" y="22460"/>
                  <a:pt x="39671" y="31353"/>
                  <a:pt x="39671" y="45007"/>
                </a:cubicBezTo>
                <a:lnTo>
                  <a:pt x="39671" y="62734"/>
                </a:lnTo>
                <a:cubicBezTo>
                  <a:pt x="39671" y="84420"/>
                  <a:pt x="40647" y="97701"/>
                  <a:pt x="42597" y="102577"/>
                </a:cubicBezTo>
                <a:cubicBezTo>
                  <a:pt x="46498" y="112215"/>
                  <a:pt x="56108" y="117034"/>
                  <a:pt x="71425" y="117034"/>
                </a:cubicBezTo>
                <a:cubicBezTo>
                  <a:pt x="81465" y="117034"/>
                  <a:pt x="89296" y="114568"/>
                  <a:pt x="94918" y="109634"/>
                </a:cubicBezTo>
                <a:cubicBezTo>
                  <a:pt x="97557" y="107282"/>
                  <a:pt x="99393" y="104901"/>
                  <a:pt x="100426" y="102491"/>
                </a:cubicBezTo>
                <a:cubicBezTo>
                  <a:pt x="101459" y="100082"/>
                  <a:pt x="102262" y="96353"/>
                  <a:pt x="102835" y="91304"/>
                </a:cubicBezTo>
                <a:cubicBezTo>
                  <a:pt x="103352" y="86600"/>
                  <a:pt x="103610" y="81838"/>
                  <a:pt x="103610" y="77019"/>
                </a:cubicBezTo>
                <a:lnTo>
                  <a:pt x="103610" y="59120"/>
                </a:lnTo>
                <a:cubicBezTo>
                  <a:pt x="103610" y="44089"/>
                  <a:pt x="103553" y="33820"/>
                  <a:pt x="103438" y="28312"/>
                </a:cubicBezTo>
                <a:cubicBezTo>
                  <a:pt x="103323" y="23149"/>
                  <a:pt x="102979" y="19793"/>
                  <a:pt x="102405" y="18244"/>
                </a:cubicBezTo>
                <a:cubicBezTo>
                  <a:pt x="101946" y="17096"/>
                  <a:pt x="100942" y="16207"/>
                  <a:pt x="99393" y="15576"/>
                </a:cubicBezTo>
                <a:cubicBezTo>
                  <a:pt x="98074" y="15060"/>
                  <a:pt x="94545" y="14629"/>
                  <a:pt x="88808" y="14285"/>
                </a:cubicBezTo>
                <a:lnTo>
                  <a:pt x="87948" y="13425"/>
                </a:lnTo>
                <a:lnTo>
                  <a:pt x="87948" y="7659"/>
                </a:lnTo>
                <a:lnTo>
                  <a:pt x="88808" y="6798"/>
                </a:lnTo>
                <a:cubicBezTo>
                  <a:pt x="93800" y="7143"/>
                  <a:pt x="98934" y="7315"/>
                  <a:pt x="104212" y="7315"/>
                </a:cubicBezTo>
                <a:cubicBezTo>
                  <a:pt x="108171" y="7315"/>
                  <a:pt x="115772" y="7143"/>
                  <a:pt x="127017" y="6798"/>
                </a:cubicBezTo>
                <a:lnTo>
                  <a:pt x="127877" y="7659"/>
                </a:lnTo>
                <a:lnTo>
                  <a:pt x="127877" y="13425"/>
                </a:lnTo>
                <a:moveTo>
                  <a:pt x="66176" y="1893"/>
                </a:moveTo>
                <a:lnTo>
                  <a:pt x="66176" y="1893"/>
                </a:lnTo>
                <a:moveTo>
                  <a:pt x="66176" y="134934"/>
                </a:moveTo>
                <a:lnTo>
                  <a:pt x="66176" y="134934"/>
                </a:lnTo>
                <a:close/>
                <a:moveTo>
                  <a:pt x="231947" y="78310"/>
                </a:moveTo>
                <a:cubicBezTo>
                  <a:pt x="231947" y="85366"/>
                  <a:pt x="230684" y="92107"/>
                  <a:pt x="228160" y="98533"/>
                </a:cubicBezTo>
                <a:cubicBezTo>
                  <a:pt x="226324" y="103237"/>
                  <a:pt x="223915" y="107224"/>
                  <a:pt x="220932" y="110494"/>
                </a:cubicBezTo>
                <a:cubicBezTo>
                  <a:pt x="219612" y="111929"/>
                  <a:pt x="217145" y="113994"/>
                  <a:pt x="213531" y="116690"/>
                </a:cubicBezTo>
                <a:cubicBezTo>
                  <a:pt x="209744" y="119731"/>
                  <a:pt x="205011" y="123402"/>
                  <a:pt x="199332" y="127705"/>
                </a:cubicBezTo>
                <a:cubicBezTo>
                  <a:pt x="195947" y="129943"/>
                  <a:pt x="191644" y="131061"/>
                  <a:pt x="186424" y="131061"/>
                </a:cubicBezTo>
                <a:cubicBezTo>
                  <a:pt x="181432" y="131061"/>
                  <a:pt x="176441" y="130143"/>
                  <a:pt x="171450" y="128308"/>
                </a:cubicBezTo>
                <a:lnTo>
                  <a:pt x="171450" y="160578"/>
                </a:lnTo>
                <a:cubicBezTo>
                  <a:pt x="171450" y="163217"/>
                  <a:pt x="171766" y="164967"/>
                  <a:pt x="172397" y="165827"/>
                </a:cubicBezTo>
                <a:cubicBezTo>
                  <a:pt x="172741" y="166286"/>
                  <a:pt x="173515" y="166659"/>
                  <a:pt x="174720" y="166946"/>
                </a:cubicBezTo>
                <a:cubicBezTo>
                  <a:pt x="175638" y="167176"/>
                  <a:pt x="179310" y="167520"/>
                  <a:pt x="185735" y="167979"/>
                </a:cubicBezTo>
                <a:lnTo>
                  <a:pt x="186682" y="168839"/>
                </a:lnTo>
                <a:lnTo>
                  <a:pt x="186682" y="174175"/>
                </a:lnTo>
                <a:lnTo>
                  <a:pt x="185821" y="175035"/>
                </a:lnTo>
                <a:cubicBezTo>
                  <a:pt x="178076" y="174576"/>
                  <a:pt x="169270" y="174347"/>
                  <a:pt x="159402" y="174347"/>
                </a:cubicBezTo>
                <a:cubicBezTo>
                  <a:pt x="152174" y="174347"/>
                  <a:pt x="144945" y="174576"/>
                  <a:pt x="137717" y="175035"/>
                </a:cubicBezTo>
                <a:lnTo>
                  <a:pt x="136856" y="174175"/>
                </a:lnTo>
                <a:lnTo>
                  <a:pt x="136856" y="169011"/>
                </a:lnTo>
                <a:lnTo>
                  <a:pt x="137717" y="168065"/>
                </a:lnTo>
                <a:cubicBezTo>
                  <a:pt x="143511" y="167893"/>
                  <a:pt x="146838" y="167434"/>
                  <a:pt x="147699" y="166688"/>
                </a:cubicBezTo>
                <a:cubicBezTo>
                  <a:pt x="148273" y="166172"/>
                  <a:pt x="148617" y="165627"/>
                  <a:pt x="148732" y="165053"/>
                </a:cubicBezTo>
                <a:cubicBezTo>
                  <a:pt x="148961" y="163963"/>
                  <a:pt x="149191" y="161152"/>
                  <a:pt x="149420" y="156620"/>
                </a:cubicBezTo>
                <a:cubicBezTo>
                  <a:pt x="149592" y="153177"/>
                  <a:pt x="149707" y="148789"/>
                  <a:pt x="149764" y="143453"/>
                </a:cubicBezTo>
                <a:lnTo>
                  <a:pt x="149936" y="130115"/>
                </a:lnTo>
                <a:lnTo>
                  <a:pt x="149936" y="80117"/>
                </a:lnTo>
                <a:cubicBezTo>
                  <a:pt x="149936" y="79543"/>
                  <a:pt x="149764" y="75298"/>
                  <a:pt x="149420" y="67381"/>
                </a:cubicBezTo>
                <a:cubicBezTo>
                  <a:pt x="149248" y="63652"/>
                  <a:pt x="148947" y="61257"/>
                  <a:pt x="148517" y="60195"/>
                </a:cubicBezTo>
                <a:cubicBezTo>
                  <a:pt x="148086" y="59134"/>
                  <a:pt x="146896" y="58460"/>
                  <a:pt x="144945" y="58173"/>
                </a:cubicBezTo>
                <a:cubicBezTo>
                  <a:pt x="144257" y="58058"/>
                  <a:pt x="141733" y="57915"/>
                  <a:pt x="137372" y="57743"/>
                </a:cubicBezTo>
                <a:lnTo>
                  <a:pt x="136512" y="56882"/>
                </a:lnTo>
                <a:lnTo>
                  <a:pt x="136512" y="52063"/>
                </a:lnTo>
                <a:lnTo>
                  <a:pt x="137372" y="51117"/>
                </a:lnTo>
                <a:cubicBezTo>
                  <a:pt x="148330" y="50141"/>
                  <a:pt x="159431" y="47760"/>
                  <a:pt x="170676" y="43974"/>
                </a:cubicBezTo>
                <a:lnTo>
                  <a:pt x="172569" y="45093"/>
                </a:lnTo>
                <a:cubicBezTo>
                  <a:pt x="172569" y="47560"/>
                  <a:pt x="172311" y="52522"/>
                  <a:pt x="171794" y="59980"/>
                </a:cubicBezTo>
                <a:cubicBezTo>
                  <a:pt x="175638" y="56767"/>
                  <a:pt x="180486" y="52780"/>
                  <a:pt x="186338" y="48019"/>
                </a:cubicBezTo>
                <a:cubicBezTo>
                  <a:pt x="189149" y="45896"/>
                  <a:pt x="193480" y="44835"/>
                  <a:pt x="199332" y="44835"/>
                </a:cubicBezTo>
                <a:cubicBezTo>
                  <a:pt x="213560" y="44835"/>
                  <a:pt x="223255" y="50285"/>
                  <a:pt x="228418" y="61185"/>
                </a:cubicBezTo>
                <a:cubicBezTo>
                  <a:pt x="230771" y="66176"/>
                  <a:pt x="231947" y="71884"/>
                  <a:pt x="231947" y="78310"/>
                </a:cubicBezTo>
                <a:moveTo>
                  <a:pt x="209831" y="88895"/>
                </a:moveTo>
                <a:cubicBezTo>
                  <a:pt x="209831" y="76388"/>
                  <a:pt x="206532" y="67955"/>
                  <a:pt x="199934" y="63594"/>
                </a:cubicBezTo>
                <a:cubicBezTo>
                  <a:pt x="196435" y="61300"/>
                  <a:pt x="192792" y="60152"/>
                  <a:pt x="189005" y="60152"/>
                </a:cubicBezTo>
                <a:cubicBezTo>
                  <a:pt x="181949" y="60152"/>
                  <a:pt x="176097" y="63049"/>
                  <a:pt x="171450" y="68844"/>
                </a:cubicBezTo>
                <a:lnTo>
                  <a:pt x="171450" y="111527"/>
                </a:lnTo>
                <a:cubicBezTo>
                  <a:pt x="176671" y="117034"/>
                  <a:pt x="182408" y="119788"/>
                  <a:pt x="188661" y="119788"/>
                </a:cubicBezTo>
                <a:cubicBezTo>
                  <a:pt x="198012" y="119788"/>
                  <a:pt x="204266" y="114940"/>
                  <a:pt x="207421" y="105245"/>
                </a:cubicBezTo>
                <a:cubicBezTo>
                  <a:pt x="209027" y="100369"/>
                  <a:pt x="209831" y="94918"/>
                  <a:pt x="209831" y="88895"/>
                </a:cubicBezTo>
                <a:close/>
                <a:moveTo>
                  <a:pt x="293230" y="127963"/>
                </a:moveTo>
                <a:lnTo>
                  <a:pt x="292369" y="128824"/>
                </a:lnTo>
                <a:cubicBezTo>
                  <a:pt x="286919" y="128422"/>
                  <a:pt x="279060" y="128222"/>
                  <a:pt x="268790" y="128222"/>
                </a:cubicBezTo>
                <a:cubicBezTo>
                  <a:pt x="258521" y="128222"/>
                  <a:pt x="250690" y="128422"/>
                  <a:pt x="245298" y="128824"/>
                </a:cubicBezTo>
                <a:lnTo>
                  <a:pt x="244437" y="127963"/>
                </a:lnTo>
                <a:lnTo>
                  <a:pt x="244437" y="122714"/>
                </a:lnTo>
                <a:lnTo>
                  <a:pt x="245298" y="121853"/>
                </a:lnTo>
                <a:cubicBezTo>
                  <a:pt x="250805" y="121681"/>
                  <a:pt x="254219" y="121251"/>
                  <a:pt x="255538" y="120563"/>
                </a:cubicBezTo>
                <a:cubicBezTo>
                  <a:pt x="256685" y="120046"/>
                  <a:pt x="257317" y="118669"/>
                  <a:pt x="257431" y="116432"/>
                </a:cubicBezTo>
                <a:cubicBezTo>
                  <a:pt x="257833" y="108974"/>
                  <a:pt x="258034" y="95922"/>
                  <a:pt x="258034" y="77277"/>
                </a:cubicBezTo>
                <a:lnTo>
                  <a:pt x="258034" y="48449"/>
                </a:lnTo>
                <a:cubicBezTo>
                  <a:pt x="258034" y="36401"/>
                  <a:pt x="257833" y="26648"/>
                  <a:pt x="257431" y="19190"/>
                </a:cubicBezTo>
                <a:cubicBezTo>
                  <a:pt x="257317" y="17068"/>
                  <a:pt x="256685" y="15676"/>
                  <a:pt x="255538" y="15017"/>
                </a:cubicBezTo>
                <a:cubicBezTo>
                  <a:pt x="254391" y="14357"/>
                  <a:pt x="251063" y="13941"/>
                  <a:pt x="245556" y="13769"/>
                </a:cubicBezTo>
                <a:lnTo>
                  <a:pt x="244695" y="12822"/>
                </a:lnTo>
                <a:lnTo>
                  <a:pt x="244695" y="8089"/>
                </a:lnTo>
                <a:lnTo>
                  <a:pt x="245556" y="7143"/>
                </a:lnTo>
                <a:cubicBezTo>
                  <a:pt x="256628" y="5938"/>
                  <a:pt x="267729" y="3557"/>
                  <a:pt x="278859" y="0"/>
                </a:cubicBezTo>
                <a:lnTo>
                  <a:pt x="280666" y="1033"/>
                </a:lnTo>
                <a:cubicBezTo>
                  <a:pt x="280666" y="2582"/>
                  <a:pt x="280580" y="5421"/>
                  <a:pt x="280408" y="9552"/>
                </a:cubicBezTo>
                <a:cubicBezTo>
                  <a:pt x="279834" y="23263"/>
                  <a:pt x="279547" y="38438"/>
                  <a:pt x="279547" y="55075"/>
                </a:cubicBezTo>
                <a:lnTo>
                  <a:pt x="279547" y="77277"/>
                </a:lnTo>
                <a:cubicBezTo>
                  <a:pt x="279547" y="95922"/>
                  <a:pt x="279748" y="108974"/>
                  <a:pt x="280150" y="116432"/>
                </a:cubicBezTo>
                <a:cubicBezTo>
                  <a:pt x="280264" y="118669"/>
                  <a:pt x="280896" y="120046"/>
                  <a:pt x="282043" y="120563"/>
                </a:cubicBezTo>
                <a:cubicBezTo>
                  <a:pt x="283362" y="121251"/>
                  <a:pt x="286776" y="121681"/>
                  <a:pt x="292283" y="121853"/>
                </a:cubicBezTo>
                <a:lnTo>
                  <a:pt x="293230" y="122714"/>
                </a:lnTo>
                <a:lnTo>
                  <a:pt x="293230" y="127963"/>
                </a:lnTo>
                <a:close/>
                <a:moveTo>
                  <a:pt x="389093" y="85538"/>
                </a:moveTo>
                <a:cubicBezTo>
                  <a:pt x="389093" y="105847"/>
                  <a:pt x="382266" y="119587"/>
                  <a:pt x="368612" y="126759"/>
                </a:cubicBezTo>
                <a:cubicBezTo>
                  <a:pt x="361957" y="130258"/>
                  <a:pt x="354356" y="132008"/>
                  <a:pt x="345807" y="132008"/>
                </a:cubicBezTo>
                <a:cubicBezTo>
                  <a:pt x="332612" y="132008"/>
                  <a:pt x="322558" y="128193"/>
                  <a:pt x="315645" y="120563"/>
                </a:cubicBezTo>
                <a:cubicBezTo>
                  <a:pt x="308732" y="112932"/>
                  <a:pt x="305276" y="102004"/>
                  <a:pt x="305276" y="87776"/>
                </a:cubicBezTo>
                <a:cubicBezTo>
                  <a:pt x="305276" y="68098"/>
                  <a:pt x="311988" y="54989"/>
                  <a:pt x="325413" y="48449"/>
                </a:cubicBezTo>
                <a:cubicBezTo>
                  <a:pt x="332010" y="45236"/>
                  <a:pt x="339669" y="43630"/>
                  <a:pt x="348389" y="43630"/>
                </a:cubicBezTo>
                <a:cubicBezTo>
                  <a:pt x="366690" y="43630"/>
                  <a:pt x="378824" y="49969"/>
                  <a:pt x="384790" y="62648"/>
                </a:cubicBezTo>
                <a:cubicBezTo>
                  <a:pt x="387659" y="68729"/>
                  <a:pt x="389093" y="76359"/>
                  <a:pt x="389093" y="85538"/>
                </a:cubicBezTo>
                <a:moveTo>
                  <a:pt x="365256" y="92595"/>
                </a:moveTo>
                <a:cubicBezTo>
                  <a:pt x="365256" y="78310"/>
                  <a:pt x="363693" y="68084"/>
                  <a:pt x="360566" y="61916"/>
                </a:cubicBezTo>
                <a:cubicBezTo>
                  <a:pt x="357439" y="55749"/>
                  <a:pt x="352663" y="52665"/>
                  <a:pt x="346238" y="52665"/>
                </a:cubicBezTo>
                <a:cubicBezTo>
                  <a:pt x="334821" y="52665"/>
                  <a:pt x="329113" y="62963"/>
                  <a:pt x="329113" y="83559"/>
                </a:cubicBezTo>
                <a:cubicBezTo>
                  <a:pt x="329113" y="110007"/>
                  <a:pt x="335510" y="123230"/>
                  <a:pt x="348303" y="123230"/>
                </a:cubicBezTo>
                <a:cubicBezTo>
                  <a:pt x="356277" y="123230"/>
                  <a:pt x="361355" y="118842"/>
                  <a:pt x="363535" y="110064"/>
                </a:cubicBezTo>
                <a:cubicBezTo>
                  <a:pt x="364682" y="105474"/>
                  <a:pt x="365256" y="99651"/>
                  <a:pt x="365256" y="92595"/>
                </a:cubicBezTo>
                <a:moveTo>
                  <a:pt x="348045" y="134934"/>
                </a:moveTo>
                <a:lnTo>
                  <a:pt x="348045" y="134934"/>
                </a:lnTo>
                <a:moveTo>
                  <a:pt x="348045" y="40618"/>
                </a:moveTo>
                <a:lnTo>
                  <a:pt x="348045" y="40618"/>
                </a:lnTo>
                <a:close/>
                <a:moveTo>
                  <a:pt x="480198" y="127705"/>
                </a:moveTo>
                <a:lnTo>
                  <a:pt x="479251" y="128652"/>
                </a:lnTo>
                <a:cubicBezTo>
                  <a:pt x="474432" y="128365"/>
                  <a:pt x="468896" y="128222"/>
                  <a:pt x="462643" y="128222"/>
                </a:cubicBezTo>
                <a:cubicBezTo>
                  <a:pt x="457766" y="128222"/>
                  <a:pt x="453091" y="128365"/>
                  <a:pt x="448616" y="128652"/>
                </a:cubicBezTo>
                <a:lnTo>
                  <a:pt x="447841" y="127705"/>
                </a:lnTo>
                <a:lnTo>
                  <a:pt x="448616" y="116174"/>
                </a:lnTo>
                <a:lnTo>
                  <a:pt x="431921" y="128910"/>
                </a:lnTo>
                <a:cubicBezTo>
                  <a:pt x="430602" y="129885"/>
                  <a:pt x="428709" y="130488"/>
                  <a:pt x="426242" y="130717"/>
                </a:cubicBezTo>
                <a:cubicBezTo>
                  <a:pt x="425266" y="130832"/>
                  <a:pt x="424119" y="130889"/>
                  <a:pt x="422800" y="130889"/>
                </a:cubicBezTo>
                <a:cubicBezTo>
                  <a:pt x="416431" y="130889"/>
                  <a:pt x="411541" y="128967"/>
                  <a:pt x="408127" y="125124"/>
                </a:cubicBezTo>
                <a:cubicBezTo>
                  <a:pt x="404714" y="121280"/>
                  <a:pt x="403007" y="115973"/>
                  <a:pt x="403007" y="109203"/>
                </a:cubicBezTo>
                <a:cubicBezTo>
                  <a:pt x="403007" y="100254"/>
                  <a:pt x="405847" y="93914"/>
                  <a:pt x="411526" y="90185"/>
                </a:cubicBezTo>
                <a:cubicBezTo>
                  <a:pt x="417665" y="86112"/>
                  <a:pt x="430028" y="82440"/>
                  <a:pt x="448616" y="79170"/>
                </a:cubicBezTo>
                <a:cubicBezTo>
                  <a:pt x="448616" y="70049"/>
                  <a:pt x="446206" y="63939"/>
                  <a:pt x="441387" y="60841"/>
                </a:cubicBezTo>
                <a:cubicBezTo>
                  <a:pt x="438461" y="58947"/>
                  <a:pt x="434962" y="58001"/>
                  <a:pt x="430889" y="58001"/>
                </a:cubicBezTo>
                <a:cubicBezTo>
                  <a:pt x="426414" y="58001"/>
                  <a:pt x="422886" y="58919"/>
                  <a:pt x="420304" y="60755"/>
                </a:cubicBezTo>
                <a:lnTo>
                  <a:pt x="417034" y="68758"/>
                </a:lnTo>
                <a:lnTo>
                  <a:pt x="415915" y="69360"/>
                </a:lnTo>
                <a:lnTo>
                  <a:pt x="411526" y="68327"/>
                </a:lnTo>
                <a:lnTo>
                  <a:pt x="410924" y="67123"/>
                </a:lnTo>
                <a:lnTo>
                  <a:pt x="411354" y="56968"/>
                </a:lnTo>
                <a:cubicBezTo>
                  <a:pt x="420820" y="49969"/>
                  <a:pt x="427934" y="46011"/>
                  <a:pt x="432696" y="45093"/>
                </a:cubicBezTo>
                <a:cubicBezTo>
                  <a:pt x="434704" y="44691"/>
                  <a:pt x="437314" y="44490"/>
                  <a:pt x="440527" y="44490"/>
                </a:cubicBezTo>
                <a:cubicBezTo>
                  <a:pt x="451829" y="44490"/>
                  <a:pt x="459889" y="47445"/>
                  <a:pt x="464708" y="53354"/>
                </a:cubicBezTo>
                <a:cubicBezTo>
                  <a:pt x="468208" y="57657"/>
                  <a:pt x="469958" y="64254"/>
                  <a:pt x="469958" y="73147"/>
                </a:cubicBezTo>
                <a:cubicBezTo>
                  <a:pt x="469958" y="75327"/>
                  <a:pt x="469871" y="78826"/>
                  <a:pt x="469699" y="83645"/>
                </a:cubicBezTo>
                <a:cubicBezTo>
                  <a:pt x="469413" y="91677"/>
                  <a:pt x="469269" y="97041"/>
                  <a:pt x="469269" y="99737"/>
                </a:cubicBezTo>
                <a:cubicBezTo>
                  <a:pt x="469269" y="108400"/>
                  <a:pt x="469413" y="113922"/>
                  <a:pt x="469699" y="116303"/>
                </a:cubicBezTo>
                <a:cubicBezTo>
                  <a:pt x="469986" y="118684"/>
                  <a:pt x="470660" y="120190"/>
                  <a:pt x="471722" y="120821"/>
                </a:cubicBezTo>
                <a:cubicBezTo>
                  <a:pt x="472783" y="121452"/>
                  <a:pt x="475322" y="121825"/>
                  <a:pt x="479337" y="121940"/>
                </a:cubicBezTo>
                <a:lnTo>
                  <a:pt x="480198" y="122886"/>
                </a:lnTo>
                <a:lnTo>
                  <a:pt x="480198" y="127705"/>
                </a:lnTo>
                <a:moveTo>
                  <a:pt x="448616" y="107654"/>
                </a:moveTo>
                <a:lnTo>
                  <a:pt x="448616" y="86485"/>
                </a:lnTo>
                <a:cubicBezTo>
                  <a:pt x="439150" y="88550"/>
                  <a:pt x="432768" y="90773"/>
                  <a:pt x="429469" y="93154"/>
                </a:cubicBezTo>
                <a:cubicBezTo>
                  <a:pt x="426170" y="95535"/>
                  <a:pt x="424521" y="99164"/>
                  <a:pt x="424521" y="104040"/>
                </a:cubicBezTo>
                <a:cubicBezTo>
                  <a:pt x="424521" y="111842"/>
                  <a:pt x="427934" y="115744"/>
                  <a:pt x="434761" y="115744"/>
                </a:cubicBezTo>
                <a:cubicBezTo>
                  <a:pt x="440555" y="115744"/>
                  <a:pt x="445174" y="113047"/>
                  <a:pt x="448616" y="107654"/>
                </a:cubicBezTo>
                <a:moveTo>
                  <a:pt x="441732" y="40618"/>
                </a:moveTo>
                <a:lnTo>
                  <a:pt x="441732" y="40618"/>
                </a:lnTo>
                <a:moveTo>
                  <a:pt x="441732" y="134934"/>
                </a:moveTo>
                <a:lnTo>
                  <a:pt x="441732" y="134934"/>
                </a:lnTo>
                <a:close/>
                <a:moveTo>
                  <a:pt x="588037" y="127963"/>
                </a:moveTo>
                <a:lnTo>
                  <a:pt x="587176" y="128824"/>
                </a:lnTo>
                <a:cubicBezTo>
                  <a:pt x="581554" y="128422"/>
                  <a:pt x="576477" y="128222"/>
                  <a:pt x="571945" y="128222"/>
                </a:cubicBezTo>
                <a:cubicBezTo>
                  <a:pt x="567642" y="128222"/>
                  <a:pt x="561819" y="128422"/>
                  <a:pt x="554476" y="128824"/>
                </a:cubicBezTo>
                <a:lnTo>
                  <a:pt x="553701" y="128222"/>
                </a:lnTo>
                <a:cubicBezTo>
                  <a:pt x="553931" y="125410"/>
                  <a:pt x="554045" y="120706"/>
                  <a:pt x="554045" y="114109"/>
                </a:cubicBezTo>
                <a:cubicBezTo>
                  <a:pt x="551980" y="115830"/>
                  <a:pt x="549026" y="118469"/>
                  <a:pt x="545182" y="122026"/>
                </a:cubicBezTo>
                <a:cubicBezTo>
                  <a:pt x="540420" y="126443"/>
                  <a:pt x="537322" y="129082"/>
                  <a:pt x="535888" y="129943"/>
                </a:cubicBezTo>
                <a:cubicBezTo>
                  <a:pt x="534052" y="130803"/>
                  <a:pt x="531069" y="131233"/>
                  <a:pt x="526938" y="131233"/>
                </a:cubicBezTo>
                <a:cubicBezTo>
                  <a:pt x="517128" y="131233"/>
                  <a:pt x="509211" y="127533"/>
                  <a:pt x="503187" y="120132"/>
                </a:cubicBezTo>
                <a:cubicBezTo>
                  <a:pt x="497163" y="112732"/>
                  <a:pt x="494151" y="103151"/>
                  <a:pt x="494151" y="91390"/>
                </a:cubicBezTo>
                <a:cubicBezTo>
                  <a:pt x="494151" y="79974"/>
                  <a:pt x="496475" y="71081"/>
                  <a:pt x="501122" y="64713"/>
                </a:cubicBezTo>
                <a:cubicBezTo>
                  <a:pt x="502327" y="63049"/>
                  <a:pt x="505883" y="60095"/>
                  <a:pt x="511793" y="55850"/>
                </a:cubicBezTo>
                <a:cubicBezTo>
                  <a:pt x="518677" y="50916"/>
                  <a:pt x="523697" y="47789"/>
                  <a:pt x="526852" y="46470"/>
                </a:cubicBezTo>
                <a:cubicBezTo>
                  <a:pt x="529606" y="45322"/>
                  <a:pt x="533105" y="44748"/>
                  <a:pt x="537351" y="44748"/>
                </a:cubicBezTo>
                <a:cubicBezTo>
                  <a:pt x="543317" y="44748"/>
                  <a:pt x="548882" y="46011"/>
                  <a:pt x="554045" y="48535"/>
                </a:cubicBezTo>
                <a:lnTo>
                  <a:pt x="554045" y="43716"/>
                </a:lnTo>
                <a:cubicBezTo>
                  <a:pt x="554045" y="28628"/>
                  <a:pt x="553673" y="19735"/>
                  <a:pt x="552927" y="17039"/>
                </a:cubicBezTo>
                <a:cubicBezTo>
                  <a:pt x="552525" y="15547"/>
                  <a:pt x="551349" y="14629"/>
                  <a:pt x="549398" y="14285"/>
                </a:cubicBezTo>
                <a:cubicBezTo>
                  <a:pt x="548481" y="14113"/>
                  <a:pt x="545842" y="13941"/>
                  <a:pt x="541481" y="13769"/>
                </a:cubicBezTo>
                <a:lnTo>
                  <a:pt x="540621" y="12822"/>
                </a:lnTo>
                <a:lnTo>
                  <a:pt x="540621" y="8089"/>
                </a:lnTo>
                <a:lnTo>
                  <a:pt x="541481" y="7143"/>
                </a:lnTo>
                <a:cubicBezTo>
                  <a:pt x="552496" y="5995"/>
                  <a:pt x="563597" y="3614"/>
                  <a:pt x="574785" y="0"/>
                </a:cubicBezTo>
                <a:lnTo>
                  <a:pt x="576678" y="1033"/>
                </a:lnTo>
                <a:cubicBezTo>
                  <a:pt x="576678" y="1262"/>
                  <a:pt x="576563" y="4102"/>
                  <a:pt x="576334" y="9552"/>
                </a:cubicBezTo>
                <a:cubicBezTo>
                  <a:pt x="575817" y="21887"/>
                  <a:pt x="575559" y="40417"/>
                  <a:pt x="575559" y="65143"/>
                </a:cubicBezTo>
                <a:lnTo>
                  <a:pt x="575559" y="92939"/>
                </a:lnTo>
                <a:cubicBezTo>
                  <a:pt x="575559" y="109060"/>
                  <a:pt x="575932" y="117924"/>
                  <a:pt x="576678" y="119530"/>
                </a:cubicBezTo>
                <a:cubicBezTo>
                  <a:pt x="577137" y="120505"/>
                  <a:pt x="577768" y="121108"/>
                  <a:pt x="578571" y="121337"/>
                </a:cubicBezTo>
                <a:cubicBezTo>
                  <a:pt x="579833" y="121739"/>
                  <a:pt x="582702" y="122112"/>
                  <a:pt x="587176" y="122456"/>
                </a:cubicBezTo>
                <a:lnTo>
                  <a:pt x="588037" y="123316"/>
                </a:lnTo>
                <a:lnTo>
                  <a:pt x="588037" y="127963"/>
                </a:lnTo>
                <a:moveTo>
                  <a:pt x="554045" y="83043"/>
                </a:moveTo>
                <a:lnTo>
                  <a:pt x="554045" y="66865"/>
                </a:lnTo>
                <a:cubicBezTo>
                  <a:pt x="549915" y="61931"/>
                  <a:pt x="545956" y="58775"/>
                  <a:pt x="542170" y="57399"/>
                </a:cubicBezTo>
                <a:cubicBezTo>
                  <a:pt x="539588" y="56481"/>
                  <a:pt x="536834" y="56022"/>
                  <a:pt x="533909" y="56022"/>
                </a:cubicBezTo>
                <a:cubicBezTo>
                  <a:pt x="525992" y="56022"/>
                  <a:pt x="520886" y="60095"/>
                  <a:pt x="518591" y="68241"/>
                </a:cubicBezTo>
                <a:cubicBezTo>
                  <a:pt x="517329" y="72774"/>
                  <a:pt x="516698" y="77822"/>
                  <a:pt x="516698" y="83387"/>
                </a:cubicBezTo>
                <a:cubicBezTo>
                  <a:pt x="516698" y="95263"/>
                  <a:pt x="519480" y="104069"/>
                  <a:pt x="525045" y="109806"/>
                </a:cubicBezTo>
                <a:cubicBezTo>
                  <a:pt x="527971" y="112846"/>
                  <a:pt x="531901" y="114367"/>
                  <a:pt x="536834" y="114367"/>
                </a:cubicBezTo>
                <a:cubicBezTo>
                  <a:pt x="540908" y="114367"/>
                  <a:pt x="544694" y="113076"/>
                  <a:pt x="548194" y="110494"/>
                </a:cubicBezTo>
                <a:cubicBezTo>
                  <a:pt x="551349" y="108199"/>
                  <a:pt x="553214" y="105733"/>
                  <a:pt x="553787" y="103094"/>
                </a:cubicBezTo>
                <a:cubicBezTo>
                  <a:pt x="553959" y="102290"/>
                  <a:pt x="554045" y="95607"/>
                  <a:pt x="554045" y="8304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95589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2026-09-05T17:42:12.4350000Z</dcterms:created>
  <dcterms:modified xsi:type="dcterms:W3CDTF">2026-09-05T17:42:12.4360000Z</dcterms:modified>
</coreProperties>
</file>