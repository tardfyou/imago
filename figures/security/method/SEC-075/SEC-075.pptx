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acdadf1754de6" /><Relationship Type="http://schemas.openxmlformats.org/officeDocument/2006/relationships/extended-properties" Target="/docProps/app.xml" Id="Re189d43a69af4c9b" /><Relationship Type="http://schemas.openxmlformats.org/officeDocument/2006/relationships/officeDocument" Target="/ppt/presentation.xml" Id="R9e4bce9260084d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96c3f1bd4412e"/>
  </p:sldMasterIdLst>
  <p:notesMasterIdLst>
    <p:notesMasterId xmlns:r="http://schemas.openxmlformats.org/officeDocument/2006/relationships" r:id="R12ad55b19f664791"/>
  </p:notesMasterIdLst>
  <p:sldIdLst>
    <p:sldId xmlns:r="http://schemas.openxmlformats.org/officeDocument/2006/relationships" id="256" r:id="R4043edd293ad4dd9"/>
  </p:sldIdLst>
  <p:sldSz cx="13601700" cy="3857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a21f51fbf945f4" /><Relationship Type="http://schemas.openxmlformats.org/officeDocument/2006/relationships/slideMaster" Target="/ppt/slideMasters/slideMaster1.xml" Id="Rb9096c3f1bd4412e" /><Relationship Type="http://schemas.openxmlformats.org/officeDocument/2006/relationships/notesMaster" Target="/ppt/notesMasters/notesMaster1.xml" Id="R12ad55b19f664791" /><Relationship Type="http://schemas.openxmlformats.org/officeDocument/2006/relationships/presProps" Target="/ppt/presProps.xml" Id="R8068f8ca04ad491a" /><Relationship Type="http://schemas.openxmlformats.org/officeDocument/2006/relationships/tableStyles" Target="/ppt/tableStyles.xml" Id="Rc3523d73f9e94c7a" /><Relationship Type="http://schemas.openxmlformats.org/officeDocument/2006/relationships/slide" Target="/ppt/slides/slide1.xml" Id="R4043edd293ad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7a66315d942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b85fceee84013" /><Relationship Type="http://schemas.openxmlformats.org/officeDocument/2006/relationships/notesMaster" Target="/ppt/notesMasters/notesMaster1.xml" Id="R3c3d8ca2152040a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素材ID：SEC-075</ns1:t>
            </ns1:r>
          </ns1:p>
          <ns1:p>
            <ns1:r>
              <ns1:t>论文：Data Coverage for Guided Fuzzing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4，PDF第6页</ns1:t>
            </ns1:r>
          </ns1:p>
          <ns1:p>
            <ns1:r>
              <ns1:t>类型：方法细节</ns1:t>
            </ns1:r>
          </ns1:p>
          <ns1:p>
            <ns1:r>
              <ns1:t>借鉴点：左侧真实代码和运行时观测，中间访问抽象与新颖性检测，右侧地址/位数组共同串成完整闭环。</ns1:t>
            </ns1:r>
          </ns1:p>
          <ns1:p>
            <ns1:r>
              <ns1:t>论文URL：https://www.usenix.org/system/files/usenixsecurity24-wang-mingzhe.pdf</ns1:t>
            </ns1:r>
          </ns1:p>
          <ns1:p>
            <ns1:r>
              <ns1:t>官方获奖URL：https://www.usenix.org/conference/usenixsecurity24/presentation/wang-mingzhe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7690967ad44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f66581c6954be6" /><Relationship Type="http://schemas.openxmlformats.org/officeDocument/2006/relationships/slideLayout" Target="/ppt/slideLayouts/slideLayout1.xml" Id="R81502f53d9a0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502f53d9a0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954e90a34781" /><Relationship Type="http://schemas.openxmlformats.org/officeDocument/2006/relationships/notesSlide" Target="/ppt/notesSlides/notesSlide1.xml" Id="Rf18c23692a25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AB9E1-3014-4CAC-B853-03EF54EB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" y="57150"/>
            <a:ext cx="13487400" cy="3743325"/>
          </a:xfrm>
          <a:custGeom xmlns:a="http://schemas.openxmlformats.org/drawingml/2006/main">
            <a:pathLst>
              <a:path w="13487400" h="3743325">
                <a:moveTo>
                  <a:pt x="13487400" y="0"/>
                </a:moveTo>
                <a:lnTo>
                  <a:pt x="0" y="0"/>
                </a:lnTo>
                <a:lnTo>
                  <a:pt x="0" y="3743325"/>
                </a:lnTo>
                <a:lnTo>
                  <a:pt x="13487400" y="3743325"/>
                </a:lnTo>
                <a:lnTo>
                  <a:pt x="134874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BA2C2-0EFD-4E4A-BE1B-0987A87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" y="57150"/>
            <a:ext cx="13487400" cy="3743325"/>
          </a:xfrm>
          <a:custGeom xmlns:a="http://schemas.openxmlformats.org/drawingml/2006/main">
            <a:pathLst>
              <a:path w="13487400" h="3743325">
                <a:moveTo>
                  <a:pt x="13487400" y="0"/>
                </a:moveTo>
                <a:lnTo>
                  <a:pt x="0" y="0"/>
                </a:lnTo>
                <a:lnTo>
                  <a:pt x="0" y="3743325"/>
                </a:lnTo>
                <a:lnTo>
                  <a:pt x="13487400" y="3743325"/>
                </a:lnTo>
                <a:lnTo>
                  <a:pt x="134874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E12C6-59EF-461B-B00A-1D89604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16" y="2344163"/>
            <a:ext cx="4525065" cy="1439793"/>
          </a:xfrm>
          <a:custGeom xmlns:a="http://schemas.openxmlformats.org/drawingml/2006/main">
            <a:pathLst>
              <a:path w="4525065" h="1439793">
                <a:moveTo>
                  <a:pt x="0" y="0"/>
                </a:moveTo>
                <a:lnTo>
                  <a:pt x="4525065" y="0"/>
                </a:lnTo>
                <a:lnTo>
                  <a:pt x="4525065" y="1439793"/>
                </a:lnTo>
                <a:lnTo>
                  <a:pt x="0" y="14397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FDDA4-55D9-4A92-87D1-D7E27402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16" y="2344163"/>
            <a:ext cx="4525065" cy="1439793"/>
          </a:xfrm>
          <a:custGeom xmlns:a="http://schemas.openxmlformats.org/drawingml/2006/main">
            <a:pathLst>
              <a:path w="4525065" h="1439793" fill="none">
                <a:moveTo>
                  <a:pt x="0" y="0"/>
                </a:moveTo>
                <a:lnTo>
                  <a:pt x="4525065" y="0"/>
                </a:lnTo>
                <a:lnTo>
                  <a:pt x="4525065" y="1439793"/>
                </a:lnTo>
                <a:lnTo>
                  <a:pt x="0" y="14397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6C8EBF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BF7CD-F4DE-466A-8C1E-2CE9E15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98" y="2433924"/>
            <a:ext cx="156485" cy="170307"/>
          </a:xfrm>
          <a:custGeom xmlns:a="http://schemas.openxmlformats.org/drawingml/2006/main">
            <a:pathLst>
              <a:path w="156485" h="170307">
                <a:moveTo>
                  <a:pt x="87622" y="170307"/>
                </a:moveTo>
                <a:cubicBezTo>
                  <a:pt x="123905" y="170307"/>
                  <a:pt x="144638" y="150314"/>
                  <a:pt x="156485" y="129828"/>
                </a:cubicBezTo>
                <a:lnTo>
                  <a:pt x="126373" y="115266"/>
                </a:lnTo>
                <a:cubicBezTo>
                  <a:pt x="119462" y="128841"/>
                  <a:pt x="104652" y="139207"/>
                  <a:pt x="87622" y="139207"/>
                </a:cubicBezTo>
                <a:cubicBezTo>
                  <a:pt x="57756" y="139207"/>
                  <a:pt x="36036" y="116253"/>
                  <a:pt x="36036" y="85153"/>
                </a:cubicBezTo>
                <a:cubicBezTo>
                  <a:pt x="36036" y="54054"/>
                  <a:pt x="57756" y="31100"/>
                  <a:pt x="87622" y="31100"/>
                </a:cubicBezTo>
                <a:cubicBezTo>
                  <a:pt x="104652" y="31100"/>
                  <a:pt x="119462" y="41713"/>
                  <a:pt x="126373" y="55041"/>
                </a:cubicBezTo>
                <a:lnTo>
                  <a:pt x="156485" y="40232"/>
                </a:lnTo>
                <a:cubicBezTo>
                  <a:pt x="144884" y="19746"/>
                  <a:pt x="123905" y="0"/>
                  <a:pt x="87622" y="0"/>
                </a:cubicBezTo>
                <a:cubicBezTo>
                  <a:pt x="38257" y="0"/>
                  <a:pt x="0" y="34555"/>
                  <a:pt x="0" y="85153"/>
                </a:cubicBezTo>
                <a:cubicBezTo>
                  <a:pt x="0" y="135752"/>
                  <a:pt x="38257" y="170307"/>
                  <a:pt x="87622" y="170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93A5F-1C65-49A9-8FA7-9B0E6DE7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72" y="2479092"/>
            <a:ext cx="126126" cy="125139"/>
          </a:xfrm>
          <a:custGeom xmlns:a="http://schemas.openxmlformats.org/drawingml/2006/main">
            <a:pathLst>
              <a:path w="126126" h="125139">
                <a:moveTo>
                  <a:pt x="62940" y="125139"/>
                </a:moveTo>
                <a:cubicBezTo>
                  <a:pt x="102431" y="125139"/>
                  <a:pt x="126126" y="96507"/>
                  <a:pt x="126126" y="62446"/>
                </a:cubicBezTo>
                <a:cubicBezTo>
                  <a:pt x="126126" y="28631"/>
                  <a:pt x="102431" y="0"/>
                  <a:pt x="62940" y="0"/>
                </a:cubicBezTo>
                <a:cubicBezTo>
                  <a:pt x="23695" y="0"/>
                  <a:pt x="0" y="28631"/>
                  <a:pt x="0" y="62446"/>
                </a:cubicBezTo>
                <a:cubicBezTo>
                  <a:pt x="0" y="96507"/>
                  <a:pt x="23695" y="125139"/>
                  <a:pt x="62940" y="125139"/>
                </a:cubicBezTo>
                <a:close/>
                <a:moveTo>
                  <a:pt x="62940" y="97248"/>
                </a:moveTo>
                <a:cubicBezTo>
                  <a:pt x="43441" y="97248"/>
                  <a:pt x="32580" y="81204"/>
                  <a:pt x="32580" y="62446"/>
                </a:cubicBezTo>
                <a:cubicBezTo>
                  <a:pt x="32580" y="43934"/>
                  <a:pt x="43441" y="27891"/>
                  <a:pt x="62940" y="27891"/>
                </a:cubicBezTo>
                <a:cubicBezTo>
                  <a:pt x="82438" y="27891"/>
                  <a:pt x="93545" y="43934"/>
                  <a:pt x="93545" y="62446"/>
                </a:cubicBezTo>
                <a:cubicBezTo>
                  <a:pt x="93545" y="81204"/>
                  <a:pt x="82438" y="97248"/>
                  <a:pt x="62940" y="97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21FA7-766A-49CF-8687-27AAD402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69" y="2482054"/>
            <a:ext cx="129581" cy="119215"/>
          </a:xfrm>
          <a:custGeom xmlns:a="http://schemas.openxmlformats.org/drawingml/2006/main">
            <a:pathLst>
              <a:path w="129581" h="119215">
                <a:moveTo>
                  <a:pt x="81698" y="119215"/>
                </a:moveTo>
                <a:lnTo>
                  <a:pt x="129581" y="0"/>
                </a:lnTo>
                <a:lnTo>
                  <a:pt x="95767" y="0"/>
                </a:lnTo>
                <a:lnTo>
                  <a:pt x="64667" y="82932"/>
                </a:lnTo>
                <a:lnTo>
                  <a:pt x="33568" y="0"/>
                </a:lnTo>
                <a:lnTo>
                  <a:pt x="0" y="0"/>
                </a:lnTo>
                <a:lnTo>
                  <a:pt x="47883" y="119215"/>
                </a:lnTo>
                <a:lnTo>
                  <a:pt x="81698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7250E-2995-4F1F-86CD-016F348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9" y="2479092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C93E6-B015-4C91-81FD-DB136EE2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4" y="2479092"/>
            <a:ext cx="69357" cy="122177"/>
          </a:xfrm>
          <a:custGeom xmlns:a="http://schemas.openxmlformats.org/drawingml/2006/main">
            <a:pathLst>
              <a:path w="69357" h="122177">
                <a:moveTo>
                  <a:pt x="31346" y="122177"/>
                </a:moveTo>
                <a:lnTo>
                  <a:pt x="31346" y="43441"/>
                </a:lnTo>
                <a:cubicBezTo>
                  <a:pt x="36530" y="35789"/>
                  <a:pt x="50352" y="29865"/>
                  <a:pt x="60718" y="29865"/>
                </a:cubicBezTo>
                <a:cubicBezTo>
                  <a:pt x="64174" y="29865"/>
                  <a:pt x="67136" y="30112"/>
                  <a:pt x="69357" y="30606"/>
                </a:cubicBezTo>
                <a:lnTo>
                  <a:pt x="69357" y="0"/>
                </a:lnTo>
                <a:cubicBezTo>
                  <a:pt x="54548" y="0"/>
                  <a:pt x="39738" y="8639"/>
                  <a:pt x="31346" y="1925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7D0B5-B5B4-4A19-961B-5C675570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019" y="2479092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ED9E2-FB2C-49FF-B93E-0F9AFE6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044" y="2479092"/>
            <a:ext cx="120943" cy="170554"/>
          </a:xfrm>
          <a:custGeom xmlns:a="http://schemas.openxmlformats.org/drawingml/2006/main">
            <a:pathLst>
              <a:path w="120943" h="170554">
                <a:moveTo>
                  <a:pt x="56522" y="170554"/>
                </a:moveTo>
                <a:cubicBezTo>
                  <a:pt x="85894" y="170554"/>
                  <a:pt x="120943" y="159447"/>
                  <a:pt x="120943" y="114032"/>
                </a:cubicBezTo>
                <a:lnTo>
                  <a:pt x="120943" y="2962"/>
                </a:lnTo>
                <a:lnTo>
                  <a:pt x="89349" y="2962"/>
                </a:lnTo>
                <a:lnTo>
                  <a:pt x="89349" y="18265"/>
                </a:lnTo>
                <a:cubicBezTo>
                  <a:pt x="79723" y="6171"/>
                  <a:pt x="66889" y="0"/>
                  <a:pt x="52573" y="0"/>
                </a:cubicBezTo>
                <a:cubicBezTo>
                  <a:pt x="22461" y="0"/>
                  <a:pt x="0" y="21720"/>
                  <a:pt x="0" y="60718"/>
                </a:cubicBezTo>
                <a:cubicBezTo>
                  <a:pt x="0" y="100456"/>
                  <a:pt x="22708" y="121436"/>
                  <a:pt x="52573" y="121436"/>
                </a:cubicBezTo>
                <a:cubicBezTo>
                  <a:pt x="67136" y="121436"/>
                  <a:pt x="79970" y="114525"/>
                  <a:pt x="89349" y="102678"/>
                </a:cubicBezTo>
                <a:lnTo>
                  <a:pt x="89349" y="114772"/>
                </a:lnTo>
                <a:cubicBezTo>
                  <a:pt x="89349" y="138220"/>
                  <a:pt x="71578" y="144884"/>
                  <a:pt x="56522" y="144884"/>
                </a:cubicBezTo>
                <a:cubicBezTo>
                  <a:pt x="41466" y="144884"/>
                  <a:pt x="28878" y="140688"/>
                  <a:pt x="19252" y="130075"/>
                </a:cubicBezTo>
                <a:lnTo>
                  <a:pt x="5183" y="152783"/>
                </a:lnTo>
                <a:cubicBezTo>
                  <a:pt x="20239" y="165864"/>
                  <a:pt x="36036" y="170554"/>
                  <a:pt x="56522" y="170554"/>
                </a:cubicBezTo>
                <a:close/>
                <a:moveTo>
                  <a:pt x="62446" y="93545"/>
                </a:moveTo>
                <a:cubicBezTo>
                  <a:pt x="44675" y="93545"/>
                  <a:pt x="32334" y="81204"/>
                  <a:pt x="32334" y="60718"/>
                </a:cubicBezTo>
                <a:cubicBezTo>
                  <a:pt x="32334" y="40232"/>
                  <a:pt x="44675" y="27891"/>
                  <a:pt x="62446" y="27891"/>
                </a:cubicBezTo>
                <a:cubicBezTo>
                  <a:pt x="72812" y="27891"/>
                  <a:pt x="84166" y="33568"/>
                  <a:pt x="89349" y="41466"/>
                </a:cubicBezTo>
                <a:lnTo>
                  <a:pt x="89349" y="79970"/>
                </a:lnTo>
                <a:cubicBezTo>
                  <a:pt x="84166" y="87622"/>
                  <a:pt x="72812" y="93545"/>
                  <a:pt x="62446" y="93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A9494-CE07-41BA-8BBE-BD8660B6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436" y="2479092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4E7C5-E600-40ED-BA25-DCEA550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508" y="2436639"/>
            <a:ext cx="148587" cy="167592"/>
          </a:xfrm>
          <a:custGeom xmlns:a="http://schemas.openxmlformats.org/drawingml/2006/main">
            <a:pathLst>
              <a:path w="148587" h="167592">
                <a:moveTo>
                  <a:pt x="74293" y="167592"/>
                </a:moveTo>
                <a:cubicBezTo>
                  <a:pt x="124398" y="167592"/>
                  <a:pt x="148587" y="139701"/>
                  <a:pt x="148587" y="98729"/>
                </a:cubicBezTo>
                <a:lnTo>
                  <a:pt x="148587" y="0"/>
                </a:lnTo>
                <a:lnTo>
                  <a:pt x="112798" y="0"/>
                </a:lnTo>
                <a:lnTo>
                  <a:pt x="112798" y="97741"/>
                </a:lnTo>
                <a:cubicBezTo>
                  <a:pt x="112798" y="120696"/>
                  <a:pt x="99716" y="136492"/>
                  <a:pt x="74293" y="136492"/>
                </a:cubicBezTo>
                <a:cubicBezTo>
                  <a:pt x="48871" y="136492"/>
                  <a:pt x="35542" y="120696"/>
                  <a:pt x="35542" y="97741"/>
                </a:cubicBezTo>
                <a:lnTo>
                  <a:pt x="35542" y="0"/>
                </a:lnTo>
                <a:lnTo>
                  <a:pt x="0" y="0"/>
                </a:lnTo>
                <a:lnTo>
                  <a:pt x="0" y="98976"/>
                </a:lnTo>
                <a:cubicBezTo>
                  <a:pt x="0" y="139454"/>
                  <a:pt x="24189" y="167592"/>
                  <a:pt x="74293" y="167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0D50A-885D-4DFF-8D52-FD81E7AE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114" y="2449474"/>
            <a:ext cx="79723" cy="154757"/>
          </a:xfrm>
          <a:custGeom xmlns:a="http://schemas.openxmlformats.org/drawingml/2006/main">
            <a:pathLst>
              <a:path w="79723" h="154757">
                <a:moveTo>
                  <a:pt x="53560" y="154757"/>
                </a:moveTo>
                <a:cubicBezTo>
                  <a:pt x="66642" y="154757"/>
                  <a:pt x="75034" y="151302"/>
                  <a:pt x="79723" y="147106"/>
                </a:cubicBezTo>
                <a:lnTo>
                  <a:pt x="73059" y="123411"/>
                </a:lnTo>
                <a:cubicBezTo>
                  <a:pt x="71331" y="125139"/>
                  <a:pt x="66889" y="126866"/>
                  <a:pt x="62199" y="126866"/>
                </a:cubicBezTo>
                <a:cubicBezTo>
                  <a:pt x="55288" y="126866"/>
                  <a:pt x="51339" y="121189"/>
                  <a:pt x="51339" y="113785"/>
                </a:cubicBezTo>
                <a:lnTo>
                  <a:pt x="51339" y="59978"/>
                </a:lnTo>
                <a:lnTo>
                  <a:pt x="75527" y="59978"/>
                </a:lnTo>
                <a:lnTo>
                  <a:pt x="75527" y="32580"/>
                </a:lnTo>
                <a:lnTo>
                  <a:pt x="51339" y="32580"/>
                </a:lnTo>
                <a:lnTo>
                  <a:pt x="51339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59978"/>
                </a:lnTo>
                <a:lnTo>
                  <a:pt x="19746" y="59978"/>
                </a:lnTo>
                <a:lnTo>
                  <a:pt x="19746" y="122177"/>
                </a:lnTo>
                <a:cubicBezTo>
                  <a:pt x="19746" y="143403"/>
                  <a:pt x="31593" y="154757"/>
                  <a:pt x="53560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A9089-0445-49BC-9726-875C4E6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07" y="2431949"/>
            <a:ext cx="37517" cy="169320"/>
          </a:xfrm>
          <a:custGeom xmlns:a="http://schemas.openxmlformats.org/drawingml/2006/main">
            <a:pathLst>
              <a:path w="37517" h="169320">
                <a:moveTo>
                  <a:pt x="18758" y="37270"/>
                </a:moveTo>
                <a:cubicBezTo>
                  <a:pt x="29125" y="37270"/>
                  <a:pt x="37517" y="28878"/>
                  <a:pt x="37517" y="18512"/>
                </a:cubicBezTo>
                <a:cubicBezTo>
                  <a:pt x="37517" y="8145"/>
                  <a:pt x="29125" y="0"/>
                  <a:pt x="18758" y="0"/>
                </a:cubicBezTo>
                <a:cubicBezTo>
                  <a:pt x="8639" y="0"/>
                  <a:pt x="0" y="8145"/>
                  <a:pt x="0" y="18512"/>
                </a:cubicBezTo>
                <a:cubicBezTo>
                  <a:pt x="0" y="28878"/>
                  <a:pt x="8639" y="37270"/>
                  <a:pt x="18758" y="37270"/>
                </a:cubicBezTo>
                <a:close/>
                <a:moveTo>
                  <a:pt x="34555" y="169320"/>
                </a:moveTo>
                <a:lnTo>
                  <a:pt x="34555" y="50105"/>
                </a:lnTo>
                <a:lnTo>
                  <a:pt x="3209" y="50105"/>
                </a:lnTo>
                <a:lnTo>
                  <a:pt x="3209" y="169320"/>
                </a:lnTo>
                <a:lnTo>
                  <a:pt x="34555" y="169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56975-20A3-4902-A60A-E800192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562" y="2436639"/>
            <a:ext cx="31346" cy="164630"/>
          </a:xfrm>
          <a:custGeom xmlns:a="http://schemas.openxmlformats.org/drawingml/2006/main">
            <a:pathLst>
              <a:path w="31346" h="164630">
                <a:moveTo>
                  <a:pt x="31346" y="164630"/>
                </a:moveTo>
                <a:lnTo>
                  <a:pt x="31346" y="0"/>
                </a:lnTo>
                <a:lnTo>
                  <a:pt x="0" y="0"/>
                </a:lnTo>
                <a:lnTo>
                  <a:pt x="0" y="164630"/>
                </a:lnTo>
                <a:lnTo>
                  <a:pt x="31346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B00E4-42D6-44FA-BE72-C61459F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800" y="2431949"/>
            <a:ext cx="37517" cy="169320"/>
          </a:xfrm>
          <a:custGeom xmlns:a="http://schemas.openxmlformats.org/drawingml/2006/main">
            <a:pathLst>
              <a:path w="37517" h="169320">
                <a:moveTo>
                  <a:pt x="18758" y="37270"/>
                </a:moveTo>
                <a:cubicBezTo>
                  <a:pt x="29125" y="37270"/>
                  <a:pt x="37517" y="28878"/>
                  <a:pt x="37517" y="18512"/>
                </a:cubicBezTo>
                <a:cubicBezTo>
                  <a:pt x="37517" y="8145"/>
                  <a:pt x="29125" y="0"/>
                  <a:pt x="18758" y="0"/>
                </a:cubicBezTo>
                <a:cubicBezTo>
                  <a:pt x="8639" y="0"/>
                  <a:pt x="0" y="8145"/>
                  <a:pt x="0" y="18512"/>
                </a:cubicBezTo>
                <a:cubicBezTo>
                  <a:pt x="0" y="28878"/>
                  <a:pt x="8639" y="37270"/>
                  <a:pt x="18758" y="37270"/>
                </a:cubicBezTo>
                <a:close/>
                <a:moveTo>
                  <a:pt x="34555" y="169320"/>
                </a:moveTo>
                <a:lnTo>
                  <a:pt x="34555" y="50105"/>
                </a:lnTo>
                <a:lnTo>
                  <a:pt x="3209" y="50105"/>
                </a:lnTo>
                <a:lnTo>
                  <a:pt x="3209" y="169320"/>
                </a:lnTo>
                <a:lnTo>
                  <a:pt x="34555" y="169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5C276-6A64-45D5-8BA4-F0503329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272" y="2482054"/>
            <a:ext cx="97248" cy="119215"/>
          </a:xfrm>
          <a:custGeom xmlns:a="http://schemas.openxmlformats.org/drawingml/2006/main">
            <a:pathLst>
              <a:path w="97248" h="119215">
                <a:moveTo>
                  <a:pt x="97248" y="119215"/>
                </a:moveTo>
                <a:lnTo>
                  <a:pt x="97248" y="91818"/>
                </a:lnTo>
                <a:lnTo>
                  <a:pt x="41713" y="91818"/>
                </a:lnTo>
                <a:lnTo>
                  <a:pt x="96260" y="22708"/>
                </a:lnTo>
                <a:lnTo>
                  <a:pt x="96260" y="0"/>
                </a:lnTo>
                <a:lnTo>
                  <a:pt x="0" y="0"/>
                </a:lnTo>
                <a:lnTo>
                  <a:pt x="0" y="27397"/>
                </a:lnTo>
                <a:lnTo>
                  <a:pt x="53807" y="27397"/>
                </a:lnTo>
                <a:lnTo>
                  <a:pt x="0" y="95767"/>
                </a:lnTo>
                <a:lnTo>
                  <a:pt x="0" y="119215"/>
                </a:lnTo>
                <a:lnTo>
                  <a:pt x="97248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19E92-476F-479B-91B6-0B2A705C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032" y="2479092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11547-315C-4928-8555-4E51A7B6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133" y="2449474"/>
            <a:ext cx="79723" cy="154757"/>
          </a:xfrm>
          <a:custGeom xmlns:a="http://schemas.openxmlformats.org/drawingml/2006/main">
            <a:pathLst>
              <a:path w="79723" h="154757">
                <a:moveTo>
                  <a:pt x="53560" y="154757"/>
                </a:moveTo>
                <a:cubicBezTo>
                  <a:pt x="66642" y="154757"/>
                  <a:pt x="75034" y="151302"/>
                  <a:pt x="79723" y="147106"/>
                </a:cubicBezTo>
                <a:lnTo>
                  <a:pt x="73059" y="123411"/>
                </a:lnTo>
                <a:cubicBezTo>
                  <a:pt x="71331" y="125139"/>
                  <a:pt x="66889" y="126866"/>
                  <a:pt x="62199" y="126866"/>
                </a:cubicBezTo>
                <a:cubicBezTo>
                  <a:pt x="55288" y="126866"/>
                  <a:pt x="51339" y="121189"/>
                  <a:pt x="51339" y="113785"/>
                </a:cubicBezTo>
                <a:lnTo>
                  <a:pt x="51339" y="59978"/>
                </a:lnTo>
                <a:lnTo>
                  <a:pt x="75527" y="59978"/>
                </a:lnTo>
                <a:lnTo>
                  <a:pt x="75527" y="32580"/>
                </a:lnTo>
                <a:lnTo>
                  <a:pt x="51339" y="32580"/>
                </a:lnTo>
                <a:lnTo>
                  <a:pt x="51339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59978"/>
                </a:lnTo>
                <a:lnTo>
                  <a:pt x="19746" y="59978"/>
                </a:lnTo>
                <a:lnTo>
                  <a:pt x="19746" y="122177"/>
                </a:lnTo>
                <a:cubicBezTo>
                  <a:pt x="19746" y="143403"/>
                  <a:pt x="31593" y="154757"/>
                  <a:pt x="53560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3BD26-31BB-4809-9481-DB72C512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926" y="2431949"/>
            <a:ext cx="37517" cy="169320"/>
          </a:xfrm>
          <a:custGeom xmlns:a="http://schemas.openxmlformats.org/drawingml/2006/main">
            <a:pathLst>
              <a:path w="37517" h="169320">
                <a:moveTo>
                  <a:pt x="18758" y="37270"/>
                </a:moveTo>
                <a:cubicBezTo>
                  <a:pt x="29125" y="37270"/>
                  <a:pt x="37517" y="28878"/>
                  <a:pt x="37517" y="18512"/>
                </a:cubicBezTo>
                <a:cubicBezTo>
                  <a:pt x="37517" y="8145"/>
                  <a:pt x="29125" y="0"/>
                  <a:pt x="18758" y="0"/>
                </a:cubicBezTo>
                <a:cubicBezTo>
                  <a:pt x="8639" y="0"/>
                  <a:pt x="0" y="8145"/>
                  <a:pt x="0" y="18512"/>
                </a:cubicBezTo>
                <a:cubicBezTo>
                  <a:pt x="0" y="28878"/>
                  <a:pt x="8639" y="37270"/>
                  <a:pt x="18758" y="37270"/>
                </a:cubicBezTo>
                <a:close/>
                <a:moveTo>
                  <a:pt x="34555" y="169320"/>
                </a:moveTo>
                <a:lnTo>
                  <a:pt x="34555" y="50105"/>
                </a:lnTo>
                <a:lnTo>
                  <a:pt x="3209" y="50105"/>
                </a:lnTo>
                <a:lnTo>
                  <a:pt x="3209" y="169320"/>
                </a:lnTo>
                <a:lnTo>
                  <a:pt x="34555" y="169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BD052-AC97-47B7-9834-5403510A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930" y="2479092"/>
            <a:ext cx="126126" cy="125139"/>
          </a:xfrm>
          <a:custGeom xmlns:a="http://schemas.openxmlformats.org/drawingml/2006/main">
            <a:pathLst>
              <a:path w="126126" h="125139">
                <a:moveTo>
                  <a:pt x="62940" y="125139"/>
                </a:moveTo>
                <a:cubicBezTo>
                  <a:pt x="102431" y="125139"/>
                  <a:pt x="126126" y="96507"/>
                  <a:pt x="126126" y="62446"/>
                </a:cubicBezTo>
                <a:cubicBezTo>
                  <a:pt x="126126" y="28631"/>
                  <a:pt x="102431" y="0"/>
                  <a:pt x="62940" y="0"/>
                </a:cubicBezTo>
                <a:cubicBezTo>
                  <a:pt x="23695" y="0"/>
                  <a:pt x="0" y="28631"/>
                  <a:pt x="0" y="62446"/>
                </a:cubicBezTo>
                <a:cubicBezTo>
                  <a:pt x="0" y="96507"/>
                  <a:pt x="23695" y="125139"/>
                  <a:pt x="62940" y="125139"/>
                </a:cubicBezTo>
                <a:close/>
                <a:moveTo>
                  <a:pt x="62940" y="97248"/>
                </a:moveTo>
                <a:cubicBezTo>
                  <a:pt x="43441" y="97248"/>
                  <a:pt x="32580" y="81204"/>
                  <a:pt x="32580" y="62446"/>
                </a:cubicBezTo>
                <a:cubicBezTo>
                  <a:pt x="32580" y="43934"/>
                  <a:pt x="43441" y="27891"/>
                  <a:pt x="62940" y="27891"/>
                </a:cubicBezTo>
                <a:cubicBezTo>
                  <a:pt x="82438" y="27891"/>
                  <a:pt x="93545" y="43934"/>
                  <a:pt x="93545" y="62446"/>
                </a:cubicBezTo>
                <a:cubicBezTo>
                  <a:pt x="93545" y="81204"/>
                  <a:pt x="82438" y="97248"/>
                  <a:pt x="62940" y="97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0D14A-547D-471B-8C64-17361B3C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258" y="2479092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22177"/>
                </a:moveTo>
                <a:lnTo>
                  <a:pt x="111810" y="38011"/>
                </a:lnTo>
                <a:cubicBezTo>
                  <a:pt x="111810" y="14809"/>
                  <a:pt x="99222" y="0"/>
                  <a:pt x="73059" y="0"/>
                </a:cubicBezTo>
                <a:cubicBezTo>
                  <a:pt x="53560" y="0"/>
                  <a:pt x="38998" y="9379"/>
                  <a:pt x="31346" y="1851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lnTo>
                  <a:pt x="31346" y="41960"/>
                </a:lnTo>
                <a:cubicBezTo>
                  <a:pt x="36530" y="34802"/>
                  <a:pt x="46156" y="27891"/>
                  <a:pt x="58497" y="27891"/>
                </a:cubicBezTo>
                <a:cubicBezTo>
                  <a:pt x="71825" y="27891"/>
                  <a:pt x="80464" y="33568"/>
                  <a:pt x="80464" y="50105"/>
                </a:cubicBezTo>
                <a:lnTo>
                  <a:pt x="80464" y="122177"/>
                </a:lnTo>
                <a:lnTo>
                  <a:pt x="111810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2E5FE-D3B6-4076-86E4-5BC84E4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731" y="81631"/>
            <a:ext cx="3908011" cy="3702326"/>
          </a:xfrm>
          <a:custGeom xmlns:a="http://schemas.openxmlformats.org/drawingml/2006/main">
            <a:pathLst>
              <a:path w="3908011" h="3702326">
                <a:moveTo>
                  <a:pt x="0" y="0"/>
                </a:moveTo>
                <a:lnTo>
                  <a:pt x="3908011" y="0"/>
                </a:lnTo>
                <a:lnTo>
                  <a:pt x="3908011" y="3702326"/>
                </a:lnTo>
                <a:lnTo>
                  <a:pt x="0" y="3702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D371C-8F83-4C61-BACD-564A89AA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731" y="81631"/>
            <a:ext cx="3908011" cy="3702326"/>
          </a:xfrm>
          <a:custGeom xmlns:a="http://schemas.openxmlformats.org/drawingml/2006/main">
            <a:pathLst>
              <a:path w="3908011" h="3702326" fill="none">
                <a:moveTo>
                  <a:pt x="0" y="0"/>
                </a:moveTo>
                <a:lnTo>
                  <a:pt x="3908011" y="0"/>
                </a:lnTo>
                <a:lnTo>
                  <a:pt x="3908011" y="3702326"/>
                </a:lnTo>
                <a:lnTo>
                  <a:pt x="0" y="37023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D6B656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1EEBE-ED31-4766-A3A4-CEE57385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113" y="171391"/>
            <a:ext cx="156485" cy="170307"/>
          </a:xfrm>
          <a:custGeom xmlns:a="http://schemas.openxmlformats.org/drawingml/2006/main">
            <a:pathLst>
              <a:path w="156485" h="170307">
                <a:moveTo>
                  <a:pt x="87622" y="170307"/>
                </a:moveTo>
                <a:cubicBezTo>
                  <a:pt x="123905" y="170307"/>
                  <a:pt x="144638" y="150314"/>
                  <a:pt x="156485" y="129828"/>
                </a:cubicBezTo>
                <a:lnTo>
                  <a:pt x="126373" y="115266"/>
                </a:lnTo>
                <a:cubicBezTo>
                  <a:pt x="119462" y="128841"/>
                  <a:pt x="104652" y="139207"/>
                  <a:pt x="87622" y="139207"/>
                </a:cubicBezTo>
                <a:cubicBezTo>
                  <a:pt x="57756" y="139207"/>
                  <a:pt x="36036" y="116253"/>
                  <a:pt x="36036" y="85153"/>
                </a:cubicBezTo>
                <a:cubicBezTo>
                  <a:pt x="36036" y="54054"/>
                  <a:pt x="57756" y="31100"/>
                  <a:pt x="87622" y="31100"/>
                </a:cubicBezTo>
                <a:cubicBezTo>
                  <a:pt x="104652" y="31100"/>
                  <a:pt x="119462" y="41713"/>
                  <a:pt x="126373" y="55041"/>
                </a:cubicBezTo>
                <a:lnTo>
                  <a:pt x="156485" y="40232"/>
                </a:lnTo>
                <a:cubicBezTo>
                  <a:pt x="144884" y="19746"/>
                  <a:pt x="123905" y="0"/>
                  <a:pt x="87622" y="0"/>
                </a:cubicBezTo>
                <a:cubicBezTo>
                  <a:pt x="38257" y="0"/>
                  <a:pt x="0" y="34555"/>
                  <a:pt x="0" y="85153"/>
                </a:cubicBezTo>
                <a:cubicBezTo>
                  <a:pt x="0" y="135752"/>
                  <a:pt x="38257" y="170307"/>
                  <a:pt x="87622" y="170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438A2-0400-4DFF-8746-06C44B91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88" y="216560"/>
            <a:ext cx="126126" cy="125139"/>
          </a:xfrm>
          <a:custGeom xmlns:a="http://schemas.openxmlformats.org/drawingml/2006/main">
            <a:pathLst>
              <a:path w="126126" h="125139">
                <a:moveTo>
                  <a:pt x="62940" y="125139"/>
                </a:moveTo>
                <a:cubicBezTo>
                  <a:pt x="102431" y="125139"/>
                  <a:pt x="126126" y="96507"/>
                  <a:pt x="126126" y="62446"/>
                </a:cubicBezTo>
                <a:cubicBezTo>
                  <a:pt x="126126" y="28631"/>
                  <a:pt x="102431" y="0"/>
                  <a:pt x="62940" y="0"/>
                </a:cubicBezTo>
                <a:cubicBezTo>
                  <a:pt x="23695" y="0"/>
                  <a:pt x="0" y="28631"/>
                  <a:pt x="0" y="62446"/>
                </a:cubicBezTo>
                <a:cubicBezTo>
                  <a:pt x="0" y="96507"/>
                  <a:pt x="23695" y="125139"/>
                  <a:pt x="62940" y="125139"/>
                </a:cubicBezTo>
                <a:close/>
                <a:moveTo>
                  <a:pt x="62940" y="97248"/>
                </a:moveTo>
                <a:cubicBezTo>
                  <a:pt x="43441" y="97248"/>
                  <a:pt x="32580" y="81204"/>
                  <a:pt x="32580" y="62446"/>
                </a:cubicBezTo>
                <a:cubicBezTo>
                  <a:pt x="32580" y="43934"/>
                  <a:pt x="43441" y="27891"/>
                  <a:pt x="62940" y="27891"/>
                </a:cubicBezTo>
                <a:cubicBezTo>
                  <a:pt x="82438" y="27891"/>
                  <a:pt x="93545" y="43934"/>
                  <a:pt x="93545" y="62446"/>
                </a:cubicBezTo>
                <a:cubicBezTo>
                  <a:pt x="93545" y="81204"/>
                  <a:pt x="82438" y="97248"/>
                  <a:pt x="62940" y="97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EC38D-B59D-4ED6-A13A-83228CB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485" y="219522"/>
            <a:ext cx="129581" cy="119215"/>
          </a:xfrm>
          <a:custGeom xmlns:a="http://schemas.openxmlformats.org/drawingml/2006/main">
            <a:pathLst>
              <a:path w="129581" h="119215">
                <a:moveTo>
                  <a:pt x="81698" y="119215"/>
                </a:moveTo>
                <a:lnTo>
                  <a:pt x="129581" y="0"/>
                </a:lnTo>
                <a:lnTo>
                  <a:pt x="95767" y="0"/>
                </a:lnTo>
                <a:lnTo>
                  <a:pt x="64667" y="82932"/>
                </a:lnTo>
                <a:lnTo>
                  <a:pt x="33568" y="0"/>
                </a:lnTo>
                <a:lnTo>
                  <a:pt x="0" y="0"/>
                </a:lnTo>
                <a:lnTo>
                  <a:pt x="47883" y="119215"/>
                </a:lnTo>
                <a:lnTo>
                  <a:pt x="81698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2BC74-5FB6-4B6F-A3E9-89061AA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485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3228B-E996-425E-8A02-3CF1B91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630" y="216560"/>
            <a:ext cx="69357" cy="122177"/>
          </a:xfrm>
          <a:custGeom xmlns:a="http://schemas.openxmlformats.org/drawingml/2006/main">
            <a:pathLst>
              <a:path w="69357" h="122177">
                <a:moveTo>
                  <a:pt x="31346" y="122177"/>
                </a:moveTo>
                <a:lnTo>
                  <a:pt x="31346" y="43441"/>
                </a:lnTo>
                <a:cubicBezTo>
                  <a:pt x="36530" y="35789"/>
                  <a:pt x="50352" y="29865"/>
                  <a:pt x="60718" y="29865"/>
                </a:cubicBezTo>
                <a:cubicBezTo>
                  <a:pt x="64174" y="29865"/>
                  <a:pt x="67136" y="30112"/>
                  <a:pt x="69357" y="30606"/>
                </a:cubicBezTo>
                <a:lnTo>
                  <a:pt x="69357" y="0"/>
                </a:lnTo>
                <a:cubicBezTo>
                  <a:pt x="54548" y="0"/>
                  <a:pt x="39738" y="8639"/>
                  <a:pt x="31346" y="1925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3B9CB-9088-444F-A181-099C2F4B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834" y="216560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B4C46-03CD-4196-8893-DD67C986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860" y="216560"/>
            <a:ext cx="120943" cy="170554"/>
          </a:xfrm>
          <a:custGeom xmlns:a="http://schemas.openxmlformats.org/drawingml/2006/main">
            <a:pathLst>
              <a:path w="120943" h="170554">
                <a:moveTo>
                  <a:pt x="56522" y="170554"/>
                </a:moveTo>
                <a:cubicBezTo>
                  <a:pt x="85894" y="170554"/>
                  <a:pt x="120943" y="159447"/>
                  <a:pt x="120943" y="114032"/>
                </a:cubicBezTo>
                <a:lnTo>
                  <a:pt x="120943" y="2962"/>
                </a:lnTo>
                <a:lnTo>
                  <a:pt x="89349" y="2962"/>
                </a:lnTo>
                <a:lnTo>
                  <a:pt x="89349" y="18265"/>
                </a:lnTo>
                <a:cubicBezTo>
                  <a:pt x="79723" y="6171"/>
                  <a:pt x="66889" y="0"/>
                  <a:pt x="52573" y="0"/>
                </a:cubicBezTo>
                <a:cubicBezTo>
                  <a:pt x="22461" y="0"/>
                  <a:pt x="0" y="21720"/>
                  <a:pt x="0" y="60718"/>
                </a:cubicBezTo>
                <a:cubicBezTo>
                  <a:pt x="0" y="100456"/>
                  <a:pt x="22708" y="121436"/>
                  <a:pt x="52573" y="121436"/>
                </a:cubicBezTo>
                <a:cubicBezTo>
                  <a:pt x="67136" y="121436"/>
                  <a:pt x="79970" y="114525"/>
                  <a:pt x="89349" y="102678"/>
                </a:cubicBezTo>
                <a:lnTo>
                  <a:pt x="89349" y="114772"/>
                </a:lnTo>
                <a:cubicBezTo>
                  <a:pt x="89349" y="138220"/>
                  <a:pt x="71578" y="144884"/>
                  <a:pt x="56522" y="144884"/>
                </a:cubicBezTo>
                <a:cubicBezTo>
                  <a:pt x="41466" y="144884"/>
                  <a:pt x="28878" y="140688"/>
                  <a:pt x="19252" y="130075"/>
                </a:cubicBezTo>
                <a:lnTo>
                  <a:pt x="5183" y="152783"/>
                </a:lnTo>
                <a:cubicBezTo>
                  <a:pt x="20239" y="165864"/>
                  <a:pt x="36036" y="170554"/>
                  <a:pt x="56522" y="170554"/>
                </a:cubicBezTo>
                <a:close/>
                <a:moveTo>
                  <a:pt x="62446" y="93545"/>
                </a:moveTo>
                <a:cubicBezTo>
                  <a:pt x="44675" y="93545"/>
                  <a:pt x="32334" y="81204"/>
                  <a:pt x="32334" y="60718"/>
                </a:cubicBezTo>
                <a:cubicBezTo>
                  <a:pt x="32334" y="40232"/>
                  <a:pt x="44675" y="27891"/>
                  <a:pt x="62446" y="27891"/>
                </a:cubicBezTo>
                <a:cubicBezTo>
                  <a:pt x="72812" y="27891"/>
                  <a:pt x="84166" y="33568"/>
                  <a:pt x="89349" y="41466"/>
                </a:cubicBezTo>
                <a:lnTo>
                  <a:pt x="89349" y="79970"/>
                </a:lnTo>
                <a:cubicBezTo>
                  <a:pt x="84166" y="87622"/>
                  <a:pt x="72812" y="93545"/>
                  <a:pt x="62446" y="93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373F7-7FAB-4052-BBB4-D188E766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252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9F1C5-D042-4294-9FA9-04DE195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325" y="174106"/>
            <a:ext cx="133284" cy="164630"/>
          </a:xfrm>
          <a:custGeom xmlns:a="http://schemas.openxmlformats.org/drawingml/2006/main">
            <a:pathLst>
              <a:path w="133284" h="164630">
                <a:moveTo>
                  <a:pt x="133284" y="164630"/>
                </a:moveTo>
                <a:lnTo>
                  <a:pt x="96260" y="101937"/>
                </a:lnTo>
                <a:cubicBezTo>
                  <a:pt x="114032" y="97741"/>
                  <a:pt x="132296" y="82192"/>
                  <a:pt x="132296" y="53067"/>
                </a:cubicBezTo>
                <a:cubicBezTo>
                  <a:pt x="132296" y="22461"/>
                  <a:pt x="111317" y="0"/>
                  <a:pt x="77008" y="0"/>
                </a:cubicBezTo>
                <a:lnTo>
                  <a:pt x="0" y="0"/>
                </a:lnTo>
                <a:lnTo>
                  <a:pt x="0" y="164630"/>
                </a:lnTo>
                <a:lnTo>
                  <a:pt x="35049" y="164630"/>
                </a:lnTo>
                <a:lnTo>
                  <a:pt x="35049" y="106133"/>
                </a:lnTo>
                <a:lnTo>
                  <a:pt x="60718" y="106133"/>
                </a:lnTo>
                <a:lnTo>
                  <a:pt x="93052" y="164630"/>
                </a:lnTo>
                <a:lnTo>
                  <a:pt x="133284" y="164630"/>
                </a:lnTo>
                <a:close/>
                <a:moveTo>
                  <a:pt x="71825" y="75281"/>
                </a:moveTo>
                <a:lnTo>
                  <a:pt x="35049" y="75281"/>
                </a:lnTo>
                <a:lnTo>
                  <a:pt x="35049" y="30853"/>
                </a:lnTo>
                <a:lnTo>
                  <a:pt x="71825" y="30853"/>
                </a:lnTo>
                <a:cubicBezTo>
                  <a:pt x="85894" y="30853"/>
                  <a:pt x="96507" y="39245"/>
                  <a:pt x="96507" y="53067"/>
                </a:cubicBezTo>
                <a:cubicBezTo>
                  <a:pt x="96507" y="66889"/>
                  <a:pt x="85894" y="75281"/>
                  <a:pt x="71825" y="752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407E6-93DC-4988-A992-D45ADA09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34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41CD4-B63B-4A5D-AC0A-3E3C67A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379" y="216560"/>
            <a:ext cx="120943" cy="167592"/>
          </a:xfrm>
          <a:custGeom xmlns:a="http://schemas.openxmlformats.org/drawingml/2006/main">
            <a:pathLst>
              <a:path w="120943" h="167592">
                <a:moveTo>
                  <a:pt x="68123" y="125139"/>
                </a:moveTo>
                <a:cubicBezTo>
                  <a:pt x="98729" y="125139"/>
                  <a:pt x="120943" y="102184"/>
                  <a:pt x="120943" y="62446"/>
                </a:cubicBezTo>
                <a:cubicBezTo>
                  <a:pt x="120943" y="22708"/>
                  <a:pt x="98729" y="0"/>
                  <a:pt x="68123" y="0"/>
                </a:cubicBezTo>
                <a:cubicBezTo>
                  <a:pt x="53560" y="0"/>
                  <a:pt x="40479" y="6417"/>
                  <a:pt x="31346" y="18018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67592"/>
                </a:lnTo>
                <a:lnTo>
                  <a:pt x="31346" y="167592"/>
                </a:lnTo>
                <a:lnTo>
                  <a:pt x="31346" y="106874"/>
                </a:lnTo>
                <a:cubicBezTo>
                  <a:pt x="40972" y="119215"/>
                  <a:pt x="54054" y="125139"/>
                  <a:pt x="68123" y="125139"/>
                </a:cubicBezTo>
                <a:close/>
                <a:moveTo>
                  <a:pt x="58250" y="97248"/>
                </a:moveTo>
                <a:cubicBezTo>
                  <a:pt x="48130" y="97248"/>
                  <a:pt x="36530" y="91077"/>
                  <a:pt x="31346" y="83673"/>
                </a:cubicBezTo>
                <a:lnTo>
                  <a:pt x="31346" y="41466"/>
                </a:lnTo>
                <a:cubicBezTo>
                  <a:pt x="36530" y="33815"/>
                  <a:pt x="48130" y="27891"/>
                  <a:pt x="58250" y="27891"/>
                </a:cubicBezTo>
                <a:cubicBezTo>
                  <a:pt x="76268" y="27891"/>
                  <a:pt x="88362" y="41960"/>
                  <a:pt x="88362" y="62446"/>
                </a:cubicBezTo>
                <a:cubicBezTo>
                  <a:pt x="88362" y="83179"/>
                  <a:pt x="76268" y="97248"/>
                  <a:pt x="58250" y="97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9363E-9D24-4469-B2F2-C40FF40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277" y="216560"/>
            <a:ext cx="69357" cy="122177"/>
          </a:xfrm>
          <a:custGeom xmlns:a="http://schemas.openxmlformats.org/drawingml/2006/main">
            <a:pathLst>
              <a:path w="69357" h="122177">
                <a:moveTo>
                  <a:pt x="31346" y="122177"/>
                </a:moveTo>
                <a:lnTo>
                  <a:pt x="31346" y="43441"/>
                </a:lnTo>
                <a:cubicBezTo>
                  <a:pt x="36530" y="35789"/>
                  <a:pt x="50352" y="29865"/>
                  <a:pt x="60718" y="29865"/>
                </a:cubicBezTo>
                <a:cubicBezTo>
                  <a:pt x="64174" y="29865"/>
                  <a:pt x="67136" y="30112"/>
                  <a:pt x="69357" y="30606"/>
                </a:cubicBezTo>
                <a:lnTo>
                  <a:pt x="69357" y="0"/>
                </a:lnTo>
                <a:cubicBezTo>
                  <a:pt x="54548" y="0"/>
                  <a:pt x="39738" y="8639"/>
                  <a:pt x="31346" y="1925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51EA6-A636-4ABD-A7AF-B8C3961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483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6B574-92C9-4ECE-A774-380AD82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262" y="216560"/>
            <a:ext cx="104899" cy="125139"/>
          </a:xfrm>
          <a:custGeom xmlns:a="http://schemas.openxmlformats.org/drawingml/2006/main">
            <a:pathLst>
              <a:path w="104899" h="125139">
                <a:moveTo>
                  <a:pt x="53313" y="125139"/>
                </a:moveTo>
                <a:cubicBezTo>
                  <a:pt x="86388" y="125139"/>
                  <a:pt x="104899" y="108602"/>
                  <a:pt x="104899" y="86881"/>
                </a:cubicBezTo>
                <a:cubicBezTo>
                  <a:pt x="104899" y="38751"/>
                  <a:pt x="34308" y="53560"/>
                  <a:pt x="34308" y="35789"/>
                </a:cubicBezTo>
                <a:cubicBezTo>
                  <a:pt x="34308" y="29125"/>
                  <a:pt x="41713" y="23942"/>
                  <a:pt x="53067" y="23942"/>
                </a:cubicBezTo>
                <a:cubicBezTo>
                  <a:pt x="67629" y="23942"/>
                  <a:pt x="81204" y="30112"/>
                  <a:pt x="88362" y="37764"/>
                </a:cubicBezTo>
                <a:lnTo>
                  <a:pt x="100950" y="16290"/>
                </a:lnTo>
                <a:cubicBezTo>
                  <a:pt x="89103" y="6911"/>
                  <a:pt x="73059" y="0"/>
                  <a:pt x="52820" y="0"/>
                </a:cubicBezTo>
                <a:cubicBezTo>
                  <a:pt x="21473" y="0"/>
                  <a:pt x="3949" y="17524"/>
                  <a:pt x="3949" y="37517"/>
                </a:cubicBezTo>
                <a:cubicBezTo>
                  <a:pt x="3949" y="84413"/>
                  <a:pt x="74787" y="68370"/>
                  <a:pt x="74787" y="88115"/>
                </a:cubicBezTo>
                <a:cubicBezTo>
                  <a:pt x="74787" y="95520"/>
                  <a:pt x="68370" y="100950"/>
                  <a:pt x="54794" y="100950"/>
                </a:cubicBezTo>
                <a:cubicBezTo>
                  <a:pt x="39985" y="100950"/>
                  <a:pt x="22214" y="92805"/>
                  <a:pt x="13575" y="84660"/>
                </a:cubicBezTo>
                <a:lnTo>
                  <a:pt x="0" y="106627"/>
                </a:lnTo>
                <a:cubicBezTo>
                  <a:pt x="12588" y="118228"/>
                  <a:pt x="32580" y="125139"/>
                  <a:pt x="53313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1484F-659E-4674-9586-E536227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712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092EA-9AFB-4C1B-9B09-1AF2B3E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856" y="216560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22177"/>
                </a:moveTo>
                <a:lnTo>
                  <a:pt x="111810" y="38011"/>
                </a:lnTo>
                <a:cubicBezTo>
                  <a:pt x="111810" y="14809"/>
                  <a:pt x="99222" y="0"/>
                  <a:pt x="73059" y="0"/>
                </a:cubicBezTo>
                <a:cubicBezTo>
                  <a:pt x="53560" y="0"/>
                  <a:pt x="38998" y="9379"/>
                  <a:pt x="31346" y="1851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lnTo>
                  <a:pt x="31346" y="41960"/>
                </a:lnTo>
                <a:cubicBezTo>
                  <a:pt x="36530" y="34802"/>
                  <a:pt x="46156" y="27891"/>
                  <a:pt x="58497" y="27891"/>
                </a:cubicBezTo>
                <a:cubicBezTo>
                  <a:pt x="71825" y="27891"/>
                  <a:pt x="80464" y="33568"/>
                  <a:pt x="80464" y="50105"/>
                </a:cubicBezTo>
                <a:lnTo>
                  <a:pt x="80464" y="122177"/>
                </a:lnTo>
                <a:lnTo>
                  <a:pt x="111810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55E82-4A7B-421A-93DC-93EF78C8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192" y="186941"/>
            <a:ext cx="79723" cy="154757"/>
          </a:xfrm>
          <a:custGeom xmlns:a="http://schemas.openxmlformats.org/drawingml/2006/main">
            <a:pathLst>
              <a:path w="79723" h="154757">
                <a:moveTo>
                  <a:pt x="53560" y="154757"/>
                </a:moveTo>
                <a:cubicBezTo>
                  <a:pt x="66642" y="154757"/>
                  <a:pt x="75034" y="151302"/>
                  <a:pt x="79723" y="147106"/>
                </a:cubicBezTo>
                <a:lnTo>
                  <a:pt x="73059" y="123411"/>
                </a:lnTo>
                <a:cubicBezTo>
                  <a:pt x="71331" y="125139"/>
                  <a:pt x="66889" y="126866"/>
                  <a:pt x="62199" y="126866"/>
                </a:cubicBezTo>
                <a:cubicBezTo>
                  <a:pt x="55288" y="126866"/>
                  <a:pt x="51339" y="121189"/>
                  <a:pt x="51339" y="113785"/>
                </a:cubicBezTo>
                <a:lnTo>
                  <a:pt x="51339" y="59978"/>
                </a:lnTo>
                <a:lnTo>
                  <a:pt x="75527" y="59978"/>
                </a:lnTo>
                <a:lnTo>
                  <a:pt x="75527" y="32580"/>
                </a:lnTo>
                <a:lnTo>
                  <a:pt x="51339" y="32580"/>
                </a:lnTo>
                <a:lnTo>
                  <a:pt x="51339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59978"/>
                </a:lnTo>
                <a:lnTo>
                  <a:pt x="19746" y="59978"/>
                </a:lnTo>
                <a:lnTo>
                  <a:pt x="19746" y="122177"/>
                </a:lnTo>
                <a:cubicBezTo>
                  <a:pt x="19746" y="143403"/>
                  <a:pt x="31593" y="154757"/>
                  <a:pt x="53560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B8E9E-CB32-4F2B-84AD-80E7A653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542" y="216560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18ED36-C77F-472A-B1B7-512A9BC4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44" y="186941"/>
            <a:ext cx="79723" cy="154757"/>
          </a:xfrm>
          <a:custGeom xmlns:a="http://schemas.openxmlformats.org/drawingml/2006/main">
            <a:pathLst>
              <a:path w="79723" h="154757">
                <a:moveTo>
                  <a:pt x="53560" y="154757"/>
                </a:moveTo>
                <a:cubicBezTo>
                  <a:pt x="66642" y="154757"/>
                  <a:pt x="75034" y="151302"/>
                  <a:pt x="79723" y="147106"/>
                </a:cubicBezTo>
                <a:lnTo>
                  <a:pt x="73059" y="123411"/>
                </a:lnTo>
                <a:cubicBezTo>
                  <a:pt x="71331" y="125139"/>
                  <a:pt x="66889" y="126866"/>
                  <a:pt x="62199" y="126866"/>
                </a:cubicBezTo>
                <a:cubicBezTo>
                  <a:pt x="55288" y="126866"/>
                  <a:pt x="51339" y="121189"/>
                  <a:pt x="51339" y="113785"/>
                </a:cubicBezTo>
                <a:lnTo>
                  <a:pt x="51339" y="59978"/>
                </a:lnTo>
                <a:lnTo>
                  <a:pt x="75527" y="59978"/>
                </a:lnTo>
                <a:lnTo>
                  <a:pt x="75527" y="32580"/>
                </a:lnTo>
                <a:lnTo>
                  <a:pt x="51339" y="32580"/>
                </a:lnTo>
                <a:lnTo>
                  <a:pt x="51339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59978"/>
                </a:lnTo>
                <a:lnTo>
                  <a:pt x="19746" y="59978"/>
                </a:lnTo>
                <a:lnTo>
                  <a:pt x="19746" y="122177"/>
                </a:lnTo>
                <a:cubicBezTo>
                  <a:pt x="19746" y="143403"/>
                  <a:pt x="31593" y="154757"/>
                  <a:pt x="53560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0A4BE-39B4-4A96-B853-BCE4573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437" y="169417"/>
            <a:ext cx="37517" cy="169320"/>
          </a:xfrm>
          <a:custGeom xmlns:a="http://schemas.openxmlformats.org/drawingml/2006/main">
            <a:pathLst>
              <a:path w="37517" h="169320">
                <a:moveTo>
                  <a:pt x="18758" y="37270"/>
                </a:moveTo>
                <a:cubicBezTo>
                  <a:pt x="29125" y="37270"/>
                  <a:pt x="37517" y="28878"/>
                  <a:pt x="37517" y="18512"/>
                </a:cubicBezTo>
                <a:cubicBezTo>
                  <a:pt x="37517" y="8145"/>
                  <a:pt x="29125" y="0"/>
                  <a:pt x="18758" y="0"/>
                </a:cubicBezTo>
                <a:cubicBezTo>
                  <a:pt x="8639" y="0"/>
                  <a:pt x="0" y="8145"/>
                  <a:pt x="0" y="18512"/>
                </a:cubicBezTo>
                <a:cubicBezTo>
                  <a:pt x="0" y="28878"/>
                  <a:pt x="8639" y="37270"/>
                  <a:pt x="18758" y="37270"/>
                </a:cubicBezTo>
                <a:close/>
                <a:moveTo>
                  <a:pt x="34555" y="169320"/>
                </a:moveTo>
                <a:lnTo>
                  <a:pt x="34555" y="50105"/>
                </a:lnTo>
                <a:lnTo>
                  <a:pt x="3209" y="50105"/>
                </a:lnTo>
                <a:lnTo>
                  <a:pt x="3209" y="169320"/>
                </a:lnTo>
                <a:lnTo>
                  <a:pt x="34555" y="169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6C82A-40E3-41EC-9015-CF052671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440" y="216560"/>
            <a:ext cx="126126" cy="125139"/>
          </a:xfrm>
          <a:custGeom xmlns:a="http://schemas.openxmlformats.org/drawingml/2006/main">
            <a:pathLst>
              <a:path w="126126" h="125139">
                <a:moveTo>
                  <a:pt x="62940" y="125139"/>
                </a:moveTo>
                <a:cubicBezTo>
                  <a:pt x="102431" y="125139"/>
                  <a:pt x="126126" y="96507"/>
                  <a:pt x="126126" y="62446"/>
                </a:cubicBezTo>
                <a:cubicBezTo>
                  <a:pt x="126126" y="28631"/>
                  <a:pt x="102431" y="0"/>
                  <a:pt x="62940" y="0"/>
                </a:cubicBezTo>
                <a:cubicBezTo>
                  <a:pt x="23695" y="0"/>
                  <a:pt x="0" y="28631"/>
                  <a:pt x="0" y="62446"/>
                </a:cubicBezTo>
                <a:cubicBezTo>
                  <a:pt x="0" y="96507"/>
                  <a:pt x="23695" y="125139"/>
                  <a:pt x="62940" y="125139"/>
                </a:cubicBezTo>
                <a:close/>
                <a:moveTo>
                  <a:pt x="62940" y="97248"/>
                </a:moveTo>
                <a:cubicBezTo>
                  <a:pt x="43441" y="97248"/>
                  <a:pt x="32580" y="81204"/>
                  <a:pt x="32580" y="62446"/>
                </a:cubicBezTo>
                <a:cubicBezTo>
                  <a:pt x="32580" y="43934"/>
                  <a:pt x="43441" y="27891"/>
                  <a:pt x="62940" y="27891"/>
                </a:cubicBezTo>
                <a:cubicBezTo>
                  <a:pt x="82438" y="27891"/>
                  <a:pt x="93545" y="43934"/>
                  <a:pt x="93545" y="62446"/>
                </a:cubicBezTo>
                <a:cubicBezTo>
                  <a:pt x="93545" y="81204"/>
                  <a:pt x="82438" y="97248"/>
                  <a:pt x="62940" y="97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9E242-869E-44DC-9AF3-00EA2BC2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3769" y="216560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22177"/>
                </a:moveTo>
                <a:lnTo>
                  <a:pt x="111810" y="38011"/>
                </a:lnTo>
                <a:cubicBezTo>
                  <a:pt x="111810" y="14809"/>
                  <a:pt x="99222" y="0"/>
                  <a:pt x="73059" y="0"/>
                </a:cubicBezTo>
                <a:cubicBezTo>
                  <a:pt x="53560" y="0"/>
                  <a:pt x="38998" y="9379"/>
                  <a:pt x="31346" y="1851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lnTo>
                  <a:pt x="31346" y="41960"/>
                </a:lnTo>
                <a:cubicBezTo>
                  <a:pt x="36530" y="34802"/>
                  <a:pt x="46156" y="27891"/>
                  <a:pt x="58497" y="27891"/>
                </a:cubicBezTo>
                <a:cubicBezTo>
                  <a:pt x="71825" y="27891"/>
                  <a:pt x="80464" y="33568"/>
                  <a:pt x="80464" y="50105"/>
                </a:cubicBezTo>
                <a:lnTo>
                  <a:pt x="80464" y="122177"/>
                </a:lnTo>
                <a:lnTo>
                  <a:pt x="111810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D46D4-4607-4369-AB98-CF0BDB9A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16" y="698685"/>
            <a:ext cx="3496641" cy="1851163"/>
          </a:xfrm>
          <a:custGeom xmlns:a="http://schemas.openxmlformats.org/drawingml/2006/main">
            <a:pathLst>
              <a:path w="3496641" h="1851163">
                <a:moveTo>
                  <a:pt x="0" y="0"/>
                </a:moveTo>
                <a:lnTo>
                  <a:pt x="3496641" y="0"/>
                </a:lnTo>
                <a:lnTo>
                  <a:pt x="3496641" y="1851163"/>
                </a:lnTo>
                <a:lnTo>
                  <a:pt x="0" y="18511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0B1C8-41B7-4D8C-B1B2-B9990626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16" y="698685"/>
            <a:ext cx="3496641" cy="1851163"/>
          </a:xfrm>
          <a:custGeom xmlns:a="http://schemas.openxmlformats.org/drawingml/2006/main">
            <a:pathLst>
              <a:path w="3496641" h="1851163" fill="none">
                <a:moveTo>
                  <a:pt x="0" y="0"/>
                </a:moveTo>
                <a:lnTo>
                  <a:pt x="3496641" y="0"/>
                </a:lnTo>
                <a:lnTo>
                  <a:pt x="3496641" y="1851163"/>
                </a:lnTo>
                <a:lnTo>
                  <a:pt x="0" y="18511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D6B656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FA1ED-BEA5-4A5B-99D4-47F55BB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410" y="750024"/>
            <a:ext cx="124892" cy="164630"/>
          </a:xfrm>
          <a:custGeom xmlns:a="http://schemas.openxmlformats.org/drawingml/2006/main">
            <a:pathLst>
              <a:path w="124892" h="164630">
                <a:moveTo>
                  <a:pt x="124892" y="164630"/>
                </a:moveTo>
                <a:lnTo>
                  <a:pt x="50352" y="78242"/>
                </a:lnTo>
                <a:lnTo>
                  <a:pt x="118968" y="0"/>
                </a:lnTo>
                <a:lnTo>
                  <a:pt x="93299" y="0"/>
                </a:lnTo>
                <a:lnTo>
                  <a:pt x="20486" y="85153"/>
                </a:lnTo>
                <a:lnTo>
                  <a:pt x="20486" y="0"/>
                </a:lnTo>
                <a:lnTo>
                  <a:pt x="0" y="0"/>
                </a:lnTo>
                <a:lnTo>
                  <a:pt x="0" y="164630"/>
                </a:lnTo>
                <a:lnTo>
                  <a:pt x="20486" y="164630"/>
                </a:lnTo>
                <a:lnTo>
                  <a:pt x="20486" y="109342"/>
                </a:lnTo>
                <a:lnTo>
                  <a:pt x="37023" y="90584"/>
                </a:lnTo>
                <a:lnTo>
                  <a:pt x="99469" y="164630"/>
                </a:lnTo>
                <a:lnTo>
                  <a:pt x="124892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8B8DB-C35A-43A0-A666-C103CDA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010" y="792477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BD865-F4AC-4B21-899B-71A74F6D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099" y="792477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891C3-B280-4FA8-8806-A0889DB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642" y="795439"/>
            <a:ext cx="175243" cy="119215"/>
          </a:xfrm>
          <a:custGeom xmlns:a="http://schemas.openxmlformats.org/drawingml/2006/main">
            <a:pathLst>
              <a:path w="175243" h="119215">
                <a:moveTo>
                  <a:pt x="137233" y="119215"/>
                </a:moveTo>
                <a:lnTo>
                  <a:pt x="175243" y="0"/>
                </a:lnTo>
                <a:lnTo>
                  <a:pt x="155991" y="0"/>
                </a:lnTo>
                <a:lnTo>
                  <a:pt x="126866" y="95026"/>
                </a:lnTo>
                <a:lnTo>
                  <a:pt x="95520" y="0"/>
                </a:lnTo>
                <a:lnTo>
                  <a:pt x="79723" y="0"/>
                </a:lnTo>
                <a:lnTo>
                  <a:pt x="48377" y="95026"/>
                </a:lnTo>
                <a:lnTo>
                  <a:pt x="19252" y="0"/>
                </a:lnTo>
                <a:lnTo>
                  <a:pt x="0" y="0"/>
                </a:lnTo>
                <a:lnTo>
                  <a:pt x="38011" y="119215"/>
                </a:lnTo>
                <a:lnTo>
                  <a:pt x="56522" y="119215"/>
                </a:lnTo>
                <a:lnTo>
                  <a:pt x="87622" y="23448"/>
                </a:lnTo>
                <a:lnTo>
                  <a:pt x="118721" y="119215"/>
                </a:lnTo>
                <a:lnTo>
                  <a:pt x="137233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7866D-BE5E-464E-B372-42D518D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360" y="792477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CEEB6-A86A-45E4-B4A8-CA462AD7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117" y="747309"/>
            <a:ext cx="147353" cy="170307"/>
          </a:xfrm>
          <a:custGeom xmlns:a="http://schemas.openxmlformats.org/drawingml/2006/main">
            <a:pathLst>
              <a:path w="147353" h="170307">
                <a:moveTo>
                  <a:pt x="84660" y="170307"/>
                </a:moveTo>
                <a:cubicBezTo>
                  <a:pt x="113785" y="170307"/>
                  <a:pt x="133531" y="156485"/>
                  <a:pt x="147353" y="137727"/>
                </a:cubicBezTo>
                <a:lnTo>
                  <a:pt x="129828" y="128100"/>
                </a:lnTo>
                <a:cubicBezTo>
                  <a:pt x="120449" y="142169"/>
                  <a:pt x="103418" y="152042"/>
                  <a:pt x="84660" y="152042"/>
                </a:cubicBezTo>
                <a:cubicBezTo>
                  <a:pt x="48624" y="152042"/>
                  <a:pt x="21227" y="124151"/>
                  <a:pt x="21227" y="85153"/>
                </a:cubicBezTo>
                <a:cubicBezTo>
                  <a:pt x="21227" y="45909"/>
                  <a:pt x="48624" y="18265"/>
                  <a:pt x="84660" y="18265"/>
                </a:cubicBezTo>
                <a:cubicBezTo>
                  <a:pt x="103418" y="18265"/>
                  <a:pt x="120449" y="28384"/>
                  <a:pt x="129828" y="42207"/>
                </a:cubicBezTo>
                <a:lnTo>
                  <a:pt x="147106" y="32580"/>
                </a:lnTo>
                <a:cubicBezTo>
                  <a:pt x="134024" y="14069"/>
                  <a:pt x="113785" y="0"/>
                  <a:pt x="84660" y="0"/>
                </a:cubicBezTo>
                <a:cubicBezTo>
                  <a:pt x="37270" y="0"/>
                  <a:pt x="0" y="34555"/>
                  <a:pt x="0" y="85153"/>
                </a:cubicBezTo>
                <a:cubicBezTo>
                  <a:pt x="0" y="135752"/>
                  <a:pt x="37270" y="170307"/>
                  <a:pt x="84660" y="170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748BC-8490-4C6A-9B95-5A8F48E2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982" y="792477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E8FA6-F16B-4221-8EAA-7B5DF7D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304" y="795439"/>
            <a:ext cx="119462" cy="119215"/>
          </a:xfrm>
          <a:custGeom xmlns:a="http://schemas.openxmlformats.org/drawingml/2006/main">
            <a:pathLst>
              <a:path w="119462" h="119215">
                <a:moveTo>
                  <a:pt x="69851" y="119215"/>
                </a:moveTo>
                <a:lnTo>
                  <a:pt x="119462" y="0"/>
                </a:lnTo>
                <a:lnTo>
                  <a:pt x="99222" y="0"/>
                </a:lnTo>
                <a:lnTo>
                  <a:pt x="59731" y="97741"/>
                </a:lnTo>
                <a:lnTo>
                  <a:pt x="19993" y="0"/>
                </a:lnTo>
                <a:lnTo>
                  <a:pt x="0" y="0"/>
                </a:lnTo>
                <a:lnTo>
                  <a:pt x="49611" y="119215"/>
                </a:lnTo>
                <a:lnTo>
                  <a:pt x="69851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1A4D2-6BC5-405B-9992-9EA006C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107" y="792477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FE743-D6AE-41F5-AB18-C03F1B26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980" y="792971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A18EB-B816-48D8-8F58-8971BB49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767" y="792477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8466D-F850-42E0-89AD-AA4D711D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596" y="792477"/>
            <a:ext cx="111563" cy="170554"/>
          </a:xfrm>
          <a:custGeom xmlns:a="http://schemas.openxmlformats.org/drawingml/2006/main">
            <a:pathLst>
              <a:path w="111563" h="170554">
                <a:moveTo>
                  <a:pt x="54794" y="170554"/>
                </a:moveTo>
                <a:cubicBezTo>
                  <a:pt x="83919" y="170554"/>
                  <a:pt x="111563" y="158213"/>
                  <a:pt x="111563" y="118721"/>
                </a:cubicBezTo>
                <a:lnTo>
                  <a:pt x="111563" y="2962"/>
                </a:lnTo>
                <a:lnTo>
                  <a:pt x="93052" y="2962"/>
                </a:lnTo>
                <a:lnTo>
                  <a:pt x="93052" y="20980"/>
                </a:lnTo>
                <a:cubicBezTo>
                  <a:pt x="83426" y="7898"/>
                  <a:pt x="69110" y="0"/>
                  <a:pt x="53067" y="0"/>
                </a:cubicBezTo>
                <a:cubicBezTo>
                  <a:pt x="21720" y="0"/>
                  <a:pt x="0" y="23695"/>
                  <a:pt x="0" y="61952"/>
                </a:cubicBezTo>
                <a:cubicBezTo>
                  <a:pt x="0" y="100456"/>
                  <a:pt x="21967" y="123658"/>
                  <a:pt x="53067" y="123658"/>
                </a:cubicBezTo>
                <a:cubicBezTo>
                  <a:pt x="69851" y="123658"/>
                  <a:pt x="84413" y="114525"/>
                  <a:pt x="93052" y="102431"/>
                </a:cubicBezTo>
                <a:lnTo>
                  <a:pt x="93052" y="119462"/>
                </a:lnTo>
                <a:cubicBezTo>
                  <a:pt x="93052" y="145625"/>
                  <a:pt x="74540" y="155251"/>
                  <a:pt x="54794" y="155251"/>
                </a:cubicBezTo>
                <a:cubicBezTo>
                  <a:pt x="37764" y="155251"/>
                  <a:pt x="25916" y="150808"/>
                  <a:pt x="16043" y="138961"/>
                </a:cubicBezTo>
                <a:lnTo>
                  <a:pt x="6664" y="152783"/>
                </a:lnTo>
                <a:cubicBezTo>
                  <a:pt x="20733" y="166605"/>
                  <a:pt x="34555" y="170554"/>
                  <a:pt x="54794" y="170554"/>
                </a:cubicBezTo>
                <a:close/>
                <a:moveTo>
                  <a:pt x="57509" y="107367"/>
                </a:moveTo>
                <a:cubicBezTo>
                  <a:pt x="33568" y="107367"/>
                  <a:pt x="19252" y="88115"/>
                  <a:pt x="19252" y="61952"/>
                </a:cubicBezTo>
                <a:cubicBezTo>
                  <a:pt x="19252" y="35542"/>
                  <a:pt x="33568" y="16537"/>
                  <a:pt x="57509" y="16537"/>
                </a:cubicBezTo>
                <a:cubicBezTo>
                  <a:pt x="72319" y="16537"/>
                  <a:pt x="86634" y="25423"/>
                  <a:pt x="93052" y="35789"/>
                </a:cubicBezTo>
                <a:lnTo>
                  <a:pt x="93052" y="87869"/>
                </a:lnTo>
                <a:cubicBezTo>
                  <a:pt x="86634" y="98235"/>
                  <a:pt x="72319" y="107367"/>
                  <a:pt x="57509" y="1073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9BF5C-3023-48F2-941E-9B7902A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273" y="792477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300C2-DAB6-4EFA-9F65-3AE05ABA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16" y="81631"/>
            <a:ext cx="4525065" cy="2056848"/>
          </a:xfrm>
          <a:custGeom xmlns:a="http://schemas.openxmlformats.org/drawingml/2006/main">
            <a:pathLst>
              <a:path w="4525065" h="2056848">
                <a:moveTo>
                  <a:pt x="0" y="0"/>
                </a:moveTo>
                <a:lnTo>
                  <a:pt x="4525065" y="0"/>
                </a:lnTo>
                <a:lnTo>
                  <a:pt x="4525065" y="2056848"/>
                </a:lnTo>
                <a:lnTo>
                  <a:pt x="0" y="20568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B2C0E-A401-4415-B56D-88B7EF40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16" y="81631"/>
            <a:ext cx="4525065" cy="2056848"/>
          </a:xfrm>
          <a:custGeom xmlns:a="http://schemas.openxmlformats.org/drawingml/2006/main">
            <a:pathLst>
              <a:path w="4525065" h="2056848" fill="none">
                <a:moveTo>
                  <a:pt x="0" y="0"/>
                </a:moveTo>
                <a:lnTo>
                  <a:pt x="4525065" y="0"/>
                </a:lnTo>
                <a:lnTo>
                  <a:pt x="4525065" y="2056848"/>
                </a:lnTo>
                <a:lnTo>
                  <a:pt x="0" y="20568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DC3D7-DC97-4C60-A903-6FE742BA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6" y="174106"/>
            <a:ext cx="116500" cy="164630"/>
          </a:xfrm>
          <a:custGeom xmlns:a="http://schemas.openxmlformats.org/drawingml/2006/main">
            <a:pathLst>
              <a:path w="116500" h="164630">
                <a:moveTo>
                  <a:pt x="35049" y="164630"/>
                </a:moveTo>
                <a:lnTo>
                  <a:pt x="35049" y="96507"/>
                </a:lnTo>
                <a:lnTo>
                  <a:pt x="114772" y="96507"/>
                </a:lnTo>
                <a:lnTo>
                  <a:pt x="114772" y="65655"/>
                </a:lnTo>
                <a:lnTo>
                  <a:pt x="35049" y="65655"/>
                </a:lnTo>
                <a:lnTo>
                  <a:pt x="35049" y="30853"/>
                </a:lnTo>
                <a:lnTo>
                  <a:pt x="116500" y="30853"/>
                </a:lnTo>
                <a:lnTo>
                  <a:pt x="116500" y="0"/>
                </a:lnTo>
                <a:lnTo>
                  <a:pt x="0" y="0"/>
                </a:lnTo>
                <a:lnTo>
                  <a:pt x="0" y="164630"/>
                </a:lnTo>
                <a:lnTo>
                  <a:pt x="35049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21402-46F4-4E65-A5CA-B6CFD7A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92" y="219522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19215"/>
                </a:moveTo>
                <a:lnTo>
                  <a:pt x="111810" y="0"/>
                </a:lnTo>
                <a:lnTo>
                  <a:pt x="80464" y="0"/>
                </a:lnTo>
                <a:lnTo>
                  <a:pt x="80464" y="80711"/>
                </a:lnTo>
                <a:cubicBezTo>
                  <a:pt x="75034" y="87622"/>
                  <a:pt x="65408" y="94286"/>
                  <a:pt x="53313" y="94286"/>
                </a:cubicBezTo>
                <a:cubicBezTo>
                  <a:pt x="39985" y="94286"/>
                  <a:pt x="31346" y="88856"/>
                  <a:pt x="31346" y="72319"/>
                </a:cubicBezTo>
                <a:lnTo>
                  <a:pt x="31346" y="0"/>
                </a:lnTo>
                <a:lnTo>
                  <a:pt x="0" y="0"/>
                </a:lnTo>
                <a:lnTo>
                  <a:pt x="0" y="84660"/>
                </a:lnTo>
                <a:cubicBezTo>
                  <a:pt x="0" y="107861"/>
                  <a:pt x="12341" y="122177"/>
                  <a:pt x="38504" y="122177"/>
                </a:cubicBezTo>
                <a:cubicBezTo>
                  <a:pt x="58003" y="122177"/>
                  <a:pt x="72319" y="113291"/>
                  <a:pt x="80464" y="104159"/>
                </a:cubicBezTo>
                <a:lnTo>
                  <a:pt x="80464" y="119215"/>
                </a:lnTo>
                <a:lnTo>
                  <a:pt x="111810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3C6EF-00B4-4966-96C2-CD7791AF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9" y="219522"/>
            <a:ext cx="97248" cy="119215"/>
          </a:xfrm>
          <a:custGeom xmlns:a="http://schemas.openxmlformats.org/drawingml/2006/main">
            <a:pathLst>
              <a:path w="97248" h="119215">
                <a:moveTo>
                  <a:pt x="97248" y="119215"/>
                </a:moveTo>
                <a:lnTo>
                  <a:pt x="97248" y="91818"/>
                </a:lnTo>
                <a:lnTo>
                  <a:pt x="41713" y="91818"/>
                </a:lnTo>
                <a:lnTo>
                  <a:pt x="96260" y="22708"/>
                </a:lnTo>
                <a:lnTo>
                  <a:pt x="96260" y="0"/>
                </a:lnTo>
                <a:lnTo>
                  <a:pt x="0" y="0"/>
                </a:lnTo>
                <a:lnTo>
                  <a:pt x="0" y="27397"/>
                </a:lnTo>
                <a:lnTo>
                  <a:pt x="53807" y="27397"/>
                </a:lnTo>
                <a:lnTo>
                  <a:pt x="0" y="95767"/>
                </a:lnTo>
                <a:lnTo>
                  <a:pt x="0" y="119215"/>
                </a:lnTo>
                <a:lnTo>
                  <a:pt x="97248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F3E38-A048-4716-9091-56C0C26A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48" y="219522"/>
            <a:ext cx="97248" cy="119215"/>
          </a:xfrm>
          <a:custGeom xmlns:a="http://schemas.openxmlformats.org/drawingml/2006/main">
            <a:pathLst>
              <a:path w="97248" h="119215">
                <a:moveTo>
                  <a:pt x="97248" y="119215"/>
                </a:moveTo>
                <a:lnTo>
                  <a:pt x="97248" y="91818"/>
                </a:lnTo>
                <a:lnTo>
                  <a:pt x="41713" y="91818"/>
                </a:lnTo>
                <a:lnTo>
                  <a:pt x="96260" y="22708"/>
                </a:lnTo>
                <a:lnTo>
                  <a:pt x="96260" y="0"/>
                </a:lnTo>
                <a:lnTo>
                  <a:pt x="0" y="0"/>
                </a:lnTo>
                <a:lnTo>
                  <a:pt x="0" y="27397"/>
                </a:lnTo>
                <a:lnTo>
                  <a:pt x="53807" y="27397"/>
                </a:lnTo>
                <a:lnTo>
                  <a:pt x="0" y="95767"/>
                </a:lnTo>
                <a:lnTo>
                  <a:pt x="0" y="119215"/>
                </a:lnTo>
                <a:lnTo>
                  <a:pt x="97248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2391A-4061-4B58-A376-6676E23B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67" y="174106"/>
            <a:ext cx="131309" cy="164630"/>
          </a:xfrm>
          <a:custGeom xmlns:a="http://schemas.openxmlformats.org/drawingml/2006/main">
            <a:pathLst>
              <a:path w="131309" h="164630">
                <a:moveTo>
                  <a:pt x="83426" y="164630"/>
                </a:moveTo>
                <a:lnTo>
                  <a:pt x="83426" y="30853"/>
                </a:lnTo>
                <a:lnTo>
                  <a:pt x="131309" y="30853"/>
                </a:lnTo>
                <a:lnTo>
                  <a:pt x="131309" y="0"/>
                </a:lnTo>
                <a:lnTo>
                  <a:pt x="0" y="0"/>
                </a:lnTo>
                <a:lnTo>
                  <a:pt x="0" y="30853"/>
                </a:lnTo>
                <a:lnTo>
                  <a:pt x="48130" y="30853"/>
                </a:lnTo>
                <a:lnTo>
                  <a:pt x="48130" y="164630"/>
                </a:lnTo>
                <a:lnTo>
                  <a:pt x="83426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1DB74-B3B2-4F8E-98D7-E0BCC59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94" y="216560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EAF55-EFFE-4837-A4E2-8BEAFBA0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71" y="216560"/>
            <a:ext cx="69357" cy="122177"/>
          </a:xfrm>
          <a:custGeom xmlns:a="http://schemas.openxmlformats.org/drawingml/2006/main">
            <a:pathLst>
              <a:path w="69357" h="122177">
                <a:moveTo>
                  <a:pt x="31346" y="122177"/>
                </a:moveTo>
                <a:lnTo>
                  <a:pt x="31346" y="43441"/>
                </a:lnTo>
                <a:cubicBezTo>
                  <a:pt x="36530" y="35789"/>
                  <a:pt x="50352" y="29865"/>
                  <a:pt x="60718" y="29865"/>
                </a:cubicBezTo>
                <a:cubicBezTo>
                  <a:pt x="64174" y="29865"/>
                  <a:pt x="67136" y="30112"/>
                  <a:pt x="69357" y="30606"/>
                </a:cubicBezTo>
                <a:lnTo>
                  <a:pt x="69357" y="0"/>
                </a:lnTo>
                <a:cubicBezTo>
                  <a:pt x="54548" y="0"/>
                  <a:pt x="39738" y="8639"/>
                  <a:pt x="31346" y="1925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0046D-9CC1-489D-B1AC-C6B0D1A2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576" y="216560"/>
            <a:ext cx="120943" cy="170554"/>
          </a:xfrm>
          <a:custGeom xmlns:a="http://schemas.openxmlformats.org/drawingml/2006/main">
            <a:pathLst>
              <a:path w="120943" h="170554">
                <a:moveTo>
                  <a:pt x="56522" y="170554"/>
                </a:moveTo>
                <a:cubicBezTo>
                  <a:pt x="85894" y="170554"/>
                  <a:pt x="120943" y="159447"/>
                  <a:pt x="120943" y="114032"/>
                </a:cubicBezTo>
                <a:lnTo>
                  <a:pt x="120943" y="2962"/>
                </a:lnTo>
                <a:lnTo>
                  <a:pt x="89349" y="2962"/>
                </a:lnTo>
                <a:lnTo>
                  <a:pt x="89349" y="18265"/>
                </a:lnTo>
                <a:cubicBezTo>
                  <a:pt x="79723" y="6171"/>
                  <a:pt x="66889" y="0"/>
                  <a:pt x="52573" y="0"/>
                </a:cubicBezTo>
                <a:cubicBezTo>
                  <a:pt x="22461" y="0"/>
                  <a:pt x="0" y="21720"/>
                  <a:pt x="0" y="60718"/>
                </a:cubicBezTo>
                <a:cubicBezTo>
                  <a:pt x="0" y="100456"/>
                  <a:pt x="22708" y="121436"/>
                  <a:pt x="52573" y="121436"/>
                </a:cubicBezTo>
                <a:cubicBezTo>
                  <a:pt x="67136" y="121436"/>
                  <a:pt x="79970" y="114525"/>
                  <a:pt x="89349" y="102678"/>
                </a:cubicBezTo>
                <a:lnTo>
                  <a:pt x="89349" y="114772"/>
                </a:lnTo>
                <a:cubicBezTo>
                  <a:pt x="89349" y="138220"/>
                  <a:pt x="71578" y="144884"/>
                  <a:pt x="56522" y="144884"/>
                </a:cubicBezTo>
                <a:cubicBezTo>
                  <a:pt x="41466" y="144884"/>
                  <a:pt x="28878" y="140688"/>
                  <a:pt x="19252" y="130075"/>
                </a:cubicBezTo>
                <a:lnTo>
                  <a:pt x="5183" y="152783"/>
                </a:lnTo>
                <a:cubicBezTo>
                  <a:pt x="20239" y="165864"/>
                  <a:pt x="36036" y="170554"/>
                  <a:pt x="56522" y="170554"/>
                </a:cubicBezTo>
                <a:close/>
                <a:moveTo>
                  <a:pt x="62446" y="93545"/>
                </a:moveTo>
                <a:cubicBezTo>
                  <a:pt x="44675" y="93545"/>
                  <a:pt x="32334" y="81204"/>
                  <a:pt x="32334" y="60718"/>
                </a:cubicBezTo>
                <a:cubicBezTo>
                  <a:pt x="32334" y="40232"/>
                  <a:pt x="44675" y="27891"/>
                  <a:pt x="62446" y="27891"/>
                </a:cubicBezTo>
                <a:cubicBezTo>
                  <a:pt x="72812" y="27891"/>
                  <a:pt x="84166" y="33568"/>
                  <a:pt x="89349" y="41466"/>
                </a:cubicBezTo>
                <a:lnTo>
                  <a:pt x="89349" y="79970"/>
                </a:lnTo>
                <a:cubicBezTo>
                  <a:pt x="84166" y="87622"/>
                  <a:pt x="72812" y="93545"/>
                  <a:pt x="62446" y="93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01311-7144-4C78-A451-8589C89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68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2360B-FC6C-4346-A77E-47698CCB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537" y="186941"/>
            <a:ext cx="79723" cy="154757"/>
          </a:xfrm>
          <a:custGeom xmlns:a="http://schemas.openxmlformats.org/drawingml/2006/main">
            <a:pathLst>
              <a:path w="79723" h="154757">
                <a:moveTo>
                  <a:pt x="53560" y="154757"/>
                </a:moveTo>
                <a:cubicBezTo>
                  <a:pt x="66642" y="154757"/>
                  <a:pt x="75034" y="151302"/>
                  <a:pt x="79723" y="147106"/>
                </a:cubicBezTo>
                <a:lnTo>
                  <a:pt x="73059" y="123411"/>
                </a:lnTo>
                <a:cubicBezTo>
                  <a:pt x="71331" y="125139"/>
                  <a:pt x="66889" y="126866"/>
                  <a:pt x="62199" y="126866"/>
                </a:cubicBezTo>
                <a:cubicBezTo>
                  <a:pt x="55288" y="126866"/>
                  <a:pt x="51339" y="121189"/>
                  <a:pt x="51339" y="113785"/>
                </a:cubicBezTo>
                <a:lnTo>
                  <a:pt x="51339" y="59978"/>
                </a:lnTo>
                <a:lnTo>
                  <a:pt x="75527" y="59978"/>
                </a:lnTo>
                <a:lnTo>
                  <a:pt x="75527" y="32580"/>
                </a:lnTo>
                <a:lnTo>
                  <a:pt x="51339" y="32580"/>
                </a:lnTo>
                <a:lnTo>
                  <a:pt x="51339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59978"/>
                </a:lnTo>
                <a:lnTo>
                  <a:pt x="19746" y="59978"/>
                </a:lnTo>
                <a:lnTo>
                  <a:pt x="19746" y="122177"/>
                </a:lnTo>
                <a:cubicBezTo>
                  <a:pt x="19746" y="143403"/>
                  <a:pt x="31593" y="154757"/>
                  <a:pt x="53560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3C5DF-ADA4-4CDA-9D7D-1AA084FC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16" y="2549848"/>
            <a:ext cx="3496641" cy="822739"/>
          </a:xfrm>
          <a:custGeom xmlns:a="http://schemas.openxmlformats.org/drawingml/2006/main">
            <a:pathLst>
              <a:path w="3496641" h="822739">
                <a:moveTo>
                  <a:pt x="0" y="0"/>
                </a:moveTo>
                <a:lnTo>
                  <a:pt x="3496641" y="0"/>
                </a:lnTo>
                <a:lnTo>
                  <a:pt x="3496641" y="822739"/>
                </a:lnTo>
                <a:lnTo>
                  <a:pt x="0" y="8227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8D0AC-845A-4303-8DFF-5E80FE2C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416" y="2549848"/>
            <a:ext cx="3496641" cy="822739"/>
          </a:xfrm>
          <a:custGeom xmlns:a="http://schemas.openxmlformats.org/drawingml/2006/main">
            <a:pathLst>
              <a:path w="3496641" h="822739" fill="none">
                <a:moveTo>
                  <a:pt x="0" y="0"/>
                </a:moveTo>
                <a:lnTo>
                  <a:pt x="3496641" y="0"/>
                </a:lnTo>
                <a:lnTo>
                  <a:pt x="3496641" y="822739"/>
                </a:lnTo>
                <a:lnTo>
                  <a:pt x="0" y="8227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D6B656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2CF9F-D5C2-4670-944C-C7DAC272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008" y="2601187"/>
            <a:ext cx="136246" cy="164630"/>
          </a:xfrm>
          <a:custGeom xmlns:a="http://schemas.openxmlformats.org/drawingml/2006/main">
            <a:pathLst>
              <a:path w="136246" h="164630">
                <a:moveTo>
                  <a:pt x="136246" y="164630"/>
                </a:moveTo>
                <a:lnTo>
                  <a:pt x="136246" y="0"/>
                </a:lnTo>
                <a:lnTo>
                  <a:pt x="115759" y="0"/>
                </a:lnTo>
                <a:lnTo>
                  <a:pt x="115759" y="128594"/>
                </a:lnTo>
                <a:lnTo>
                  <a:pt x="20980" y="0"/>
                </a:lnTo>
                <a:lnTo>
                  <a:pt x="0" y="0"/>
                </a:lnTo>
                <a:lnTo>
                  <a:pt x="0" y="164630"/>
                </a:lnTo>
                <a:lnTo>
                  <a:pt x="20486" y="164630"/>
                </a:lnTo>
                <a:lnTo>
                  <a:pt x="20486" y="33321"/>
                </a:lnTo>
                <a:lnTo>
                  <a:pt x="116500" y="164630"/>
                </a:lnTo>
                <a:lnTo>
                  <a:pt x="136246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71AB9-EF4C-4658-9D5C-E549889E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109" y="2643640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0C240-51B2-4107-A624-B408487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431" y="2646602"/>
            <a:ext cx="119462" cy="119215"/>
          </a:xfrm>
          <a:custGeom xmlns:a="http://schemas.openxmlformats.org/drawingml/2006/main">
            <a:pathLst>
              <a:path w="119462" h="119215">
                <a:moveTo>
                  <a:pt x="69851" y="119215"/>
                </a:moveTo>
                <a:lnTo>
                  <a:pt x="119462" y="0"/>
                </a:lnTo>
                <a:lnTo>
                  <a:pt x="99222" y="0"/>
                </a:lnTo>
                <a:lnTo>
                  <a:pt x="59731" y="97741"/>
                </a:lnTo>
                <a:lnTo>
                  <a:pt x="19993" y="0"/>
                </a:lnTo>
                <a:lnTo>
                  <a:pt x="0" y="0"/>
                </a:lnTo>
                <a:lnTo>
                  <a:pt x="49611" y="119215"/>
                </a:lnTo>
                <a:lnTo>
                  <a:pt x="69851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47287-F6D9-4253-9DCB-17745E3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234" y="2643640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B9E47-D443-4AB9-A88A-B274679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107" y="2601187"/>
            <a:ext cx="18512" cy="164630"/>
          </a:xfrm>
          <a:custGeom xmlns:a="http://schemas.openxmlformats.org/drawingml/2006/main">
            <a:pathLst>
              <a:path w="18512" h="164630">
                <a:moveTo>
                  <a:pt x="18512" y="164630"/>
                </a:moveTo>
                <a:lnTo>
                  <a:pt x="18512" y="0"/>
                </a:lnTo>
                <a:lnTo>
                  <a:pt x="0" y="0"/>
                </a:lnTo>
                <a:lnTo>
                  <a:pt x="0" y="164630"/>
                </a:lnTo>
                <a:lnTo>
                  <a:pt x="18512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3084A-79F3-4D51-A9E7-D7B0CBF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399" y="2598472"/>
            <a:ext cx="147353" cy="170307"/>
          </a:xfrm>
          <a:custGeom xmlns:a="http://schemas.openxmlformats.org/drawingml/2006/main">
            <a:pathLst>
              <a:path w="147353" h="170307">
                <a:moveTo>
                  <a:pt x="84660" y="170307"/>
                </a:moveTo>
                <a:cubicBezTo>
                  <a:pt x="113785" y="170307"/>
                  <a:pt x="133531" y="156485"/>
                  <a:pt x="147353" y="137727"/>
                </a:cubicBezTo>
                <a:lnTo>
                  <a:pt x="129828" y="128100"/>
                </a:lnTo>
                <a:cubicBezTo>
                  <a:pt x="120449" y="142169"/>
                  <a:pt x="103418" y="152042"/>
                  <a:pt x="84660" y="152042"/>
                </a:cubicBezTo>
                <a:cubicBezTo>
                  <a:pt x="48624" y="152042"/>
                  <a:pt x="21227" y="124151"/>
                  <a:pt x="21227" y="85153"/>
                </a:cubicBezTo>
                <a:cubicBezTo>
                  <a:pt x="21227" y="45909"/>
                  <a:pt x="48624" y="18265"/>
                  <a:pt x="84660" y="18265"/>
                </a:cubicBezTo>
                <a:cubicBezTo>
                  <a:pt x="103418" y="18265"/>
                  <a:pt x="120449" y="28384"/>
                  <a:pt x="129828" y="42207"/>
                </a:cubicBezTo>
                <a:lnTo>
                  <a:pt x="147106" y="32580"/>
                </a:lnTo>
                <a:cubicBezTo>
                  <a:pt x="134024" y="14069"/>
                  <a:pt x="113785" y="0"/>
                  <a:pt x="84660" y="0"/>
                </a:cubicBezTo>
                <a:cubicBezTo>
                  <a:pt x="37270" y="0"/>
                  <a:pt x="0" y="34555"/>
                  <a:pt x="0" y="85153"/>
                </a:cubicBezTo>
                <a:cubicBezTo>
                  <a:pt x="0" y="135752"/>
                  <a:pt x="37270" y="170307"/>
                  <a:pt x="84660" y="170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4860A-D163-4B1B-A2F2-7C95FE0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5264" y="2643640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D4ED1-59B5-4DC1-82D7-4A16390F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587" y="2646602"/>
            <a:ext cx="119462" cy="119215"/>
          </a:xfrm>
          <a:custGeom xmlns:a="http://schemas.openxmlformats.org/drawingml/2006/main">
            <a:pathLst>
              <a:path w="119462" h="119215">
                <a:moveTo>
                  <a:pt x="69851" y="119215"/>
                </a:moveTo>
                <a:lnTo>
                  <a:pt x="119462" y="0"/>
                </a:lnTo>
                <a:lnTo>
                  <a:pt x="99222" y="0"/>
                </a:lnTo>
                <a:lnTo>
                  <a:pt x="59731" y="97741"/>
                </a:lnTo>
                <a:lnTo>
                  <a:pt x="19993" y="0"/>
                </a:lnTo>
                <a:lnTo>
                  <a:pt x="0" y="0"/>
                </a:lnTo>
                <a:lnTo>
                  <a:pt x="49611" y="119215"/>
                </a:lnTo>
                <a:lnTo>
                  <a:pt x="69851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5DB69-B0D9-40E2-8B0F-C352406F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391" y="2643640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DE379-9323-4AA8-892F-2CCA910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263" y="2644134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8D51E-F028-4DC7-B984-E685C04D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050" y="2643640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C6CFC-A061-4241-B9A7-964FED4B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7878" y="2643640"/>
            <a:ext cx="111563" cy="170554"/>
          </a:xfrm>
          <a:custGeom xmlns:a="http://schemas.openxmlformats.org/drawingml/2006/main">
            <a:pathLst>
              <a:path w="111563" h="170554">
                <a:moveTo>
                  <a:pt x="54794" y="170554"/>
                </a:moveTo>
                <a:cubicBezTo>
                  <a:pt x="83919" y="170554"/>
                  <a:pt x="111563" y="158213"/>
                  <a:pt x="111563" y="118721"/>
                </a:cubicBezTo>
                <a:lnTo>
                  <a:pt x="111563" y="2962"/>
                </a:lnTo>
                <a:lnTo>
                  <a:pt x="93052" y="2962"/>
                </a:lnTo>
                <a:lnTo>
                  <a:pt x="93052" y="20980"/>
                </a:lnTo>
                <a:cubicBezTo>
                  <a:pt x="83426" y="7898"/>
                  <a:pt x="69110" y="0"/>
                  <a:pt x="53067" y="0"/>
                </a:cubicBezTo>
                <a:cubicBezTo>
                  <a:pt x="21720" y="0"/>
                  <a:pt x="0" y="23695"/>
                  <a:pt x="0" y="61952"/>
                </a:cubicBezTo>
                <a:cubicBezTo>
                  <a:pt x="0" y="100456"/>
                  <a:pt x="21967" y="123658"/>
                  <a:pt x="53067" y="123658"/>
                </a:cubicBezTo>
                <a:cubicBezTo>
                  <a:pt x="69851" y="123658"/>
                  <a:pt x="84413" y="114525"/>
                  <a:pt x="93052" y="102431"/>
                </a:cubicBezTo>
                <a:lnTo>
                  <a:pt x="93052" y="119462"/>
                </a:lnTo>
                <a:cubicBezTo>
                  <a:pt x="93052" y="145625"/>
                  <a:pt x="74540" y="155251"/>
                  <a:pt x="54794" y="155251"/>
                </a:cubicBezTo>
                <a:cubicBezTo>
                  <a:pt x="37764" y="155251"/>
                  <a:pt x="25916" y="150808"/>
                  <a:pt x="16043" y="138961"/>
                </a:cubicBezTo>
                <a:lnTo>
                  <a:pt x="6664" y="152783"/>
                </a:lnTo>
                <a:cubicBezTo>
                  <a:pt x="20733" y="166605"/>
                  <a:pt x="34555" y="170554"/>
                  <a:pt x="54794" y="170554"/>
                </a:cubicBezTo>
                <a:close/>
                <a:moveTo>
                  <a:pt x="57509" y="107367"/>
                </a:moveTo>
                <a:cubicBezTo>
                  <a:pt x="33568" y="107367"/>
                  <a:pt x="19252" y="88115"/>
                  <a:pt x="19252" y="61952"/>
                </a:cubicBezTo>
                <a:cubicBezTo>
                  <a:pt x="19252" y="35542"/>
                  <a:pt x="33568" y="16537"/>
                  <a:pt x="57509" y="16537"/>
                </a:cubicBezTo>
                <a:cubicBezTo>
                  <a:pt x="72319" y="16537"/>
                  <a:pt x="86634" y="25423"/>
                  <a:pt x="93052" y="35789"/>
                </a:cubicBezTo>
                <a:lnTo>
                  <a:pt x="93052" y="87869"/>
                </a:lnTo>
                <a:cubicBezTo>
                  <a:pt x="86634" y="98235"/>
                  <a:pt x="72319" y="107367"/>
                  <a:pt x="57509" y="1073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74C05-DACB-491E-A437-91BA532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556" y="2643640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{">
            <a:extLst xmlns:a="http://schemas.openxmlformats.org/drawingml/2006/main">
              <a:ext uri="{FF2B5EF4-FFF2-40B4-BE49-F238E27FC236}">
                <a16:creationId xmlns:a16="http://schemas.microsoft.com/office/drawing/2014/main" id="{A6AEE88B-D9DD-412B-A967-1538547D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362" y="2964715"/>
            <a:ext cx="68702" cy="202804"/>
          </a:xfrm>
          <a:custGeom xmlns:a="http://schemas.openxmlformats.org/drawingml/2006/main">
            <a:pathLst>
              <a:path w="68702" h="202804">
                <a:moveTo>
                  <a:pt x="68702" y="202804"/>
                </a:moveTo>
                <a:cubicBezTo>
                  <a:pt x="64862" y="202804"/>
                  <a:pt x="61056" y="202563"/>
                  <a:pt x="57284" y="202082"/>
                </a:cubicBezTo>
                <a:cubicBezTo>
                  <a:pt x="53514" y="201603"/>
                  <a:pt x="49811" y="200780"/>
                  <a:pt x="46177" y="199615"/>
                </a:cubicBezTo>
                <a:cubicBezTo>
                  <a:pt x="42544" y="198449"/>
                  <a:pt x="39048" y="196873"/>
                  <a:pt x="35688" y="194885"/>
                </a:cubicBezTo>
                <a:cubicBezTo>
                  <a:pt x="32328" y="192897"/>
                  <a:pt x="29413" y="190430"/>
                  <a:pt x="26944" y="187481"/>
                </a:cubicBezTo>
                <a:cubicBezTo>
                  <a:pt x="24477" y="184533"/>
                  <a:pt x="22626" y="181242"/>
                  <a:pt x="21392" y="177608"/>
                </a:cubicBezTo>
                <a:cubicBezTo>
                  <a:pt x="20158" y="173973"/>
                  <a:pt x="19540" y="170236"/>
                  <a:pt x="19540" y="166397"/>
                </a:cubicBezTo>
                <a:cubicBezTo>
                  <a:pt x="19540" y="164204"/>
                  <a:pt x="19677" y="162079"/>
                  <a:pt x="19951" y="160023"/>
                </a:cubicBezTo>
                <a:cubicBezTo>
                  <a:pt x="20228" y="157964"/>
                  <a:pt x="20708" y="155941"/>
                  <a:pt x="21392" y="153953"/>
                </a:cubicBezTo>
                <a:cubicBezTo>
                  <a:pt x="22078" y="151965"/>
                  <a:pt x="22867" y="150045"/>
                  <a:pt x="23758" y="148194"/>
                </a:cubicBezTo>
                <a:cubicBezTo>
                  <a:pt x="24650" y="146342"/>
                  <a:pt x="25575" y="144491"/>
                  <a:pt x="26533" y="142642"/>
                </a:cubicBezTo>
                <a:cubicBezTo>
                  <a:pt x="27493" y="140790"/>
                  <a:pt x="28282" y="138836"/>
                  <a:pt x="28899" y="136779"/>
                </a:cubicBezTo>
                <a:cubicBezTo>
                  <a:pt x="29517" y="134722"/>
                  <a:pt x="29825" y="132665"/>
                  <a:pt x="29825" y="130609"/>
                </a:cubicBezTo>
                <a:cubicBezTo>
                  <a:pt x="29825" y="128278"/>
                  <a:pt x="29482" y="125982"/>
                  <a:pt x="28796" y="123720"/>
                </a:cubicBezTo>
                <a:cubicBezTo>
                  <a:pt x="28112" y="121456"/>
                  <a:pt x="27015" y="119432"/>
                  <a:pt x="25507" y="117650"/>
                </a:cubicBezTo>
                <a:cubicBezTo>
                  <a:pt x="23998" y="115867"/>
                  <a:pt x="22215" y="114393"/>
                  <a:pt x="20159" y="113228"/>
                </a:cubicBezTo>
                <a:cubicBezTo>
                  <a:pt x="18102" y="112062"/>
                  <a:pt x="15976" y="111137"/>
                  <a:pt x="13781" y="110453"/>
                </a:cubicBezTo>
                <a:cubicBezTo>
                  <a:pt x="11588" y="109767"/>
                  <a:pt x="9327" y="109287"/>
                  <a:pt x="6996" y="109013"/>
                </a:cubicBezTo>
                <a:cubicBezTo>
                  <a:pt x="4665" y="108739"/>
                  <a:pt x="2333" y="108602"/>
                  <a:pt x="0" y="108602"/>
                </a:cubicBezTo>
                <a:lnTo>
                  <a:pt x="0" y="94202"/>
                </a:lnTo>
                <a:cubicBezTo>
                  <a:pt x="2333" y="94202"/>
                  <a:pt x="4665" y="94065"/>
                  <a:pt x="6996" y="93791"/>
                </a:cubicBezTo>
                <a:cubicBezTo>
                  <a:pt x="9327" y="93517"/>
                  <a:pt x="11588" y="93037"/>
                  <a:pt x="13781" y="92350"/>
                </a:cubicBezTo>
                <a:cubicBezTo>
                  <a:pt x="15976" y="91664"/>
                  <a:pt x="18102" y="90738"/>
                  <a:pt x="20159" y="89573"/>
                </a:cubicBezTo>
                <a:cubicBezTo>
                  <a:pt x="22215" y="88407"/>
                  <a:pt x="23998" y="86933"/>
                  <a:pt x="25507" y="85151"/>
                </a:cubicBezTo>
                <a:cubicBezTo>
                  <a:pt x="27015" y="83368"/>
                  <a:pt x="28112" y="81346"/>
                  <a:pt x="28796" y="79084"/>
                </a:cubicBezTo>
                <a:cubicBezTo>
                  <a:pt x="29482" y="76822"/>
                  <a:pt x="29825" y="74526"/>
                  <a:pt x="29825" y="72195"/>
                </a:cubicBezTo>
                <a:cubicBezTo>
                  <a:pt x="29825" y="70138"/>
                  <a:pt x="29517" y="68081"/>
                  <a:pt x="28899" y="66025"/>
                </a:cubicBezTo>
                <a:cubicBezTo>
                  <a:pt x="28282" y="63968"/>
                  <a:pt x="27493" y="62014"/>
                  <a:pt x="26533" y="60162"/>
                </a:cubicBezTo>
                <a:cubicBezTo>
                  <a:pt x="25575" y="58310"/>
                  <a:pt x="24650" y="56460"/>
                  <a:pt x="23758" y="54610"/>
                </a:cubicBezTo>
                <a:cubicBezTo>
                  <a:pt x="22867" y="52758"/>
                  <a:pt x="22078" y="50838"/>
                  <a:pt x="21392" y="48851"/>
                </a:cubicBezTo>
                <a:cubicBezTo>
                  <a:pt x="20708" y="46861"/>
                  <a:pt x="20228" y="44838"/>
                  <a:pt x="19951" y="42781"/>
                </a:cubicBezTo>
                <a:cubicBezTo>
                  <a:pt x="19677" y="40724"/>
                  <a:pt x="19540" y="38598"/>
                  <a:pt x="19540" y="36403"/>
                </a:cubicBezTo>
                <a:cubicBezTo>
                  <a:pt x="19540" y="32564"/>
                  <a:pt x="20158" y="28828"/>
                  <a:pt x="21392" y="25196"/>
                </a:cubicBezTo>
                <a:cubicBezTo>
                  <a:pt x="22626" y="21561"/>
                  <a:pt x="24477" y="18270"/>
                  <a:pt x="26944" y="15322"/>
                </a:cubicBezTo>
                <a:cubicBezTo>
                  <a:pt x="29413" y="12374"/>
                  <a:pt x="32328" y="9906"/>
                  <a:pt x="35688" y="7918"/>
                </a:cubicBezTo>
                <a:cubicBezTo>
                  <a:pt x="39048" y="5929"/>
                  <a:pt x="42544" y="4351"/>
                  <a:pt x="46177" y="3186"/>
                </a:cubicBezTo>
                <a:cubicBezTo>
                  <a:pt x="49811" y="2020"/>
                  <a:pt x="53514" y="1198"/>
                  <a:pt x="57284" y="719"/>
                </a:cubicBezTo>
                <a:cubicBezTo>
                  <a:pt x="61056" y="240"/>
                  <a:pt x="64862" y="0"/>
                  <a:pt x="68702" y="0"/>
                </a:cubicBezTo>
                <a:lnTo>
                  <a:pt x="68702" y="14396"/>
                </a:lnTo>
                <a:cubicBezTo>
                  <a:pt x="66233" y="14396"/>
                  <a:pt x="63764" y="14533"/>
                  <a:pt x="61295" y="14807"/>
                </a:cubicBezTo>
                <a:cubicBezTo>
                  <a:pt x="58828" y="15082"/>
                  <a:pt x="56395" y="15562"/>
                  <a:pt x="53995" y="16248"/>
                </a:cubicBezTo>
                <a:cubicBezTo>
                  <a:pt x="51595" y="16934"/>
                  <a:pt x="49297" y="17826"/>
                  <a:pt x="47103" y="18922"/>
                </a:cubicBezTo>
                <a:cubicBezTo>
                  <a:pt x="44910" y="20018"/>
                  <a:pt x="42922" y="21424"/>
                  <a:pt x="41139" y="23140"/>
                </a:cubicBezTo>
                <a:cubicBezTo>
                  <a:pt x="39357" y="24854"/>
                  <a:pt x="37951" y="26876"/>
                  <a:pt x="36921" y="29207"/>
                </a:cubicBezTo>
                <a:cubicBezTo>
                  <a:pt x="35894" y="31538"/>
                  <a:pt x="35380" y="33937"/>
                  <a:pt x="35380" y="36403"/>
                </a:cubicBezTo>
                <a:cubicBezTo>
                  <a:pt x="35380" y="38598"/>
                  <a:pt x="35722" y="40691"/>
                  <a:pt x="36407" y="42680"/>
                </a:cubicBezTo>
                <a:cubicBezTo>
                  <a:pt x="37093" y="44668"/>
                  <a:pt x="37882" y="46588"/>
                  <a:pt x="38773" y="48440"/>
                </a:cubicBezTo>
                <a:cubicBezTo>
                  <a:pt x="39664" y="50289"/>
                  <a:pt x="40556" y="52174"/>
                  <a:pt x="41447" y="54095"/>
                </a:cubicBezTo>
                <a:cubicBezTo>
                  <a:pt x="42338" y="56014"/>
                  <a:pt x="43126" y="57968"/>
                  <a:pt x="43810" y="59958"/>
                </a:cubicBezTo>
                <a:cubicBezTo>
                  <a:pt x="44497" y="61946"/>
                  <a:pt x="45011" y="63968"/>
                  <a:pt x="45354" y="66025"/>
                </a:cubicBezTo>
                <a:cubicBezTo>
                  <a:pt x="45698" y="68081"/>
                  <a:pt x="45869" y="70138"/>
                  <a:pt x="45869" y="72195"/>
                </a:cubicBezTo>
                <a:cubicBezTo>
                  <a:pt x="45869" y="75486"/>
                  <a:pt x="45389" y="78708"/>
                  <a:pt x="44429" y="81862"/>
                </a:cubicBezTo>
                <a:cubicBezTo>
                  <a:pt x="43470" y="85015"/>
                  <a:pt x="41996" y="87895"/>
                  <a:pt x="40006" y="90502"/>
                </a:cubicBezTo>
                <a:cubicBezTo>
                  <a:pt x="38019" y="93107"/>
                  <a:pt x="35619" y="95301"/>
                  <a:pt x="32807" y="97083"/>
                </a:cubicBezTo>
                <a:cubicBezTo>
                  <a:pt x="29997" y="98864"/>
                  <a:pt x="27083" y="100303"/>
                  <a:pt x="24066" y="101402"/>
                </a:cubicBezTo>
                <a:cubicBezTo>
                  <a:pt x="27083" y="102498"/>
                  <a:pt x="29997" y="103938"/>
                  <a:pt x="32807" y="105720"/>
                </a:cubicBezTo>
                <a:cubicBezTo>
                  <a:pt x="35619" y="107503"/>
                  <a:pt x="38019" y="109697"/>
                  <a:pt x="40006" y="112302"/>
                </a:cubicBezTo>
                <a:cubicBezTo>
                  <a:pt x="41996" y="114907"/>
                  <a:pt x="43470" y="117787"/>
                  <a:pt x="44429" y="120942"/>
                </a:cubicBezTo>
                <a:cubicBezTo>
                  <a:pt x="45389" y="124095"/>
                  <a:pt x="45869" y="127317"/>
                  <a:pt x="45869" y="130609"/>
                </a:cubicBezTo>
                <a:cubicBezTo>
                  <a:pt x="45869" y="132665"/>
                  <a:pt x="45698" y="134722"/>
                  <a:pt x="45354" y="136779"/>
                </a:cubicBezTo>
                <a:cubicBezTo>
                  <a:pt x="45011" y="138836"/>
                  <a:pt x="44497" y="140859"/>
                  <a:pt x="43810" y="142849"/>
                </a:cubicBezTo>
                <a:cubicBezTo>
                  <a:pt x="43126" y="144837"/>
                  <a:pt x="42338" y="146791"/>
                  <a:pt x="41447" y="148712"/>
                </a:cubicBezTo>
                <a:cubicBezTo>
                  <a:pt x="40556" y="150630"/>
                  <a:pt x="39664" y="152515"/>
                  <a:pt x="38773" y="154367"/>
                </a:cubicBezTo>
                <a:cubicBezTo>
                  <a:pt x="37882" y="156217"/>
                  <a:pt x="37093" y="158136"/>
                  <a:pt x="36407" y="160126"/>
                </a:cubicBezTo>
                <a:cubicBezTo>
                  <a:pt x="35722" y="162114"/>
                  <a:pt x="35380" y="164204"/>
                  <a:pt x="35380" y="166397"/>
                </a:cubicBezTo>
                <a:cubicBezTo>
                  <a:pt x="35380" y="168866"/>
                  <a:pt x="35894" y="171266"/>
                  <a:pt x="36921" y="173597"/>
                </a:cubicBezTo>
                <a:cubicBezTo>
                  <a:pt x="37951" y="175928"/>
                  <a:pt x="39357" y="177950"/>
                  <a:pt x="41139" y="179663"/>
                </a:cubicBezTo>
                <a:cubicBezTo>
                  <a:pt x="42922" y="181377"/>
                  <a:pt x="44910" y="182782"/>
                  <a:pt x="47103" y="183878"/>
                </a:cubicBezTo>
                <a:cubicBezTo>
                  <a:pt x="49297" y="184977"/>
                  <a:pt x="51595" y="185868"/>
                  <a:pt x="53995" y="186552"/>
                </a:cubicBezTo>
                <a:cubicBezTo>
                  <a:pt x="56395" y="187239"/>
                  <a:pt x="58828" y="187719"/>
                  <a:pt x="61295" y="187993"/>
                </a:cubicBezTo>
                <a:cubicBezTo>
                  <a:pt x="63764" y="188267"/>
                  <a:pt x="66233" y="188404"/>
                  <a:pt x="68702" y="188404"/>
                </a:cubicBezTo>
                <a:lnTo>
                  <a:pt x="68702" y="202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A9E57-3532-4E6B-B46E-6130271F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419" y="2930365"/>
            <a:ext cx="617054" cy="267390"/>
          </a:xfrm>
          <a:custGeom xmlns:a="http://schemas.openxmlformats.org/drawingml/2006/main">
            <a:pathLst>
              <a:path w="617054" h="267390">
                <a:moveTo>
                  <a:pt x="0" y="0"/>
                </a:moveTo>
                <a:lnTo>
                  <a:pt x="617054" y="0"/>
                </a:lnTo>
                <a:lnTo>
                  <a:pt x="617054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EB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0x0002,">
            <a:extLst xmlns:a="http://schemas.openxmlformats.org/drawingml/2006/main">
              <a:ext uri="{FF2B5EF4-FFF2-40B4-BE49-F238E27FC236}">
                <a16:creationId xmlns:a16="http://schemas.microsoft.com/office/drawing/2014/main" id="{6154FDC9-29A8-4935-AEAB-5E670326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9652" y="2982608"/>
            <a:ext cx="673001" cy="197663"/>
          </a:xfrm>
          <a:custGeom xmlns:a="http://schemas.openxmlformats.org/drawingml/2006/main">
            <a:pathLst>
              <a:path w="673001" h="197663">
                <a:moveTo>
                  <a:pt x="39903" y="155086"/>
                </a:moveTo>
                <a:cubicBezTo>
                  <a:pt x="36202" y="155086"/>
                  <a:pt x="32499" y="154708"/>
                  <a:pt x="28796" y="153953"/>
                </a:cubicBezTo>
                <a:cubicBezTo>
                  <a:pt x="25094" y="153200"/>
                  <a:pt x="21666" y="151932"/>
                  <a:pt x="18511" y="150149"/>
                </a:cubicBezTo>
                <a:cubicBezTo>
                  <a:pt x="15358" y="148366"/>
                  <a:pt x="12512" y="146070"/>
                  <a:pt x="9974" y="143260"/>
                </a:cubicBezTo>
                <a:cubicBezTo>
                  <a:pt x="7438" y="140448"/>
                  <a:pt x="5416" y="137363"/>
                  <a:pt x="3907" y="134005"/>
                </a:cubicBezTo>
                <a:cubicBezTo>
                  <a:pt x="2399" y="130644"/>
                  <a:pt x="1370" y="127113"/>
                  <a:pt x="822" y="123412"/>
                </a:cubicBezTo>
                <a:cubicBezTo>
                  <a:pt x="274" y="119709"/>
                  <a:pt x="0" y="116006"/>
                  <a:pt x="0" y="112305"/>
                </a:cubicBezTo>
                <a:lnTo>
                  <a:pt x="0" y="43399"/>
                </a:lnTo>
                <a:cubicBezTo>
                  <a:pt x="0" y="39698"/>
                  <a:pt x="274" y="35996"/>
                  <a:pt x="822" y="32295"/>
                </a:cubicBezTo>
                <a:cubicBezTo>
                  <a:pt x="1370" y="28592"/>
                  <a:pt x="2399" y="25061"/>
                  <a:pt x="3907" y="21703"/>
                </a:cubicBezTo>
                <a:cubicBezTo>
                  <a:pt x="5416" y="18342"/>
                  <a:pt x="7438" y="15257"/>
                  <a:pt x="9974" y="12447"/>
                </a:cubicBezTo>
                <a:cubicBezTo>
                  <a:pt x="12512" y="9635"/>
                  <a:pt x="15392" y="7338"/>
                  <a:pt x="18614" y="5555"/>
                </a:cubicBezTo>
                <a:cubicBezTo>
                  <a:pt x="21837" y="3772"/>
                  <a:pt x="25265" y="2401"/>
                  <a:pt x="28899" y="1441"/>
                </a:cubicBezTo>
                <a:cubicBezTo>
                  <a:pt x="32534" y="480"/>
                  <a:pt x="36202" y="0"/>
                  <a:pt x="39903" y="0"/>
                </a:cubicBezTo>
                <a:cubicBezTo>
                  <a:pt x="43604" y="0"/>
                  <a:pt x="47272" y="480"/>
                  <a:pt x="50906" y="1441"/>
                </a:cubicBezTo>
                <a:cubicBezTo>
                  <a:pt x="54541" y="2401"/>
                  <a:pt x="57969" y="3772"/>
                  <a:pt x="61191" y="5555"/>
                </a:cubicBezTo>
                <a:cubicBezTo>
                  <a:pt x="64414" y="7338"/>
                  <a:pt x="67293" y="9635"/>
                  <a:pt x="69828" y="12447"/>
                </a:cubicBezTo>
                <a:cubicBezTo>
                  <a:pt x="72366" y="15257"/>
                  <a:pt x="74390" y="18342"/>
                  <a:pt x="75898" y="21703"/>
                </a:cubicBezTo>
                <a:cubicBezTo>
                  <a:pt x="77407" y="25061"/>
                  <a:pt x="78435" y="28592"/>
                  <a:pt x="78984" y="32295"/>
                </a:cubicBezTo>
                <a:cubicBezTo>
                  <a:pt x="79532" y="35996"/>
                  <a:pt x="79806" y="39698"/>
                  <a:pt x="79806" y="43399"/>
                </a:cubicBezTo>
                <a:lnTo>
                  <a:pt x="79806" y="112305"/>
                </a:lnTo>
                <a:cubicBezTo>
                  <a:pt x="79806" y="116006"/>
                  <a:pt x="79532" y="119709"/>
                  <a:pt x="78984" y="123412"/>
                </a:cubicBezTo>
                <a:cubicBezTo>
                  <a:pt x="78435" y="127113"/>
                  <a:pt x="77407" y="130644"/>
                  <a:pt x="75898" y="134005"/>
                </a:cubicBezTo>
                <a:cubicBezTo>
                  <a:pt x="74390" y="137363"/>
                  <a:pt x="72366" y="140448"/>
                  <a:pt x="69828" y="143260"/>
                </a:cubicBezTo>
                <a:cubicBezTo>
                  <a:pt x="67293" y="146070"/>
                  <a:pt x="64447" y="148366"/>
                  <a:pt x="61292" y="150149"/>
                </a:cubicBezTo>
                <a:cubicBezTo>
                  <a:pt x="58139" y="151932"/>
                  <a:pt x="54710" y="153200"/>
                  <a:pt x="51007" y="153953"/>
                </a:cubicBezTo>
                <a:cubicBezTo>
                  <a:pt x="47306" y="154708"/>
                  <a:pt x="43604" y="155086"/>
                  <a:pt x="39903" y="155086"/>
                </a:cubicBezTo>
                <a:moveTo>
                  <a:pt x="16044" y="88035"/>
                </a:moveTo>
                <a:lnTo>
                  <a:pt x="63762" y="49981"/>
                </a:lnTo>
                <a:lnTo>
                  <a:pt x="63762" y="43399"/>
                </a:lnTo>
                <a:cubicBezTo>
                  <a:pt x="63762" y="41068"/>
                  <a:pt x="63625" y="38737"/>
                  <a:pt x="63351" y="36407"/>
                </a:cubicBezTo>
                <a:cubicBezTo>
                  <a:pt x="63077" y="34076"/>
                  <a:pt x="62494" y="31779"/>
                  <a:pt x="61602" y="29518"/>
                </a:cubicBezTo>
                <a:cubicBezTo>
                  <a:pt x="60711" y="27254"/>
                  <a:pt x="59579" y="25162"/>
                  <a:pt x="58207" y="23244"/>
                </a:cubicBezTo>
                <a:cubicBezTo>
                  <a:pt x="56836" y="21323"/>
                  <a:pt x="55157" y="19746"/>
                  <a:pt x="53169" y="18514"/>
                </a:cubicBezTo>
                <a:cubicBezTo>
                  <a:pt x="51182" y="17280"/>
                  <a:pt x="49022" y="16388"/>
                  <a:pt x="46691" y="15840"/>
                </a:cubicBezTo>
                <a:cubicBezTo>
                  <a:pt x="44361" y="15290"/>
                  <a:pt x="41961" y="15015"/>
                  <a:pt x="39492" y="15015"/>
                </a:cubicBezTo>
                <a:cubicBezTo>
                  <a:pt x="37161" y="15015"/>
                  <a:pt x="34864" y="15323"/>
                  <a:pt x="32600" y="15940"/>
                </a:cubicBezTo>
                <a:cubicBezTo>
                  <a:pt x="30338" y="16558"/>
                  <a:pt x="28247" y="17518"/>
                  <a:pt x="26326" y="18822"/>
                </a:cubicBezTo>
                <a:cubicBezTo>
                  <a:pt x="24407" y="20123"/>
                  <a:pt x="22761" y="21734"/>
                  <a:pt x="21389" y="23655"/>
                </a:cubicBezTo>
                <a:cubicBezTo>
                  <a:pt x="20018" y="25574"/>
                  <a:pt x="18922" y="27596"/>
                  <a:pt x="18100" y="29722"/>
                </a:cubicBezTo>
                <a:cubicBezTo>
                  <a:pt x="17277" y="31847"/>
                  <a:pt x="16729" y="34076"/>
                  <a:pt x="16455" y="36407"/>
                </a:cubicBezTo>
                <a:cubicBezTo>
                  <a:pt x="16181" y="38737"/>
                  <a:pt x="16044" y="41068"/>
                  <a:pt x="16044" y="43399"/>
                </a:cubicBezTo>
                <a:lnTo>
                  <a:pt x="16044" y="88035"/>
                </a:lnTo>
                <a:moveTo>
                  <a:pt x="39903" y="140690"/>
                </a:moveTo>
                <a:cubicBezTo>
                  <a:pt x="42234" y="140690"/>
                  <a:pt x="44565" y="140415"/>
                  <a:pt x="46895" y="139867"/>
                </a:cubicBezTo>
                <a:cubicBezTo>
                  <a:pt x="49226" y="139317"/>
                  <a:pt x="51351" y="138391"/>
                  <a:pt x="53270" y="137090"/>
                </a:cubicBezTo>
                <a:cubicBezTo>
                  <a:pt x="55191" y="135786"/>
                  <a:pt x="56871" y="134175"/>
                  <a:pt x="58310" y="132256"/>
                </a:cubicBezTo>
                <a:cubicBezTo>
                  <a:pt x="59752" y="130336"/>
                  <a:pt x="60884" y="128279"/>
                  <a:pt x="61706" y="126086"/>
                </a:cubicBezTo>
                <a:cubicBezTo>
                  <a:pt x="62528" y="123891"/>
                  <a:pt x="63077" y="121628"/>
                  <a:pt x="63351" y="119298"/>
                </a:cubicBezTo>
                <a:cubicBezTo>
                  <a:pt x="63625" y="116967"/>
                  <a:pt x="63762" y="114636"/>
                  <a:pt x="63762" y="112305"/>
                </a:cubicBezTo>
                <a:lnTo>
                  <a:pt x="63762" y="67669"/>
                </a:lnTo>
                <a:lnTo>
                  <a:pt x="16044" y="105724"/>
                </a:lnTo>
                <a:lnTo>
                  <a:pt x="16044" y="112305"/>
                </a:lnTo>
                <a:cubicBezTo>
                  <a:pt x="16044" y="114636"/>
                  <a:pt x="16181" y="116967"/>
                  <a:pt x="16455" y="119298"/>
                </a:cubicBezTo>
                <a:cubicBezTo>
                  <a:pt x="16729" y="121628"/>
                  <a:pt x="17277" y="123891"/>
                  <a:pt x="18100" y="126086"/>
                </a:cubicBezTo>
                <a:cubicBezTo>
                  <a:pt x="18922" y="128279"/>
                  <a:pt x="20053" y="130336"/>
                  <a:pt x="21492" y="132256"/>
                </a:cubicBezTo>
                <a:cubicBezTo>
                  <a:pt x="22934" y="134175"/>
                  <a:pt x="24614" y="135786"/>
                  <a:pt x="26533" y="137090"/>
                </a:cubicBezTo>
                <a:cubicBezTo>
                  <a:pt x="28454" y="138391"/>
                  <a:pt x="30579" y="139317"/>
                  <a:pt x="32910" y="139867"/>
                </a:cubicBezTo>
                <a:cubicBezTo>
                  <a:pt x="35241" y="140415"/>
                  <a:pt x="37572" y="140690"/>
                  <a:pt x="39903" y="140690"/>
                </a:cubicBezTo>
                <a:close/>
                <a:moveTo>
                  <a:pt x="100787" y="153441"/>
                </a:moveTo>
                <a:lnTo>
                  <a:pt x="133901" y="99964"/>
                </a:lnTo>
                <a:lnTo>
                  <a:pt x="100787" y="46484"/>
                </a:lnTo>
                <a:lnTo>
                  <a:pt x="119501" y="46484"/>
                </a:lnTo>
                <a:lnTo>
                  <a:pt x="142745" y="85154"/>
                </a:lnTo>
                <a:lnTo>
                  <a:pt x="165989" y="46484"/>
                </a:lnTo>
                <a:lnTo>
                  <a:pt x="184704" y="46484"/>
                </a:lnTo>
                <a:lnTo>
                  <a:pt x="151589" y="99964"/>
                </a:lnTo>
                <a:lnTo>
                  <a:pt x="184704" y="153441"/>
                </a:lnTo>
                <a:lnTo>
                  <a:pt x="165989" y="153441"/>
                </a:lnTo>
                <a:lnTo>
                  <a:pt x="142745" y="114772"/>
                </a:lnTo>
                <a:lnTo>
                  <a:pt x="119501" y="153441"/>
                </a:lnTo>
                <a:lnTo>
                  <a:pt x="100787" y="153441"/>
                </a:lnTo>
                <a:close/>
                <a:moveTo>
                  <a:pt x="245588" y="155086"/>
                </a:moveTo>
                <a:cubicBezTo>
                  <a:pt x="241887" y="155086"/>
                  <a:pt x="238185" y="154708"/>
                  <a:pt x="234481" y="153953"/>
                </a:cubicBezTo>
                <a:cubicBezTo>
                  <a:pt x="230780" y="153200"/>
                  <a:pt x="227352" y="151932"/>
                  <a:pt x="224196" y="150149"/>
                </a:cubicBezTo>
                <a:cubicBezTo>
                  <a:pt x="221043" y="148366"/>
                  <a:pt x="218198" y="146070"/>
                  <a:pt x="215660" y="143260"/>
                </a:cubicBezTo>
                <a:cubicBezTo>
                  <a:pt x="213124" y="140448"/>
                  <a:pt x="211101" y="137363"/>
                  <a:pt x="209593" y="134005"/>
                </a:cubicBezTo>
                <a:cubicBezTo>
                  <a:pt x="208084" y="130644"/>
                  <a:pt x="207056" y="127113"/>
                  <a:pt x="206508" y="123412"/>
                </a:cubicBezTo>
                <a:cubicBezTo>
                  <a:pt x="205960" y="119709"/>
                  <a:pt x="205685" y="116006"/>
                  <a:pt x="205685" y="112305"/>
                </a:cubicBezTo>
                <a:lnTo>
                  <a:pt x="205685" y="43399"/>
                </a:lnTo>
                <a:cubicBezTo>
                  <a:pt x="205685" y="39698"/>
                  <a:pt x="205960" y="35996"/>
                  <a:pt x="206508" y="32295"/>
                </a:cubicBezTo>
                <a:cubicBezTo>
                  <a:pt x="207056" y="28592"/>
                  <a:pt x="208084" y="25061"/>
                  <a:pt x="209593" y="21703"/>
                </a:cubicBezTo>
                <a:cubicBezTo>
                  <a:pt x="211101" y="18342"/>
                  <a:pt x="213124" y="15257"/>
                  <a:pt x="215660" y="12447"/>
                </a:cubicBezTo>
                <a:cubicBezTo>
                  <a:pt x="218198" y="9635"/>
                  <a:pt x="221078" y="7338"/>
                  <a:pt x="224300" y="5555"/>
                </a:cubicBezTo>
                <a:cubicBezTo>
                  <a:pt x="227522" y="3772"/>
                  <a:pt x="230950" y="2401"/>
                  <a:pt x="234585" y="1441"/>
                </a:cubicBezTo>
                <a:cubicBezTo>
                  <a:pt x="238219" y="480"/>
                  <a:pt x="241887" y="0"/>
                  <a:pt x="245588" y="0"/>
                </a:cubicBezTo>
                <a:cubicBezTo>
                  <a:pt x="249290" y="0"/>
                  <a:pt x="252958" y="480"/>
                  <a:pt x="256592" y="1441"/>
                </a:cubicBezTo>
                <a:cubicBezTo>
                  <a:pt x="260226" y="2401"/>
                  <a:pt x="263655" y="3772"/>
                  <a:pt x="266877" y="5555"/>
                </a:cubicBezTo>
                <a:cubicBezTo>
                  <a:pt x="270099" y="7338"/>
                  <a:pt x="272978" y="9635"/>
                  <a:pt x="275514" y="12447"/>
                </a:cubicBezTo>
                <a:cubicBezTo>
                  <a:pt x="278052" y="15257"/>
                  <a:pt x="280075" y="18342"/>
                  <a:pt x="281584" y="21703"/>
                </a:cubicBezTo>
                <a:cubicBezTo>
                  <a:pt x="283092" y="25061"/>
                  <a:pt x="284121" y="28592"/>
                  <a:pt x="284669" y="32295"/>
                </a:cubicBezTo>
                <a:cubicBezTo>
                  <a:pt x="285217" y="35996"/>
                  <a:pt x="285491" y="39698"/>
                  <a:pt x="285491" y="43399"/>
                </a:cubicBezTo>
                <a:lnTo>
                  <a:pt x="285491" y="112305"/>
                </a:lnTo>
                <a:cubicBezTo>
                  <a:pt x="285491" y="116006"/>
                  <a:pt x="285217" y="119709"/>
                  <a:pt x="284669" y="123412"/>
                </a:cubicBezTo>
                <a:cubicBezTo>
                  <a:pt x="284121" y="127113"/>
                  <a:pt x="283092" y="130644"/>
                  <a:pt x="281584" y="134005"/>
                </a:cubicBezTo>
                <a:cubicBezTo>
                  <a:pt x="280075" y="137363"/>
                  <a:pt x="278052" y="140448"/>
                  <a:pt x="275514" y="143260"/>
                </a:cubicBezTo>
                <a:cubicBezTo>
                  <a:pt x="272978" y="146070"/>
                  <a:pt x="270132" y="148366"/>
                  <a:pt x="266977" y="150149"/>
                </a:cubicBezTo>
                <a:cubicBezTo>
                  <a:pt x="263824" y="151932"/>
                  <a:pt x="260396" y="153200"/>
                  <a:pt x="256692" y="153953"/>
                </a:cubicBezTo>
                <a:cubicBezTo>
                  <a:pt x="252991" y="154708"/>
                  <a:pt x="249290" y="155086"/>
                  <a:pt x="245588" y="155086"/>
                </a:cubicBezTo>
                <a:moveTo>
                  <a:pt x="221729" y="88035"/>
                </a:moveTo>
                <a:lnTo>
                  <a:pt x="269447" y="49981"/>
                </a:lnTo>
                <a:lnTo>
                  <a:pt x="269447" y="43399"/>
                </a:lnTo>
                <a:cubicBezTo>
                  <a:pt x="269447" y="41068"/>
                  <a:pt x="269310" y="38737"/>
                  <a:pt x="269036" y="36407"/>
                </a:cubicBezTo>
                <a:cubicBezTo>
                  <a:pt x="268762" y="34076"/>
                  <a:pt x="268179" y="31779"/>
                  <a:pt x="267288" y="29518"/>
                </a:cubicBezTo>
                <a:cubicBezTo>
                  <a:pt x="266397" y="27254"/>
                  <a:pt x="265265" y="25162"/>
                  <a:pt x="263892" y="23244"/>
                </a:cubicBezTo>
                <a:cubicBezTo>
                  <a:pt x="262522" y="21323"/>
                  <a:pt x="260842" y="19746"/>
                  <a:pt x="258855" y="18514"/>
                </a:cubicBezTo>
                <a:cubicBezTo>
                  <a:pt x="256867" y="17280"/>
                  <a:pt x="254708" y="16388"/>
                  <a:pt x="252377" y="15840"/>
                </a:cubicBezTo>
                <a:cubicBezTo>
                  <a:pt x="250046" y="15290"/>
                  <a:pt x="247646" y="15015"/>
                  <a:pt x="245177" y="15015"/>
                </a:cubicBezTo>
                <a:cubicBezTo>
                  <a:pt x="242846" y="15015"/>
                  <a:pt x="240549" y="15323"/>
                  <a:pt x="238285" y="15940"/>
                </a:cubicBezTo>
                <a:cubicBezTo>
                  <a:pt x="236023" y="16558"/>
                  <a:pt x="233932" y="17518"/>
                  <a:pt x="232011" y="18822"/>
                </a:cubicBezTo>
                <a:cubicBezTo>
                  <a:pt x="230092" y="20123"/>
                  <a:pt x="228447" y="21734"/>
                  <a:pt x="227074" y="23655"/>
                </a:cubicBezTo>
                <a:cubicBezTo>
                  <a:pt x="225704" y="25574"/>
                  <a:pt x="224607" y="27596"/>
                  <a:pt x="223785" y="29722"/>
                </a:cubicBezTo>
                <a:cubicBezTo>
                  <a:pt x="222963" y="31847"/>
                  <a:pt x="222415" y="34076"/>
                  <a:pt x="222141" y="36407"/>
                </a:cubicBezTo>
                <a:cubicBezTo>
                  <a:pt x="221866" y="38737"/>
                  <a:pt x="221729" y="41068"/>
                  <a:pt x="221729" y="43399"/>
                </a:cubicBezTo>
                <a:lnTo>
                  <a:pt x="221729" y="88035"/>
                </a:lnTo>
                <a:moveTo>
                  <a:pt x="245588" y="140690"/>
                </a:moveTo>
                <a:cubicBezTo>
                  <a:pt x="247919" y="140690"/>
                  <a:pt x="250250" y="140415"/>
                  <a:pt x="252581" y="139867"/>
                </a:cubicBezTo>
                <a:cubicBezTo>
                  <a:pt x="254912" y="139317"/>
                  <a:pt x="257037" y="138391"/>
                  <a:pt x="258955" y="137090"/>
                </a:cubicBezTo>
                <a:cubicBezTo>
                  <a:pt x="260876" y="135786"/>
                  <a:pt x="262556" y="134175"/>
                  <a:pt x="263996" y="132256"/>
                </a:cubicBezTo>
                <a:cubicBezTo>
                  <a:pt x="265437" y="130336"/>
                  <a:pt x="266569" y="128279"/>
                  <a:pt x="267391" y="126086"/>
                </a:cubicBezTo>
                <a:cubicBezTo>
                  <a:pt x="268214" y="123891"/>
                  <a:pt x="268762" y="121628"/>
                  <a:pt x="269036" y="119298"/>
                </a:cubicBezTo>
                <a:cubicBezTo>
                  <a:pt x="269310" y="116967"/>
                  <a:pt x="269447" y="114636"/>
                  <a:pt x="269447" y="112305"/>
                </a:cubicBezTo>
                <a:lnTo>
                  <a:pt x="269447" y="67669"/>
                </a:lnTo>
                <a:lnTo>
                  <a:pt x="221729" y="105724"/>
                </a:lnTo>
                <a:lnTo>
                  <a:pt x="221729" y="112305"/>
                </a:lnTo>
                <a:cubicBezTo>
                  <a:pt x="221729" y="114636"/>
                  <a:pt x="221866" y="116967"/>
                  <a:pt x="222141" y="119298"/>
                </a:cubicBezTo>
                <a:cubicBezTo>
                  <a:pt x="222415" y="121628"/>
                  <a:pt x="222963" y="123891"/>
                  <a:pt x="223785" y="126086"/>
                </a:cubicBezTo>
                <a:cubicBezTo>
                  <a:pt x="224607" y="128279"/>
                  <a:pt x="225738" y="130336"/>
                  <a:pt x="227178" y="132256"/>
                </a:cubicBezTo>
                <a:cubicBezTo>
                  <a:pt x="228619" y="134175"/>
                  <a:pt x="230300" y="135786"/>
                  <a:pt x="232218" y="137090"/>
                </a:cubicBezTo>
                <a:cubicBezTo>
                  <a:pt x="234139" y="138391"/>
                  <a:pt x="236265" y="139317"/>
                  <a:pt x="238596" y="139867"/>
                </a:cubicBezTo>
                <a:cubicBezTo>
                  <a:pt x="240927" y="140415"/>
                  <a:pt x="243257" y="140690"/>
                  <a:pt x="245588" y="140690"/>
                </a:cubicBezTo>
                <a:close/>
                <a:moveTo>
                  <a:pt x="348431" y="155086"/>
                </a:moveTo>
                <a:cubicBezTo>
                  <a:pt x="344729" y="155086"/>
                  <a:pt x="341027" y="154708"/>
                  <a:pt x="337323" y="153953"/>
                </a:cubicBezTo>
                <a:cubicBezTo>
                  <a:pt x="333622" y="153200"/>
                  <a:pt x="330194" y="151932"/>
                  <a:pt x="327039" y="150149"/>
                </a:cubicBezTo>
                <a:cubicBezTo>
                  <a:pt x="323885" y="148366"/>
                  <a:pt x="321040" y="146070"/>
                  <a:pt x="318502" y="143260"/>
                </a:cubicBezTo>
                <a:cubicBezTo>
                  <a:pt x="315966" y="140448"/>
                  <a:pt x="313944" y="137363"/>
                  <a:pt x="312435" y="134005"/>
                </a:cubicBezTo>
                <a:cubicBezTo>
                  <a:pt x="310927" y="130644"/>
                  <a:pt x="309898" y="127113"/>
                  <a:pt x="309350" y="123412"/>
                </a:cubicBezTo>
                <a:cubicBezTo>
                  <a:pt x="308802" y="119709"/>
                  <a:pt x="308528" y="116006"/>
                  <a:pt x="308528" y="112305"/>
                </a:cubicBezTo>
                <a:lnTo>
                  <a:pt x="308528" y="43399"/>
                </a:lnTo>
                <a:cubicBezTo>
                  <a:pt x="308528" y="39698"/>
                  <a:pt x="308802" y="35996"/>
                  <a:pt x="309350" y="32295"/>
                </a:cubicBezTo>
                <a:cubicBezTo>
                  <a:pt x="309898" y="28592"/>
                  <a:pt x="310927" y="25061"/>
                  <a:pt x="312435" y="21703"/>
                </a:cubicBezTo>
                <a:cubicBezTo>
                  <a:pt x="313944" y="18342"/>
                  <a:pt x="315966" y="15257"/>
                  <a:pt x="318502" y="12447"/>
                </a:cubicBezTo>
                <a:cubicBezTo>
                  <a:pt x="321040" y="9635"/>
                  <a:pt x="323920" y="7338"/>
                  <a:pt x="327142" y="5555"/>
                </a:cubicBezTo>
                <a:cubicBezTo>
                  <a:pt x="330364" y="3772"/>
                  <a:pt x="333793" y="2401"/>
                  <a:pt x="337427" y="1441"/>
                </a:cubicBezTo>
                <a:cubicBezTo>
                  <a:pt x="341061" y="480"/>
                  <a:pt x="344729" y="0"/>
                  <a:pt x="348431" y="0"/>
                </a:cubicBezTo>
                <a:cubicBezTo>
                  <a:pt x="352132" y="0"/>
                  <a:pt x="355800" y="480"/>
                  <a:pt x="359434" y="1441"/>
                </a:cubicBezTo>
                <a:cubicBezTo>
                  <a:pt x="363069" y="2401"/>
                  <a:pt x="366497" y="3772"/>
                  <a:pt x="369719" y="5555"/>
                </a:cubicBezTo>
                <a:cubicBezTo>
                  <a:pt x="372941" y="7338"/>
                  <a:pt x="375820" y="9635"/>
                  <a:pt x="378356" y="12447"/>
                </a:cubicBezTo>
                <a:cubicBezTo>
                  <a:pt x="380894" y="15257"/>
                  <a:pt x="382917" y="18342"/>
                  <a:pt x="384426" y="21703"/>
                </a:cubicBezTo>
                <a:cubicBezTo>
                  <a:pt x="385935" y="25061"/>
                  <a:pt x="386963" y="28592"/>
                  <a:pt x="387511" y="32295"/>
                </a:cubicBezTo>
                <a:cubicBezTo>
                  <a:pt x="388059" y="35996"/>
                  <a:pt x="388333" y="39698"/>
                  <a:pt x="388333" y="43399"/>
                </a:cubicBezTo>
                <a:lnTo>
                  <a:pt x="388333" y="112305"/>
                </a:lnTo>
                <a:cubicBezTo>
                  <a:pt x="388333" y="116006"/>
                  <a:pt x="388059" y="119709"/>
                  <a:pt x="387511" y="123412"/>
                </a:cubicBezTo>
                <a:cubicBezTo>
                  <a:pt x="386963" y="127113"/>
                  <a:pt x="385935" y="130644"/>
                  <a:pt x="384426" y="134005"/>
                </a:cubicBezTo>
                <a:cubicBezTo>
                  <a:pt x="382917" y="137363"/>
                  <a:pt x="380894" y="140448"/>
                  <a:pt x="378356" y="143260"/>
                </a:cubicBezTo>
                <a:cubicBezTo>
                  <a:pt x="375820" y="146070"/>
                  <a:pt x="372975" y="148366"/>
                  <a:pt x="369819" y="150149"/>
                </a:cubicBezTo>
                <a:cubicBezTo>
                  <a:pt x="366666" y="151932"/>
                  <a:pt x="363238" y="153200"/>
                  <a:pt x="359535" y="153953"/>
                </a:cubicBezTo>
                <a:cubicBezTo>
                  <a:pt x="355833" y="154708"/>
                  <a:pt x="352132" y="155086"/>
                  <a:pt x="348431" y="155086"/>
                </a:cubicBezTo>
                <a:moveTo>
                  <a:pt x="324572" y="88035"/>
                </a:moveTo>
                <a:lnTo>
                  <a:pt x="372289" y="49981"/>
                </a:lnTo>
                <a:lnTo>
                  <a:pt x="372289" y="43399"/>
                </a:lnTo>
                <a:cubicBezTo>
                  <a:pt x="372289" y="41068"/>
                  <a:pt x="372152" y="38737"/>
                  <a:pt x="371878" y="36407"/>
                </a:cubicBezTo>
                <a:cubicBezTo>
                  <a:pt x="371604" y="34076"/>
                  <a:pt x="371022" y="31779"/>
                  <a:pt x="370130" y="29518"/>
                </a:cubicBezTo>
                <a:cubicBezTo>
                  <a:pt x="369239" y="27254"/>
                  <a:pt x="368107" y="25162"/>
                  <a:pt x="366734" y="23244"/>
                </a:cubicBezTo>
                <a:cubicBezTo>
                  <a:pt x="365364" y="21323"/>
                  <a:pt x="363685" y="19746"/>
                  <a:pt x="361697" y="18514"/>
                </a:cubicBezTo>
                <a:cubicBezTo>
                  <a:pt x="359709" y="17280"/>
                  <a:pt x="357550" y="16388"/>
                  <a:pt x="355219" y="15840"/>
                </a:cubicBezTo>
                <a:cubicBezTo>
                  <a:pt x="352888" y="15290"/>
                  <a:pt x="350488" y="15015"/>
                  <a:pt x="348019" y="15015"/>
                </a:cubicBezTo>
                <a:cubicBezTo>
                  <a:pt x="345689" y="15015"/>
                  <a:pt x="343391" y="15323"/>
                  <a:pt x="341127" y="15940"/>
                </a:cubicBezTo>
                <a:cubicBezTo>
                  <a:pt x="338865" y="16558"/>
                  <a:pt x="336774" y="17518"/>
                  <a:pt x="334853" y="18822"/>
                </a:cubicBezTo>
                <a:cubicBezTo>
                  <a:pt x="332935" y="20123"/>
                  <a:pt x="331289" y="21734"/>
                  <a:pt x="329917" y="23655"/>
                </a:cubicBezTo>
                <a:cubicBezTo>
                  <a:pt x="328546" y="25574"/>
                  <a:pt x="327450" y="27596"/>
                  <a:pt x="326627" y="29722"/>
                </a:cubicBezTo>
                <a:cubicBezTo>
                  <a:pt x="325805" y="31847"/>
                  <a:pt x="325257" y="34076"/>
                  <a:pt x="324983" y="36407"/>
                </a:cubicBezTo>
                <a:cubicBezTo>
                  <a:pt x="324709" y="38737"/>
                  <a:pt x="324572" y="41068"/>
                  <a:pt x="324572" y="43399"/>
                </a:cubicBezTo>
                <a:lnTo>
                  <a:pt x="324572" y="88035"/>
                </a:lnTo>
                <a:moveTo>
                  <a:pt x="348431" y="140690"/>
                </a:moveTo>
                <a:cubicBezTo>
                  <a:pt x="350761" y="140690"/>
                  <a:pt x="353092" y="140415"/>
                  <a:pt x="355423" y="139867"/>
                </a:cubicBezTo>
                <a:cubicBezTo>
                  <a:pt x="357754" y="139317"/>
                  <a:pt x="359879" y="138391"/>
                  <a:pt x="361797" y="137090"/>
                </a:cubicBezTo>
                <a:cubicBezTo>
                  <a:pt x="363718" y="135786"/>
                  <a:pt x="365398" y="134175"/>
                  <a:pt x="366838" y="132256"/>
                </a:cubicBezTo>
                <a:cubicBezTo>
                  <a:pt x="368280" y="130336"/>
                  <a:pt x="369411" y="128279"/>
                  <a:pt x="370234" y="126086"/>
                </a:cubicBezTo>
                <a:cubicBezTo>
                  <a:pt x="371056" y="123891"/>
                  <a:pt x="371604" y="121628"/>
                  <a:pt x="371878" y="119298"/>
                </a:cubicBezTo>
                <a:cubicBezTo>
                  <a:pt x="372152" y="116967"/>
                  <a:pt x="372289" y="114636"/>
                  <a:pt x="372289" y="112305"/>
                </a:cubicBezTo>
                <a:lnTo>
                  <a:pt x="372289" y="67669"/>
                </a:lnTo>
                <a:lnTo>
                  <a:pt x="324572" y="105724"/>
                </a:lnTo>
                <a:lnTo>
                  <a:pt x="324572" y="112305"/>
                </a:lnTo>
                <a:cubicBezTo>
                  <a:pt x="324572" y="114636"/>
                  <a:pt x="324709" y="116967"/>
                  <a:pt x="324983" y="119298"/>
                </a:cubicBezTo>
                <a:cubicBezTo>
                  <a:pt x="325257" y="121628"/>
                  <a:pt x="325805" y="123891"/>
                  <a:pt x="326627" y="126086"/>
                </a:cubicBezTo>
                <a:cubicBezTo>
                  <a:pt x="327450" y="128279"/>
                  <a:pt x="328581" y="130336"/>
                  <a:pt x="330020" y="132256"/>
                </a:cubicBezTo>
                <a:cubicBezTo>
                  <a:pt x="331462" y="134175"/>
                  <a:pt x="333142" y="135786"/>
                  <a:pt x="335061" y="137090"/>
                </a:cubicBezTo>
                <a:cubicBezTo>
                  <a:pt x="336981" y="138391"/>
                  <a:pt x="339107" y="139317"/>
                  <a:pt x="341438" y="139867"/>
                </a:cubicBezTo>
                <a:cubicBezTo>
                  <a:pt x="343769" y="140415"/>
                  <a:pt x="346100" y="140690"/>
                  <a:pt x="348431" y="140690"/>
                </a:cubicBezTo>
                <a:close/>
                <a:moveTo>
                  <a:pt x="451273" y="155086"/>
                </a:moveTo>
                <a:cubicBezTo>
                  <a:pt x="447571" y="155086"/>
                  <a:pt x="443869" y="154708"/>
                  <a:pt x="440165" y="153953"/>
                </a:cubicBezTo>
                <a:cubicBezTo>
                  <a:pt x="436464" y="153200"/>
                  <a:pt x="433036" y="151932"/>
                  <a:pt x="429881" y="150149"/>
                </a:cubicBezTo>
                <a:cubicBezTo>
                  <a:pt x="426727" y="148366"/>
                  <a:pt x="423882" y="146070"/>
                  <a:pt x="421344" y="143260"/>
                </a:cubicBezTo>
                <a:cubicBezTo>
                  <a:pt x="418808" y="140448"/>
                  <a:pt x="416786" y="137363"/>
                  <a:pt x="415277" y="134005"/>
                </a:cubicBezTo>
                <a:cubicBezTo>
                  <a:pt x="413769" y="130644"/>
                  <a:pt x="412740" y="127113"/>
                  <a:pt x="412192" y="123412"/>
                </a:cubicBezTo>
                <a:cubicBezTo>
                  <a:pt x="411644" y="119709"/>
                  <a:pt x="411370" y="116006"/>
                  <a:pt x="411370" y="112305"/>
                </a:cubicBezTo>
                <a:lnTo>
                  <a:pt x="411370" y="43399"/>
                </a:lnTo>
                <a:cubicBezTo>
                  <a:pt x="411370" y="39698"/>
                  <a:pt x="411644" y="35996"/>
                  <a:pt x="412192" y="32295"/>
                </a:cubicBezTo>
                <a:cubicBezTo>
                  <a:pt x="412740" y="28592"/>
                  <a:pt x="413769" y="25061"/>
                  <a:pt x="415277" y="21703"/>
                </a:cubicBezTo>
                <a:cubicBezTo>
                  <a:pt x="416786" y="18342"/>
                  <a:pt x="418808" y="15257"/>
                  <a:pt x="421344" y="12447"/>
                </a:cubicBezTo>
                <a:cubicBezTo>
                  <a:pt x="423882" y="9635"/>
                  <a:pt x="426762" y="7338"/>
                  <a:pt x="429984" y="5555"/>
                </a:cubicBezTo>
                <a:cubicBezTo>
                  <a:pt x="433206" y="3772"/>
                  <a:pt x="436635" y="2401"/>
                  <a:pt x="440269" y="1441"/>
                </a:cubicBezTo>
                <a:cubicBezTo>
                  <a:pt x="443903" y="480"/>
                  <a:pt x="447571" y="0"/>
                  <a:pt x="451273" y="0"/>
                </a:cubicBezTo>
                <a:cubicBezTo>
                  <a:pt x="454974" y="0"/>
                  <a:pt x="458642" y="480"/>
                  <a:pt x="462276" y="1441"/>
                </a:cubicBezTo>
                <a:cubicBezTo>
                  <a:pt x="465911" y="2401"/>
                  <a:pt x="469339" y="3772"/>
                  <a:pt x="472561" y="5555"/>
                </a:cubicBezTo>
                <a:cubicBezTo>
                  <a:pt x="475783" y="7338"/>
                  <a:pt x="478662" y="9635"/>
                  <a:pt x="481198" y="12447"/>
                </a:cubicBezTo>
                <a:cubicBezTo>
                  <a:pt x="483736" y="15257"/>
                  <a:pt x="485759" y="18342"/>
                  <a:pt x="487268" y="21703"/>
                </a:cubicBezTo>
                <a:cubicBezTo>
                  <a:pt x="488777" y="25061"/>
                  <a:pt x="489805" y="28592"/>
                  <a:pt x="490353" y="32295"/>
                </a:cubicBezTo>
                <a:cubicBezTo>
                  <a:pt x="490901" y="35996"/>
                  <a:pt x="491175" y="39698"/>
                  <a:pt x="491175" y="43399"/>
                </a:cubicBezTo>
                <a:lnTo>
                  <a:pt x="491175" y="112305"/>
                </a:lnTo>
                <a:cubicBezTo>
                  <a:pt x="491175" y="116006"/>
                  <a:pt x="490901" y="119709"/>
                  <a:pt x="490353" y="123412"/>
                </a:cubicBezTo>
                <a:cubicBezTo>
                  <a:pt x="489805" y="127113"/>
                  <a:pt x="488777" y="130644"/>
                  <a:pt x="487268" y="134005"/>
                </a:cubicBezTo>
                <a:cubicBezTo>
                  <a:pt x="485759" y="137363"/>
                  <a:pt x="483736" y="140448"/>
                  <a:pt x="481198" y="143260"/>
                </a:cubicBezTo>
                <a:cubicBezTo>
                  <a:pt x="478662" y="146070"/>
                  <a:pt x="475817" y="148366"/>
                  <a:pt x="472661" y="150149"/>
                </a:cubicBezTo>
                <a:cubicBezTo>
                  <a:pt x="469508" y="151932"/>
                  <a:pt x="466080" y="153200"/>
                  <a:pt x="462377" y="153953"/>
                </a:cubicBezTo>
                <a:cubicBezTo>
                  <a:pt x="458675" y="154708"/>
                  <a:pt x="454974" y="155086"/>
                  <a:pt x="451273" y="155086"/>
                </a:cubicBezTo>
                <a:moveTo>
                  <a:pt x="427414" y="88035"/>
                </a:moveTo>
                <a:lnTo>
                  <a:pt x="475131" y="49981"/>
                </a:lnTo>
                <a:lnTo>
                  <a:pt x="475131" y="43399"/>
                </a:lnTo>
                <a:cubicBezTo>
                  <a:pt x="475131" y="41068"/>
                  <a:pt x="474994" y="38737"/>
                  <a:pt x="474720" y="36407"/>
                </a:cubicBezTo>
                <a:cubicBezTo>
                  <a:pt x="474446" y="34076"/>
                  <a:pt x="473864" y="31779"/>
                  <a:pt x="472972" y="29518"/>
                </a:cubicBezTo>
                <a:cubicBezTo>
                  <a:pt x="472081" y="27254"/>
                  <a:pt x="470949" y="25162"/>
                  <a:pt x="469576" y="23244"/>
                </a:cubicBezTo>
                <a:cubicBezTo>
                  <a:pt x="468206" y="21323"/>
                  <a:pt x="466527" y="19746"/>
                  <a:pt x="464539" y="18514"/>
                </a:cubicBezTo>
                <a:cubicBezTo>
                  <a:pt x="462551" y="17280"/>
                  <a:pt x="460392" y="16388"/>
                  <a:pt x="458061" y="15840"/>
                </a:cubicBezTo>
                <a:cubicBezTo>
                  <a:pt x="455730" y="15290"/>
                  <a:pt x="453330" y="15015"/>
                  <a:pt x="450861" y="15015"/>
                </a:cubicBezTo>
                <a:cubicBezTo>
                  <a:pt x="448531" y="15015"/>
                  <a:pt x="446233" y="15323"/>
                  <a:pt x="443969" y="15940"/>
                </a:cubicBezTo>
                <a:cubicBezTo>
                  <a:pt x="441707" y="16558"/>
                  <a:pt x="439616" y="17518"/>
                  <a:pt x="437695" y="18822"/>
                </a:cubicBezTo>
                <a:cubicBezTo>
                  <a:pt x="435777" y="20123"/>
                  <a:pt x="434131" y="21734"/>
                  <a:pt x="432759" y="23655"/>
                </a:cubicBezTo>
                <a:cubicBezTo>
                  <a:pt x="431388" y="25574"/>
                  <a:pt x="430292" y="27596"/>
                  <a:pt x="429469" y="29722"/>
                </a:cubicBezTo>
                <a:cubicBezTo>
                  <a:pt x="428647" y="31847"/>
                  <a:pt x="428099" y="34076"/>
                  <a:pt x="427825" y="36407"/>
                </a:cubicBezTo>
                <a:cubicBezTo>
                  <a:pt x="427551" y="38737"/>
                  <a:pt x="427414" y="41068"/>
                  <a:pt x="427414" y="43399"/>
                </a:cubicBezTo>
                <a:lnTo>
                  <a:pt x="427414" y="88035"/>
                </a:lnTo>
                <a:moveTo>
                  <a:pt x="451273" y="140690"/>
                </a:moveTo>
                <a:cubicBezTo>
                  <a:pt x="453603" y="140690"/>
                  <a:pt x="455934" y="140415"/>
                  <a:pt x="458265" y="139867"/>
                </a:cubicBezTo>
                <a:cubicBezTo>
                  <a:pt x="460596" y="139317"/>
                  <a:pt x="462721" y="138391"/>
                  <a:pt x="464639" y="137090"/>
                </a:cubicBezTo>
                <a:cubicBezTo>
                  <a:pt x="466560" y="135786"/>
                  <a:pt x="468240" y="134175"/>
                  <a:pt x="469680" y="132256"/>
                </a:cubicBezTo>
                <a:cubicBezTo>
                  <a:pt x="471122" y="130336"/>
                  <a:pt x="472253" y="128279"/>
                  <a:pt x="473076" y="126086"/>
                </a:cubicBezTo>
                <a:cubicBezTo>
                  <a:pt x="473898" y="123891"/>
                  <a:pt x="474446" y="121628"/>
                  <a:pt x="474720" y="119298"/>
                </a:cubicBezTo>
                <a:cubicBezTo>
                  <a:pt x="474994" y="116967"/>
                  <a:pt x="475131" y="114636"/>
                  <a:pt x="475131" y="112305"/>
                </a:cubicBezTo>
                <a:lnTo>
                  <a:pt x="475131" y="67669"/>
                </a:lnTo>
                <a:lnTo>
                  <a:pt x="427414" y="105724"/>
                </a:lnTo>
                <a:lnTo>
                  <a:pt x="427414" y="112305"/>
                </a:lnTo>
                <a:cubicBezTo>
                  <a:pt x="427414" y="114636"/>
                  <a:pt x="427551" y="116967"/>
                  <a:pt x="427825" y="119298"/>
                </a:cubicBezTo>
                <a:cubicBezTo>
                  <a:pt x="428099" y="121628"/>
                  <a:pt x="428647" y="123891"/>
                  <a:pt x="429469" y="126086"/>
                </a:cubicBezTo>
                <a:cubicBezTo>
                  <a:pt x="430292" y="128279"/>
                  <a:pt x="431423" y="130336"/>
                  <a:pt x="432862" y="132256"/>
                </a:cubicBezTo>
                <a:cubicBezTo>
                  <a:pt x="434304" y="134175"/>
                  <a:pt x="435984" y="135786"/>
                  <a:pt x="437903" y="137090"/>
                </a:cubicBezTo>
                <a:cubicBezTo>
                  <a:pt x="439823" y="138391"/>
                  <a:pt x="441949" y="139317"/>
                  <a:pt x="444280" y="139867"/>
                </a:cubicBezTo>
                <a:cubicBezTo>
                  <a:pt x="446611" y="140415"/>
                  <a:pt x="448942" y="140690"/>
                  <a:pt x="451273" y="140690"/>
                </a:cubicBezTo>
                <a:close/>
                <a:moveTo>
                  <a:pt x="515857" y="153441"/>
                </a:moveTo>
                <a:lnTo>
                  <a:pt x="515857" y="153234"/>
                </a:lnTo>
                <a:cubicBezTo>
                  <a:pt x="515857" y="149533"/>
                  <a:pt x="515925" y="145831"/>
                  <a:pt x="516061" y="142130"/>
                </a:cubicBezTo>
                <a:cubicBezTo>
                  <a:pt x="516199" y="138427"/>
                  <a:pt x="516577" y="134724"/>
                  <a:pt x="517194" y="131023"/>
                </a:cubicBezTo>
                <a:cubicBezTo>
                  <a:pt x="517811" y="127320"/>
                  <a:pt x="518702" y="123685"/>
                  <a:pt x="519868" y="120120"/>
                </a:cubicBezTo>
                <a:cubicBezTo>
                  <a:pt x="521033" y="116554"/>
                  <a:pt x="522473" y="113161"/>
                  <a:pt x="524186" y="109939"/>
                </a:cubicBezTo>
                <a:cubicBezTo>
                  <a:pt x="525902" y="106716"/>
                  <a:pt x="527891" y="103597"/>
                  <a:pt x="530153" y="100580"/>
                </a:cubicBezTo>
                <a:cubicBezTo>
                  <a:pt x="532415" y="97562"/>
                  <a:pt x="534882" y="94751"/>
                  <a:pt x="537556" y="92146"/>
                </a:cubicBezTo>
                <a:cubicBezTo>
                  <a:pt x="540230" y="89541"/>
                  <a:pt x="543007" y="87108"/>
                  <a:pt x="545886" y="84846"/>
                </a:cubicBezTo>
                <a:cubicBezTo>
                  <a:pt x="548767" y="82582"/>
                  <a:pt x="551715" y="80354"/>
                  <a:pt x="554730" y="78161"/>
                </a:cubicBezTo>
                <a:cubicBezTo>
                  <a:pt x="557747" y="75966"/>
                  <a:pt x="560696" y="73669"/>
                  <a:pt x="563575" y="71269"/>
                </a:cubicBezTo>
                <a:cubicBezTo>
                  <a:pt x="566456" y="68869"/>
                  <a:pt x="568925" y="66127"/>
                  <a:pt x="570981" y="63043"/>
                </a:cubicBezTo>
                <a:cubicBezTo>
                  <a:pt x="573038" y="59957"/>
                  <a:pt x="574580" y="56598"/>
                  <a:pt x="575608" y="52965"/>
                </a:cubicBezTo>
                <a:cubicBezTo>
                  <a:pt x="576637" y="49331"/>
                  <a:pt x="577152" y="45662"/>
                  <a:pt x="577152" y="41959"/>
                </a:cubicBezTo>
                <a:cubicBezTo>
                  <a:pt x="577152" y="38669"/>
                  <a:pt x="576774" y="35345"/>
                  <a:pt x="576019" y="31984"/>
                </a:cubicBezTo>
                <a:cubicBezTo>
                  <a:pt x="575266" y="28624"/>
                  <a:pt x="573895" y="25607"/>
                  <a:pt x="571907" y="22933"/>
                </a:cubicBezTo>
                <a:cubicBezTo>
                  <a:pt x="569920" y="20259"/>
                  <a:pt x="567314" y="18271"/>
                  <a:pt x="564089" y="16970"/>
                </a:cubicBezTo>
                <a:cubicBezTo>
                  <a:pt x="560867" y="15666"/>
                  <a:pt x="557611" y="15015"/>
                  <a:pt x="554322" y="15015"/>
                </a:cubicBezTo>
                <a:cubicBezTo>
                  <a:pt x="551305" y="15015"/>
                  <a:pt x="548288" y="15495"/>
                  <a:pt x="545271" y="16455"/>
                </a:cubicBezTo>
                <a:cubicBezTo>
                  <a:pt x="542254" y="17416"/>
                  <a:pt x="539682" y="18993"/>
                  <a:pt x="537556" y="21188"/>
                </a:cubicBezTo>
                <a:cubicBezTo>
                  <a:pt x="535433" y="23381"/>
                  <a:pt x="533891" y="25951"/>
                  <a:pt x="532930" y="28899"/>
                </a:cubicBezTo>
                <a:cubicBezTo>
                  <a:pt x="531970" y="31847"/>
                  <a:pt x="531490" y="34898"/>
                  <a:pt x="531490" y="38051"/>
                </a:cubicBezTo>
                <a:lnTo>
                  <a:pt x="531490" y="38155"/>
                </a:lnTo>
                <a:lnTo>
                  <a:pt x="531490" y="38258"/>
                </a:lnTo>
                <a:lnTo>
                  <a:pt x="515446" y="38258"/>
                </a:lnTo>
                <a:lnTo>
                  <a:pt x="515446" y="38054"/>
                </a:lnTo>
                <a:cubicBezTo>
                  <a:pt x="515446" y="37916"/>
                  <a:pt x="515446" y="37778"/>
                  <a:pt x="515446" y="37640"/>
                </a:cubicBezTo>
                <a:cubicBezTo>
                  <a:pt x="515446" y="34349"/>
                  <a:pt x="515822" y="31024"/>
                  <a:pt x="516576" y="27666"/>
                </a:cubicBezTo>
                <a:cubicBezTo>
                  <a:pt x="517331" y="24306"/>
                  <a:pt x="518531" y="21151"/>
                  <a:pt x="520175" y="18203"/>
                </a:cubicBezTo>
                <a:cubicBezTo>
                  <a:pt x="521822" y="15255"/>
                  <a:pt x="523879" y="12616"/>
                  <a:pt x="526346" y="10285"/>
                </a:cubicBezTo>
                <a:cubicBezTo>
                  <a:pt x="528815" y="7954"/>
                  <a:pt x="531558" y="6034"/>
                  <a:pt x="534575" y="4526"/>
                </a:cubicBezTo>
                <a:cubicBezTo>
                  <a:pt x="537592" y="3017"/>
                  <a:pt x="540780" y="1989"/>
                  <a:pt x="544138" y="1441"/>
                </a:cubicBezTo>
                <a:cubicBezTo>
                  <a:pt x="547498" y="892"/>
                  <a:pt x="550893" y="618"/>
                  <a:pt x="554322" y="618"/>
                </a:cubicBezTo>
                <a:cubicBezTo>
                  <a:pt x="557886" y="618"/>
                  <a:pt x="561450" y="961"/>
                  <a:pt x="565015" y="1648"/>
                </a:cubicBezTo>
                <a:cubicBezTo>
                  <a:pt x="568581" y="2332"/>
                  <a:pt x="571940" y="3565"/>
                  <a:pt x="575093" y="5348"/>
                </a:cubicBezTo>
                <a:cubicBezTo>
                  <a:pt x="578248" y="7131"/>
                  <a:pt x="581026" y="9359"/>
                  <a:pt x="583426" y="12033"/>
                </a:cubicBezTo>
                <a:cubicBezTo>
                  <a:pt x="585826" y="14707"/>
                  <a:pt x="587780" y="17690"/>
                  <a:pt x="589288" y="20981"/>
                </a:cubicBezTo>
                <a:cubicBezTo>
                  <a:pt x="590797" y="24272"/>
                  <a:pt x="591825" y="27700"/>
                  <a:pt x="592373" y="31266"/>
                </a:cubicBezTo>
                <a:cubicBezTo>
                  <a:pt x="592922" y="34831"/>
                  <a:pt x="593196" y="38395"/>
                  <a:pt x="593196" y="41959"/>
                </a:cubicBezTo>
                <a:cubicBezTo>
                  <a:pt x="593196" y="45936"/>
                  <a:pt x="592750" y="49879"/>
                  <a:pt x="591859" y="53788"/>
                </a:cubicBezTo>
                <a:cubicBezTo>
                  <a:pt x="590967" y="57696"/>
                  <a:pt x="589596" y="61398"/>
                  <a:pt x="587744" y="64895"/>
                </a:cubicBezTo>
                <a:cubicBezTo>
                  <a:pt x="585892" y="68391"/>
                  <a:pt x="583630" y="71648"/>
                  <a:pt x="580956" y="74665"/>
                </a:cubicBezTo>
                <a:cubicBezTo>
                  <a:pt x="578282" y="77682"/>
                  <a:pt x="575436" y="80459"/>
                  <a:pt x="572419" y="82995"/>
                </a:cubicBezTo>
                <a:cubicBezTo>
                  <a:pt x="569404" y="85530"/>
                  <a:pt x="566319" y="87998"/>
                  <a:pt x="563163" y="90398"/>
                </a:cubicBezTo>
                <a:cubicBezTo>
                  <a:pt x="560010" y="92798"/>
                  <a:pt x="556960" y="95335"/>
                  <a:pt x="554012" y="98009"/>
                </a:cubicBezTo>
                <a:cubicBezTo>
                  <a:pt x="551063" y="100683"/>
                  <a:pt x="548320" y="103529"/>
                  <a:pt x="545782" y="106546"/>
                </a:cubicBezTo>
                <a:cubicBezTo>
                  <a:pt x="543247" y="109563"/>
                  <a:pt x="541018" y="112820"/>
                  <a:pt x="539097" y="116316"/>
                </a:cubicBezTo>
                <a:cubicBezTo>
                  <a:pt x="537179" y="119812"/>
                  <a:pt x="535671" y="123480"/>
                  <a:pt x="534575" y="127320"/>
                </a:cubicBezTo>
                <a:cubicBezTo>
                  <a:pt x="533478" y="131159"/>
                  <a:pt x="532724" y="135066"/>
                  <a:pt x="532312" y="139042"/>
                </a:cubicBezTo>
                <a:lnTo>
                  <a:pt x="592373" y="139042"/>
                </a:lnTo>
                <a:lnTo>
                  <a:pt x="592373" y="153441"/>
                </a:lnTo>
                <a:lnTo>
                  <a:pt x="515857" y="153441"/>
                </a:lnTo>
                <a:close/>
                <a:moveTo>
                  <a:pt x="649758" y="197663"/>
                </a:moveTo>
                <a:lnTo>
                  <a:pt x="637624" y="188407"/>
                </a:lnTo>
                <a:cubicBezTo>
                  <a:pt x="642012" y="183472"/>
                  <a:pt x="646022" y="178261"/>
                  <a:pt x="649654" y="172774"/>
                </a:cubicBezTo>
                <a:cubicBezTo>
                  <a:pt x="653289" y="167290"/>
                  <a:pt x="655997" y="161394"/>
                  <a:pt x="657780" y="155086"/>
                </a:cubicBezTo>
                <a:cubicBezTo>
                  <a:pt x="657644" y="155086"/>
                  <a:pt x="657472" y="155086"/>
                  <a:pt x="657265" y="155086"/>
                </a:cubicBezTo>
                <a:cubicBezTo>
                  <a:pt x="657060" y="155086"/>
                  <a:pt x="656888" y="155086"/>
                  <a:pt x="656750" y="155086"/>
                </a:cubicBezTo>
                <a:cubicBezTo>
                  <a:pt x="654694" y="155086"/>
                  <a:pt x="652602" y="154743"/>
                  <a:pt x="650476" y="154056"/>
                </a:cubicBezTo>
                <a:cubicBezTo>
                  <a:pt x="648353" y="153372"/>
                  <a:pt x="646537" y="152276"/>
                  <a:pt x="645028" y="150767"/>
                </a:cubicBezTo>
                <a:cubicBezTo>
                  <a:pt x="643519" y="149259"/>
                  <a:pt x="642457" y="147476"/>
                  <a:pt x="641839" y="145419"/>
                </a:cubicBezTo>
                <a:cubicBezTo>
                  <a:pt x="641222" y="143363"/>
                  <a:pt x="640913" y="141237"/>
                  <a:pt x="640913" y="139042"/>
                </a:cubicBezTo>
                <a:cubicBezTo>
                  <a:pt x="640913" y="136849"/>
                  <a:pt x="641222" y="134724"/>
                  <a:pt x="641839" y="132668"/>
                </a:cubicBezTo>
                <a:cubicBezTo>
                  <a:pt x="642457" y="130611"/>
                  <a:pt x="643553" y="128794"/>
                  <a:pt x="645128" y="127216"/>
                </a:cubicBezTo>
                <a:cubicBezTo>
                  <a:pt x="646706" y="125638"/>
                  <a:pt x="648523" y="124542"/>
                  <a:pt x="650580" y="123927"/>
                </a:cubicBezTo>
                <a:cubicBezTo>
                  <a:pt x="652637" y="123310"/>
                  <a:pt x="654763" y="123001"/>
                  <a:pt x="656957" y="123001"/>
                </a:cubicBezTo>
                <a:cubicBezTo>
                  <a:pt x="659152" y="123001"/>
                  <a:pt x="661346" y="123344"/>
                  <a:pt x="663539" y="124030"/>
                </a:cubicBezTo>
                <a:cubicBezTo>
                  <a:pt x="665734" y="124715"/>
                  <a:pt x="667585" y="125845"/>
                  <a:pt x="669094" y="127423"/>
                </a:cubicBezTo>
                <a:cubicBezTo>
                  <a:pt x="670603" y="128999"/>
                  <a:pt x="671631" y="130884"/>
                  <a:pt x="672179" y="133079"/>
                </a:cubicBezTo>
                <a:cubicBezTo>
                  <a:pt x="672727" y="135274"/>
                  <a:pt x="673001" y="137467"/>
                  <a:pt x="673001" y="139660"/>
                </a:cubicBezTo>
                <a:cubicBezTo>
                  <a:pt x="673001" y="145008"/>
                  <a:pt x="672384" y="150287"/>
                  <a:pt x="671150" y="155497"/>
                </a:cubicBezTo>
                <a:cubicBezTo>
                  <a:pt x="669915" y="160709"/>
                  <a:pt x="668270" y="165748"/>
                  <a:pt x="666213" y="170615"/>
                </a:cubicBezTo>
                <a:cubicBezTo>
                  <a:pt x="664156" y="175484"/>
                  <a:pt x="661722" y="180180"/>
                  <a:pt x="658910" y="184704"/>
                </a:cubicBezTo>
                <a:cubicBezTo>
                  <a:pt x="656100" y="189230"/>
                  <a:pt x="653049" y="193549"/>
                  <a:pt x="649758" y="1976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37E93-81A3-422B-8DB4-40CC0D1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1158" y="2930365"/>
            <a:ext cx="719897" cy="267390"/>
          </a:xfrm>
          <a:custGeom xmlns:a="http://schemas.openxmlformats.org/drawingml/2006/main">
            <a:pathLst>
              <a:path w="719897" h="267390">
                <a:moveTo>
                  <a:pt x="0" y="0"/>
                </a:moveTo>
                <a:lnTo>
                  <a:pt x="719897" y="0"/>
                </a:lnTo>
                <a:lnTo>
                  <a:pt x="719897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0x04a20}">
            <a:extLst xmlns:a="http://schemas.openxmlformats.org/drawingml/2006/main">
              <a:ext uri="{FF2B5EF4-FFF2-40B4-BE49-F238E27FC236}">
                <a16:creationId xmlns:a16="http://schemas.microsoft.com/office/drawing/2014/main" id="{87DAF4BE-56E0-4E2B-A3F6-B00C24DA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392" y="2964715"/>
            <a:ext cx="794151" cy="202804"/>
          </a:xfrm>
          <a:custGeom xmlns:a="http://schemas.openxmlformats.org/drawingml/2006/main">
            <a:pathLst>
              <a:path w="794151" h="202804">
                <a:moveTo>
                  <a:pt x="39903" y="172978"/>
                </a:moveTo>
                <a:cubicBezTo>
                  <a:pt x="36202" y="172978"/>
                  <a:pt x="32499" y="172601"/>
                  <a:pt x="28796" y="171845"/>
                </a:cubicBezTo>
                <a:cubicBezTo>
                  <a:pt x="25094" y="171092"/>
                  <a:pt x="21666" y="169824"/>
                  <a:pt x="18511" y="168042"/>
                </a:cubicBezTo>
                <a:cubicBezTo>
                  <a:pt x="15358" y="166259"/>
                  <a:pt x="12512" y="163963"/>
                  <a:pt x="9974" y="161153"/>
                </a:cubicBezTo>
                <a:cubicBezTo>
                  <a:pt x="7438" y="158340"/>
                  <a:pt x="5416" y="155255"/>
                  <a:pt x="3907" y="151897"/>
                </a:cubicBezTo>
                <a:cubicBezTo>
                  <a:pt x="2399" y="148537"/>
                  <a:pt x="1370" y="145006"/>
                  <a:pt x="822" y="141305"/>
                </a:cubicBezTo>
                <a:cubicBezTo>
                  <a:pt x="274" y="137601"/>
                  <a:pt x="0" y="133899"/>
                  <a:pt x="0" y="130198"/>
                </a:cubicBezTo>
                <a:lnTo>
                  <a:pt x="0" y="61292"/>
                </a:lnTo>
                <a:cubicBezTo>
                  <a:pt x="0" y="57590"/>
                  <a:pt x="274" y="53889"/>
                  <a:pt x="822" y="50188"/>
                </a:cubicBezTo>
                <a:cubicBezTo>
                  <a:pt x="1370" y="46484"/>
                  <a:pt x="2399" y="42954"/>
                  <a:pt x="3907" y="39595"/>
                </a:cubicBezTo>
                <a:cubicBezTo>
                  <a:pt x="5416" y="36235"/>
                  <a:pt x="7438" y="33150"/>
                  <a:pt x="9974" y="30340"/>
                </a:cubicBezTo>
                <a:cubicBezTo>
                  <a:pt x="12512" y="27528"/>
                  <a:pt x="15392" y="25230"/>
                  <a:pt x="18614" y="23448"/>
                </a:cubicBezTo>
                <a:cubicBezTo>
                  <a:pt x="21837" y="21665"/>
                  <a:pt x="25265" y="20294"/>
                  <a:pt x="28899" y="19333"/>
                </a:cubicBezTo>
                <a:cubicBezTo>
                  <a:pt x="32534" y="18373"/>
                  <a:pt x="36202" y="17893"/>
                  <a:pt x="39903" y="17893"/>
                </a:cubicBezTo>
                <a:cubicBezTo>
                  <a:pt x="43604" y="17893"/>
                  <a:pt x="47272" y="18373"/>
                  <a:pt x="50906" y="19333"/>
                </a:cubicBezTo>
                <a:cubicBezTo>
                  <a:pt x="54541" y="20294"/>
                  <a:pt x="57969" y="21665"/>
                  <a:pt x="61191" y="23448"/>
                </a:cubicBezTo>
                <a:cubicBezTo>
                  <a:pt x="64414" y="25230"/>
                  <a:pt x="67293" y="27528"/>
                  <a:pt x="69828" y="30340"/>
                </a:cubicBezTo>
                <a:cubicBezTo>
                  <a:pt x="72366" y="33150"/>
                  <a:pt x="74390" y="36235"/>
                  <a:pt x="75898" y="39595"/>
                </a:cubicBezTo>
                <a:cubicBezTo>
                  <a:pt x="77407" y="42954"/>
                  <a:pt x="78435" y="46484"/>
                  <a:pt x="78984" y="50188"/>
                </a:cubicBezTo>
                <a:cubicBezTo>
                  <a:pt x="79532" y="53889"/>
                  <a:pt x="79806" y="57590"/>
                  <a:pt x="79806" y="61292"/>
                </a:cubicBezTo>
                <a:lnTo>
                  <a:pt x="79806" y="130198"/>
                </a:lnTo>
                <a:cubicBezTo>
                  <a:pt x="79806" y="133899"/>
                  <a:pt x="79532" y="137601"/>
                  <a:pt x="78984" y="141305"/>
                </a:cubicBezTo>
                <a:cubicBezTo>
                  <a:pt x="78435" y="145006"/>
                  <a:pt x="77407" y="148537"/>
                  <a:pt x="75898" y="151897"/>
                </a:cubicBezTo>
                <a:cubicBezTo>
                  <a:pt x="74390" y="155255"/>
                  <a:pt x="72366" y="158340"/>
                  <a:pt x="69828" y="161153"/>
                </a:cubicBezTo>
                <a:cubicBezTo>
                  <a:pt x="67293" y="163963"/>
                  <a:pt x="64447" y="166259"/>
                  <a:pt x="61292" y="168042"/>
                </a:cubicBezTo>
                <a:cubicBezTo>
                  <a:pt x="58139" y="169824"/>
                  <a:pt x="54710" y="171092"/>
                  <a:pt x="51007" y="171845"/>
                </a:cubicBezTo>
                <a:cubicBezTo>
                  <a:pt x="47306" y="172601"/>
                  <a:pt x="43604" y="172978"/>
                  <a:pt x="39903" y="172978"/>
                </a:cubicBezTo>
                <a:moveTo>
                  <a:pt x="16044" y="105928"/>
                </a:moveTo>
                <a:lnTo>
                  <a:pt x="63762" y="67873"/>
                </a:lnTo>
                <a:lnTo>
                  <a:pt x="63762" y="61292"/>
                </a:lnTo>
                <a:cubicBezTo>
                  <a:pt x="63762" y="58961"/>
                  <a:pt x="63625" y="56630"/>
                  <a:pt x="63351" y="54299"/>
                </a:cubicBezTo>
                <a:cubicBezTo>
                  <a:pt x="63077" y="51968"/>
                  <a:pt x="62494" y="49672"/>
                  <a:pt x="61602" y="47410"/>
                </a:cubicBezTo>
                <a:cubicBezTo>
                  <a:pt x="60711" y="45146"/>
                  <a:pt x="59579" y="43055"/>
                  <a:pt x="58207" y="41136"/>
                </a:cubicBezTo>
                <a:cubicBezTo>
                  <a:pt x="56836" y="39216"/>
                  <a:pt x="55157" y="37639"/>
                  <a:pt x="53169" y="36407"/>
                </a:cubicBezTo>
                <a:cubicBezTo>
                  <a:pt x="51182" y="35172"/>
                  <a:pt x="49022" y="34281"/>
                  <a:pt x="46691" y="33733"/>
                </a:cubicBezTo>
                <a:cubicBezTo>
                  <a:pt x="44361" y="33182"/>
                  <a:pt x="41961" y="32907"/>
                  <a:pt x="39492" y="32907"/>
                </a:cubicBezTo>
                <a:cubicBezTo>
                  <a:pt x="37161" y="32907"/>
                  <a:pt x="34864" y="33216"/>
                  <a:pt x="32600" y="33833"/>
                </a:cubicBezTo>
                <a:cubicBezTo>
                  <a:pt x="30338" y="34450"/>
                  <a:pt x="28247" y="35411"/>
                  <a:pt x="26326" y="36714"/>
                </a:cubicBezTo>
                <a:cubicBezTo>
                  <a:pt x="24407" y="38016"/>
                  <a:pt x="22761" y="39627"/>
                  <a:pt x="21389" y="41547"/>
                </a:cubicBezTo>
                <a:cubicBezTo>
                  <a:pt x="20018" y="43466"/>
                  <a:pt x="18922" y="45488"/>
                  <a:pt x="18100" y="47614"/>
                </a:cubicBezTo>
                <a:cubicBezTo>
                  <a:pt x="17277" y="49740"/>
                  <a:pt x="16729" y="51968"/>
                  <a:pt x="16455" y="54299"/>
                </a:cubicBezTo>
                <a:cubicBezTo>
                  <a:pt x="16181" y="56630"/>
                  <a:pt x="16044" y="58961"/>
                  <a:pt x="16044" y="61292"/>
                </a:cubicBezTo>
                <a:lnTo>
                  <a:pt x="16044" y="105928"/>
                </a:lnTo>
                <a:moveTo>
                  <a:pt x="39903" y="158582"/>
                </a:moveTo>
                <a:cubicBezTo>
                  <a:pt x="42234" y="158582"/>
                  <a:pt x="44565" y="158308"/>
                  <a:pt x="46895" y="157760"/>
                </a:cubicBezTo>
                <a:cubicBezTo>
                  <a:pt x="49226" y="157210"/>
                  <a:pt x="51351" y="156284"/>
                  <a:pt x="53270" y="154982"/>
                </a:cubicBezTo>
                <a:cubicBezTo>
                  <a:pt x="55191" y="153679"/>
                  <a:pt x="56871" y="152068"/>
                  <a:pt x="58310" y="150149"/>
                </a:cubicBezTo>
                <a:cubicBezTo>
                  <a:pt x="59752" y="148228"/>
                  <a:pt x="60884" y="146171"/>
                  <a:pt x="61706" y="143979"/>
                </a:cubicBezTo>
                <a:cubicBezTo>
                  <a:pt x="62528" y="141784"/>
                  <a:pt x="63077" y="139521"/>
                  <a:pt x="63351" y="137190"/>
                </a:cubicBezTo>
                <a:cubicBezTo>
                  <a:pt x="63625" y="134859"/>
                  <a:pt x="63762" y="132528"/>
                  <a:pt x="63762" y="130198"/>
                </a:cubicBezTo>
                <a:lnTo>
                  <a:pt x="63762" y="85562"/>
                </a:lnTo>
                <a:lnTo>
                  <a:pt x="16044" y="123616"/>
                </a:lnTo>
                <a:lnTo>
                  <a:pt x="16044" y="130198"/>
                </a:lnTo>
                <a:cubicBezTo>
                  <a:pt x="16044" y="132528"/>
                  <a:pt x="16181" y="134859"/>
                  <a:pt x="16455" y="137190"/>
                </a:cubicBezTo>
                <a:cubicBezTo>
                  <a:pt x="16729" y="139521"/>
                  <a:pt x="17277" y="141784"/>
                  <a:pt x="18100" y="143979"/>
                </a:cubicBezTo>
                <a:cubicBezTo>
                  <a:pt x="18922" y="146171"/>
                  <a:pt x="20053" y="148228"/>
                  <a:pt x="21492" y="150149"/>
                </a:cubicBezTo>
                <a:cubicBezTo>
                  <a:pt x="22934" y="152068"/>
                  <a:pt x="24614" y="153679"/>
                  <a:pt x="26533" y="154982"/>
                </a:cubicBezTo>
                <a:cubicBezTo>
                  <a:pt x="28454" y="156284"/>
                  <a:pt x="30579" y="157210"/>
                  <a:pt x="32910" y="157760"/>
                </a:cubicBezTo>
                <a:cubicBezTo>
                  <a:pt x="35241" y="158308"/>
                  <a:pt x="37572" y="158582"/>
                  <a:pt x="39903" y="158582"/>
                </a:cubicBezTo>
                <a:close/>
                <a:moveTo>
                  <a:pt x="100787" y="171334"/>
                </a:moveTo>
                <a:lnTo>
                  <a:pt x="133902" y="117857"/>
                </a:lnTo>
                <a:lnTo>
                  <a:pt x="100787" y="64377"/>
                </a:lnTo>
                <a:lnTo>
                  <a:pt x="119502" y="64377"/>
                </a:lnTo>
                <a:lnTo>
                  <a:pt x="142746" y="103046"/>
                </a:lnTo>
                <a:lnTo>
                  <a:pt x="165990" y="64377"/>
                </a:lnTo>
                <a:lnTo>
                  <a:pt x="184705" y="64377"/>
                </a:lnTo>
                <a:lnTo>
                  <a:pt x="151590" y="117857"/>
                </a:lnTo>
                <a:lnTo>
                  <a:pt x="184705" y="171334"/>
                </a:lnTo>
                <a:lnTo>
                  <a:pt x="165990" y="171334"/>
                </a:lnTo>
                <a:lnTo>
                  <a:pt x="142746" y="132664"/>
                </a:lnTo>
                <a:lnTo>
                  <a:pt x="119502" y="171334"/>
                </a:lnTo>
                <a:lnTo>
                  <a:pt x="100787" y="171334"/>
                </a:lnTo>
                <a:close/>
                <a:moveTo>
                  <a:pt x="245588" y="172978"/>
                </a:moveTo>
                <a:cubicBezTo>
                  <a:pt x="241886" y="172978"/>
                  <a:pt x="238184" y="172601"/>
                  <a:pt x="234481" y="171845"/>
                </a:cubicBezTo>
                <a:cubicBezTo>
                  <a:pt x="230779" y="171092"/>
                  <a:pt x="227351" y="169824"/>
                  <a:pt x="224196" y="168042"/>
                </a:cubicBezTo>
                <a:cubicBezTo>
                  <a:pt x="221043" y="166259"/>
                  <a:pt x="218197" y="163963"/>
                  <a:pt x="215659" y="161153"/>
                </a:cubicBezTo>
                <a:cubicBezTo>
                  <a:pt x="213123" y="158340"/>
                  <a:pt x="211101" y="155255"/>
                  <a:pt x="209592" y="151897"/>
                </a:cubicBezTo>
                <a:cubicBezTo>
                  <a:pt x="208084" y="148537"/>
                  <a:pt x="207055" y="145006"/>
                  <a:pt x="206507" y="141305"/>
                </a:cubicBezTo>
                <a:cubicBezTo>
                  <a:pt x="205959" y="137601"/>
                  <a:pt x="205685" y="133899"/>
                  <a:pt x="205685" y="130198"/>
                </a:cubicBezTo>
                <a:lnTo>
                  <a:pt x="205685" y="61292"/>
                </a:lnTo>
                <a:cubicBezTo>
                  <a:pt x="205685" y="57590"/>
                  <a:pt x="205959" y="53889"/>
                  <a:pt x="206507" y="50188"/>
                </a:cubicBezTo>
                <a:cubicBezTo>
                  <a:pt x="207055" y="46484"/>
                  <a:pt x="208084" y="42954"/>
                  <a:pt x="209592" y="39595"/>
                </a:cubicBezTo>
                <a:cubicBezTo>
                  <a:pt x="211101" y="36235"/>
                  <a:pt x="213123" y="33150"/>
                  <a:pt x="215659" y="30340"/>
                </a:cubicBezTo>
                <a:cubicBezTo>
                  <a:pt x="218197" y="27528"/>
                  <a:pt x="221077" y="25230"/>
                  <a:pt x="224299" y="23448"/>
                </a:cubicBezTo>
                <a:cubicBezTo>
                  <a:pt x="227521" y="21665"/>
                  <a:pt x="230950" y="20294"/>
                  <a:pt x="234584" y="19333"/>
                </a:cubicBezTo>
                <a:cubicBezTo>
                  <a:pt x="238219" y="18373"/>
                  <a:pt x="241886" y="17893"/>
                  <a:pt x="245588" y="17893"/>
                </a:cubicBezTo>
                <a:cubicBezTo>
                  <a:pt x="249289" y="17893"/>
                  <a:pt x="252957" y="18373"/>
                  <a:pt x="256591" y="19333"/>
                </a:cubicBezTo>
                <a:cubicBezTo>
                  <a:pt x="260226" y="20294"/>
                  <a:pt x="263654" y="21665"/>
                  <a:pt x="266876" y="23448"/>
                </a:cubicBezTo>
                <a:cubicBezTo>
                  <a:pt x="270098" y="25230"/>
                  <a:pt x="272977" y="27528"/>
                  <a:pt x="275513" y="30340"/>
                </a:cubicBezTo>
                <a:cubicBezTo>
                  <a:pt x="278051" y="33150"/>
                  <a:pt x="280075" y="36235"/>
                  <a:pt x="281583" y="39595"/>
                </a:cubicBezTo>
                <a:cubicBezTo>
                  <a:pt x="283092" y="42954"/>
                  <a:pt x="284120" y="46484"/>
                  <a:pt x="284668" y="50188"/>
                </a:cubicBezTo>
                <a:cubicBezTo>
                  <a:pt x="285217" y="53889"/>
                  <a:pt x="285491" y="57590"/>
                  <a:pt x="285491" y="61292"/>
                </a:cubicBezTo>
                <a:lnTo>
                  <a:pt x="285491" y="130198"/>
                </a:lnTo>
                <a:cubicBezTo>
                  <a:pt x="285491" y="133899"/>
                  <a:pt x="285217" y="137601"/>
                  <a:pt x="284668" y="141305"/>
                </a:cubicBezTo>
                <a:cubicBezTo>
                  <a:pt x="284120" y="145006"/>
                  <a:pt x="283092" y="148537"/>
                  <a:pt x="281583" y="151897"/>
                </a:cubicBezTo>
                <a:cubicBezTo>
                  <a:pt x="280075" y="155255"/>
                  <a:pt x="278051" y="158340"/>
                  <a:pt x="275513" y="161153"/>
                </a:cubicBezTo>
                <a:cubicBezTo>
                  <a:pt x="272977" y="163963"/>
                  <a:pt x="270132" y="166259"/>
                  <a:pt x="266977" y="168042"/>
                </a:cubicBezTo>
                <a:cubicBezTo>
                  <a:pt x="263823" y="169824"/>
                  <a:pt x="260395" y="171092"/>
                  <a:pt x="256692" y="171845"/>
                </a:cubicBezTo>
                <a:cubicBezTo>
                  <a:pt x="252990" y="172601"/>
                  <a:pt x="249289" y="172978"/>
                  <a:pt x="245588" y="172978"/>
                </a:cubicBezTo>
                <a:moveTo>
                  <a:pt x="221729" y="105928"/>
                </a:moveTo>
                <a:lnTo>
                  <a:pt x="269447" y="67873"/>
                </a:lnTo>
                <a:lnTo>
                  <a:pt x="269447" y="61292"/>
                </a:lnTo>
                <a:cubicBezTo>
                  <a:pt x="269447" y="58961"/>
                  <a:pt x="269310" y="56630"/>
                  <a:pt x="269035" y="54299"/>
                </a:cubicBezTo>
                <a:cubicBezTo>
                  <a:pt x="268761" y="51968"/>
                  <a:pt x="268179" y="49672"/>
                  <a:pt x="267287" y="47410"/>
                </a:cubicBezTo>
                <a:cubicBezTo>
                  <a:pt x="266396" y="45146"/>
                  <a:pt x="265264" y="43055"/>
                  <a:pt x="263891" y="41136"/>
                </a:cubicBezTo>
                <a:cubicBezTo>
                  <a:pt x="262521" y="39216"/>
                  <a:pt x="260842" y="37639"/>
                  <a:pt x="258854" y="36407"/>
                </a:cubicBezTo>
                <a:cubicBezTo>
                  <a:pt x="256866" y="35172"/>
                  <a:pt x="254707" y="34281"/>
                  <a:pt x="252376" y="33733"/>
                </a:cubicBezTo>
                <a:cubicBezTo>
                  <a:pt x="250045" y="33182"/>
                  <a:pt x="247646" y="32907"/>
                  <a:pt x="245177" y="32907"/>
                </a:cubicBezTo>
                <a:cubicBezTo>
                  <a:pt x="242846" y="32907"/>
                  <a:pt x="240548" y="33216"/>
                  <a:pt x="238284" y="33833"/>
                </a:cubicBezTo>
                <a:cubicBezTo>
                  <a:pt x="236023" y="34450"/>
                  <a:pt x="233931" y="35411"/>
                  <a:pt x="232011" y="36714"/>
                </a:cubicBezTo>
                <a:cubicBezTo>
                  <a:pt x="230092" y="38016"/>
                  <a:pt x="228446" y="39627"/>
                  <a:pt x="227074" y="41547"/>
                </a:cubicBezTo>
                <a:cubicBezTo>
                  <a:pt x="225703" y="43466"/>
                  <a:pt x="224607" y="45488"/>
                  <a:pt x="223785" y="47614"/>
                </a:cubicBezTo>
                <a:cubicBezTo>
                  <a:pt x="222962" y="49740"/>
                  <a:pt x="222414" y="51968"/>
                  <a:pt x="222140" y="54299"/>
                </a:cubicBezTo>
                <a:cubicBezTo>
                  <a:pt x="221866" y="56630"/>
                  <a:pt x="221729" y="58961"/>
                  <a:pt x="221729" y="61292"/>
                </a:cubicBezTo>
                <a:lnTo>
                  <a:pt x="221729" y="105928"/>
                </a:lnTo>
                <a:moveTo>
                  <a:pt x="245588" y="158582"/>
                </a:moveTo>
                <a:cubicBezTo>
                  <a:pt x="247919" y="158582"/>
                  <a:pt x="250249" y="158308"/>
                  <a:pt x="252580" y="157760"/>
                </a:cubicBezTo>
                <a:cubicBezTo>
                  <a:pt x="254911" y="157210"/>
                  <a:pt x="257036" y="156284"/>
                  <a:pt x="258955" y="154982"/>
                </a:cubicBezTo>
                <a:cubicBezTo>
                  <a:pt x="260875" y="153679"/>
                  <a:pt x="262556" y="152068"/>
                  <a:pt x="263995" y="150149"/>
                </a:cubicBezTo>
                <a:cubicBezTo>
                  <a:pt x="265437" y="148228"/>
                  <a:pt x="266569" y="146171"/>
                  <a:pt x="267391" y="143979"/>
                </a:cubicBezTo>
                <a:cubicBezTo>
                  <a:pt x="268213" y="141784"/>
                  <a:pt x="268761" y="139521"/>
                  <a:pt x="269035" y="137190"/>
                </a:cubicBezTo>
                <a:cubicBezTo>
                  <a:pt x="269310" y="134859"/>
                  <a:pt x="269447" y="132528"/>
                  <a:pt x="269447" y="130198"/>
                </a:cubicBezTo>
                <a:lnTo>
                  <a:pt x="269447" y="85562"/>
                </a:lnTo>
                <a:lnTo>
                  <a:pt x="221729" y="123616"/>
                </a:lnTo>
                <a:lnTo>
                  <a:pt x="221729" y="130198"/>
                </a:lnTo>
                <a:cubicBezTo>
                  <a:pt x="221729" y="132528"/>
                  <a:pt x="221866" y="134859"/>
                  <a:pt x="222140" y="137190"/>
                </a:cubicBezTo>
                <a:cubicBezTo>
                  <a:pt x="222414" y="139521"/>
                  <a:pt x="222962" y="141784"/>
                  <a:pt x="223785" y="143979"/>
                </a:cubicBezTo>
                <a:cubicBezTo>
                  <a:pt x="224607" y="146171"/>
                  <a:pt x="225738" y="148228"/>
                  <a:pt x="227177" y="150149"/>
                </a:cubicBezTo>
                <a:cubicBezTo>
                  <a:pt x="228619" y="152068"/>
                  <a:pt x="230299" y="153679"/>
                  <a:pt x="232218" y="154982"/>
                </a:cubicBezTo>
                <a:cubicBezTo>
                  <a:pt x="234138" y="156284"/>
                  <a:pt x="236264" y="157210"/>
                  <a:pt x="238595" y="157760"/>
                </a:cubicBezTo>
                <a:cubicBezTo>
                  <a:pt x="240926" y="158308"/>
                  <a:pt x="243257" y="158582"/>
                  <a:pt x="245588" y="158582"/>
                </a:cubicBezTo>
                <a:close/>
                <a:moveTo>
                  <a:pt x="357482" y="171334"/>
                </a:moveTo>
                <a:lnTo>
                  <a:pt x="357482" y="131431"/>
                </a:lnTo>
                <a:lnTo>
                  <a:pt x="308528" y="131431"/>
                </a:lnTo>
                <a:lnTo>
                  <a:pt x="308528" y="117032"/>
                </a:lnTo>
                <a:lnTo>
                  <a:pt x="356657" y="20155"/>
                </a:lnTo>
                <a:lnTo>
                  <a:pt x="374141" y="20155"/>
                </a:lnTo>
                <a:lnTo>
                  <a:pt x="326012" y="117032"/>
                </a:lnTo>
                <a:lnTo>
                  <a:pt x="357482" y="117032"/>
                </a:lnTo>
                <a:lnTo>
                  <a:pt x="357482" y="80010"/>
                </a:lnTo>
                <a:lnTo>
                  <a:pt x="373523" y="80010"/>
                </a:lnTo>
                <a:lnTo>
                  <a:pt x="373523" y="117032"/>
                </a:lnTo>
                <a:lnTo>
                  <a:pt x="386689" y="117032"/>
                </a:lnTo>
                <a:lnTo>
                  <a:pt x="386689" y="131431"/>
                </a:lnTo>
                <a:lnTo>
                  <a:pt x="373523" y="131431"/>
                </a:lnTo>
                <a:lnTo>
                  <a:pt x="373523" y="171334"/>
                </a:lnTo>
                <a:lnTo>
                  <a:pt x="357482" y="171334"/>
                </a:lnTo>
                <a:close/>
                <a:moveTo>
                  <a:pt x="441399" y="172978"/>
                </a:moveTo>
                <a:cubicBezTo>
                  <a:pt x="437286" y="172978"/>
                  <a:pt x="433240" y="172362"/>
                  <a:pt x="429263" y="171130"/>
                </a:cubicBezTo>
                <a:cubicBezTo>
                  <a:pt x="425287" y="169895"/>
                  <a:pt x="421893" y="167770"/>
                  <a:pt x="419081" y="164752"/>
                </a:cubicBezTo>
                <a:cubicBezTo>
                  <a:pt x="416271" y="161735"/>
                  <a:pt x="414284" y="158239"/>
                  <a:pt x="413118" y="154264"/>
                </a:cubicBezTo>
                <a:cubicBezTo>
                  <a:pt x="411953" y="150286"/>
                  <a:pt x="411370" y="146309"/>
                  <a:pt x="411370" y="142331"/>
                </a:cubicBezTo>
                <a:cubicBezTo>
                  <a:pt x="411370" y="138766"/>
                  <a:pt x="411816" y="135269"/>
                  <a:pt x="412707" y="131842"/>
                </a:cubicBezTo>
                <a:cubicBezTo>
                  <a:pt x="413598" y="128415"/>
                  <a:pt x="415107" y="125330"/>
                  <a:pt x="417233" y="122587"/>
                </a:cubicBezTo>
                <a:cubicBezTo>
                  <a:pt x="419359" y="119844"/>
                  <a:pt x="421929" y="117547"/>
                  <a:pt x="424944" y="115698"/>
                </a:cubicBezTo>
                <a:cubicBezTo>
                  <a:pt x="427961" y="113846"/>
                  <a:pt x="431149" y="112372"/>
                  <a:pt x="434507" y="111276"/>
                </a:cubicBezTo>
                <a:cubicBezTo>
                  <a:pt x="437867" y="110177"/>
                  <a:pt x="441261" y="109423"/>
                  <a:pt x="444688" y="109013"/>
                </a:cubicBezTo>
                <a:cubicBezTo>
                  <a:pt x="448118" y="108600"/>
                  <a:pt x="451615" y="108394"/>
                  <a:pt x="455180" y="108394"/>
                </a:cubicBezTo>
                <a:lnTo>
                  <a:pt x="473487" y="108394"/>
                </a:lnTo>
                <a:lnTo>
                  <a:pt x="473487" y="98317"/>
                </a:lnTo>
                <a:cubicBezTo>
                  <a:pt x="473487" y="95436"/>
                  <a:pt x="473007" y="92555"/>
                  <a:pt x="472047" y="89676"/>
                </a:cubicBezTo>
                <a:cubicBezTo>
                  <a:pt x="471086" y="86797"/>
                  <a:pt x="469509" y="84398"/>
                  <a:pt x="467314" y="82480"/>
                </a:cubicBezTo>
                <a:cubicBezTo>
                  <a:pt x="465121" y="80559"/>
                  <a:pt x="462585" y="79188"/>
                  <a:pt x="459706" y="78365"/>
                </a:cubicBezTo>
                <a:cubicBezTo>
                  <a:pt x="456827" y="77543"/>
                  <a:pt x="453947" y="77132"/>
                  <a:pt x="451066" y="77132"/>
                </a:cubicBezTo>
                <a:cubicBezTo>
                  <a:pt x="448325" y="77132"/>
                  <a:pt x="445617" y="77406"/>
                  <a:pt x="442943" y="77954"/>
                </a:cubicBezTo>
                <a:cubicBezTo>
                  <a:pt x="440269" y="78502"/>
                  <a:pt x="437835" y="79531"/>
                  <a:pt x="435640" y="81039"/>
                </a:cubicBezTo>
                <a:cubicBezTo>
                  <a:pt x="433447" y="82548"/>
                  <a:pt x="431734" y="84537"/>
                  <a:pt x="430499" y="87006"/>
                </a:cubicBezTo>
                <a:cubicBezTo>
                  <a:pt x="429265" y="89472"/>
                  <a:pt x="428647" y="92008"/>
                  <a:pt x="428647" y="94613"/>
                </a:cubicBezTo>
                <a:lnTo>
                  <a:pt x="412603" y="94613"/>
                </a:lnTo>
                <a:cubicBezTo>
                  <a:pt x="412603" y="91460"/>
                  <a:pt x="413049" y="88375"/>
                  <a:pt x="413940" y="85358"/>
                </a:cubicBezTo>
                <a:cubicBezTo>
                  <a:pt x="414832" y="82341"/>
                  <a:pt x="416169" y="79530"/>
                  <a:pt x="417951" y="76925"/>
                </a:cubicBezTo>
                <a:cubicBezTo>
                  <a:pt x="419734" y="74320"/>
                  <a:pt x="421893" y="72091"/>
                  <a:pt x="424429" y="70240"/>
                </a:cubicBezTo>
                <a:cubicBezTo>
                  <a:pt x="426967" y="68388"/>
                  <a:pt x="429676" y="66879"/>
                  <a:pt x="432555" y="65714"/>
                </a:cubicBezTo>
                <a:cubicBezTo>
                  <a:pt x="435434" y="64549"/>
                  <a:pt x="438450" y="63761"/>
                  <a:pt x="441603" y="63351"/>
                </a:cubicBezTo>
                <a:cubicBezTo>
                  <a:pt x="444758" y="62938"/>
                  <a:pt x="447913" y="62732"/>
                  <a:pt x="451066" y="62732"/>
                </a:cubicBezTo>
                <a:cubicBezTo>
                  <a:pt x="454357" y="62732"/>
                  <a:pt x="457648" y="62973"/>
                  <a:pt x="460939" y="63454"/>
                </a:cubicBezTo>
                <a:cubicBezTo>
                  <a:pt x="464231" y="63933"/>
                  <a:pt x="467385" y="64858"/>
                  <a:pt x="470402" y="66229"/>
                </a:cubicBezTo>
                <a:cubicBezTo>
                  <a:pt x="473419" y="67599"/>
                  <a:pt x="476196" y="69382"/>
                  <a:pt x="478732" y="71577"/>
                </a:cubicBezTo>
                <a:cubicBezTo>
                  <a:pt x="481268" y="73772"/>
                  <a:pt x="483358" y="76308"/>
                  <a:pt x="485002" y="79188"/>
                </a:cubicBezTo>
                <a:cubicBezTo>
                  <a:pt x="486649" y="82067"/>
                  <a:pt x="487815" y="85152"/>
                  <a:pt x="488502" y="88443"/>
                </a:cubicBezTo>
                <a:cubicBezTo>
                  <a:pt x="489188" y="91734"/>
                  <a:pt x="489531" y="95025"/>
                  <a:pt x="489531" y="98317"/>
                </a:cubicBezTo>
                <a:lnTo>
                  <a:pt x="489531" y="171334"/>
                </a:lnTo>
                <a:lnTo>
                  <a:pt x="473487" y="171334"/>
                </a:lnTo>
                <a:lnTo>
                  <a:pt x="473487" y="153645"/>
                </a:lnTo>
                <a:cubicBezTo>
                  <a:pt x="472253" y="156662"/>
                  <a:pt x="470504" y="159440"/>
                  <a:pt x="468240" y="161978"/>
                </a:cubicBezTo>
                <a:cubicBezTo>
                  <a:pt x="465978" y="164514"/>
                  <a:pt x="463407" y="166639"/>
                  <a:pt x="460528" y="168352"/>
                </a:cubicBezTo>
                <a:cubicBezTo>
                  <a:pt x="457649" y="170066"/>
                  <a:pt x="454564" y="171265"/>
                  <a:pt x="451273" y="171949"/>
                </a:cubicBezTo>
                <a:cubicBezTo>
                  <a:pt x="447982" y="172635"/>
                  <a:pt x="444690" y="172978"/>
                  <a:pt x="441399" y="172978"/>
                </a:cubicBezTo>
                <a:moveTo>
                  <a:pt x="447569" y="158582"/>
                </a:moveTo>
                <a:cubicBezTo>
                  <a:pt x="450861" y="158582"/>
                  <a:pt x="454185" y="158136"/>
                  <a:pt x="457544" y="157245"/>
                </a:cubicBezTo>
                <a:cubicBezTo>
                  <a:pt x="460904" y="156354"/>
                  <a:pt x="463819" y="154777"/>
                  <a:pt x="466287" y="152515"/>
                </a:cubicBezTo>
                <a:cubicBezTo>
                  <a:pt x="468756" y="150252"/>
                  <a:pt x="470574" y="147508"/>
                  <a:pt x="471739" y="144286"/>
                </a:cubicBezTo>
                <a:cubicBezTo>
                  <a:pt x="472904" y="141064"/>
                  <a:pt x="473487" y="137739"/>
                  <a:pt x="473487" y="134312"/>
                </a:cubicBezTo>
                <a:lnTo>
                  <a:pt x="473487" y="122794"/>
                </a:lnTo>
                <a:lnTo>
                  <a:pt x="455180" y="122794"/>
                </a:lnTo>
                <a:cubicBezTo>
                  <a:pt x="453124" y="122794"/>
                  <a:pt x="451032" y="122896"/>
                  <a:pt x="448906" y="123101"/>
                </a:cubicBezTo>
                <a:cubicBezTo>
                  <a:pt x="446783" y="123306"/>
                  <a:pt x="444726" y="123650"/>
                  <a:pt x="442736" y="124131"/>
                </a:cubicBezTo>
                <a:cubicBezTo>
                  <a:pt x="440748" y="124610"/>
                  <a:pt x="438794" y="125295"/>
                  <a:pt x="436873" y="126187"/>
                </a:cubicBezTo>
                <a:cubicBezTo>
                  <a:pt x="434955" y="127078"/>
                  <a:pt x="433241" y="128210"/>
                  <a:pt x="431733" y="129582"/>
                </a:cubicBezTo>
                <a:cubicBezTo>
                  <a:pt x="430224" y="130953"/>
                  <a:pt x="429127" y="132632"/>
                  <a:pt x="428440" y="134620"/>
                </a:cubicBezTo>
                <a:cubicBezTo>
                  <a:pt x="427756" y="136607"/>
                  <a:pt x="427414" y="138630"/>
                  <a:pt x="427414" y="140686"/>
                </a:cubicBezTo>
                <a:cubicBezTo>
                  <a:pt x="427414" y="143155"/>
                  <a:pt x="427893" y="145624"/>
                  <a:pt x="428851" y="148093"/>
                </a:cubicBezTo>
                <a:cubicBezTo>
                  <a:pt x="429812" y="150560"/>
                  <a:pt x="431251" y="152617"/>
                  <a:pt x="433170" y="154264"/>
                </a:cubicBezTo>
                <a:cubicBezTo>
                  <a:pt x="435091" y="155908"/>
                  <a:pt x="437319" y="157039"/>
                  <a:pt x="439855" y="157656"/>
                </a:cubicBezTo>
                <a:cubicBezTo>
                  <a:pt x="442393" y="158274"/>
                  <a:pt x="444964" y="158582"/>
                  <a:pt x="447569" y="158582"/>
                </a:cubicBezTo>
                <a:close/>
                <a:moveTo>
                  <a:pt x="515857" y="171334"/>
                </a:moveTo>
                <a:lnTo>
                  <a:pt x="515857" y="171127"/>
                </a:lnTo>
                <a:cubicBezTo>
                  <a:pt x="515857" y="167425"/>
                  <a:pt x="515925" y="163724"/>
                  <a:pt x="516061" y="160023"/>
                </a:cubicBezTo>
                <a:cubicBezTo>
                  <a:pt x="516199" y="156319"/>
                  <a:pt x="516576" y="152617"/>
                  <a:pt x="517194" y="148916"/>
                </a:cubicBezTo>
                <a:cubicBezTo>
                  <a:pt x="517811" y="145212"/>
                  <a:pt x="518702" y="141578"/>
                  <a:pt x="519868" y="138012"/>
                </a:cubicBezTo>
                <a:cubicBezTo>
                  <a:pt x="521033" y="134447"/>
                  <a:pt x="522473" y="131053"/>
                  <a:pt x="524186" y="127831"/>
                </a:cubicBezTo>
                <a:cubicBezTo>
                  <a:pt x="525902" y="124609"/>
                  <a:pt x="527891" y="121489"/>
                  <a:pt x="530152" y="118472"/>
                </a:cubicBezTo>
                <a:cubicBezTo>
                  <a:pt x="532414" y="115455"/>
                  <a:pt x="534882" y="112644"/>
                  <a:pt x="537556" y="110039"/>
                </a:cubicBezTo>
                <a:cubicBezTo>
                  <a:pt x="540230" y="107434"/>
                  <a:pt x="543007" y="105001"/>
                  <a:pt x="545886" y="102739"/>
                </a:cubicBezTo>
                <a:cubicBezTo>
                  <a:pt x="548767" y="100475"/>
                  <a:pt x="551715" y="98247"/>
                  <a:pt x="554730" y="96054"/>
                </a:cubicBezTo>
                <a:cubicBezTo>
                  <a:pt x="557747" y="93859"/>
                  <a:pt x="560695" y="91562"/>
                  <a:pt x="563574" y="89162"/>
                </a:cubicBezTo>
                <a:cubicBezTo>
                  <a:pt x="566455" y="86762"/>
                  <a:pt x="568924" y="84020"/>
                  <a:pt x="570981" y="80936"/>
                </a:cubicBezTo>
                <a:cubicBezTo>
                  <a:pt x="573038" y="77849"/>
                  <a:pt x="574580" y="74490"/>
                  <a:pt x="575607" y="70858"/>
                </a:cubicBezTo>
                <a:cubicBezTo>
                  <a:pt x="576637" y="67224"/>
                  <a:pt x="577151" y="63555"/>
                  <a:pt x="577151" y="59851"/>
                </a:cubicBezTo>
                <a:cubicBezTo>
                  <a:pt x="577151" y="56562"/>
                  <a:pt x="576774" y="53237"/>
                  <a:pt x="576018" y="49877"/>
                </a:cubicBezTo>
                <a:cubicBezTo>
                  <a:pt x="575265" y="46517"/>
                  <a:pt x="573895" y="43500"/>
                  <a:pt x="571907" y="40826"/>
                </a:cubicBezTo>
                <a:cubicBezTo>
                  <a:pt x="569919" y="38152"/>
                  <a:pt x="567313" y="36164"/>
                  <a:pt x="564089" y="34862"/>
                </a:cubicBezTo>
                <a:cubicBezTo>
                  <a:pt x="560867" y="33559"/>
                  <a:pt x="557611" y="32907"/>
                  <a:pt x="554322" y="32907"/>
                </a:cubicBezTo>
                <a:cubicBezTo>
                  <a:pt x="551305" y="32907"/>
                  <a:pt x="548288" y="33387"/>
                  <a:pt x="545271" y="34348"/>
                </a:cubicBezTo>
                <a:cubicBezTo>
                  <a:pt x="542253" y="35308"/>
                  <a:pt x="539682" y="36886"/>
                  <a:pt x="537556" y="39081"/>
                </a:cubicBezTo>
                <a:cubicBezTo>
                  <a:pt x="535432" y="41273"/>
                  <a:pt x="533890" y="43844"/>
                  <a:pt x="532930" y="46792"/>
                </a:cubicBezTo>
                <a:cubicBezTo>
                  <a:pt x="531970" y="49740"/>
                  <a:pt x="531489" y="52791"/>
                  <a:pt x="531489" y="55944"/>
                </a:cubicBezTo>
                <a:lnTo>
                  <a:pt x="531489" y="56047"/>
                </a:lnTo>
                <a:lnTo>
                  <a:pt x="531489" y="56151"/>
                </a:lnTo>
                <a:lnTo>
                  <a:pt x="515445" y="56151"/>
                </a:lnTo>
                <a:lnTo>
                  <a:pt x="515445" y="55947"/>
                </a:lnTo>
                <a:cubicBezTo>
                  <a:pt x="515445" y="55809"/>
                  <a:pt x="515445" y="55671"/>
                  <a:pt x="515445" y="55533"/>
                </a:cubicBezTo>
                <a:cubicBezTo>
                  <a:pt x="515445" y="52241"/>
                  <a:pt x="515822" y="48917"/>
                  <a:pt x="516575" y="45558"/>
                </a:cubicBezTo>
                <a:cubicBezTo>
                  <a:pt x="517331" y="42198"/>
                  <a:pt x="518531" y="39044"/>
                  <a:pt x="520175" y="36096"/>
                </a:cubicBezTo>
                <a:cubicBezTo>
                  <a:pt x="521822" y="33148"/>
                  <a:pt x="523879" y="30508"/>
                  <a:pt x="526345" y="28177"/>
                </a:cubicBezTo>
                <a:cubicBezTo>
                  <a:pt x="528814" y="25847"/>
                  <a:pt x="531557" y="23927"/>
                  <a:pt x="534575" y="22418"/>
                </a:cubicBezTo>
                <a:cubicBezTo>
                  <a:pt x="537592" y="20910"/>
                  <a:pt x="540779" y="19881"/>
                  <a:pt x="544138" y="19333"/>
                </a:cubicBezTo>
                <a:cubicBezTo>
                  <a:pt x="547498" y="18785"/>
                  <a:pt x="550893" y="18511"/>
                  <a:pt x="554322" y="18511"/>
                </a:cubicBezTo>
                <a:cubicBezTo>
                  <a:pt x="557885" y="18511"/>
                  <a:pt x="561450" y="18854"/>
                  <a:pt x="565015" y="19540"/>
                </a:cubicBezTo>
                <a:cubicBezTo>
                  <a:pt x="568580" y="20225"/>
                  <a:pt x="571939" y="21458"/>
                  <a:pt x="575093" y="23241"/>
                </a:cubicBezTo>
                <a:cubicBezTo>
                  <a:pt x="578248" y="25023"/>
                  <a:pt x="581025" y="27252"/>
                  <a:pt x="583425" y="29926"/>
                </a:cubicBezTo>
                <a:cubicBezTo>
                  <a:pt x="585825" y="32600"/>
                  <a:pt x="587779" y="35582"/>
                  <a:pt x="589288" y="38873"/>
                </a:cubicBezTo>
                <a:cubicBezTo>
                  <a:pt x="590797" y="42165"/>
                  <a:pt x="591825" y="45593"/>
                  <a:pt x="592373" y="49158"/>
                </a:cubicBezTo>
                <a:cubicBezTo>
                  <a:pt x="592921" y="52724"/>
                  <a:pt x="593195" y="56288"/>
                  <a:pt x="593195" y="59851"/>
                </a:cubicBezTo>
                <a:cubicBezTo>
                  <a:pt x="593195" y="63829"/>
                  <a:pt x="592750" y="67772"/>
                  <a:pt x="591858" y="71680"/>
                </a:cubicBezTo>
                <a:cubicBezTo>
                  <a:pt x="590967" y="75589"/>
                  <a:pt x="589596" y="79291"/>
                  <a:pt x="587744" y="82787"/>
                </a:cubicBezTo>
                <a:cubicBezTo>
                  <a:pt x="585892" y="86284"/>
                  <a:pt x="583629" y="89540"/>
                  <a:pt x="580955" y="92558"/>
                </a:cubicBezTo>
                <a:cubicBezTo>
                  <a:pt x="578281" y="95575"/>
                  <a:pt x="575436" y="98351"/>
                  <a:pt x="572419" y="100887"/>
                </a:cubicBezTo>
                <a:cubicBezTo>
                  <a:pt x="569404" y="103423"/>
                  <a:pt x="566318" y="105891"/>
                  <a:pt x="563163" y="108291"/>
                </a:cubicBezTo>
                <a:cubicBezTo>
                  <a:pt x="560010" y="110691"/>
                  <a:pt x="556959" y="113228"/>
                  <a:pt x="554011" y="115902"/>
                </a:cubicBezTo>
                <a:cubicBezTo>
                  <a:pt x="551063" y="118576"/>
                  <a:pt x="548320" y="121421"/>
                  <a:pt x="545782" y="124438"/>
                </a:cubicBezTo>
                <a:cubicBezTo>
                  <a:pt x="543246" y="127456"/>
                  <a:pt x="541018" y="130712"/>
                  <a:pt x="539097" y="134209"/>
                </a:cubicBezTo>
                <a:cubicBezTo>
                  <a:pt x="537178" y="137705"/>
                  <a:pt x="535671" y="141373"/>
                  <a:pt x="534575" y="145212"/>
                </a:cubicBezTo>
                <a:cubicBezTo>
                  <a:pt x="533478" y="149052"/>
                  <a:pt x="532724" y="152959"/>
                  <a:pt x="532312" y="156934"/>
                </a:cubicBezTo>
                <a:lnTo>
                  <a:pt x="592373" y="156934"/>
                </a:lnTo>
                <a:lnTo>
                  <a:pt x="592373" y="171334"/>
                </a:lnTo>
                <a:lnTo>
                  <a:pt x="515857" y="171334"/>
                </a:lnTo>
                <a:close/>
                <a:moveTo>
                  <a:pt x="656957" y="172978"/>
                </a:moveTo>
                <a:cubicBezTo>
                  <a:pt x="653256" y="172978"/>
                  <a:pt x="649554" y="172601"/>
                  <a:pt x="645850" y="171845"/>
                </a:cubicBezTo>
                <a:cubicBezTo>
                  <a:pt x="642149" y="171092"/>
                  <a:pt x="638721" y="169824"/>
                  <a:pt x="635565" y="168042"/>
                </a:cubicBezTo>
                <a:cubicBezTo>
                  <a:pt x="632412" y="166259"/>
                  <a:pt x="629567" y="163963"/>
                  <a:pt x="627029" y="161153"/>
                </a:cubicBezTo>
                <a:cubicBezTo>
                  <a:pt x="624493" y="158340"/>
                  <a:pt x="622471" y="155255"/>
                  <a:pt x="620962" y="151897"/>
                </a:cubicBezTo>
                <a:cubicBezTo>
                  <a:pt x="619453" y="148537"/>
                  <a:pt x="618425" y="145006"/>
                  <a:pt x="617877" y="141305"/>
                </a:cubicBezTo>
                <a:cubicBezTo>
                  <a:pt x="617329" y="137601"/>
                  <a:pt x="617055" y="133899"/>
                  <a:pt x="617055" y="130198"/>
                </a:cubicBezTo>
                <a:lnTo>
                  <a:pt x="617055" y="61292"/>
                </a:lnTo>
                <a:cubicBezTo>
                  <a:pt x="617055" y="57590"/>
                  <a:pt x="617329" y="53889"/>
                  <a:pt x="617877" y="50188"/>
                </a:cubicBezTo>
                <a:cubicBezTo>
                  <a:pt x="618425" y="46484"/>
                  <a:pt x="619453" y="42954"/>
                  <a:pt x="620962" y="39595"/>
                </a:cubicBezTo>
                <a:cubicBezTo>
                  <a:pt x="622471" y="36235"/>
                  <a:pt x="624493" y="33150"/>
                  <a:pt x="627029" y="30340"/>
                </a:cubicBezTo>
                <a:cubicBezTo>
                  <a:pt x="629567" y="27528"/>
                  <a:pt x="632447" y="25230"/>
                  <a:pt x="635669" y="23448"/>
                </a:cubicBezTo>
                <a:cubicBezTo>
                  <a:pt x="638891" y="21665"/>
                  <a:pt x="642319" y="20294"/>
                  <a:pt x="645954" y="19333"/>
                </a:cubicBezTo>
                <a:cubicBezTo>
                  <a:pt x="649588" y="18373"/>
                  <a:pt x="653256" y="17893"/>
                  <a:pt x="656957" y="17893"/>
                </a:cubicBezTo>
                <a:cubicBezTo>
                  <a:pt x="660659" y="17893"/>
                  <a:pt x="664327" y="18373"/>
                  <a:pt x="667961" y="19333"/>
                </a:cubicBezTo>
                <a:cubicBezTo>
                  <a:pt x="671595" y="20294"/>
                  <a:pt x="675024" y="21665"/>
                  <a:pt x="678246" y="23448"/>
                </a:cubicBezTo>
                <a:cubicBezTo>
                  <a:pt x="681468" y="25230"/>
                  <a:pt x="684347" y="27528"/>
                  <a:pt x="686883" y="30340"/>
                </a:cubicBezTo>
                <a:cubicBezTo>
                  <a:pt x="689421" y="33150"/>
                  <a:pt x="691444" y="36235"/>
                  <a:pt x="692953" y="39595"/>
                </a:cubicBezTo>
                <a:cubicBezTo>
                  <a:pt x="694461" y="42954"/>
                  <a:pt x="695490" y="46484"/>
                  <a:pt x="696038" y="50188"/>
                </a:cubicBezTo>
                <a:cubicBezTo>
                  <a:pt x="696586" y="53889"/>
                  <a:pt x="696860" y="57590"/>
                  <a:pt x="696860" y="61292"/>
                </a:cubicBezTo>
                <a:lnTo>
                  <a:pt x="696860" y="130198"/>
                </a:lnTo>
                <a:cubicBezTo>
                  <a:pt x="696860" y="133899"/>
                  <a:pt x="696586" y="137601"/>
                  <a:pt x="696038" y="141305"/>
                </a:cubicBezTo>
                <a:cubicBezTo>
                  <a:pt x="695490" y="145006"/>
                  <a:pt x="694461" y="148537"/>
                  <a:pt x="692953" y="151897"/>
                </a:cubicBezTo>
                <a:cubicBezTo>
                  <a:pt x="691444" y="155255"/>
                  <a:pt x="689421" y="158340"/>
                  <a:pt x="686883" y="161153"/>
                </a:cubicBezTo>
                <a:cubicBezTo>
                  <a:pt x="684347" y="163963"/>
                  <a:pt x="681502" y="166259"/>
                  <a:pt x="678346" y="168042"/>
                </a:cubicBezTo>
                <a:cubicBezTo>
                  <a:pt x="675193" y="169824"/>
                  <a:pt x="671765" y="171092"/>
                  <a:pt x="668061" y="171845"/>
                </a:cubicBezTo>
                <a:cubicBezTo>
                  <a:pt x="664360" y="172601"/>
                  <a:pt x="660659" y="172978"/>
                  <a:pt x="656957" y="172978"/>
                </a:cubicBezTo>
                <a:moveTo>
                  <a:pt x="633099" y="105928"/>
                </a:moveTo>
                <a:lnTo>
                  <a:pt x="680816" y="67873"/>
                </a:lnTo>
                <a:lnTo>
                  <a:pt x="680816" y="61292"/>
                </a:lnTo>
                <a:cubicBezTo>
                  <a:pt x="680816" y="58961"/>
                  <a:pt x="680679" y="56630"/>
                  <a:pt x="680405" y="54299"/>
                </a:cubicBezTo>
                <a:cubicBezTo>
                  <a:pt x="680131" y="51968"/>
                  <a:pt x="679548" y="49672"/>
                  <a:pt x="678657" y="47410"/>
                </a:cubicBezTo>
                <a:cubicBezTo>
                  <a:pt x="677766" y="45146"/>
                  <a:pt x="676634" y="43055"/>
                  <a:pt x="675261" y="41136"/>
                </a:cubicBezTo>
                <a:cubicBezTo>
                  <a:pt x="673891" y="39216"/>
                  <a:pt x="672212" y="37639"/>
                  <a:pt x="670224" y="36407"/>
                </a:cubicBezTo>
                <a:cubicBezTo>
                  <a:pt x="668236" y="35172"/>
                  <a:pt x="666077" y="34281"/>
                  <a:pt x="663746" y="33733"/>
                </a:cubicBezTo>
                <a:cubicBezTo>
                  <a:pt x="661415" y="33182"/>
                  <a:pt x="659015" y="32907"/>
                  <a:pt x="656546" y="32907"/>
                </a:cubicBezTo>
                <a:cubicBezTo>
                  <a:pt x="654215" y="32907"/>
                  <a:pt x="651918" y="33216"/>
                  <a:pt x="649654" y="33833"/>
                </a:cubicBezTo>
                <a:cubicBezTo>
                  <a:pt x="647392" y="34450"/>
                  <a:pt x="645301" y="35411"/>
                  <a:pt x="643380" y="36714"/>
                </a:cubicBezTo>
                <a:cubicBezTo>
                  <a:pt x="641462" y="38016"/>
                  <a:pt x="639816" y="39627"/>
                  <a:pt x="638443" y="41547"/>
                </a:cubicBezTo>
                <a:cubicBezTo>
                  <a:pt x="637073" y="43466"/>
                  <a:pt x="635977" y="45488"/>
                  <a:pt x="635154" y="47614"/>
                </a:cubicBezTo>
                <a:cubicBezTo>
                  <a:pt x="634332" y="49740"/>
                  <a:pt x="633784" y="51968"/>
                  <a:pt x="633510" y="54299"/>
                </a:cubicBezTo>
                <a:cubicBezTo>
                  <a:pt x="633236" y="56630"/>
                  <a:pt x="633099" y="58961"/>
                  <a:pt x="633099" y="61292"/>
                </a:cubicBezTo>
                <a:lnTo>
                  <a:pt x="633099" y="105928"/>
                </a:lnTo>
                <a:moveTo>
                  <a:pt x="656957" y="158582"/>
                </a:moveTo>
                <a:cubicBezTo>
                  <a:pt x="659288" y="158582"/>
                  <a:pt x="661619" y="158308"/>
                  <a:pt x="663950" y="157760"/>
                </a:cubicBezTo>
                <a:cubicBezTo>
                  <a:pt x="666281" y="157210"/>
                  <a:pt x="668406" y="156284"/>
                  <a:pt x="670324" y="154982"/>
                </a:cubicBezTo>
                <a:cubicBezTo>
                  <a:pt x="672245" y="153679"/>
                  <a:pt x="673925" y="152068"/>
                  <a:pt x="675365" y="150149"/>
                </a:cubicBezTo>
                <a:cubicBezTo>
                  <a:pt x="676806" y="148228"/>
                  <a:pt x="677938" y="146171"/>
                  <a:pt x="678761" y="143979"/>
                </a:cubicBezTo>
                <a:cubicBezTo>
                  <a:pt x="679583" y="141784"/>
                  <a:pt x="680131" y="139521"/>
                  <a:pt x="680405" y="137190"/>
                </a:cubicBezTo>
                <a:cubicBezTo>
                  <a:pt x="680679" y="134859"/>
                  <a:pt x="680816" y="132528"/>
                  <a:pt x="680816" y="130198"/>
                </a:cubicBezTo>
                <a:lnTo>
                  <a:pt x="680816" y="85562"/>
                </a:lnTo>
                <a:lnTo>
                  <a:pt x="633099" y="123616"/>
                </a:lnTo>
                <a:lnTo>
                  <a:pt x="633099" y="130198"/>
                </a:lnTo>
                <a:cubicBezTo>
                  <a:pt x="633099" y="132528"/>
                  <a:pt x="633236" y="134859"/>
                  <a:pt x="633510" y="137190"/>
                </a:cubicBezTo>
                <a:cubicBezTo>
                  <a:pt x="633784" y="139521"/>
                  <a:pt x="634332" y="141784"/>
                  <a:pt x="635154" y="143979"/>
                </a:cubicBezTo>
                <a:cubicBezTo>
                  <a:pt x="635977" y="146171"/>
                  <a:pt x="637107" y="148228"/>
                  <a:pt x="638547" y="150149"/>
                </a:cubicBezTo>
                <a:cubicBezTo>
                  <a:pt x="639989" y="152068"/>
                  <a:pt x="641669" y="153679"/>
                  <a:pt x="643587" y="154982"/>
                </a:cubicBezTo>
                <a:cubicBezTo>
                  <a:pt x="645508" y="156284"/>
                  <a:pt x="647634" y="157210"/>
                  <a:pt x="649965" y="157760"/>
                </a:cubicBezTo>
                <a:cubicBezTo>
                  <a:pt x="652296" y="158308"/>
                  <a:pt x="654627" y="158582"/>
                  <a:pt x="656957" y="158582"/>
                </a:cubicBezTo>
                <a:close/>
                <a:moveTo>
                  <a:pt x="725449" y="202804"/>
                </a:moveTo>
                <a:lnTo>
                  <a:pt x="725449" y="188404"/>
                </a:lnTo>
                <a:cubicBezTo>
                  <a:pt x="727918" y="188404"/>
                  <a:pt x="730386" y="188267"/>
                  <a:pt x="732853" y="187993"/>
                </a:cubicBezTo>
                <a:cubicBezTo>
                  <a:pt x="735322" y="187719"/>
                  <a:pt x="737756" y="187239"/>
                  <a:pt x="740156" y="186552"/>
                </a:cubicBezTo>
                <a:cubicBezTo>
                  <a:pt x="742556" y="185868"/>
                  <a:pt x="744852" y="184977"/>
                  <a:pt x="747045" y="183878"/>
                </a:cubicBezTo>
                <a:cubicBezTo>
                  <a:pt x="749240" y="182782"/>
                  <a:pt x="751228" y="181377"/>
                  <a:pt x="753011" y="179663"/>
                </a:cubicBezTo>
                <a:cubicBezTo>
                  <a:pt x="754794" y="177950"/>
                  <a:pt x="756199" y="175928"/>
                  <a:pt x="757226" y="173597"/>
                </a:cubicBezTo>
                <a:cubicBezTo>
                  <a:pt x="758256" y="171266"/>
                  <a:pt x="758770" y="168866"/>
                  <a:pt x="758770" y="166397"/>
                </a:cubicBezTo>
                <a:cubicBezTo>
                  <a:pt x="758770" y="164204"/>
                  <a:pt x="758427" y="162114"/>
                  <a:pt x="757741" y="160126"/>
                </a:cubicBezTo>
                <a:cubicBezTo>
                  <a:pt x="757057" y="158136"/>
                  <a:pt x="756269" y="156217"/>
                  <a:pt x="755378" y="154367"/>
                </a:cubicBezTo>
                <a:cubicBezTo>
                  <a:pt x="754486" y="152515"/>
                  <a:pt x="753595" y="150630"/>
                  <a:pt x="752704" y="148712"/>
                </a:cubicBezTo>
                <a:cubicBezTo>
                  <a:pt x="751812" y="146791"/>
                  <a:pt x="751023" y="144837"/>
                  <a:pt x="750337" y="142849"/>
                </a:cubicBezTo>
                <a:cubicBezTo>
                  <a:pt x="749653" y="140859"/>
                  <a:pt x="749139" y="138836"/>
                  <a:pt x="748796" y="136779"/>
                </a:cubicBezTo>
                <a:cubicBezTo>
                  <a:pt x="748453" y="134722"/>
                  <a:pt x="748281" y="132665"/>
                  <a:pt x="748281" y="130609"/>
                </a:cubicBezTo>
                <a:cubicBezTo>
                  <a:pt x="748281" y="127317"/>
                  <a:pt x="748761" y="124095"/>
                  <a:pt x="749719" y="120942"/>
                </a:cubicBezTo>
                <a:cubicBezTo>
                  <a:pt x="750679" y="117787"/>
                  <a:pt x="752153" y="114907"/>
                  <a:pt x="754141" y="112302"/>
                </a:cubicBezTo>
                <a:cubicBezTo>
                  <a:pt x="756131" y="109697"/>
                  <a:pt x="758531" y="107503"/>
                  <a:pt x="761341" y="105720"/>
                </a:cubicBezTo>
                <a:cubicBezTo>
                  <a:pt x="764153" y="103938"/>
                  <a:pt x="767067" y="102498"/>
                  <a:pt x="770085" y="101402"/>
                </a:cubicBezTo>
                <a:cubicBezTo>
                  <a:pt x="767067" y="100303"/>
                  <a:pt x="764153" y="98864"/>
                  <a:pt x="761341" y="97083"/>
                </a:cubicBezTo>
                <a:cubicBezTo>
                  <a:pt x="758531" y="95301"/>
                  <a:pt x="756131" y="93107"/>
                  <a:pt x="754141" y="90502"/>
                </a:cubicBezTo>
                <a:cubicBezTo>
                  <a:pt x="752153" y="87895"/>
                  <a:pt x="750679" y="85015"/>
                  <a:pt x="749719" y="81862"/>
                </a:cubicBezTo>
                <a:cubicBezTo>
                  <a:pt x="748761" y="78708"/>
                  <a:pt x="748281" y="75486"/>
                  <a:pt x="748281" y="72195"/>
                </a:cubicBezTo>
                <a:cubicBezTo>
                  <a:pt x="748281" y="70138"/>
                  <a:pt x="748453" y="68081"/>
                  <a:pt x="748796" y="66025"/>
                </a:cubicBezTo>
                <a:cubicBezTo>
                  <a:pt x="749139" y="63968"/>
                  <a:pt x="749653" y="61946"/>
                  <a:pt x="750337" y="59958"/>
                </a:cubicBezTo>
                <a:cubicBezTo>
                  <a:pt x="751023" y="57968"/>
                  <a:pt x="751812" y="56014"/>
                  <a:pt x="752704" y="54095"/>
                </a:cubicBezTo>
                <a:cubicBezTo>
                  <a:pt x="753595" y="52174"/>
                  <a:pt x="754486" y="50289"/>
                  <a:pt x="755378" y="48440"/>
                </a:cubicBezTo>
                <a:cubicBezTo>
                  <a:pt x="756269" y="46588"/>
                  <a:pt x="757057" y="44668"/>
                  <a:pt x="757741" y="42680"/>
                </a:cubicBezTo>
                <a:cubicBezTo>
                  <a:pt x="758427" y="40691"/>
                  <a:pt x="758770" y="38598"/>
                  <a:pt x="758770" y="36403"/>
                </a:cubicBezTo>
                <a:cubicBezTo>
                  <a:pt x="758770" y="33937"/>
                  <a:pt x="758256" y="31538"/>
                  <a:pt x="757226" y="29207"/>
                </a:cubicBezTo>
                <a:cubicBezTo>
                  <a:pt x="756199" y="26876"/>
                  <a:pt x="754794" y="24854"/>
                  <a:pt x="753011" y="23140"/>
                </a:cubicBezTo>
                <a:cubicBezTo>
                  <a:pt x="751228" y="21424"/>
                  <a:pt x="749240" y="20018"/>
                  <a:pt x="747045" y="18922"/>
                </a:cubicBezTo>
                <a:cubicBezTo>
                  <a:pt x="744852" y="17826"/>
                  <a:pt x="742556" y="16934"/>
                  <a:pt x="740156" y="16248"/>
                </a:cubicBezTo>
                <a:cubicBezTo>
                  <a:pt x="737756" y="15562"/>
                  <a:pt x="735322" y="15082"/>
                  <a:pt x="732853" y="14807"/>
                </a:cubicBezTo>
                <a:cubicBezTo>
                  <a:pt x="730386" y="14533"/>
                  <a:pt x="727918" y="14396"/>
                  <a:pt x="725449" y="14396"/>
                </a:cubicBezTo>
                <a:lnTo>
                  <a:pt x="725449" y="0"/>
                </a:lnTo>
                <a:cubicBezTo>
                  <a:pt x="729288" y="0"/>
                  <a:pt x="733093" y="240"/>
                  <a:pt x="736864" y="719"/>
                </a:cubicBezTo>
                <a:cubicBezTo>
                  <a:pt x="740636" y="1198"/>
                  <a:pt x="744338" y="2020"/>
                  <a:pt x="747971" y="3186"/>
                </a:cubicBezTo>
                <a:cubicBezTo>
                  <a:pt x="751605" y="4351"/>
                  <a:pt x="755102" y="5929"/>
                  <a:pt x="758463" y="7918"/>
                </a:cubicBezTo>
                <a:cubicBezTo>
                  <a:pt x="761823" y="9906"/>
                  <a:pt x="764737" y="12374"/>
                  <a:pt x="767203" y="15322"/>
                </a:cubicBezTo>
                <a:cubicBezTo>
                  <a:pt x="769672" y="18270"/>
                  <a:pt x="771524" y="21561"/>
                  <a:pt x="772759" y="25196"/>
                </a:cubicBezTo>
                <a:cubicBezTo>
                  <a:pt x="773993" y="28828"/>
                  <a:pt x="774610" y="32564"/>
                  <a:pt x="774610" y="36403"/>
                </a:cubicBezTo>
                <a:cubicBezTo>
                  <a:pt x="774610" y="38598"/>
                  <a:pt x="774472" y="40724"/>
                  <a:pt x="774196" y="42781"/>
                </a:cubicBezTo>
                <a:cubicBezTo>
                  <a:pt x="773922" y="44838"/>
                  <a:pt x="773442" y="46861"/>
                  <a:pt x="772755" y="48851"/>
                </a:cubicBezTo>
                <a:cubicBezTo>
                  <a:pt x="772071" y="50838"/>
                  <a:pt x="771283" y="52758"/>
                  <a:pt x="770392" y="54610"/>
                </a:cubicBezTo>
                <a:cubicBezTo>
                  <a:pt x="769501" y="56460"/>
                  <a:pt x="768575" y="58310"/>
                  <a:pt x="767615" y="60162"/>
                </a:cubicBezTo>
                <a:cubicBezTo>
                  <a:pt x="766656" y="62014"/>
                  <a:pt x="765869" y="63968"/>
                  <a:pt x="765251" y="66025"/>
                </a:cubicBezTo>
                <a:cubicBezTo>
                  <a:pt x="764634" y="68081"/>
                  <a:pt x="764325" y="70138"/>
                  <a:pt x="764325" y="72195"/>
                </a:cubicBezTo>
                <a:cubicBezTo>
                  <a:pt x="764325" y="74526"/>
                  <a:pt x="764668" y="76822"/>
                  <a:pt x="765352" y="79084"/>
                </a:cubicBezTo>
                <a:cubicBezTo>
                  <a:pt x="766038" y="81346"/>
                  <a:pt x="767135" y="83368"/>
                  <a:pt x="768644" y="85151"/>
                </a:cubicBezTo>
                <a:cubicBezTo>
                  <a:pt x="770153" y="86933"/>
                  <a:pt x="771935" y="88407"/>
                  <a:pt x="773992" y="89573"/>
                </a:cubicBezTo>
                <a:cubicBezTo>
                  <a:pt x="776049" y="90738"/>
                  <a:pt x="778174" y="91664"/>
                  <a:pt x="780366" y="92350"/>
                </a:cubicBezTo>
                <a:cubicBezTo>
                  <a:pt x="782561" y="93037"/>
                  <a:pt x="784824" y="93517"/>
                  <a:pt x="787155" y="93791"/>
                </a:cubicBezTo>
                <a:cubicBezTo>
                  <a:pt x="789486" y="94065"/>
                  <a:pt x="791818" y="94202"/>
                  <a:pt x="794151" y="94202"/>
                </a:cubicBezTo>
                <a:lnTo>
                  <a:pt x="794151" y="97698"/>
                </a:lnTo>
                <a:lnTo>
                  <a:pt x="794151" y="108602"/>
                </a:lnTo>
                <a:cubicBezTo>
                  <a:pt x="791818" y="108602"/>
                  <a:pt x="789486" y="108739"/>
                  <a:pt x="787155" y="109013"/>
                </a:cubicBezTo>
                <a:cubicBezTo>
                  <a:pt x="784824" y="109287"/>
                  <a:pt x="782561" y="109767"/>
                  <a:pt x="780366" y="110453"/>
                </a:cubicBezTo>
                <a:cubicBezTo>
                  <a:pt x="778174" y="111137"/>
                  <a:pt x="776049" y="112062"/>
                  <a:pt x="773992" y="113228"/>
                </a:cubicBezTo>
                <a:cubicBezTo>
                  <a:pt x="771935" y="114393"/>
                  <a:pt x="770153" y="115867"/>
                  <a:pt x="768644" y="117650"/>
                </a:cubicBezTo>
                <a:cubicBezTo>
                  <a:pt x="767135" y="119432"/>
                  <a:pt x="766038" y="121456"/>
                  <a:pt x="765352" y="123720"/>
                </a:cubicBezTo>
                <a:cubicBezTo>
                  <a:pt x="764668" y="125982"/>
                  <a:pt x="764325" y="128278"/>
                  <a:pt x="764325" y="130609"/>
                </a:cubicBezTo>
                <a:cubicBezTo>
                  <a:pt x="764325" y="132665"/>
                  <a:pt x="764634" y="134722"/>
                  <a:pt x="765251" y="136779"/>
                </a:cubicBezTo>
                <a:cubicBezTo>
                  <a:pt x="765869" y="138836"/>
                  <a:pt x="766656" y="140790"/>
                  <a:pt x="767615" y="142642"/>
                </a:cubicBezTo>
                <a:cubicBezTo>
                  <a:pt x="768575" y="144491"/>
                  <a:pt x="769501" y="146342"/>
                  <a:pt x="770392" y="148194"/>
                </a:cubicBezTo>
                <a:cubicBezTo>
                  <a:pt x="771283" y="150045"/>
                  <a:pt x="772071" y="151965"/>
                  <a:pt x="772755" y="153953"/>
                </a:cubicBezTo>
                <a:cubicBezTo>
                  <a:pt x="773442" y="155941"/>
                  <a:pt x="773922" y="157964"/>
                  <a:pt x="774196" y="160023"/>
                </a:cubicBezTo>
                <a:cubicBezTo>
                  <a:pt x="774472" y="162079"/>
                  <a:pt x="774610" y="164204"/>
                  <a:pt x="774610" y="166397"/>
                </a:cubicBezTo>
                <a:cubicBezTo>
                  <a:pt x="774610" y="170236"/>
                  <a:pt x="773993" y="173973"/>
                  <a:pt x="772759" y="177608"/>
                </a:cubicBezTo>
                <a:cubicBezTo>
                  <a:pt x="771524" y="181242"/>
                  <a:pt x="769672" y="184533"/>
                  <a:pt x="767203" y="187481"/>
                </a:cubicBezTo>
                <a:cubicBezTo>
                  <a:pt x="764737" y="190430"/>
                  <a:pt x="761823" y="192897"/>
                  <a:pt x="758463" y="194885"/>
                </a:cubicBezTo>
                <a:cubicBezTo>
                  <a:pt x="755102" y="196873"/>
                  <a:pt x="751605" y="198449"/>
                  <a:pt x="747971" y="199615"/>
                </a:cubicBezTo>
                <a:cubicBezTo>
                  <a:pt x="744338" y="200780"/>
                  <a:pt x="740636" y="201603"/>
                  <a:pt x="736864" y="202082"/>
                </a:cubicBezTo>
                <a:cubicBezTo>
                  <a:pt x="733093" y="202563"/>
                  <a:pt x="729288" y="202804"/>
                  <a:pt x="725449" y="2028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014F4-8EF9-4585-BA53-70BDAA9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351" y="81631"/>
            <a:ext cx="3908011" cy="3702326"/>
          </a:xfrm>
          <a:custGeom xmlns:a="http://schemas.openxmlformats.org/drawingml/2006/main">
            <a:pathLst>
              <a:path w="3908011" h="3702326">
                <a:moveTo>
                  <a:pt x="0" y="0"/>
                </a:moveTo>
                <a:lnTo>
                  <a:pt x="3908011" y="0"/>
                </a:lnTo>
                <a:lnTo>
                  <a:pt x="3908011" y="3702326"/>
                </a:lnTo>
                <a:lnTo>
                  <a:pt x="0" y="3702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C3908-25AD-4FB5-8020-54A8F5E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351" y="81631"/>
            <a:ext cx="3908011" cy="3702326"/>
          </a:xfrm>
          <a:custGeom xmlns:a="http://schemas.openxmlformats.org/drawingml/2006/main">
            <a:pathLst>
              <a:path w="3908011" h="3702326" fill="none">
                <a:moveTo>
                  <a:pt x="0" y="0"/>
                </a:moveTo>
                <a:lnTo>
                  <a:pt x="3908011" y="0"/>
                </a:lnTo>
                <a:lnTo>
                  <a:pt x="3908011" y="3702326"/>
                </a:lnTo>
                <a:lnTo>
                  <a:pt x="0" y="37023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82B366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F3E38-71C8-43A3-8DDD-2E62FA8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32" y="171391"/>
            <a:ext cx="156485" cy="170307"/>
          </a:xfrm>
          <a:custGeom xmlns:a="http://schemas.openxmlformats.org/drawingml/2006/main">
            <a:pathLst>
              <a:path w="156485" h="170307">
                <a:moveTo>
                  <a:pt x="87622" y="170307"/>
                </a:moveTo>
                <a:cubicBezTo>
                  <a:pt x="123905" y="170307"/>
                  <a:pt x="144638" y="150314"/>
                  <a:pt x="156485" y="129828"/>
                </a:cubicBezTo>
                <a:lnTo>
                  <a:pt x="126373" y="115266"/>
                </a:lnTo>
                <a:cubicBezTo>
                  <a:pt x="119462" y="128841"/>
                  <a:pt x="104652" y="139207"/>
                  <a:pt x="87622" y="139207"/>
                </a:cubicBezTo>
                <a:cubicBezTo>
                  <a:pt x="57756" y="139207"/>
                  <a:pt x="36036" y="116253"/>
                  <a:pt x="36036" y="85153"/>
                </a:cubicBezTo>
                <a:cubicBezTo>
                  <a:pt x="36036" y="54054"/>
                  <a:pt x="57756" y="31100"/>
                  <a:pt x="87622" y="31100"/>
                </a:cubicBezTo>
                <a:cubicBezTo>
                  <a:pt x="104652" y="31100"/>
                  <a:pt x="119462" y="41713"/>
                  <a:pt x="126373" y="55041"/>
                </a:cubicBezTo>
                <a:lnTo>
                  <a:pt x="156485" y="40232"/>
                </a:lnTo>
                <a:cubicBezTo>
                  <a:pt x="144884" y="19746"/>
                  <a:pt x="123905" y="0"/>
                  <a:pt x="87622" y="0"/>
                </a:cubicBezTo>
                <a:cubicBezTo>
                  <a:pt x="38257" y="0"/>
                  <a:pt x="0" y="34555"/>
                  <a:pt x="0" y="85153"/>
                </a:cubicBezTo>
                <a:cubicBezTo>
                  <a:pt x="0" y="135752"/>
                  <a:pt x="38257" y="170307"/>
                  <a:pt x="87622" y="170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C350C-9404-485E-99F0-D78F7CD2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807" y="216560"/>
            <a:ext cx="126126" cy="125139"/>
          </a:xfrm>
          <a:custGeom xmlns:a="http://schemas.openxmlformats.org/drawingml/2006/main">
            <a:pathLst>
              <a:path w="126126" h="125139">
                <a:moveTo>
                  <a:pt x="62940" y="125139"/>
                </a:moveTo>
                <a:cubicBezTo>
                  <a:pt x="102431" y="125139"/>
                  <a:pt x="126126" y="96507"/>
                  <a:pt x="126126" y="62446"/>
                </a:cubicBezTo>
                <a:cubicBezTo>
                  <a:pt x="126126" y="28631"/>
                  <a:pt x="102431" y="0"/>
                  <a:pt x="62940" y="0"/>
                </a:cubicBezTo>
                <a:cubicBezTo>
                  <a:pt x="23695" y="0"/>
                  <a:pt x="0" y="28631"/>
                  <a:pt x="0" y="62446"/>
                </a:cubicBezTo>
                <a:cubicBezTo>
                  <a:pt x="0" y="96507"/>
                  <a:pt x="23695" y="125139"/>
                  <a:pt x="62940" y="125139"/>
                </a:cubicBezTo>
                <a:close/>
                <a:moveTo>
                  <a:pt x="62940" y="97248"/>
                </a:moveTo>
                <a:cubicBezTo>
                  <a:pt x="43441" y="97248"/>
                  <a:pt x="32580" y="81204"/>
                  <a:pt x="32580" y="62446"/>
                </a:cubicBezTo>
                <a:cubicBezTo>
                  <a:pt x="32580" y="43934"/>
                  <a:pt x="43441" y="27891"/>
                  <a:pt x="62940" y="27891"/>
                </a:cubicBezTo>
                <a:cubicBezTo>
                  <a:pt x="82438" y="27891"/>
                  <a:pt x="93545" y="43934"/>
                  <a:pt x="93545" y="62446"/>
                </a:cubicBezTo>
                <a:cubicBezTo>
                  <a:pt x="93545" y="81204"/>
                  <a:pt x="82438" y="97248"/>
                  <a:pt x="62940" y="97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262B6-87E4-4189-977B-1DC0328C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104" y="219522"/>
            <a:ext cx="129581" cy="119215"/>
          </a:xfrm>
          <a:custGeom xmlns:a="http://schemas.openxmlformats.org/drawingml/2006/main">
            <a:pathLst>
              <a:path w="129581" h="119215">
                <a:moveTo>
                  <a:pt x="81698" y="119215"/>
                </a:moveTo>
                <a:lnTo>
                  <a:pt x="129581" y="0"/>
                </a:lnTo>
                <a:lnTo>
                  <a:pt x="95767" y="0"/>
                </a:lnTo>
                <a:lnTo>
                  <a:pt x="64667" y="82932"/>
                </a:lnTo>
                <a:lnTo>
                  <a:pt x="33568" y="0"/>
                </a:lnTo>
                <a:lnTo>
                  <a:pt x="0" y="0"/>
                </a:lnTo>
                <a:lnTo>
                  <a:pt x="47883" y="119215"/>
                </a:lnTo>
                <a:lnTo>
                  <a:pt x="81698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B0D85-59F2-4231-B0DA-92F54F2E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04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93538-8AD8-4318-ADF6-9529E41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249" y="216560"/>
            <a:ext cx="69357" cy="122177"/>
          </a:xfrm>
          <a:custGeom xmlns:a="http://schemas.openxmlformats.org/drawingml/2006/main">
            <a:pathLst>
              <a:path w="69357" h="122177">
                <a:moveTo>
                  <a:pt x="31346" y="122177"/>
                </a:moveTo>
                <a:lnTo>
                  <a:pt x="31346" y="43441"/>
                </a:lnTo>
                <a:cubicBezTo>
                  <a:pt x="36530" y="35789"/>
                  <a:pt x="50352" y="29865"/>
                  <a:pt x="60718" y="29865"/>
                </a:cubicBezTo>
                <a:cubicBezTo>
                  <a:pt x="64174" y="29865"/>
                  <a:pt x="67136" y="30112"/>
                  <a:pt x="69357" y="30606"/>
                </a:cubicBezTo>
                <a:lnTo>
                  <a:pt x="69357" y="0"/>
                </a:lnTo>
                <a:cubicBezTo>
                  <a:pt x="54548" y="0"/>
                  <a:pt x="39738" y="8639"/>
                  <a:pt x="31346" y="1925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CCDAB-0451-40E2-B85B-197F24B6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455" y="216560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E9CC2-1306-40CC-B65F-6D41D7FA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479" y="216560"/>
            <a:ext cx="120943" cy="170554"/>
          </a:xfrm>
          <a:custGeom xmlns:a="http://schemas.openxmlformats.org/drawingml/2006/main">
            <a:pathLst>
              <a:path w="120943" h="170554">
                <a:moveTo>
                  <a:pt x="56522" y="170554"/>
                </a:moveTo>
                <a:cubicBezTo>
                  <a:pt x="85894" y="170554"/>
                  <a:pt x="120943" y="159447"/>
                  <a:pt x="120943" y="114032"/>
                </a:cubicBezTo>
                <a:lnTo>
                  <a:pt x="120943" y="2962"/>
                </a:lnTo>
                <a:lnTo>
                  <a:pt x="89349" y="2962"/>
                </a:lnTo>
                <a:lnTo>
                  <a:pt x="89349" y="18265"/>
                </a:lnTo>
                <a:cubicBezTo>
                  <a:pt x="79723" y="6171"/>
                  <a:pt x="66889" y="0"/>
                  <a:pt x="52573" y="0"/>
                </a:cubicBezTo>
                <a:cubicBezTo>
                  <a:pt x="22461" y="0"/>
                  <a:pt x="0" y="21720"/>
                  <a:pt x="0" y="60718"/>
                </a:cubicBezTo>
                <a:cubicBezTo>
                  <a:pt x="0" y="100456"/>
                  <a:pt x="22708" y="121436"/>
                  <a:pt x="52573" y="121436"/>
                </a:cubicBezTo>
                <a:cubicBezTo>
                  <a:pt x="67136" y="121436"/>
                  <a:pt x="79970" y="114525"/>
                  <a:pt x="89349" y="102678"/>
                </a:cubicBezTo>
                <a:lnTo>
                  <a:pt x="89349" y="114772"/>
                </a:lnTo>
                <a:cubicBezTo>
                  <a:pt x="89349" y="138220"/>
                  <a:pt x="71578" y="144884"/>
                  <a:pt x="56522" y="144884"/>
                </a:cubicBezTo>
                <a:cubicBezTo>
                  <a:pt x="41466" y="144884"/>
                  <a:pt x="28878" y="140688"/>
                  <a:pt x="19252" y="130075"/>
                </a:cubicBezTo>
                <a:lnTo>
                  <a:pt x="5183" y="152783"/>
                </a:lnTo>
                <a:cubicBezTo>
                  <a:pt x="20239" y="165864"/>
                  <a:pt x="36036" y="170554"/>
                  <a:pt x="56522" y="170554"/>
                </a:cubicBezTo>
                <a:close/>
                <a:moveTo>
                  <a:pt x="62446" y="93545"/>
                </a:moveTo>
                <a:cubicBezTo>
                  <a:pt x="44675" y="93545"/>
                  <a:pt x="32334" y="81204"/>
                  <a:pt x="32334" y="60718"/>
                </a:cubicBezTo>
                <a:cubicBezTo>
                  <a:pt x="32334" y="40232"/>
                  <a:pt x="44675" y="27891"/>
                  <a:pt x="62446" y="27891"/>
                </a:cubicBezTo>
                <a:cubicBezTo>
                  <a:pt x="72812" y="27891"/>
                  <a:pt x="84166" y="33568"/>
                  <a:pt x="89349" y="41466"/>
                </a:cubicBezTo>
                <a:lnTo>
                  <a:pt x="89349" y="79970"/>
                </a:lnTo>
                <a:cubicBezTo>
                  <a:pt x="84166" y="87622"/>
                  <a:pt x="72812" y="93545"/>
                  <a:pt x="62446" y="93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84260-426D-4C8C-BC01-6DA5C99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872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7D2B1-F4F6-47BD-98CC-4D0D901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943" y="174106"/>
            <a:ext cx="178452" cy="164630"/>
          </a:xfrm>
          <a:custGeom xmlns:a="http://schemas.openxmlformats.org/drawingml/2006/main">
            <a:pathLst>
              <a:path w="178452" h="164630">
                <a:moveTo>
                  <a:pt x="178452" y="164630"/>
                </a:moveTo>
                <a:lnTo>
                  <a:pt x="178452" y="0"/>
                </a:lnTo>
                <a:lnTo>
                  <a:pt x="129088" y="0"/>
                </a:lnTo>
                <a:lnTo>
                  <a:pt x="89103" y="99469"/>
                </a:lnTo>
                <a:lnTo>
                  <a:pt x="49118" y="0"/>
                </a:lnTo>
                <a:lnTo>
                  <a:pt x="0" y="0"/>
                </a:lnTo>
                <a:lnTo>
                  <a:pt x="0" y="164630"/>
                </a:lnTo>
                <a:lnTo>
                  <a:pt x="35049" y="164630"/>
                </a:lnTo>
                <a:lnTo>
                  <a:pt x="35049" y="49364"/>
                </a:lnTo>
                <a:lnTo>
                  <a:pt x="81451" y="164630"/>
                </a:lnTo>
                <a:lnTo>
                  <a:pt x="96754" y="164630"/>
                </a:lnTo>
                <a:lnTo>
                  <a:pt x="143157" y="49364"/>
                </a:lnTo>
                <a:lnTo>
                  <a:pt x="143157" y="164630"/>
                </a:lnTo>
                <a:lnTo>
                  <a:pt x="178452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15F8C-D13E-48AD-B7FE-982AF7B5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6" y="216560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0C8CB-F1EF-4F11-81E7-07F7BD2C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3" y="169417"/>
            <a:ext cx="37517" cy="169320"/>
          </a:xfrm>
          <a:custGeom xmlns:a="http://schemas.openxmlformats.org/drawingml/2006/main">
            <a:pathLst>
              <a:path w="37517" h="169320">
                <a:moveTo>
                  <a:pt x="18758" y="37270"/>
                </a:moveTo>
                <a:cubicBezTo>
                  <a:pt x="29125" y="37270"/>
                  <a:pt x="37517" y="28878"/>
                  <a:pt x="37517" y="18512"/>
                </a:cubicBezTo>
                <a:cubicBezTo>
                  <a:pt x="37517" y="8145"/>
                  <a:pt x="29125" y="0"/>
                  <a:pt x="18758" y="0"/>
                </a:cubicBezTo>
                <a:cubicBezTo>
                  <a:pt x="8639" y="0"/>
                  <a:pt x="0" y="8145"/>
                  <a:pt x="0" y="18512"/>
                </a:cubicBezTo>
                <a:cubicBezTo>
                  <a:pt x="0" y="28878"/>
                  <a:pt x="8639" y="37270"/>
                  <a:pt x="18758" y="37270"/>
                </a:cubicBezTo>
                <a:close/>
                <a:moveTo>
                  <a:pt x="34555" y="169320"/>
                </a:moveTo>
                <a:lnTo>
                  <a:pt x="34555" y="50105"/>
                </a:lnTo>
                <a:lnTo>
                  <a:pt x="3209" y="50105"/>
                </a:lnTo>
                <a:lnTo>
                  <a:pt x="3209" y="169320"/>
                </a:lnTo>
                <a:lnTo>
                  <a:pt x="34555" y="169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EFD1F-44D0-4F79-BEE1-378ACF0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09" y="216560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22177"/>
                </a:moveTo>
                <a:lnTo>
                  <a:pt x="111810" y="38011"/>
                </a:lnTo>
                <a:cubicBezTo>
                  <a:pt x="111810" y="14809"/>
                  <a:pt x="99222" y="0"/>
                  <a:pt x="73059" y="0"/>
                </a:cubicBezTo>
                <a:cubicBezTo>
                  <a:pt x="53560" y="0"/>
                  <a:pt x="38998" y="9379"/>
                  <a:pt x="31346" y="1851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lnTo>
                  <a:pt x="31346" y="41960"/>
                </a:lnTo>
                <a:cubicBezTo>
                  <a:pt x="36530" y="34802"/>
                  <a:pt x="46156" y="27891"/>
                  <a:pt x="58497" y="27891"/>
                </a:cubicBezTo>
                <a:cubicBezTo>
                  <a:pt x="71825" y="27891"/>
                  <a:pt x="80464" y="33568"/>
                  <a:pt x="80464" y="50105"/>
                </a:cubicBezTo>
                <a:lnTo>
                  <a:pt x="80464" y="122177"/>
                </a:lnTo>
                <a:lnTo>
                  <a:pt x="111810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71688-3C17-423E-BFEC-210100F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045" y="186941"/>
            <a:ext cx="79723" cy="154757"/>
          </a:xfrm>
          <a:custGeom xmlns:a="http://schemas.openxmlformats.org/drawingml/2006/main">
            <a:pathLst>
              <a:path w="79723" h="154757">
                <a:moveTo>
                  <a:pt x="53560" y="154757"/>
                </a:moveTo>
                <a:cubicBezTo>
                  <a:pt x="66642" y="154757"/>
                  <a:pt x="75034" y="151302"/>
                  <a:pt x="79723" y="147106"/>
                </a:cubicBezTo>
                <a:lnTo>
                  <a:pt x="73059" y="123411"/>
                </a:lnTo>
                <a:cubicBezTo>
                  <a:pt x="71331" y="125139"/>
                  <a:pt x="66889" y="126866"/>
                  <a:pt x="62199" y="126866"/>
                </a:cubicBezTo>
                <a:cubicBezTo>
                  <a:pt x="55288" y="126866"/>
                  <a:pt x="51339" y="121189"/>
                  <a:pt x="51339" y="113785"/>
                </a:cubicBezTo>
                <a:lnTo>
                  <a:pt x="51339" y="59978"/>
                </a:lnTo>
                <a:lnTo>
                  <a:pt x="75527" y="59978"/>
                </a:lnTo>
                <a:lnTo>
                  <a:pt x="75527" y="32580"/>
                </a:lnTo>
                <a:lnTo>
                  <a:pt x="51339" y="32580"/>
                </a:lnTo>
                <a:lnTo>
                  <a:pt x="51339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59978"/>
                </a:lnTo>
                <a:lnTo>
                  <a:pt x="19746" y="59978"/>
                </a:lnTo>
                <a:lnTo>
                  <a:pt x="19746" y="122177"/>
                </a:lnTo>
                <a:cubicBezTo>
                  <a:pt x="19746" y="143403"/>
                  <a:pt x="31593" y="154757"/>
                  <a:pt x="53560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EAC86-0FAB-4CC7-A95B-3B9B1975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395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065ED-5155-4916-8F73-107013F1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540" y="216560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22177"/>
                </a:moveTo>
                <a:lnTo>
                  <a:pt x="111810" y="38011"/>
                </a:lnTo>
                <a:cubicBezTo>
                  <a:pt x="111810" y="14809"/>
                  <a:pt x="99222" y="0"/>
                  <a:pt x="73059" y="0"/>
                </a:cubicBezTo>
                <a:cubicBezTo>
                  <a:pt x="53560" y="0"/>
                  <a:pt x="38998" y="9379"/>
                  <a:pt x="31346" y="1851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lnTo>
                  <a:pt x="31346" y="41960"/>
                </a:lnTo>
                <a:cubicBezTo>
                  <a:pt x="36530" y="34802"/>
                  <a:pt x="46156" y="27891"/>
                  <a:pt x="58497" y="27891"/>
                </a:cubicBezTo>
                <a:cubicBezTo>
                  <a:pt x="71825" y="27891"/>
                  <a:pt x="80464" y="33568"/>
                  <a:pt x="80464" y="50105"/>
                </a:cubicBezTo>
                <a:lnTo>
                  <a:pt x="80464" y="122177"/>
                </a:lnTo>
                <a:lnTo>
                  <a:pt x="111810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95F69-DBC4-42FF-8AF5-423B998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800" y="216560"/>
            <a:ext cx="110576" cy="125139"/>
          </a:xfrm>
          <a:custGeom xmlns:a="http://schemas.openxmlformats.org/drawingml/2006/main">
            <a:pathLst>
              <a:path w="110576" h="125139">
                <a:moveTo>
                  <a:pt x="110576" y="122177"/>
                </a:moveTo>
                <a:lnTo>
                  <a:pt x="110576" y="45168"/>
                </a:lnTo>
                <a:cubicBezTo>
                  <a:pt x="110576" y="10860"/>
                  <a:pt x="85647" y="0"/>
                  <a:pt x="58497" y="0"/>
                </a:cubicBezTo>
                <a:cubicBezTo>
                  <a:pt x="39738" y="0"/>
                  <a:pt x="20980" y="5924"/>
                  <a:pt x="6417" y="18758"/>
                </a:cubicBezTo>
                <a:lnTo>
                  <a:pt x="18265" y="39738"/>
                </a:lnTo>
                <a:cubicBezTo>
                  <a:pt x="28384" y="30359"/>
                  <a:pt x="40232" y="25669"/>
                  <a:pt x="53067" y="25669"/>
                </a:cubicBezTo>
                <a:cubicBezTo>
                  <a:pt x="68863" y="25669"/>
                  <a:pt x="79230" y="33568"/>
                  <a:pt x="79230" y="45662"/>
                </a:cubicBezTo>
                <a:lnTo>
                  <a:pt x="79230" y="61705"/>
                </a:lnTo>
                <a:cubicBezTo>
                  <a:pt x="71331" y="52326"/>
                  <a:pt x="57263" y="47143"/>
                  <a:pt x="41466" y="47143"/>
                </a:cubicBezTo>
                <a:cubicBezTo>
                  <a:pt x="22461" y="47143"/>
                  <a:pt x="0" y="57756"/>
                  <a:pt x="0" y="85647"/>
                </a:cubicBezTo>
                <a:cubicBezTo>
                  <a:pt x="0" y="112304"/>
                  <a:pt x="22461" y="125139"/>
                  <a:pt x="41466" y="125139"/>
                </a:cubicBezTo>
                <a:cubicBezTo>
                  <a:pt x="57016" y="125139"/>
                  <a:pt x="71085" y="119462"/>
                  <a:pt x="79230" y="109836"/>
                </a:cubicBezTo>
                <a:lnTo>
                  <a:pt x="79230" y="122177"/>
                </a:lnTo>
                <a:lnTo>
                  <a:pt x="110576" y="122177"/>
                </a:lnTo>
                <a:close/>
                <a:moveTo>
                  <a:pt x="54054" y="103912"/>
                </a:moveTo>
                <a:cubicBezTo>
                  <a:pt x="41713" y="103912"/>
                  <a:pt x="31593" y="97495"/>
                  <a:pt x="31593" y="86388"/>
                </a:cubicBezTo>
                <a:cubicBezTo>
                  <a:pt x="31593" y="74787"/>
                  <a:pt x="41713" y="68370"/>
                  <a:pt x="54054" y="68370"/>
                </a:cubicBezTo>
                <a:cubicBezTo>
                  <a:pt x="64174" y="68370"/>
                  <a:pt x="74047" y="71825"/>
                  <a:pt x="79230" y="78736"/>
                </a:cubicBezTo>
                <a:lnTo>
                  <a:pt x="79230" y="93545"/>
                </a:lnTo>
                <a:cubicBezTo>
                  <a:pt x="74047" y="100456"/>
                  <a:pt x="64174" y="103912"/>
                  <a:pt x="54054" y="103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76415-E9CD-4182-B182-9F2F1EB7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477" y="216560"/>
            <a:ext cx="111810" cy="122177"/>
          </a:xfrm>
          <a:custGeom xmlns:a="http://schemas.openxmlformats.org/drawingml/2006/main">
            <a:pathLst>
              <a:path w="111810" h="122177">
                <a:moveTo>
                  <a:pt x="111810" y="122177"/>
                </a:moveTo>
                <a:lnTo>
                  <a:pt x="111810" y="38011"/>
                </a:lnTo>
                <a:cubicBezTo>
                  <a:pt x="111810" y="14809"/>
                  <a:pt x="99222" y="0"/>
                  <a:pt x="73059" y="0"/>
                </a:cubicBezTo>
                <a:cubicBezTo>
                  <a:pt x="53560" y="0"/>
                  <a:pt x="38998" y="9379"/>
                  <a:pt x="31346" y="18512"/>
                </a:cubicBezTo>
                <a:lnTo>
                  <a:pt x="31346" y="2962"/>
                </a:lnTo>
                <a:lnTo>
                  <a:pt x="0" y="2962"/>
                </a:lnTo>
                <a:lnTo>
                  <a:pt x="0" y="122177"/>
                </a:lnTo>
                <a:lnTo>
                  <a:pt x="31346" y="122177"/>
                </a:lnTo>
                <a:lnTo>
                  <a:pt x="31346" y="41960"/>
                </a:lnTo>
                <a:cubicBezTo>
                  <a:pt x="36530" y="34802"/>
                  <a:pt x="46156" y="27891"/>
                  <a:pt x="58497" y="27891"/>
                </a:cubicBezTo>
                <a:cubicBezTo>
                  <a:pt x="71825" y="27891"/>
                  <a:pt x="80464" y="33568"/>
                  <a:pt x="80464" y="50105"/>
                </a:cubicBezTo>
                <a:lnTo>
                  <a:pt x="80464" y="122177"/>
                </a:lnTo>
                <a:lnTo>
                  <a:pt x="111810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762A6-8D91-4F2B-8875-A444AED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36" y="216560"/>
            <a:ext cx="110329" cy="125139"/>
          </a:xfrm>
          <a:custGeom xmlns:a="http://schemas.openxmlformats.org/drawingml/2006/main">
            <a:pathLst>
              <a:path w="110329" h="125139">
                <a:moveTo>
                  <a:pt x="63186" y="125139"/>
                </a:moveTo>
                <a:cubicBezTo>
                  <a:pt x="87622" y="125139"/>
                  <a:pt x="102431" y="114525"/>
                  <a:pt x="110329" y="103418"/>
                </a:cubicBezTo>
                <a:lnTo>
                  <a:pt x="89843" y="84413"/>
                </a:lnTo>
                <a:cubicBezTo>
                  <a:pt x="84166" y="92311"/>
                  <a:pt x="75527" y="97248"/>
                  <a:pt x="64667" y="97248"/>
                </a:cubicBezTo>
                <a:cubicBezTo>
                  <a:pt x="45662" y="97248"/>
                  <a:pt x="32334" y="83179"/>
                  <a:pt x="32334" y="62446"/>
                </a:cubicBezTo>
                <a:cubicBezTo>
                  <a:pt x="32334" y="41713"/>
                  <a:pt x="45662" y="27891"/>
                  <a:pt x="64667" y="27891"/>
                </a:cubicBezTo>
                <a:cubicBezTo>
                  <a:pt x="75527" y="27891"/>
                  <a:pt x="84166" y="32334"/>
                  <a:pt x="89843" y="40726"/>
                </a:cubicBezTo>
                <a:lnTo>
                  <a:pt x="110329" y="21473"/>
                </a:lnTo>
                <a:cubicBezTo>
                  <a:pt x="102431" y="10613"/>
                  <a:pt x="87622" y="0"/>
                  <a:pt x="63186" y="0"/>
                </a:cubicBezTo>
                <a:cubicBezTo>
                  <a:pt x="26410" y="0"/>
                  <a:pt x="0" y="25916"/>
                  <a:pt x="0" y="62446"/>
                </a:cubicBezTo>
                <a:cubicBezTo>
                  <a:pt x="0" y="99222"/>
                  <a:pt x="26410" y="125139"/>
                  <a:pt x="63186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DF6C8-F81E-4F73-869E-311FA03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00" y="216560"/>
            <a:ext cx="121436" cy="125139"/>
          </a:xfrm>
          <a:custGeom xmlns:a="http://schemas.openxmlformats.org/drawingml/2006/main">
            <a:pathLst>
              <a:path w="121436" h="125139">
                <a:moveTo>
                  <a:pt x="63680" y="125139"/>
                </a:moveTo>
                <a:cubicBezTo>
                  <a:pt x="82192" y="125139"/>
                  <a:pt x="100950" y="119462"/>
                  <a:pt x="112798" y="108602"/>
                </a:cubicBezTo>
                <a:lnTo>
                  <a:pt x="98976" y="88362"/>
                </a:lnTo>
                <a:cubicBezTo>
                  <a:pt x="91324" y="95767"/>
                  <a:pt x="77255" y="100210"/>
                  <a:pt x="67136" y="100210"/>
                </a:cubicBezTo>
                <a:cubicBezTo>
                  <a:pt x="46896" y="100210"/>
                  <a:pt x="34802" y="87622"/>
                  <a:pt x="32827" y="72566"/>
                </a:cubicBezTo>
                <a:lnTo>
                  <a:pt x="121436" y="72566"/>
                </a:lnTo>
                <a:lnTo>
                  <a:pt x="121436" y="65655"/>
                </a:lnTo>
                <a:cubicBezTo>
                  <a:pt x="121436" y="26657"/>
                  <a:pt x="97248" y="0"/>
                  <a:pt x="61705" y="0"/>
                </a:cubicBezTo>
                <a:cubicBezTo>
                  <a:pt x="25423" y="0"/>
                  <a:pt x="0" y="27891"/>
                  <a:pt x="0" y="62446"/>
                </a:cubicBezTo>
                <a:cubicBezTo>
                  <a:pt x="0" y="100703"/>
                  <a:pt x="27397" y="125139"/>
                  <a:pt x="63680" y="125139"/>
                </a:cubicBezTo>
                <a:close/>
                <a:moveTo>
                  <a:pt x="91077" y="51339"/>
                </a:moveTo>
                <a:lnTo>
                  <a:pt x="32334" y="51339"/>
                </a:lnTo>
                <a:cubicBezTo>
                  <a:pt x="33815" y="39491"/>
                  <a:pt x="42207" y="24929"/>
                  <a:pt x="61705" y="24929"/>
                </a:cubicBezTo>
                <a:cubicBezTo>
                  <a:pt x="82438" y="24929"/>
                  <a:pt x="90337" y="39985"/>
                  <a:pt x="91077" y="5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0E463-7CBE-4E71-9D76-347823F9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661" y="863233"/>
            <a:ext cx="2265207" cy="555349"/>
          </a:xfrm>
          <a:custGeom xmlns:a="http://schemas.openxmlformats.org/drawingml/2006/main">
            <a:pathLst>
              <a:path w="2265207" h="555349" fill="none">
                <a:moveTo>
                  <a:pt x="0" y="0"/>
                </a:moveTo>
                <a:lnTo>
                  <a:pt x="1748321" y="0"/>
                </a:lnTo>
                <a:cubicBezTo>
                  <a:pt x="1885444" y="0"/>
                  <a:pt x="1954005" y="68562"/>
                  <a:pt x="1954005" y="205685"/>
                </a:cubicBezTo>
                <a:lnTo>
                  <a:pt x="1954005" y="380517"/>
                </a:lnTo>
                <a:cubicBezTo>
                  <a:pt x="1954005" y="497072"/>
                  <a:pt x="2005907" y="555349"/>
                  <a:pt x="2109709" y="555349"/>
                </a:cubicBezTo>
                <a:lnTo>
                  <a:pt x="2265207" y="555349"/>
                </a:lnTo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4A88A-A8EC-4C7C-860F-03761CB3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157" y="1367160"/>
            <a:ext cx="102842" cy="102842"/>
          </a:xfrm>
          <a:custGeom xmlns:a="http://schemas.openxmlformats.org/drawingml/2006/main">
            <a:pathLst>
              <a:path w="102842" h="102842">
                <a:moveTo>
                  <a:pt x="102842" y="51421"/>
                </a:moveTo>
                <a:lnTo>
                  <a:pt x="0" y="102842"/>
                </a:lnTo>
                <a:lnTo>
                  <a:pt x="25711" y="51421"/>
                </a:lnTo>
                <a:lnTo>
                  <a:pt x="0" y="0"/>
                </a:lnTo>
                <a:lnTo>
                  <a:pt x="102842" y="51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FF21E-43B4-4200-8ADA-14B7913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157" y="1367160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102842" y="51421"/>
                </a:moveTo>
                <a:lnTo>
                  <a:pt x="0" y="102842"/>
                </a:lnTo>
                <a:lnTo>
                  <a:pt x="25711" y="51421"/>
                </a:lnTo>
                <a:lnTo>
                  <a:pt x="0" y="0"/>
                </a:lnTo>
                <a:lnTo>
                  <a:pt x="102842" y="51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E9EEB-0CB3-4C82-A40A-F152E21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644" y="390980"/>
            <a:ext cx="191698" cy="191698"/>
          </a:xfrm>
          <a:custGeom xmlns:a="http://schemas.openxmlformats.org/drawingml/2006/main">
            <a:pathLst>
              <a:path w="191698" h="191698">
                <a:moveTo>
                  <a:pt x="95849" y="191698"/>
                </a:moveTo>
                <a:cubicBezTo>
                  <a:pt x="148299" y="191698"/>
                  <a:pt x="191698" y="149121"/>
                  <a:pt x="191698" y="95849"/>
                </a:cubicBezTo>
                <a:cubicBezTo>
                  <a:pt x="191698" y="42988"/>
                  <a:pt x="148710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lose/>
                <a:moveTo>
                  <a:pt x="95849" y="185116"/>
                </a:moveTo>
                <a:cubicBezTo>
                  <a:pt x="46485" y="185116"/>
                  <a:pt x="6582" y="145213"/>
                  <a:pt x="6582" y="95849"/>
                </a:cubicBezTo>
                <a:cubicBezTo>
                  <a:pt x="6582" y="46896"/>
                  <a:pt x="46073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ubicBezTo>
                  <a:pt x="185116" y="145213"/>
                  <a:pt x="145213" y="185116"/>
                  <a:pt x="95849" y="185116"/>
                </a:cubicBezTo>
                <a:close/>
                <a:moveTo>
                  <a:pt x="60266" y="147887"/>
                </a:moveTo>
                <a:lnTo>
                  <a:pt x="135958" y="147887"/>
                </a:lnTo>
                <a:lnTo>
                  <a:pt x="135958" y="133489"/>
                </a:lnTo>
                <a:lnTo>
                  <a:pt x="105722" y="133489"/>
                </a:lnTo>
                <a:cubicBezTo>
                  <a:pt x="98523" y="133489"/>
                  <a:pt x="90913" y="133901"/>
                  <a:pt x="84742" y="134312"/>
                </a:cubicBezTo>
                <a:cubicBezTo>
                  <a:pt x="110864" y="110453"/>
                  <a:pt x="131021" y="90501"/>
                  <a:pt x="131021" y="70756"/>
                </a:cubicBezTo>
                <a:cubicBezTo>
                  <a:pt x="131021" y="51627"/>
                  <a:pt x="117240" y="38874"/>
                  <a:pt x="95232" y="38874"/>
                </a:cubicBezTo>
                <a:cubicBezTo>
                  <a:pt x="80834" y="38874"/>
                  <a:pt x="69110" y="44634"/>
                  <a:pt x="58826" y="55535"/>
                </a:cubicBezTo>
                <a:lnTo>
                  <a:pt x="68493" y="64585"/>
                </a:lnTo>
                <a:cubicBezTo>
                  <a:pt x="75075" y="58209"/>
                  <a:pt x="83508" y="52450"/>
                  <a:pt x="93587" y="52450"/>
                </a:cubicBezTo>
                <a:cubicBezTo>
                  <a:pt x="107779" y="52450"/>
                  <a:pt x="114566" y="60060"/>
                  <a:pt x="114566" y="71990"/>
                </a:cubicBezTo>
                <a:cubicBezTo>
                  <a:pt x="114566" y="88856"/>
                  <a:pt x="94821" y="107779"/>
                  <a:pt x="60266" y="138014"/>
                </a:cubicBezTo>
                <a:lnTo>
                  <a:pt x="60266" y="147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5F993-95A4-4AA1-A460-EC2E2DAF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983" y="427798"/>
            <a:ext cx="104076" cy="137192"/>
          </a:xfrm>
          <a:custGeom xmlns:a="http://schemas.openxmlformats.org/drawingml/2006/main">
            <a:pathLst>
              <a:path w="104076" h="137192">
                <a:moveTo>
                  <a:pt x="60471" y="137192"/>
                </a:moveTo>
                <a:lnTo>
                  <a:pt x="60471" y="15221"/>
                </a:lnTo>
                <a:lnTo>
                  <a:pt x="104076" y="15221"/>
                </a:lnTo>
                <a:lnTo>
                  <a:pt x="104076" y="0"/>
                </a:lnTo>
                <a:lnTo>
                  <a:pt x="0" y="0"/>
                </a:lnTo>
                <a:lnTo>
                  <a:pt x="0" y="15221"/>
                </a:lnTo>
                <a:lnTo>
                  <a:pt x="43399" y="15221"/>
                </a:lnTo>
                <a:lnTo>
                  <a:pt x="43399" y="137192"/>
                </a:lnTo>
                <a:lnTo>
                  <a:pt x="60471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3B4EF-C871-4A68-878C-EFF653FF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584" y="463587"/>
            <a:ext cx="48542" cy="101403"/>
          </a:xfrm>
          <a:custGeom xmlns:a="http://schemas.openxmlformats.org/drawingml/2006/main">
            <a:pathLst>
              <a:path w="48542" h="101403">
                <a:moveTo>
                  <a:pt x="15426" y="101403"/>
                </a:moveTo>
                <a:lnTo>
                  <a:pt x="15426" y="31058"/>
                </a:lnTo>
                <a:cubicBezTo>
                  <a:pt x="19951" y="23037"/>
                  <a:pt x="32910" y="15221"/>
                  <a:pt x="42371" y="15221"/>
                </a:cubicBezTo>
                <a:cubicBezTo>
                  <a:pt x="44839" y="15221"/>
                  <a:pt x="46690" y="15426"/>
                  <a:pt x="48542" y="15838"/>
                </a:cubicBezTo>
                <a:lnTo>
                  <a:pt x="48542" y="0"/>
                </a:lnTo>
                <a:cubicBezTo>
                  <a:pt x="34966" y="0"/>
                  <a:pt x="23448" y="7610"/>
                  <a:pt x="15426" y="18100"/>
                </a:cubicBezTo>
                <a:lnTo>
                  <a:pt x="15426" y="2057"/>
                </a:lnTo>
                <a:lnTo>
                  <a:pt x="0" y="2057"/>
                </a:lnTo>
                <a:lnTo>
                  <a:pt x="0" y="101403"/>
                </a:lnTo>
                <a:lnTo>
                  <a:pt x="15426" y="1014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035B2-397A-41A3-8066-9532A5AF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907" y="463176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F235D-1258-4EF8-9346-41D1B62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097" y="463176"/>
            <a:ext cx="85976" cy="104282"/>
          </a:xfrm>
          <a:custGeom xmlns:a="http://schemas.openxmlformats.org/drawingml/2006/main">
            <a:pathLst>
              <a:path w="85976" h="104282">
                <a:moveTo>
                  <a:pt x="49570" y="104282"/>
                </a:moveTo>
                <a:cubicBezTo>
                  <a:pt x="67670" y="104282"/>
                  <a:pt x="78366" y="96878"/>
                  <a:pt x="85976" y="87005"/>
                </a:cubicBezTo>
                <a:lnTo>
                  <a:pt x="75692" y="77543"/>
                </a:lnTo>
                <a:cubicBezTo>
                  <a:pt x="69110" y="86388"/>
                  <a:pt x="60677" y="90501"/>
                  <a:pt x="50393" y="90501"/>
                </a:cubicBezTo>
                <a:cubicBezTo>
                  <a:pt x="29207" y="90501"/>
                  <a:pt x="16043" y="74047"/>
                  <a:pt x="16043" y="52038"/>
                </a:cubicBezTo>
                <a:cubicBezTo>
                  <a:pt x="16043" y="30030"/>
                  <a:pt x="29207" y="13781"/>
                  <a:pt x="50393" y="13781"/>
                </a:cubicBezTo>
                <a:cubicBezTo>
                  <a:pt x="60677" y="13781"/>
                  <a:pt x="69110" y="17689"/>
                  <a:pt x="75692" y="26739"/>
                </a:cubicBezTo>
                <a:lnTo>
                  <a:pt x="85976" y="17278"/>
                </a:lnTo>
                <a:cubicBezTo>
                  <a:pt x="78366" y="7405"/>
                  <a:pt x="67670" y="0"/>
                  <a:pt x="49570" y="0"/>
                </a:cubicBezTo>
                <a:cubicBezTo>
                  <a:pt x="19951" y="0"/>
                  <a:pt x="0" y="22625"/>
                  <a:pt x="0" y="52038"/>
                </a:cubicBezTo>
                <a:cubicBezTo>
                  <a:pt x="0" y="81657"/>
                  <a:pt x="19951" y="104282"/>
                  <a:pt x="49570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C506E-DF76-49AB-AEFB-9B12860C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911" y="463176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AC279-8D9E-4D2A-B02C-1B977C0B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928" y="425741"/>
            <a:ext cx="103254" cy="141717"/>
          </a:xfrm>
          <a:custGeom xmlns:a="http://schemas.openxmlformats.org/drawingml/2006/main">
            <a:pathLst>
              <a:path w="103254" h="141717">
                <a:moveTo>
                  <a:pt x="52655" y="141717"/>
                </a:moveTo>
                <a:cubicBezTo>
                  <a:pt x="89679" y="141717"/>
                  <a:pt x="103254" y="121354"/>
                  <a:pt x="103254" y="101403"/>
                </a:cubicBezTo>
                <a:cubicBezTo>
                  <a:pt x="103254" y="50187"/>
                  <a:pt x="22008" y="67876"/>
                  <a:pt x="22008" y="37023"/>
                </a:cubicBezTo>
                <a:cubicBezTo>
                  <a:pt x="22008" y="24065"/>
                  <a:pt x="33732" y="15221"/>
                  <a:pt x="50187" y="15221"/>
                </a:cubicBezTo>
                <a:cubicBezTo>
                  <a:pt x="65202" y="15221"/>
                  <a:pt x="79600" y="20363"/>
                  <a:pt x="89884" y="31675"/>
                </a:cubicBezTo>
                <a:lnTo>
                  <a:pt x="100168" y="19129"/>
                </a:lnTo>
                <a:cubicBezTo>
                  <a:pt x="88650" y="6993"/>
                  <a:pt x="72401" y="0"/>
                  <a:pt x="51421" y="0"/>
                </a:cubicBezTo>
                <a:cubicBezTo>
                  <a:pt x="24476" y="0"/>
                  <a:pt x="4319" y="15426"/>
                  <a:pt x="4319" y="38052"/>
                </a:cubicBezTo>
                <a:cubicBezTo>
                  <a:pt x="4319" y="87005"/>
                  <a:pt x="85565" y="67465"/>
                  <a:pt x="85565" y="102842"/>
                </a:cubicBezTo>
                <a:cubicBezTo>
                  <a:pt x="85565" y="113332"/>
                  <a:pt x="77749" y="126496"/>
                  <a:pt x="53272" y="126496"/>
                </a:cubicBezTo>
                <a:cubicBezTo>
                  <a:pt x="33938" y="126496"/>
                  <a:pt x="19129" y="117035"/>
                  <a:pt x="10079" y="106956"/>
                </a:cubicBezTo>
                <a:lnTo>
                  <a:pt x="0" y="119914"/>
                </a:lnTo>
                <a:cubicBezTo>
                  <a:pt x="11313" y="132667"/>
                  <a:pt x="28796" y="141717"/>
                  <a:pt x="52655" y="141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AF235-BDAD-4F4A-8E06-C3E7B497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494" y="465644"/>
            <a:ext cx="146036" cy="99346"/>
          </a:xfrm>
          <a:custGeom xmlns:a="http://schemas.openxmlformats.org/drawingml/2006/main">
            <a:pathLst>
              <a:path w="146036" h="99346">
                <a:moveTo>
                  <a:pt x="114361" y="99346"/>
                </a:moveTo>
                <a:lnTo>
                  <a:pt x="146036" y="0"/>
                </a:lnTo>
                <a:lnTo>
                  <a:pt x="129993" y="0"/>
                </a:lnTo>
                <a:lnTo>
                  <a:pt x="105722" y="79189"/>
                </a:lnTo>
                <a:lnTo>
                  <a:pt x="79600" y="0"/>
                </a:lnTo>
                <a:lnTo>
                  <a:pt x="66436" y="0"/>
                </a:lnTo>
                <a:lnTo>
                  <a:pt x="40314" y="79189"/>
                </a:lnTo>
                <a:lnTo>
                  <a:pt x="16043" y="0"/>
                </a:lnTo>
                <a:lnTo>
                  <a:pt x="0" y="0"/>
                </a:lnTo>
                <a:lnTo>
                  <a:pt x="31675" y="99346"/>
                </a:lnTo>
                <a:lnTo>
                  <a:pt x="47102" y="99346"/>
                </a:lnTo>
                <a:lnTo>
                  <a:pt x="73018" y="19540"/>
                </a:lnTo>
                <a:lnTo>
                  <a:pt x="98934" y="99346"/>
                </a:lnTo>
                <a:lnTo>
                  <a:pt x="114361" y="99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19DCB-9476-45D8-A66A-1F0026E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51" y="430677"/>
            <a:ext cx="20774" cy="134312"/>
          </a:xfrm>
          <a:custGeom xmlns:a="http://schemas.openxmlformats.org/drawingml/2006/main">
            <a:pathLst>
              <a:path w="20774" h="134312">
                <a:moveTo>
                  <a:pt x="10284" y="20774"/>
                </a:moveTo>
                <a:cubicBezTo>
                  <a:pt x="16043" y="20774"/>
                  <a:pt x="20774" y="16249"/>
                  <a:pt x="20774" y="10490"/>
                </a:cubicBezTo>
                <a:cubicBezTo>
                  <a:pt x="20774" y="4731"/>
                  <a:pt x="16043" y="0"/>
                  <a:pt x="10284" y="0"/>
                </a:cubicBezTo>
                <a:cubicBezTo>
                  <a:pt x="4731" y="0"/>
                  <a:pt x="0" y="4731"/>
                  <a:pt x="0" y="10490"/>
                </a:cubicBezTo>
                <a:cubicBezTo>
                  <a:pt x="0" y="16249"/>
                  <a:pt x="4731" y="20774"/>
                  <a:pt x="10284" y="20774"/>
                </a:cubicBezTo>
                <a:close/>
                <a:moveTo>
                  <a:pt x="18100" y="134312"/>
                </a:moveTo>
                <a:lnTo>
                  <a:pt x="18100" y="34966"/>
                </a:lnTo>
                <a:lnTo>
                  <a:pt x="2674" y="34966"/>
                </a:lnTo>
                <a:lnTo>
                  <a:pt x="2674" y="134312"/>
                </a:lnTo>
                <a:lnTo>
                  <a:pt x="18100" y="1343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90683-4075-459C-A231-46057DB5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334" y="438493"/>
            <a:ext cx="56975" cy="128964"/>
          </a:xfrm>
          <a:custGeom xmlns:a="http://schemas.openxmlformats.org/drawingml/2006/main">
            <a:pathLst>
              <a:path w="56975" h="128964">
                <a:moveTo>
                  <a:pt x="38463" y="128964"/>
                </a:moveTo>
                <a:cubicBezTo>
                  <a:pt x="47513" y="128964"/>
                  <a:pt x="53067" y="126290"/>
                  <a:pt x="56975" y="122588"/>
                </a:cubicBezTo>
                <a:lnTo>
                  <a:pt x="52450" y="111070"/>
                </a:lnTo>
                <a:cubicBezTo>
                  <a:pt x="50393" y="113332"/>
                  <a:pt x="46279" y="115183"/>
                  <a:pt x="41960" y="115183"/>
                </a:cubicBezTo>
                <a:cubicBezTo>
                  <a:pt x="35172" y="115183"/>
                  <a:pt x="31881" y="109836"/>
                  <a:pt x="31881" y="102431"/>
                </a:cubicBezTo>
                <a:lnTo>
                  <a:pt x="31881" y="40726"/>
                </a:lnTo>
                <a:lnTo>
                  <a:pt x="52038" y="40726"/>
                </a:lnTo>
                <a:lnTo>
                  <a:pt x="52038" y="27150"/>
                </a:lnTo>
                <a:lnTo>
                  <a:pt x="31881" y="27150"/>
                </a:lnTo>
                <a:lnTo>
                  <a:pt x="31881" y="0"/>
                </a:lnTo>
                <a:lnTo>
                  <a:pt x="16455" y="0"/>
                </a:lnTo>
                <a:lnTo>
                  <a:pt x="16455" y="27150"/>
                </a:lnTo>
                <a:lnTo>
                  <a:pt x="0" y="27150"/>
                </a:lnTo>
                <a:lnTo>
                  <a:pt x="0" y="40726"/>
                </a:lnTo>
                <a:lnTo>
                  <a:pt x="16455" y="40726"/>
                </a:lnTo>
                <a:lnTo>
                  <a:pt x="16455" y="105722"/>
                </a:lnTo>
                <a:cubicBezTo>
                  <a:pt x="16455" y="120531"/>
                  <a:pt x="23859" y="128964"/>
                  <a:pt x="38463" y="128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75919-B4C4-4E3C-9ACE-FC6F16C3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416" y="463176"/>
            <a:ext cx="85976" cy="104282"/>
          </a:xfrm>
          <a:custGeom xmlns:a="http://schemas.openxmlformats.org/drawingml/2006/main">
            <a:pathLst>
              <a:path w="85976" h="104282">
                <a:moveTo>
                  <a:pt x="49570" y="104282"/>
                </a:moveTo>
                <a:cubicBezTo>
                  <a:pt x="67670" y="104282"/>
                  <a:pt x="78366" y="96878"/>
                  <a:pt x="85976" y="87005"/>
                </a:cubicBezTo>
                <a:lnTo>
                  <a:pt x="75692" y="77543"/>
                </a:lnTo>
                <a:cubicBezTo>
                  <a:pt x="69110" y="86388"/>
                  <a:pt x="60677" y="90501"/>
                  <a:pt x="50393" y="90501"/>
                </a:cubicBezTo>
                <a:cubicBezTo>
                  <a:pt x="29207" y="90501"/>
                  <a:pt x="16043" y="74047"/>
                  <a:pt x="16043" y="52038"/>
                </a:cubicBezTo>
                <a:cubicBezTo>
                  <a:pt x="16043" y="30030"/>
                  <a:pt x="29207" y="13781"/>
                  <a:pt x="50393" y="13781"/>
                </a:cubicBezTo>
                <a:cubicBezTo>
                  <a:pt x="60677" y="13781"/>
                  <a:pt x="69110" y="17689"/>
                  <a:pt x="75692" y="26739"/>
                </a:cubicBezTo>
                <a:lnTo>
                  <a:pt x="85976" y="17278"/>
                </a:lnTo>
                <a:cubicBezTo>
                  <a:pt x="78366" y="7405"/>
                  <a:pt x="67670" y="0"/>
                  <a:pt x="49570" y="0"/>
                </a:cubicBezTo>
                <a:cubicBezTo>
                  <a:pt x="19951" y="0"/>
                  <a:pt x="0" y="22625"/>
                  <a:pt x="0" y="52038"/>
                </a:cubicBezTo>
                <a:cubicBezTo>
                  <a:pt x="0" y="81657"/>
                  <a:pt x="19951" y="104282"/>
                  <a:pt x="49570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4A122-A8E9-49AC-BA61-0ABEF1E6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989" y="427798"/>
            <a:ext cx="82685" cy="137192"/>
          </a:xfrm>
          <a:custGeom xmlns:a="http://schemas.openxmlformats.org/drawingml/2006/main">
            <a:pathLst>
              <a:path w="82685" h="137192">
                <a:moveTo>
                  <a:pt x="82685" y="137192"/>
                </a:moveTo>
                <a:lnTo>
                  <a:pt x="82685" y="67053"/>
                </a:lnTo>
                <a:cubicBezTo>
                  <a:pt x="82685" y="45456"/>
                  <a:pt x="71784" y="35378"/>
                  <a:pt x="51010" y="35378"/>
                </a:cubicBezTo>
                <a:cubicBezTo>
                  <a:pt x="35995" y="35378"/>
                  <a:pt x="22420" y="44017"/>
                  <a:pt x="15426" y="52244"/>
                </a:cubicBezTo>
                <a:lnTo>
                  <a:pt x="15426" y="0"/>
                </a:lnTo>
                <a:lnTo>
                  <a:pt x="0" y="0"/>
                </a:lnTo>
                <a:lnTo>
                  <a:pt x="0" y="137192"/>
                </a:lnTo>
                <a:lnTo>
                  <a:pt x="15426" y="137192"/>
                </a:lnTo>
                <a:lnTo>
                  <a:pt x="15426" y="64585"/>
                </a:lnTo>
                <a:cubicBezTo>
                  <a:pt x="21391" y="56563"/>
                  <a:pt x="32910" y="49159"/>
                  <a:pt x="44839" y="49159"/>
                </a:cubicBezTo>
                <a:cubicBezTo>
                  <a:pt x="58209" y="49159"/>
                  <a:pt x="67259" y="54301"/>
                  <a:pt x="67259" y="71784"/>
                </a:cubicBezTo>
                <a:lnTo>
                  <a:pt x="67259" y="137192"/>
                </a:lnTo>
                <a:lnTo>
                  <a:pt x="82685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20B13-D865-4D09-A9A3-EFDFD5B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441" y="464204"/>
            <a:ext cx="22625" cy="102842"/>
          </a:xfrm>
          <a:custGeom xmlns:a="http://schemas.openxmlformats.org/drawingml/2006/main">
            <a:pathLst>
              <a:path w="22625" h="102842">
                <a:moveTo>
                  <a:pt x="11313" y="22625"/>
                </a:moveTo>
                <a:cubicBezTo>
                  <a:pt x="17483" y="22625"/>
                  <a:pt x="22625" y="17483"/>
                  <a:pt x="22625" y="11313"/>
                </a:cubicBezTo>
                <a:cubicBezTo>
                  <a:pt x="22625" y="5142"/>
                  <a:pt x="17483" y="0"/>
                  <a:pt x="11313" y="0"/>
                </a:cubicBezTo>
                <a:cubicBezTo>
                  <a:pt x="5142" y="0"/>
                  <a:pt x="0" y="5142"/>
                  <a:pt x="0" y="11313"/>
                </a:cubicBezTo>
                <a:cubicBezTo>
                  <a:pt x="0" y="17483"/>
                  <a:pt x="5142" y="22625"/>
                  <a:pt x="11313" y="22625"/>
                </a:cubicBezTo>
                <a:close/>
                <a:moveTo>
                  <a:pt x="11313" y="102842"/>
                </a:moveTo>
                <a:cubicBezTo>
                  <a:pt x="17483" y="102842"/>
                  <a:pt x="22625" y="97700"/>
                  <a:pt x="22625" y="91530"/>
                </a:cubicBezTo>
                <a:cubicBezTo>
                  <a:pt x="22625" y="85359"/>
                  <a:pt x="17483" y="80217"/>
                  <a:pt x="11313" y="80217"/>
                </a:cubicBezTo>
                <a:cubicBezTo>
                  <a:pt x="5142" y="80217"/>
                  <a:pt x="0" y="85359"/>
                  <a:pt x="0" y="91530"/>
                </a:cubicBezTo>
                <a:cubicBezTo>
                  <a:pt x="0" y="97700"/>
                  <a:pt x="5142" y="102842"/>
                  <a:pt x="11313" y="1028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82469-098C-4D5A-8073-0802DEC3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140" y="672357"/>
            <a:ext cx="122794" cy="141922"/>
          </a:xfrm>
          <a:custGeom xmlns:a="http://schemas.openxmlformats.org/drawingml/2006/main">
            <a:pathLst>
              <a:path w="122794" h="141922">
                <a:moveTo>
                  <a:pt x="70550" y="141922"/>
                </a:moveTo>
                <a:cubicBezTo>
                  <a:pt x="94821" y="141922"/>
                  <a:pt x="111275" y="130404"/>
                  <a:pt x="122794" y="114772"/>
                </a:cubicBezTo>
                <a:lnTo>
                  <a:pt x="108190" y="106750"/>
                </a:lnTo>
                <a:cubicBezTo>
                  <a:pt x="100374" y="118474"/>
                  <a:pt x="86182" y="126702"/>
                  <a:pt x="70550" y="126702"/>
                </a:cubicBezTo>
                <a:cubicBezTo>
                  <a:pt x="40520" y="126702"/>
                  <a:pt x="17689" y="103459"/>
                  <a:pt x="17689" y="70961"/>
                </a:cubicBezTo>
                <a:cubicBezTo>
                  <a:pt x="17689" y="38257"/>
                  <a:pt x="40520" y="15221"/>
                  <a:pt x="70550" y="15221"/>
                </a:cubicBezTo>
                <a:cubicBezTo>
                  <a:pt x="86182" y="15221"/>
                  <a:pt x="100374" y="23654"/>
                  <a:pt x="108190" y="35172"/>
                </a:cubicBezTo>
                <a:lnTo>
                  <a:pt x="122588" y="27150"/>
                </a:lnTo>
                <a:cubicBezTo>
                  <a:pt x="111687" y="11724"/>
                  <a:pt x="94821" y="0"/>
                  <a:pt x="70550" y="0"/>
                </a:cubicBezTo>
                <a:cubicBezTo>
                  <a:pt x="31058" y="0"/>
                  <a:pt x="0" y="28796"/>
                  <a:pt x="0" y="70961"/>
                </a:cubicBezTo>
                <a:cubicBezTo>
                  <a:pt x="0" y="113127"/>
                  <a:pt x="31058" y="141922"/>
                  <a:pt x="70550" y="141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AAA1F-2928-4ECE-B206-E12DD577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60" y="709997"/>
            <a:ext cx="98317" cy="104282"/>
          </a:xfrm>
          <a:custGeom xmlns:a="http://schemas.openxmlformats.org/drawingml/2006/main">
            <a:pathLst>
              <a:path w="98317" h="104282">
                <a:moveTo>
                  <a:pt x="49159" y="104282"/>
                </a:moveTo>
                <a:cubicBezTo>
                  <a:pt x="79394" y="104282"/>
                  <a:pt x="98317" y="80834"/>
                  <a:pt x="98317" y="52038"/>
                </a:cubicBezTo>
                <a:cubicBezTo>
                  <a:pt x="98317" y="23242"/>
                  <a:pt x="79394" y="0"/>
                  <a:pt x="49159" y="0"/>
                </a:cubicBezTo>
                <a:cubicBezTo>
                  <a:pt x="18923" y="0"/>
                  <a:pt x="0" y="23242"/>
                  <a:pt x="0" y="52038"/>
                </a:cubicBezTo>
                <a:cubicBezTo>
                  <a:pt x="0" y="80834"/>
                  <a:pt x="18923" y="104282"/>
                  <a:pt x="49159" y="104282"/>
                </a:cubicBezTo>
                <a:close/>
                <a:moveTo>
                  <a:pt x="49159" y="90501"/>
                </a:moveTo>
                <a:cubicBezTo>
                  <a:pt x="27973" y="90501"/>
                  <a:pt x="16043" y="72401"/>
                  <a:pt x="16043" y="52038"/>
                </a:cubicBezTo>
                <a:cubicBezTo>
                  <a:pt x="16043" y="31881"/>
                  <a:pt x="27973" y="13781"/>
                  <a:pt x="49159" y="13781"/>
                </a:cubicBezTo>
                <a:cubicBezTo>
                  <a:pt x="70344" y="13781"/>
                  <a:pt x="82068" y="31881"/>
                  <a:pt x="82068" y="52038"/>
                </a:cubicBezTo>
                <a:cubicBezTo>
                  <a:pt x="82068" y="72401"/>
                  <a:pt x="70344" y="90501"/>
                  <a:pt x="49159" y="90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8E6E6-A992-47ED-90F7-33A5334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771" y="709997"/>
            <a:ext cx="82480" cy="101814"/>
          </a:xfrm>
          <a:custGeom xmlns:a="http://schemas.openxmlformats.org/drawingml/2006/main">
            <a:pathLst>
              <a:path w="82480" h="101814">
                <a:moveTo>
                  <a:pt x="82480" y="101814"/>
                </a:moveTo>
                <a:lnTo>
                  <a:pt x="82480" y="32087"/>
                </a:lnTo>
                <a:cubicBezTo>
                  <a:pt x="82480" y="10490"/>
                  <a:pt x="71578" y="0"/>
                  <a:pt x="50804" y="0"/>
                </a:cubicBezTo>
                <a:cubicBezTo>
                  <a:pt x="35995" y="0"/>
                  <a:pt x="22420" y="8639"/>
                  <a:pt x="15426" y="16866"/>
                </a:cubicBezTo>
                <a:lnTo>
                  <a:pt x="15426" y="2468"/>
                </a:lnTo>
                <a:lnTo>
                  <a:pt x="0" y="2468"/>
                </a:lnTo>
                <a:lnTo>
                  <a:pt x="0" y="101814"/>
                </a:lnTo>
                <a:lnTo>
                  <a:pt x="15426" y="101814"/>
                </a:lnTo>
                <a:lnTo>
                  <a:pt x="15426" y="29207"/>
                </a:lnTo>
                <a:cubicBezTo>
                  <a:pt x="21186" y="21186"/>
                  <a:pt x="32704" y="13781"/>
                  <a:pt x="44839" y="13781"/>
                </a:cubicBezTo>
                <a:cubicBezTo>
                  <a:pt x="58209" y="13781"/>
                  <a:pt x="67053" y="19334"/>
                  <a:pt x="67053" y="36818"/>
                </a:cubicBezTo>
                <a:lnTo>
                  <a:pt x="67053" y="101814"/>
                </a:lnTo>
                <a:lnTo>
                  <a:pt x="82480" y="101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EE67E-F784-4945-AB0B-409AD0B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344" y="674620"/>
            <a:ext cx="93175" cy="139660"/>
          </a:xfrm>
          <a:custGeom xmlns:a="http://schemas.openxmlformats.org/drawingml/2006/main">
            <a:pathLst>
              <a:path w="93175" h="139660">
                <a:moveTo>
                  <a:pt x="93175" y="137192"/>
                </a:moveTo>
                <a:lnTo>
                  <a:pt x="93175" y="0"/>
                </a:lnTo>
                <a:lnTo>
                  <a:pt x="77749" y="0"/>
                </a:lnTo>
                <a:lnTo>
                  <a:pt x="77749" y="52861"/>
                </a:lnTo>
                <a:cubicBezTo>
                  <a:pt x="69727" y="41960"/>
                  <a:pt x="57592" y="35378"/>
                  <a:pt x="44222" y="35378"/>
                </a:cubicBezTo>
                <a:cubicBezTo>
                  <a:pt x="18100" y="35378"/>
                  <a:pt x="0" y="55946"/>
                  <a:pt x="0" y="87622"/>
                </a:cubicBezTo>
                <a:cubicBezTo>
                  <a:pt x="0" y="119914"/>
                  <a:pt x="18306" y="139660"/>
                  <a:pt x="44222" y="139660"/>
                </a:cubicBezTo>
                <a:cubicBezTo>
                  <a:pt x="58209" y="139660"/>
                  <a:pt x="70344" y="132461"/>
                  <a:pt x="77749" y="122382"/>
                </a:cubicBezTo>
                <a:lnTo>
                  <a:pt x="77749" y="137192"/>
                </a:lnTo>
                <a:lnTo>
                  <a:pt x="93175" y="137192"/>
                </a:lnTo>
                <a:close/>
                <a:moveTo>
                  <a:pt x="47925" y="125879"/>
                </a:moveTo>
                <a:cubicBezTo>
                  <a:pt x="27973" y="125879"/>
                  <a:pt x="16043" y="109630"/>
                  <a:pt x="16043" y="87622"/>
                </a:cubicBezTo>
                <a:cubicBezTo>
                  <a:pt x="16043" y="65613"/>
                  <a:pt x="27973" y="49159"/>
                  <a:pt x="47925" y="49159"/>
                </a:cubicBezTo>
                <a:cubicBezTo>
                  <a:pt x="60266" y="49159"/>
                  <a:pt x="72195" y="56563"/>
                  <a:pt x="77749" y="65202"/>
                </a:cubicBezTo>
                <a:lnTo>
                  <a:pt x="77749" y="110247"/>
                </a:lnTo>
                <a:cubicBezTo>
                  <a:pt x="72195" y="118886"/>
                  <a:pt x="60266" y="125879"/>
                  <a:pt x="47925" y="125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39EAD-C98A-4982-8588-94839D7D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910" y="717813"/>
            <a:ext cx="90707" cy="50598"/>
          </a:xfrm>
          <a:custGeom xmlns:a="http://schemas.openxmlformats.org/drawingml/2006/main">
            <a:pathLst>
              <a:path w="90707" h="50598">
                <a:moveTo>
                  <a:pt x="90707" y="10901"/>
                </a:moveTo>
                <a:lnTo>
                  <a:pt x="90707" y="0"/>
                </a:lnTo>
                <a:lnTo>
                  <a:pt x="0" y="0"/>
                </a:lnTo>
                <a:lnTo>
                  <a:pt x="0" y="10901"/>
                </a:lnTo>
                <a:lnTo>
                  <a:pt x="90707" y="10901"/>
                </a:lnTo>
                <a:close/>
                <a:moveTo>
                  <a:pt x="90707" y="50598"/>
                </a:moveTo>
                <a:lnTo>
                  <a:pt x="90707" y="39903"/>
                </a:lnTo>
                <a:lnTo>
                  <a:pt x="0" y="39903"/>
                </a:lnTo>
                <a:lnTo>
                  <a:pt x="0" y="50598"/>
                </a:lnTo>
                <a:lnTo>
                  <a:pt x="90707" y="50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0E6CA-EF8B-455E-AF93-84F9B3E4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901" y="674620"/>
            <a:ext cx="49364" cy="137192"/>
          </a:xfrm>
          <a:custGeom xmlns:a="http://schemas.openxmlformats.org/drawingml/2006/main">
            <a:pathLst>
              <a:path w="49364" h="137192">
                <a:moveTo>
                  <a:pt x="49364" y="137192"/>
                </a:moveTo>
                <a:lnTo>
                  <a:pt x="49364" y="0"/>
                </a:lnTo>
                <a:lnTo>
                  <a:pt x="34349" y="0"/>
                </a:lnTo>
                <a:lnTo>
                  <a:pt x="0" y="35378"/>
                </a:lnTo>
                <a:lnTo>
                  <a:pt x="10284" y="45868"/>
                </a:lnTo>
                <a:lnTo>
                  <a:pt x="32293" y="22625"/>
                </a:lnTo>
                <a:lnTo>
                  <a:pt x="32293" y="137192"/>
                </a:lnTo>
                <a:lnTo>
                  <a:pt x="49364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0BC95-498F-4AC0-B703-BD9A250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891" y="674620"/>
            <a:ext cx="101608" cy="137192"/>
          </a:xfrm>
          <a:custGeom xmlns:a="http://schemas.openxmlformats.org/drawingml/2006/main">
            <a:pathLst>
              <a:path w="101608" h="137192">
                <a:moveTo>
                  <a:pt x="82274" y="137192"/>
                </a:moveTo>
                <a:lnTo>
                  <a:pt x="82274" y="102431"/>
                </a:lnTo>
                <a:lnTo>
                  <a:pt x="101608" y="102431"/>
                </a:lnTo>
                <a:lnTo>
                  <a:pt x="101608" y="87416"/>
                </a:lnTo>
                <a:lnTo>
                  <a:pt x="82274" y="87416"/>
                </a:lnTo>
                <a:lnTo>
                  <a:pt x="82274" y="0"/>
                </a:lnTo>
                <a:lnTo>
                  <a:pt x="58826" y="0"/>
                </a:lnTo>
                <a:lnTo>
                  <a:pt x="0" y="88239"/>
                </a:lnTo>
                <a:lnTo>
                  <a:pt x="0" y="102431"/>
                </a:lnTo>
                <a:lnTo>
                  <a:pt x="65202" y="102431"/>
                </a:lnTo>
                <a:lnTo>
                  <a:pt x="65202" y="137192"/>
                </a:lnTo>
                <a:lnTo>
                  <a:pt x="82274" y="137192"/>
                </a:lnTo>
                <a:close/>
                <a:moveTo>
                  <a:pt x="65202" y="87416"/>
                </a:moveTo>
                <a:lnTo>
                  <a:pt x="17072" y="87416"/>
                </a:lnTo>
                <a:lnTo>
                  <a:pt x="65202" y="15838"/>
                </a:lnTo>
                <a:lnTo>
                  <a:pt x="65202" y="874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2F884-D019-454C-ADA6-20268306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140" y="919179"/>
            <a:ext cx="122794" cy="141922"/>
          </a:xfrm>
          <a:custGeom xmlns:a="http://schemas.openxmlformats.org/drawingml/2006/main">
            <a:pathLst>
              <a:path w="122794" h="141922">
                <a:moveTo>
                  <a:pt x="70550" y="141922"/>
                </a:moveTo>
                <a:cubicBezTo>
                  <a:pt x="94821" y="141922"/>
                  <a:pt x="111275" y="130404"/>
                  <a:pt x="122794" y="114772"/>
                </a:cubicBezTo>
                <a:lnTo>
                  <a:pt x="108190" y="106750"/>
                </a:lnTo>
                <a:cubicBezTo>
                  <a:pt x="100374" y="118474"/>
                  <a:pt x="86182" y="126702"/>
                  <a:pt x="70550" y="126702"/>
                </a:cubicBezTo>
                <a:cubicBezTo>
                  <a:pt x="40520" y="126702"/>
                  <a:pt x="17689" y="103459"/>
                  <a:pt x="17689" y="70961"/>
                </a:cubicBezTo>
                <a:cubicBezTo>
                  <a:pt x="17689" y="38257"/>
                  <a:pt x="40520" y="15221"/>
                  <a:pt x="70550" y="15221"/>
                </a:cubicBezTo>
                <a:cubicBezTo>
                  <a:pt x="86182" y="15221"/>
                  <a:pt x="100374" y="23654"/>
                  <a:pt x="108190" y="35172"/>
                </a:cubicBezTo>
                <a:lnTo>
                  <a:pt x="122588" y="27150"/>
                </a:lnTo>
                <a:cubicBezTo>
                  <a:pt x="111687" y="11724"/>
                  <a:pt x="94821" y="0"/>
                  <a:pt x="70550" y="0"/>
                </a:cubicBezTo>
                <a:cubicBezTo>
                  <a:pt x="31058" y="0"/>
                  <a:pt x="0" y="28796"/>
                  <a:pt x="0" y="70961"/>
                </a:cubicBezTo>
                <a:cubicBezTo>
                  <a:pt x="0" y="113127"/>
                  <a:pt x="31058" y="141922"/>
                  <a:pt x="70550" y="141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06240-12F5-4475-96A1-C7E3E75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566" y="956819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330A4-0CD6-4F53-92C9-61DF9DB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876" y="956819"/>
            <a:ext cx="79189" cy="104282"/>
          </a:xfrm>
          <a:custGeom xmlns:a="http://schemas.openxmlformats.org/drawingml/2006/main">
            <a:pathLst>
              <a:path w="79189" h="104282">
                <a:moveTo>
                  <a:pt x="40109" y="104282"/>
                </a:moveTo>
                <a:cubicBezTo>
                  <a:pt x="65819" y="104282"/>
                  <a:pt x="79189" y="90913"/>
                  <a:pt x="79189" y="74252"/>
                </a:cubicBezTo>
                <a:cubicBezTo>
                  <a:pt x="79189" y="35583"/>
                  <a:pt x="17689" y="49981"/>
                  <a:pt x="17689" y="28179"/>
                </a:cubicBezTo>
                <a:cubicBezTo>
                  <a:pt x="17689" y="19334"/>
                  <a:pt x="26122" y="12547"/>
                  <a:pt x="39697" y="12547"/>
                </a:cubicBezTo>
                <a:cubicBezTo>
                  <a:pt x="52450" y="12547"/>
                  <a:pt x="63351" y="17895"/>
                  <a:pt x="69316" y="25094"/>
                </a:cubicBezTo>
                <a:lnTo>
                  <a:pt x="76515" y="14398"/>
                </a:lnTo>
                <a:cubicBezTo>
                  <a:pt x="68493" y="6376"/>
                  <a:pt x="56563" y="0"/>
                  <a:pt x="39697" y="0"/>
                </a:cubicBezTo>
                <a:cubicBezTo>
                  <a:pt x="16043" y="0"/>
                  <a:pt x="2674" y="13164"/>
                  <a:pt x="2674" y="28590"/>
                </a:cubicBezTo>
                <a:cubicBezTo>
                  <a:pt x="2674" y="65408"/>
                  <a:pt x="64174" y="50598"/>
                  <a:pt x="64174" y="74664"/>
                </a:cubicBezTo>
                <a:cubicBezTo>
                  <a:pt x="64174" y="84536"/>
                  <a:pt x="55946" y="91735"/>
                  <a:pt x="40726" y="91735"/>
                </a:cubicBezTo>
                <a:cubicBezTo>
                  <a:pt x="27150" y="91735"/>
                  <a:pt x="14604" y="85153"/>
                  <a:pt x="8022" y="77543"/>
                </a:cubicBezTo>
                <a:lnTo>
                  <a:pt x="0" y="88650"/>
                </a:lnTo>
                <a:cubicBezTo>
                  <a:pt x="10079" y="99346"/>
                  <a:pt x="23859" y="104282"/>
                  <a:pt x="40109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852EC-E2B8-4FAA-B05A-1081CA0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399" y="956819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B29E7-F8C7-42D9-965E-F23D2E76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320" y="956819"/>
            <a:ext cx="79189" cy="104282"/>
          </a:xfrm>
          <a:custGeom xmlns:a="http://schemas.openxmlformats.org/drawingml/2006/main">
            <a:pathLst>
              <a:path w="79189" h="104282">
                <a:moveTo>
                  <a:pt x="40109" y="104282"/>
                </a:moveTo>
                <a:cubicBezTo>
                  <a:pt x="65819" y="104282"/>
                  <a:pt x="79189" y="90913"/>
                  <a:pt x="79189" y="74252"/>
                </a:cubicBezTo>
                <a:cubicBezTo>
                  <a:pt x="79189" y="35583"/>
                  <a:pt x="17689" y="49981"/>
                  <a:pt x="17689" y="28179"/>
                </a:cubicBezTo>
                <a:cubicBezTo>
                  <a:pt x="17689" y="19334"/>
                  <a:pt x="26122" y="12547"/>
                  <a:pt x="39697" y="12547"/>
                </a:cubicBezTo>
                <a:cubicBezTo>
                  <a:pt x="52450" y="12547"/>
                  <a:pt x="63351" y="17895"/>
                  <a:pt x="69316" y="25094"/>
                </a:cubicBezTo>
                <a:lnTo>
                  <a:pt x="76515" y="14398"/>
                </a:lnTo>
                <a:cubicBezTo>
                  <a:pt x="68493" y="6376"/>
                  <a:pt x="56563" y="0"/>
                  <a:pt x="39697" y="0"/>
                </a:cubicBezTo>
                <a:cubicBezTo>
                  <a:pt x="16043" y="0"/>
                  <a:pt x="2674" y="13164"/>
                  <a:pt x="2674" y="28590"/>
                </a:cubicBezTo>
                <a:cubicBezTo>
                  <a:pt x="2674" y="65408"/>
                  <a:pt x="64174" y="50598"/>
                  <a:pt x="64174" y="74664"/>
                </a:cubicBezTo>
                <a:cubicBezTo>
                  <a:pt x="64174" y="84536"/>
                  <a:pt x="55946" y="91735"/>
                  <a:pt x="40726" y="91735"/>
                </a:cubicBezTo>
                <a:cubicBezTo>
                  <a:pt x="27150" y="91735"/>
                  <a:pt x="14604" y="85153"/>
                  <a:pt x="8022" y="77543"/>
                </a:cubicBezTo>
                <a:lnTo>
                  <a:pt x="0" y="88650"/>
                </a:lnTo>
                <a:cubicBezTo>
                  <a:pt x="10079" y="99346"/>
                  <a:pt x="23859" y="104282"/>
                  <a:pt x="40109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77FB1-67AC-4305-965A-11A4B39B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141" y="964635"/>
            <a:ext cx="90707" cy="50598"/>
          </a:xfrm>
          <a:custGeom xmlns:a="http://schemas.openxmlformats.org/drawingml/2006/main">
            <a:pathLst>
              <a:path w="90707" h="50598">
                <a:moveTo>
                  <a:pt x="90707" y="10901"/>
                </a:moveTo>
                <a:lnTo>
                  <a:pt x="90707" y="0"/>
                </a:lnTo>
                <a:lnTo>
                  <a:pt x="0" y="0"/>
                </a:lnTo>
                <a:lnTo>
                  <a:pt x="0" y="10901"/>
                </a:lnTo>
                <a:lnTo>
                  <a:pt x="90707" y="10901"/>
                </a:lnTo>
                <a:close/>
                <a:moveTo>
                  <a:pt x="90707" y="50598"/>
                </a:moveTo>
                <a:lnTo>
                  <a:pt x="90707" y="39903"/>
                </a:lnTo>
                <a:lnTo>
                  <a:pt x="0" y="39903"/>
                </a:lnTo>
                <a:lnTo>
                  <a:pt x="0" y="50598"/>
                </a:lnTo>
                <a:lnTo>
                  <a:pt x="90707" y="50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BFE23-8496-4C8B-93C2-3EFD60A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040" y="919179"/>
            <a:ext cx="38257" cy="178534"/>
          </a:xfrm>
          <a:custGeom xmlns:a="http://schemas.openxmlformats.org/drawingml/2006/main">
            <a:pathLst>
              <a:path w="38257" h="178534">
                <a:moveTo>
                  <a:pt x="38257" y="178534"/>
                </a:moveTo>
                <a:lnTo>
                  <a:pt x="38257" y="167222"/>
                </a:lnTo>
                <a:lnTo>
                  <a:pt x="11930" y="167222"/>
                </a:lnTo>
                <a:lnTo>
                  <a:pt x="11930" y="11313"/>
                </a:lnTo>
                <a:lnTo>
                  <a:pt x="38257" y="11313"/>
                </a:lnTo>
                <a:lnTo>
                  <a:pt x="38257" y="0"/>
                </a:lnTo>
                <a:lnTo>
                  <a:pt x="0" y="0"/>
                </a:lnTo>
                <a:lnTo>
                  <a:pt x="0" y="178534"/>
                </a:lnTo>
                <a:lnTo>
                  <a:pt x="38257" y="178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A14F1-1BAC-404D-B4BB-F89CF71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283" y="919384"/>
            <a:ext cx="104899" cy="141717"/>
          </a:xfrm>
          <a:custGeom xmlns:a="http://schemas.openxmlformats.org/drawingml/2006/main">
            <a:pathLst>
              <a:path w="104899" h="141717">
                <a:moveTo>
                  <a:pt x="52450" y="141717"/>
                </a:moveTo>
                <a:cubicBezTo>
                  <a:pt x="89884" y="141717"/>
                  <a:pt x="104899" y="104076"/>
                  <a:pt x="104899" y="70756"/>
                </a:cubicBezTo>
                <a:cubicBezTo>
                  <a:pt x="104899" y="37229"/>
                  <a:pt x="89884" y="0"/>
                  <a:pt x="52450" y="0"/>
                </a:cubicBezTo>
                <a:cubicBezTo>
                  <a:pt x="14809" y="0"/>
                  <a:pt x="0" y="37229"/>
                  <a:pt x="0" y="70756"/>
                </a:cubicBezTo>
                <a:cubicBezTo>
                  <a:pt x="0" y="104076"/>
                  <a:pt x="14809" y="141717"/>
                  <a:pt x="52450" y="141717"/>
                </a:cubicBezTo>
                <a:close/>
                <a:moveTo>
                  <a:pt x="52450" y="126496"/>
                </a:moveTo>
                <a:cubicBezTo>
                  <a:pt x="26328" y="126496"/>
                  <a:pt x="17483" y="98112"/>
                  <a:pt x="17483" y="70756"/>
                </a:cubicBezTo>
                <a:cubicBezTo>
                  <a:pt x="17483" y="43399"/>
                  <a:pt x="26328" y="15221"/>
                  <a:pt x="52450" y="15221"/>
                </a:cubicBezTo>
                <a:cubicBezTo>
                  <a:pt x="78572" y="15221"/>
                  <a:pt x="87416" y="43399"/>
                  <a:pt x="87416" y="70756"/>
                </a:cubicBezTo>
                <a:cubicBezTo>
                  <a:pt x="87416" y="98112"/>
                  <a:pt x="78572" y="126496"/>
                  <a:pt x="52450" y="126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94504-16F4-488A-BC8B-1B7E35E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020" y="1038065"/>
            <a:ext cx="24476" cy="46690"/>
          </a:xfrm>
          <a:custGeom xmlns:a="http://schemas.openxmlformats.org/drawingml/2006/main">
            <a:pathLst>
              <a:path w="24476" h="46690">
                <a:moveTo>
                  <a:pt x="24476" y="15632"/>
                </a:moveTo>
                <a:cubicBezTo>
                  <a:pt x="24476" y="5759"/>
                  <a:pt x="18306" y="0"/>
                  <a:pt x="11518" y="0"/>
                </a:cubicBezTo>
                <a:cubicBezTo>
                  <a:pt x="5348" y="0"/>
                  <a:pt x="617" y="5142"/>
                  <a:pt x="617" y="11107"/>
                </a:cubicBezTo>
                <a:cubicBezTo>
                  <a:pt x="617" y="17278"/>
                  <a:pt x="4731" y="21597"/>
                  <a:pt x="10490" y="21597"/>
                </a:cubicBezTo>
                <a:cubicBezTo>
                  <a:pt x="11518" y="21597"/>
                  <a:pt x="12958" y="21391"/>
                  <a:pt x="13370" y="21186"/>
                </a:cubicBezTo>
                <a:cubicBezTo>
                  <a:pt x="12547" y="27973"/>
                  <a:pt x="6582" y="35995"/>
                  <a:pt x="0" y="40314"/>
                </a:cubicBezTo>
                <a:lnTo>
                  <a:pt x="7610" y="46690"/>
                </a:lnTo>
                <a:cubicBezTo>
                  <a:pt x="17072" y="39903"/>
                  <a:pt x="24476" y="28179"/>
                  <a:pt x="24476" y="156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24803-6D93-419D-BDC9-F126D8E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990" y="921441"/>
            <a:ext cx="49364" cy="137192"/>
          </a:xfrm>
          <a:custGeom xmlns:a="http://schemas.openxmlformats.org/drawingml/2006/main">
            <a:pathLst>
              <a:path w="49364" h="137192">
                <a:moveTo>
                  <a:pt x="49364" y="137192"/>
                </a:moveTo>
                <a:lnTo>
                  <a:pt x="49364" y="0"/>
                </a:lnTo>
                <a:lnTo>
                  <a:pt x="34349" y="0"/>
                </a:lnTo>
                <a:lnTo>
                  <a:pt x="0" y="35378"/>
                </a:lnTo>
                <a:lnTo>
                  <a:pt x="10284" y="45868"/>
                </a:lnTo>
                <a:lnTo>
                  <a:pt x="32293" y="22625"/>
                </a:lnTo>
                <a:lnTo>
                  <a:pt x="32293" y="137192"/>
                </a:lnTo>
                <a:lnTo>
                  <a:pt x="49364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7B240-3957-4EFB-A7C7-93DA243C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122" y="1038065"/>
            <a:ext cx="24476" cy="46690"/>
          </a:xfrm>
          <a:custGeom xmlns:a="http://schemas.openxmlformats.org/drawingml/2006/main">
            <a:pathLst>
              <a:path w="24476" h="46690">
                <a:moveTo>
                  <a:pt x="24476" y="15632"/>
                </a:moveTo>
                <a:cubicBezTo>
                  <a:pt x="24476" y="5759"/>
                  <a:pt x="18306" y="0"/>
                  <a:pt x="11518" y="0"/>
                </a:cubicBezTo>
                <a:cubicBezTo>
                  <a:pt x="5348" y="0"/>
                  <a:pt x="617" y="5142"/>
                  <a:pt x="617" y="11107"/>
                </a:cubicBezTo>
                <a:cubicBezTo>
                  <a:pt x="617" y="17278"/>
                  <a:pt x="4731" y="21597"/>
                  <a:pt x="10490" y="21597"/>
                </a:cubicBezTo>
                <a:cubicBezTo>
                  <a:pt x="11518" y="21597"/>
                  <a:pt x="12958" y="21391"/>
                  <a:pt x="13370" y="21186"/>
                </a:cubicBezTo>
                <a:cubicBezTo>
                  <a:pt x="12547" y="27973"/>
                  <a:pt x="6582" y="35995"/>
                  <a:pt x="0" y="40314"/>
                </a:cubicBezTo>
                <a:lnTo>
                  <a:pt x="7610" y="46690"/>
                </a:lnTo>
                <a:cubicBezTo>
                  <a:pt x="17072" y="39903"/>
                  <a:pt x="24476" y="28179"/>
                  <a:pt x="24476" y="156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9B943-90A9-4404-AF0A-0EC7ED43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354" y="921441"/>
            <a:ext cx="101608" cy="137192"/>
          </a:xfrm>
          <a:custGeom xmlns:a="http://schemas.openxmlformats.org/drawingml/2006/main">
            <a:pathLst>
              <a:path w="101608" h="137192">
                <a:moveTo>
                  <a:pt x="82274" y="137192"/>
                </a:moveTo>
                <a:lnTo>
                  <a:pt x="82274" y="102431"/>
                </a:lnTo>
                <a:lnTo>
                  <a:pt x="101608" y="102431"/>
                </a:lnTo>
                <a:lnTo>
                  <a:pt x="101608" y="87416"/>
                </a:lnTo>
                <a:lnTo>
                  <a:pt x="82274" y="87416"/>
                </a:lnTo>
                <a:lnTo>
                  <a:pt x="82274" y="0"/>
                </a:lnTo>
                <a:lnTo>
                  <a:pt x="58826" y="0"/>
                </a:lnTo>
                <a:lnTo>
                  <a:pt x="0" y="88239"/>
                </a:lnTo>
                <a:lnTo>
                  <a:pt x="0" y="102431"/>
                </a:lnTo>
                <a:lnTo>
                  <a:pt x="65202" y="102431"/>
                </a:lnTo>
                <a:lnTo>
                  <a:pt x="65202" y="137192"/>
                </a:lnTo>
                <a:lnTo>
                  <a:pt x="82274" y="137192"/>
                </a:lnTo>
                <a:close/>
                <a:moveTo>
                  <a:pt x="65202" y="87416"/>
                </a:moveTo>
                <a:lnTo>
                  <a:pt x="17072" y="87416"/>
                </a:lnTo>
                <a:lnTo>
                  <a:pt x="65202" y="15838"/>
                </a:lnTo>
                <a:lnTo>
                  <a:pt x="65202" y="874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0E338-EBA4-40B0-AA17-4198B4B9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269" y="1038065"/>
            <a:ext cx="24476" cy="46690"/>
          </a:xfrm>
          <a:custGeom xmlns:a="http://schemas.openxmlformats.org/drawingml/2006/main">
            <a:pathLst>
              <a:path w="24476" h="46690">
                <a:moveTo>
                  <a:pt x="24476" y="15632"/>
                </a:moveTo>
                <a:cubicBezTo>
                  <a:pt x="24476" y="5759"/>
                  <a:pt x="18306" y="0"/>
                  <a:pt x="11518" y="0"/>
                </a:cubicBezTo>
                <a:cubicBezTo>
                  <a:pt x="5348" y="0"/>
                  <a:pt x="617" y="5142"/>
                  <a:pt x="617" y="11107"/>
                </a:cubicBezTo>
                <a:cubicBezTo>
                  <a:pt x="617" y="17278"/>
                  <a:pt x="4731" y="21597"/>
                  <a:pt x="10490" y="21597"/>
                </a:cubicBezTo>
                <a:cubicBezTo>
                  <a:pt x="11518" y="21597"/>
                  <a:pt x="12958" y="21391"/>
                  <a:pt x="13370" y="21186"/>
                </a:cubicBezTo>
                <a:cubicBezTo>
                  <a:pt x="12547" y="27973"/>
                  <a:pt x="6582" y="35995"/>
                  <a:pt x="0" y="40314"/>
                </a:cubicBezTo>
                <a:lnTo>
                  <a:pt x="7610" y="46690"/>
                </a:lnTo>
                <a:cubicBezTo>
                  <a:pt x="17072" y="39903"/>
                  <a:pt x="24476" y="28179"/>
                  <a:pt x="24476" y="156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19782-F37F-4E4D-A34A-AE0F34B4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39" y="921441"/>
            <a:ext cx="49364" cy="137192"/>
          </a:xfrm>
          <a:custGeom xmlns:a="http://schemas.openxmlformats.org/drawingml/2006/main">
            <a:pathLst>
              <a:path w="49364" h="137192">
                <a:moveTo>
                  <a:pt x="49364" y="137192"/>
                </a:moveTo>
                <a:lnTo>
                  <a:pt x="49364" y="0"/>
                </a:lnTo>
                <a:lnTo>
                  <a:pt x="34349" y="0"/>
                </a:lnTo>
                <a:lnTo>
                  <a:pt x="0" y="35378"/>
                </a:lnTo>
                <a:lnTo>
                  <a:pt x="10284" y="45868"/>
                </a:lnTo>
                <a:lnTo>
                  <a:pt x="32293" y="22625"/>
                </a:lnTo>
                <a:lnTo>
                  <a:pt x="32293" y="137192"/>
                </a:lnTo>
                <a:lnTo>
                  <a:pt x="49364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19F23-4D2A-427E-9660-B357DF41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222" y="921441"/>
            <a:ext cx="97083" cy="139660"/>
          </a:xfrm>
          <a:custGeom xmlns:a="http://schemas.openxmlformats.org/drawingml/2006/main">
            <a:pathLst>
              <a:path w="97083" h="139660">
                <a:moveTo>
                  <a:pt x="48336" y="139660"/>
                </a:moveTo>
                <a:cubicBezTo>
                  <a:pt x="75898" y="139660"/>
                  <a:pt x="97083" y="122382"/>
                  <a:pt x="97083" y="94409"/>
                </a:cubicBezTo>
                <a:cubicBezTo>
                  <a:pt x="97083" y="66230"/>
                  <a:pt x="76309" y="50598"/>
                  <a:pt x="53478" y="50598"/>
                </a:cubicBezTo>
                <a:cubicBezTo>
                  <a:pt x="39697" y="50598"/>
                  <a:pt x="27973" y="56358"/>
                  <a:pt x="21391" y="62940"/>
                </a:cubicBezTo>
                <a:lnTo>
                  <a:pt x="21391" y="15221"/>
                </a:lnTo>
                <a:lnTo>
                  <a:pt x="88239" y="15221"/>
                </a:lnTo>
                <a:lnTo>
                  <a:pt x="88239" y="0"/>
                </a:lnTo>
                <a:lnTo>
                  <a:pt x="4319" y="0"/>
                </a:lnTo>
                <a:lnTo>
                  <a:pt x="4319" y="74047"/>
                </a:lnTo>
                <a:lnTo>
                  <a:pt x="16866" y="78366"/>
                </a:lnTo>
                <a:cubicBezTo>
                  <a:pt x="26122" y="69316"/>
                  <a:pt x="36406" y="65408"/>
                  <a:pt x="48542" y="65408"/>
                </a:cubicBezTo>
                <a:cubicBezTo>
                  <a:pt x="67053" y="65408"/>
                  <a:pt x="80011" y="76926"/>
                  <a:pt x="80011" y="95026"/>
                </a:cubicBezTo>
                <a:cubicBezTo>
                  <a:pt x="80011" y="111687"/>
                  <a:pt x="67053" y="124439"/>
                  <a:pt x="48336" y="124439"/>
                </a:cubicBezTo>
                <a:cubicBezTo>
                  <a:pt x="31470" y="124439"/>
                  <a:pt x="19540" y="117857"/>
                  <a:pt x="10490" y="106339"/>
                </a:cubicBezTo>
                <a:lnTo>
                  <a:pt x="0" y="117652"/>
                </a:lnTo>
                <a:cubicBezTo>
                  <a:pt x="10284" y="131227"/>
                  <a:pt x="25094" y="139660"/>
                  <a:pt x="48336" y="1396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3157D-295F-4CDC-8FB3-43A6B2A6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497" y="919179"/>
            <a:ext cx="38257" cy="178534"/>
          </a:xfrm>
          <a:custGeom xmlns:a="http://schemas.openxmlformats.org/drawingml/2006/main">
            <a:pathLst>
              <a:path w="38257" h="178534">
                <a:moveTo>
                  <a:pt x="38257" y="178534"/>
                </a:moveTo>
                <a:lnTo>
                  <a:pt x="38257" y="0"/>
                </a:lnTo>
                <a:lnTo>
                  <a:pt x="0" y="0"/>
                </a:lnTo>
                <a:lnTo>
                  <a:pt x="0" y="11313"/>
                </a:lnTo>
                <a:lnTo>
                  <a:pt x="26328" y="11313"/>
                </a:lnTo>
                <a:lnTo>
                  <a:pt x="26328" y="167222"/>
                </a:lnTo>
                <a:lnTo>
                  <a:pt x="0" y="167222"/>
                </a:lnTo>
                <a:lnTo>
                  <a:pt x="0" y="178534"/>
                </a:lnTo>
                <a:lnTo>
                  <a:pt x="38257" y="178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B196E-C274-42AB-ABD5-9F3D3C7A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4" y="1168263"/>
            <a:ext cx="98112" cy="137192"/>
          </a:xfrm>
          <a:custGeom xmlns:a="http://schemas.openxmlformats.org/drawingml/2006/main">
            <a:pathLst>
              <a:path w="98112" h="137192">
                <a:moveTo>
                  <a:pt x="17072" y="137192"/>
                </a:moveTo>
                <a:lnTo>
                  <a:pt x="17072" y="82685"/>
                </a:lnTo>
                <a:lnTo>
                  <a:pt x="55124" y="82685"/>
                </a:lnTo>
                <a:cubicBezTo>
                  <a:pt x="82274" y="82685"/>
                  <a:pt x="98112" y="63762"/>
                  <a:pt x="98112" y="41343"/>
                </a:cubicBezTo>
                <a:cubicBezTo>
                  <a:pt x="98112" y="18923"/>
                  <a:pt x="82685" y="0"/>
                  <a:pt x="55124" y="0"/>
                </a:cubicBezTo>
                <a:lnTo>
                  <a:pt x="0" y="0"/>
                </a:lnTo>
                <a:lnTo>
                  <a:pt x="0" y="137192"/>
                </a:lnTo>
                <a:lnTo>
                  <a:pt x="17072" y="137192"/>
                </a:lnTo>
                <a:close/>
                <a:moveTo>
                  <a:pt x="53067" y="67465"/>
                </a:moveTo>
                <a:lnTo>
                  <a:pt x="17072" y="67465"/>
                </a:lnTo>
                <a:lnTo>
                  <a:pt x="17072" y="15221"/>
                </a:lnTo>
                <a:lnTo>
                  <a:pt x="53067" y="15221"/>
                </a:lnTo>
                <a:cubicBezTo>
                  <a:pt x="69316" y="15221"/>
                  <a:pt x="80423" y="25916"/>
                  <a:pt x="80423" y="41343"/>
                </a:cubicBezTo>
                <a:cubicBezTo>
                  <a:pt x="80423" y="56769"/>
                  <a:pt x="69316" y="67465"/>
                  <a:pt x="53067" y="674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39D2E-1FDF-44B9-9356-79D913A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877" y="1166001"/>
            <a:ext cx="122794" cy="141922"/>
          </a:xfrm>
          <a:custGeom xmlns:a="http://schemas.openxmlformats.org/drawingml/2006/main">
            <a:pathLst>
              <a:path w="122794" h="141922">
                <a:moveTo>
                  <a:pt x="70550" y="141922"/>
                </a:moveTo>
                <a:cubicBezTo>
                  <a:pt x="94821" y="141922"/>
                  <a:pt x="111275" y="130404"/>
                  <a:pt x="122794" y="114772"/>
                </a:cubicBezTo>
                <a:lnTo>
                  <a:pt x="108190" y="106750"/>
                </a:lnTo>
                <a:cubicBezTo>
                  <a:pt x="100374" y="118474"/>
                  <a:pt x="86182" y="126702"/>
                  <a:pt x="70550" y="126702"/>
                </a:cubicBezTo>
                <a:cubicBezTo>
                  <a:pt x="40520" y="126702"/>
                  <a:pt x="17689" y="103459"/>
                  <a:pt x="17689" y="70961"/>
                </a:cubicBezTo>
                <a:cubicBezTo>
                  <a:pt x="17689" y="38257"/>
                  <a:pt x="40520" y="15221"/>
                  <a:pt x="70550" y="15221"/>
                </a:cubicBezTo>
                <a:cubicBezTo>
                  <a:pt x="86182" y="15221"/>
                  <a:pt x="100374" y="23654"/>
                  <a:pt x="108190" y="35172"/>
                </a:cubicBezTo>
                <a:lnTo>
                  <a:pt x="122588" y="27150"/>
                </a:lnTo>
                <a:cubicBezTo>
                  <a:pt x="111687" y="11724"/>
                  <a:pt x="94821" y="0"/>
                  <a:pt x="70550" y="0"/>
                </a:cubicBezTo>
                <a:cubicBezTo>
                  <a:pt x="31058" y="0"/>
                  <a:pt x="0" y="28796"/>
                  <a:pt x="0" y="70961"/>
                </a:cubicBezTo>
                <a:cubicBezTo>
                  <a:pt x="0" y="113127"/>
                  <a:pt x="31058" y="141922"/>
                  <a:pt x="70550" y="141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A01AD-3BB8-48E9-A102-38373351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394" y="1211457"/>
            <a:ext cx="90707" cy="50598"/>
          </a:xfrm>
          <a:custGeom xmlns:a="http://schemas.openxmlformats.org/drawingml/2006/main">
            <a:pathLst>
              <a:path w="90707" h="50598">
                <a:moveTo>
                  <a:pt x="90707" y="10901"/>
                </a:moveTo>
                <a:lnTo>
                  <a:pt x="90707" y="0"/>
                </a:lnTo>
                <a:lnTo>
                  <a:pt x="0" y="0"/>
                </a:lnTo>
                <a:lnTo>
                  <a:pt x="0" y="10901"/>
                </a:lnTo>
                <a:lnTo>
                  <a:pt x="90707" y="10901"/>
                </a:lnTo>
                <a:close/>
                <a:moveTo>
                  <a:pt x="90707" y="50598"/>
                </a:moveTo>
                <a:lnTo>
                  <a:pt x="90707" y="39903"/>
                </a:lnTo>
                <a:lnTo>
                  <a:pt x="0" y="39903"/>
                </a:lnTo>
                <a:lnTo>
                  <a:pt x="0" y="50598"/>
                </a:lnTo>
                <a:lnTo>
                  <a:pt x="90707" y="50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0x404a1c">
            <a:extLst xmlns:a="http://schemas.openxmlformats.org/drawingml/2006/main">
              <a:ext uri="{FF2B5EF4-FFF2-40B4-BE49-F238E27FC236}">
                <a16:creationId xmlns:a16="http://schemas.microsoft.com/office/drawing/2014/main" id="{79B8525E-EBDA-4D2C-B428-E254A68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366" y="1152014"/>
            <a:ext cx="798469" cy="155086"/>
          </a:xfrm>
          <a:custGeom xmlns:a="http://schemas.openxmlformats.org/drawingml/2006/main">
            <a:pathLst>
              <a:path w="798469" h="155086">
                <a:moveTo>
                  <a:pt x="39903" y="155086"/>
                </a:moveTo>
                <a:cubicBezTo>
                  <a:pt x="36202" y="155086"/>
                  <a:pt x="32499" y="154708"/>
                  <a:pt x="28796" y="153953"/>
                </a:cubicBezTo>
                <a:cubicBezTo>
                  <a:pt x="25094" y="153200"/>
                  <a:pt x="21666" y="151932"/>
                  <a:pt x="18511" y="150149"/>
                </a:cubicBezTo>
                <a:cubicBezTo>
                  <a:pt x="15358" y="148366"/>
                  <a:pt x="12512" y="146070"/>
                  <a:pt x="9974" y="143260"/>
                </a:cubicBezTo>
                <a:cubicBezTo>
                  <a:pt x="7438" y="140448"/>
                  <a:pt x="5416" y="137363"/>
                  <a:pt x="3907" y="134005"/>
                </a:cubicBezTo>
                <a:cubicBezTo>
                  <a:pt x="2399" y="130644"/>
                  <a:pt x="1370" y="127113"/>
                  <a:pt x="822" y="123412"/>
                </a:cubicBezTo>
                <a:cubicBezTo>
                  <a:pt x="274" y="119709"/>
                  <a:pt x="0" y="116006"/>
                  <a:pt x="0" y="112305"/>
                </a:cubicBezTo>
                <a:lnTo>
                  <a:pt x="0" y="43399"/>
                </a:lnTo>
                <a:cubicBezTo>
                  <a:pt x="0" y="39698"/>
                  <a:pt x="274" y="35996"/>
                  <a:pt x="822" y="32295"/>
                </a:cubicBezTo>
                <a:cubicBezTo>
                  <a:pt x="1370" y="28592"/>
                  <a:pt x="2399" y="25061"/>
                  <a:pt x="3907" y="21703"/>
                </a:cubicBezTo>
                <a:cubicBezTo>
                  <a:pt x="5416" y="18342"/>
                  <a:pt x="7438" y="15257"/>
                  <a:pt x="9974" y="12447"/>
                </a:cubicBezTo>
                <a:cubicBezTo>
                  <a:pt x="12512" y="9635"/>
                  <a:pt x="15392" y="7338"/>
                  <a:pt x="18614" y="5555"/>
                </a:cubicBezTo>
                <a:cubicBezTo>
                  <a:pt x="21837" y="3772"/>
                  <a:pt x="25265" y="2401"/>
                  <a:pt x="28899" y="1441"/>
                </a:cubicBezTo>
                <a:cubicBezTo>
                  <a:pt x="32534" y="480"/>
                  <a:pt x="36202" y="0"/>
                  <a:pt x="39903" y="0"/>
                </a:cubicBezTo>
                <a:cubicBezTo>
                  <a:pt x="43604" y="0"/>
                  <a:pt x="47272" y="480"/>
                  <a:pt x="50906" y="1441"/>
                </a:cubicBezTo>
                <a:cubicBezTo>
                  <a:pt x="54541" y="2401"/>
                  <a:pt x="57969" y="3772"/>
                  <a:pt x="61191" y="5555"/>
                </a:cubicBezTo>
                <a:cubicBezTo>
                  <a:pt x="64414" y="7338"/>
                  <a:pt x="67293" y="9635"/>
                  <a:pt x="69828" y="12447"/>
                </a:cubicBezTo>
                <a:cubicBezTo>
                  <a:pt x="72366" y="15257"/>
                  <a:pt x="74390" y="18342"/>
                  <a:pt x="75898" y="21703"/>
                </a:cubicBezTo>
                <a:cubicBezTo>
                  <a:pt x="77407" y="25061"/>
                  <a:pt x="78435" y="28592"/>
                  <a:pt x="78984" y="32295"/>
                </a:cubicBezTo>
                <a:cubicBezTo>
                  <a:pt x="79532" y="35996"/>
                  <a:pt x="79806" y="39698"/>
                  <a:pt x="79806" y="43399"/>
                </a:cubicBezTo>
                <a:lnTo>
                  <a:pt x="79806" y="112305"/>
                </a:lnTo>
                <a:cubicBezTo>
                  <a:pt x="79806" y="116006"/>
                  <a:pt x="79532" y="119709"/>
                  <a:pt x="78984" y="123412"/>
                </a:cubicBezTo>
                <a:cubicBezTo>
                  <a:pt x="78435" y="127113"/>
                  <a:pt x="77407" y="130644"/>
                  <a:pt x="75898" y="134005"/>
                </a:cubicBezTo>
                <a:cubicBezTo>
                  <a:pt x="74390" y="137363"/>
                  <a:pt x="72366" y="140448"/>
                  <a:pt x="69828" y="143260"/>
                </a:cubicBezTo>
                <a:cubicBezTo>
                  <a:pt x="67293" y="146070"/>
                  <a:pt x="64447" y="148366"/>
                  <a:pt x="61292" y="150149"/>
                </a:cubicBezTo>
                <a:cubicBezTo>
                  <a:pt x="58139" y="151932"/>
                  <a:pt x="54710" y="153200"/>
                  <a:pt x="51007" y="153953"/>
                </a:cubicBezTo>
                <a:cubicBezTo>
                  <a:pt x="47306" y="154708"/>
                  <a:pt x="43604" y="155086"/>
                  <a:pt x="39903" y="155086"/>
                </a:cubicBezTo>
                <a:moveTo>
                  <a:pt x="16044" y="88035"/>
                </a:moveTo>
                <a:lnTo>
                  <a:pt x="63762" y="49981"/>
                </a:lnTo>
                <a:lnTo>
                  <a:pt x="63762" y="43399"/>
                </a:lnTo>
                <a:cubicBezTo>
                  <a:pt x="63762" y="41068"/>
                  <a:pt x="63625" y="38737"/>
                  <a:pt x="63351" y="36407"/>
                </a:cubicBezTo>
                <a:cubicBezTo>
                  <a:pt x="63077" y="34076"/>
                  <a:pt x="62494" y="31779"/>
                  <a:pt x="61602" y="29518"/>
                </a:cubicBezTo>
                <a:cubicBezTo>
                  <a:pt x="60711" y="27254"/>
                  <a:pt x="59579" y="25162"/>
                  <a:pt x="58207" y="23244"/>
                </a:cubicBezTo>
                <a:cubicBezTo>
                  <a:pt x="56836" y="21323"/>
                  <a:pt x="55157" y="19746"/>
                  <a:pt x="53169" y="18514"/>
                </a:cubicBezTo>
                <a:cubicBezTo>
                  <a:pt x="51182" y="17280"/>
                  <a:pt x="49022" y="16388"/>
                  <a:pt x="46691" y="15840"/>
                </a:cubicBezTo>
                <a:cubicBezTo>
                  <a:pt x="44361" y="15290"/>
                  <a:pt x="41961" y="15015"/>
                  <a:pt x="39492" y="15015"/>
                </a:cubicBezTo>
                <a:cubicBezTo>
                  <a:pt x="37161" y="15015"/>
                  <a:pt x="34864" y="15323"/>
                  <a:pt x="32600" y="15940"/>
                </a:cubicBezTo>
                <a:cubicBezTo>
                  <a:pt x="30338" y="16558"/>
                  <a:pt x="28247" y="17518"/>
                  <a:pt x="26326" y="18822"/>
                </a:cubicBezTo>
                <a:cubicBezTo>
                  <a:pt x="24407" y="20123"/>
                  <a:pt x="22761" y="21734"/>
                  <a:pt x="21389" y="23655"/>
                </a:cubicBezTo>
                <a:cubicBezTo>
                  <a:pt x="20018" y="25574"/>
                  <a:pt x="18922" y="27596"/>
                  <a:pt x="18100" y="29722"/>
                </a:cubicBezTo>
                <a:cubicBezTo>
                  <a:pt x="17277" y="31847"/>
                  <a:pt x="16729" y="34076"/>
                  <a:pt x="16455" y="36407"/>
                </a:cubicBezTo>
                <a:cubicBezTo>
                  <a:pt x="16181" y="38737"/>
                  <a:pt x="16044" y="41068"/>
                  <a:pt x="16044" y="43399"/>
                </a:cubicBezTo>
                <a:lnTo>
                  <a:pt x="16044" y="88035"/>
                </a:lnTo>
                <a:moveTo>
                  <a:pt x="39903" y="140690"/>
                </a:moveTo>
                <a:cubicBezTo>
                  <a:pt x="42234" y="140690"/>
                  <a:pt x="44565" y="140415"/>
                  <a:pt x="46895" y="139867"/>
                </a:cubicBezTo>
                <a:cubicBezTo>
                  <a:pt x="49226" y="139317"/>
                  <a:pt x="51351" y="138391"/>
                  <a:pt x="53270" y="137090"/>
                </a:cubicBezTo>
                <a:cubicBezTo>
                  <a:pt x="55191" y="135786"/>
                  <a:pt x="56871" y="134175"/>
                  <a:pt x="58310" y="132256"/>
                </a:cubicBezTo>
                <a:cubicBezTo>
                  <a:pt x="59752" y="130336"/>
                  <a:pt x="60884" y="128279"/>
                  <a:pt x="61706" y="126086"/>
                </a:cubicBezTo>
                <a:cubicBezTo>
                  <a:pt x="62528" y="123891"/>
                  <a:pt x="63077" y="121628"/>
                  <a:pt x="63351" y="119298"/>
                </a:cubicBezTo>
                <a:cubicBezTo>
                  <a:pt x="63625" y="116967"/>
                  <a:pt x="63762" y="114636"/>
                  <a:pt x="63762" y="112305"/>
                </a:cubicBezTo>
                <a:lnTo>
                  <a:pt x="63762" y="67669"/>
                </a:lnTo>
                <a:lnTo>
                  <a:pt x="16044" y="105724"/>
                </a:lnTo>
                <a:lnTo>
                  <a:pt x="16044" y="112305"/>
                </a:lnTo>
                <a:cubicBezTo>
                  <a:pt x="16044" y="114636"/>
                  <a:pt x="16181" y="116967"/>
                  <a:pt x="16455" y="119298"/>
                </a:cubicBezTo>
                <a:cubicBezTo>
                  <a:pt x="16729" y="121628"/>
                  <a:pt x="17277" y="123891"/>
                  <a:pt x="18100" y="126086"/>
                </a:cubicBezTo>
                <a:cubicBezTo>
                  <a:pt x="18922" y="128279"/>
                  <a:pt x="20053" y="130336"/>
                  <a:pt x="21492" y="132256"/>
                </a:cubicBezTo>
                <a:cubicBezTo>
                  <a:pt x="22934" y="134175"/>
                  <a:pt x="24614" y="135786"/>
                  <a:pt x="26533" y="137090"/>
                </a:cubicBezTo>
                <a:cubicBezTo>
                  <a:pt x="28454" y="138391"/>
                  <a:pt x="30579" y="139317"/>
                  <a:pt x="32910" y="139867"/>
                </a:cubicBezTo>
                <a:cubicBezTo>
                  <a:pt x="35241" y="140415"/>
                  <a:pt x="37572" y="140690"/>
                  <a:pt x="39903" y="140690"/>
                </a:cubicBezTo>
                <a:close/>
                <a:moveTo>
                  <a:pt x="100787" y="153441"/>
                </a:moveTo>
                <a:lnTo>
                  <a:pt x="133901" y="99964"/>
                </a:lnTo>
                <a:lnTo>
                  <a:pt x="100787" y="46484"/>
                </a:lnTo>
                <a:lnTo>
                  <a:pt x="119502" y="46484"/>
                </a:lnTo>
                <a:lnTo>
                  <a:pt x="142745" y="85154"/>
                </a:lnTo>
                <a:lnTo>
                  <a:pt x="165989" y="46484"/>
                </a:lnTo>
                <a:lnTo>
                  <a:pt x="184704" y="46484"/>
                </a:lnTo>
                <a:lnTo>
                  <a:pt x="151590" y="99964"/>
                </a:lnTo>
                <a:lnTo>
                  <a:pt x="184704" y="153441"/>
                </a:lnTo>
                <a:lnTo>
                  <a:pt x="165989" y="153441"/>
                </a:lnTo>
                <a:lnTo>
                  <a:pt x="142745" y="114772"/>
                </a:lnTo>
                <a:lnTo>
                  <a:pt x="119502" y="153441"/>
                </a:lnTo>
                <a:lnTo>
                  <a:pt x="100787" y="153441"/>
                </a:lnTo>
                <a:close/>
                <a:moveTo>
                  <a:pt x="254639" y="153441"/>
                </a:moveTo>
                <a:lnTo>
                  <a:pt x="254639" y="113538"/>
                </a:lnTo>
                <a:lnTo>
                  <a:pt x="205685" y="113538"/>
                </a:lnTo>
                <a:lnTo>
                  <a:pt x="205685" y="99139"/>
                </a:lnTo>
                <a:lnTo>
                  <a:pt x="253814" y="2263"/>
                </a:lnTo>
                <a:lnTo>
                  <a:pt x="271298" y="2263"/>
                </a:lnTo>
                <a:lnTo>
                  <a:pt x="223169" y="99139"/>
                </a:lnTo>
                <a:lnTo>
                  <a:pt x="254639" y="99139"/>
                </a:lnTo>
                <a:lnTo>
                  <a:pt x="254639" y="62117"/>
                </a:lnTo>
                <a:lnTo>
                  <a:pt x="270680" y="62117"/>
                </a:lnTo>
                <a:lnTo>
                  <a:pt x="270680" y="99139"/>
                </a:lnTo>
                <a:lnTo>
                  <a:pt x="283846" y="99139"/>
                </a:lnTo>
                <a:lnTo>
                  <a:pt x="283846" y="113538"/>
                </a:lnTo>
                <a:lnTo>
                  <a:pt x="270680" y="113538"/>
                </a:lnTo>
                <a:lnTo>
                  <a:pt x="270680" y="153441"/>
                </a:lnTo>
                <a:lnTo>
                  <a:pt x="254639" y="153441"/>
                </a:lnTo>
                <a:close/>
                <a:moveTo>
                  <a:pt x="348430" y="155086"/>
                </a:moveTo>
                <a:cubicBezTo>
                  <a:pt x="344729" y="155086"/>
                  <a:pt x="341026" y="154708"/>
                  <a:pt x="337323" y="153953"/>
                </a:cubicBezTo>
                <a:cubicBezTo>
                  <a:pt x="333622" y="153200"/>
                  <a:pt x="330193" y="151932"/>
                  <a:pt x="327038" y="150149"/>
                </a:cubicBezTo>
                <a:cubicBezTo>
                  <a:pt x="323885" y="148366"/>
                  <a:pt x="321039" y="146070"/>
                  <a:pt x="318501" y="143260"/>
                </a:cubicBezTo>
                <a:cubicBezTo>
                  <a:pt x="315965" y="140448"/>
                  <a:pt x="313943" y="137363"/>
                  <a:pt x="312435" y="134005"/>
                </a:cubicBezTo>
                <a:cubicBezTo>
                  <a:pt x="310926" y="130644"/>
                  <a:pt x="309898" y="127113"/>
                  <a:pt x="309349" y="123412"/>
                </a:cubicBezTo>
                <a:cubicBezTo>
                  <a:pt x="308801" y="119709"/>
                  <a:pt x="308527" y="116006"/>
                  <a:pt x="308527" y="112305"/>
                </a:cubicBezTo>
                <a:lnTo>
                  <a:pt x="308527" y="43399"/>
                </a:lnTo>
                <a:cubicBezTo>
                  <a:pt x="308527" y="39698"/>
                  <a:pt x="308801" y="35996"/>
                  <a:pt x="309349" y="32295"/>
                </a:cubicBezTo>
                <a:cubicBezTo>
                  <a:pt x="309898" y="28592"/>
                  <a:pt x="310926" y="25061"/>
                  <a:pt x="312435" y="21703"/>
                </a:cubicBezTo>
                <a:cubicBezTo>
                  <a:pt x="313943" y="18342"/>
                  <a:pt x="315965" y="15257"/>
                  <a:pt x="318501" y="12447"/>
                </a:cubicBezTo>
                <a:cubicBezTo>
                  <a:pt x="321039" y="9635"/>
                  <a:pt x="323919" y="7338"/>
                  <a:pt x="327142" y="5555"/>
                </a:cubicBezTo>
                <a:cubicBezTo>
                  <a:pt x="330364" y="3772"/>
                  <a:pt x="333792" y="2401"/>
                  <a:pt x="337426" y="1441"/>
                </a:cubicBezTo>
                <a:cubicBezTo>
                  <a:pt x="341061" y="480"/>
                  <a:pt x="344729" y="0"/>
                  <a:pt x="348430" y="0"/>
                </a:cubicBezTo>
                <a:cubicBezTo>
                  <a:pt x="352131" y="0"/>
                  <a:pt x="355799" y="480"/>
                  <a:pt x="359434" y="1441"/>
                </a:cubicBezTo>
                <a:cubicBezTo>
                  <a:pt x="363068" y="2401"/>
                  <a:pt x="366496" y="3772"/>
                  <a:pt x="369718" y="5555"/>
                </a:cubicBezTo>
                <a:cubicBezTo>
                  <a:pt x="372941" y="7338"/>
                  <a:pt x="375820" y="9635"/>
                  <a:pt x="378356" y="12447"/>
                </a:cubicBezTo>
                <a:cubicBezTo>
                  <a:pt x="380894" y="15257"/>
                  <a:pt x="382917" y="18342"/>
                  <a:pt x="384425" y="21703"/>
                </a:cubicBezTo>
                <a:cubicBezTo>
                  <a:pt x="385934" y="25061"/>
                  <a:pt x="386962" y="28592"/>
                  <a:pt x="387511" y="32295"/>
                </a:cubicBezTo>
                <a:cubicBezTo>
                  <a:pt x="388059" y="35996"/>
                  <a:pt x="388333" y="39698"/>
                  <a:pt x="388333" y="43399"/>
                </a:cubicBezTo>
                <a:lnTo>
                  <a:pt x="388333" y="112305"/>
                </a:lnTo>
                <a:cubicBezTo>
                  <a:pt x="388333" y="116006"/>
                  <a:pt x="388059" y="119709"/>
                  <a:pt x="387511" y="123412"/>
                </a:cubicBezTo>
                <a:cubicBezTo>
                  <a:pt x="386962" y="127113"/>
                  <a:pt x="385934" y="130644"/>
                  <a:pt x="384425" y="134005"/>
                </a:cubicBezTo>
                <a:cubicBezTo>
                  <a:pt x="382917" y="137363"/>
                  <a:pt x="380894" y="140448"/>
                  <a:pt x="378356" y="143260"/>
                </a:cubicBezTo>
                <a:cubicBezTo>
                  <a:pt x="375820" y="146070"/>
                  <a:pt x="372974" y="148366"/>
                  <a:pt x="369819" y="150149"/>
                </a:cubicBezTo>
                <a:cubicBezTo>
                  <a:pt x="366666" y="151932"/>
                  <a:pt x="363237" y="153200"/>
                  <a:pt x="359534" y="153953"/>
                </a:cubicBezTo>
                <a:cubicBezTo>
                  <a:pt x="355833" y="154708"/>
                  <a:pt x="352131" y="155086"/>
                  <a:pt x="348430" y="155086"/>
                </a:cubicBezTo>
                <a:moveTo>
                  <a:pt x="324571" y="88035"/>
                </a:moveTo>
                <a:lnTo>
                  <a:pt x="372289" y="49981"/>
                </a:lnTo>
                <a:lnTo>
                  <a:pt x="372289" y="43399"/>
                </a:lnTo>
                <a:cubicBezTo>
                  <a:pt x="372289" y="41068"/>
                  <a:pt x="372152" y="38737"/>
                  <a:pt x="371878" y="36407"/>
                </a:cubicBezTo>
                <a:cubicBezTo>
                  <a:pt x="371604" y="34076"/>
                  <a:pt x="371021" y="31779"/>
                  <a:pt x="370130" y="29518"/>
                </a:cubicBezTo>
                <a:cubicBezTo>
                  <a:pt x="369238" y="27254"/>
                  <a:pt x="368106" y="25162"/>
                  <a:pt x="366734" y="23244"/>
                </a:cubicBezTo>
                <a:cubicBezTo>
                  <a:pt x="365363" y="21323"/>
                  <a:pt x="363684" y="19746"/>
                  <a:pt x="361696" y="18514"/>
                </a:cubicBezTo>
                <a:cubicBezTo>
                  <a:pt x="359709" y="17280"/>
                  <a:pt x="357549" y="16388"/>
                  <a:pt x="355219" y="15840"/>
                </a:cubicBezTo>
                <a:cubicBezTo>
                  <a:pt x="352888" y="15290"/>
                  <a:pt x="350488" y="15015"/>
                  <a:pt x="348019" y="15015"/>
                </a:cubicBezTo>
                <a:cubicBezTo>
                  <a:pt x="345688" y="15015"/>
                  <a:pt x="343391" y="15323"/>
                  <a:pt x="341127" y="15940"/>
                </a:cubicBezTo>
                <a:cubicBezTo>
                  <a:pt x="338865" y="16558"/>
                  <a:pt x="336774" y="17518"/>
                  <a:pt x="334853" y="18822"/>
                </a:cubicBezTo>
                <a:cubicBezTo>
                  <a:pt x="332934" y="20123"/>
                  <a:pt x="331289" y="21734"/>
                  <a:pt x="329916" y="23655"/>
                </a:cubicBezTo>
                <a:cubicBezTo>
                  <a:pt x="328546" y="25574"/>
                  <a:pt x="327449" y="27596"/>
                  <a:pt x="326627" y="29722"/>
                </a:cubicBezTo>
                <a:cubicBezTo>
                  <a:pt x="325805" y="31847"/>
                  <a:pt x="325256" y="34076"/>
                  <a:pt x="324982" y="36407"/>
                </a:cubicBezTo>
                <a:cubicBezTo>
                  <a:pt x="324708" y="38737"/>
                  <a:pt x="324571" y="41068"/>
                  <a:pt x="324571" y="43399"/>
                </a:cubicBezTo>
                <a:lnTo>
                  <a:pt x="324571" y="88035"/>
                </a:lnTo>
                <a:moveTo>
                  <a:pt x="348430" y="140690"/>
                </a:moveTo>
                <a:cubicBezTo>
                  <a:pt x="350761" y="140690"/>
                  <a:pt x="353092" y="140415"/>
                  <a:pt x="355423" y="139867"/>
                </a:cubicBezTo>
                <a:cubicBezTo>
                  <a:pt x="357753" y="139317"/>
                  <a:pt x="359878" y="138391"/>
                  <a:pt x="361797" y="137090"/>
                </a:cubicBezTo>
                <a:cubicBezTo>
                  <a:pt x="363718" y="135786"/>
                  <a:pt x="365398" y="134175"/>
                  <a:pt x="366837" y="132256"/>
                </a:cubicBezTo>
                <a:cubicBezTo>
                  <a:pt x="368279" y="130336"/>
                  <a:pt x="369411" y="128279"/>
                  <a:pt x="370233" y="126086"/>
                </a:cubicBezTo>
                <a:cubicBezTo>
                  <a:pt x="371055" y="123891"/>
                  <a:pt x="371604" y="121628"/>
                  <a:pt x="371878" y="119298"/>
                </a:cubicBezTo>
                <a:cubicBezTo>
                  <a:pt x="372152" y="116967"/>
                  <a:pt x="372289" y="114636"/>
                  <a:pt x="372289" y="112305"/>
                </a:cubicBezTo>
                <a:lnTo>
                  <a:pt x="372289" y="67669"/>
                </a:lnTo>
                <a:lnTo>
                  <a:pt x="324571" y="105724"/>
                </a:lnTo>
                <a:lnTo>
                  <a:pt x="324571" y="112305"/>
                </a:lnTo>
                <a:cubicBezTo>
                  <a:pt x="324571" y="114636"/>
                  <a:pt x="324708" y="116967"/>
                  <a:pt x="324982" y="119298"/>
                </a:cubicBezTo>
                <a:cubicBezTo>
                  <a:pt x="325256" y="121628"/>
                  <a:pt x="325805" y="123891"/>
                  <a:pt x="326627" y="126086"/>
                </a:cubicBezTo>
                <a:cubicBezTo>
                  <a:pt x="327449" y="128279"/>
                  <a:pt x="328580" y="130336"/>
                  <a:pt x="330020" y="132256"/>
                </a:cubicBezTo>
                <a:cubicBezTo>
                  <a:pt x="331461" y="134175"/>
                  <a:pt x="333141" y="135786"/>
                  <a:pt x="335060" y="137090"/>
                </a:cubicBezTo>
                <a:cubicBezTo>
                  <a:pt x="336981" y="138391"/>
                  <a:pt x="339107" y="139317"/>
                  <a:pt x="341437" y="139867"/>
                </a:cubicBezTo>
                <a:cubicBezTo>
                  <a:pt x="343768" y="140415"/>
                  <a:pt x="346099" y="140690"/>
                  <a:pt x="348430" y="140690"/>
                </a:cubicBezTo>
                <a:close/>
                <a:moveTo>
                  <a:pt x="460324" y="153441"/>
                </a:moveTo>
                <a:lnTo>
                  <a:pt x="460324" y="113538"/>
                </a:lnTo>
                <a:lnTo>
                  <a:pt x="411369" y="113538"/>
                </a:lnTo>
                <a:lnTo>
                  <a:pt x="411369" y="99139"/>
                </a:lnTo>
                <a:lnTo>
                  <a:pt x="459498" y="2263"/>
                </a:lnTo>
                <a:lnTo>
                  <a:pt x="476983" y="2263"/>
                </a:lnTo>
                <a:lnTo>
                  <a:pt x="428854" y="99139"/>
                </a:lnTo>
                <a:lnTo>
                  <a:pt x="460324" y="99139"/>
                </a:lnTo>
                <a:lnTo>
                  <a:pt x="460324" y="62117"/>
                </a:lnTo>
                <a:lnTo>
                  <a:pt x="476365" y="62117"/>
                </a:lnTo>
                <a:lnTo>
                  <a:pt x="476365" y="99139"/>
                </a:lnTo>
                <a:lnTo>
                  <a:pt x="489531" y="99139"/>
                </a:lnTo>
                <a:lnTo>
                  <a:pt x="489531" y="113538"/>
                </a:lnTo>
                <a:lnTo>
                  <a:pt x="476365" y="113538"/>
                </a:lnTo>
                <a:lnTo>
                  <a:pt x="476365" y="153441"/>
                </a:lnTo>
                <a:lnTo>
                  <a:pt x="460324" y="153441"/>
                </a:lnTo>
                <a:close/>
                <a:moveTo>
                  <a:pt x="544241" y="155086"/>
                </a:moveTo>
                <a:cubicBezTo>
                  <a:pt x="540127" y="155086"/>
                  <a:pt x="536082" y="154470"/>
                  <a:pt x="532104" y="153237"/>
                </a:cubicBezTo>
                <a:cubicBezTo>
                  <a:pt x="528129" y="152003"/>
                  <a:pt x="524735" y="149877"/>
                  <a:pt x="521923" y="146860"/>
                </a:cubicBezTo>
                <a:cubicBezTo>
                  <a:pt x="519113" y="143843"/>
                  <a:pt x="517125" y="140346"/>
                  <a:pt x="515960" y="136371"/>
                </a:cubicBezTo>
                <a:cubicBezTo>
                  <a:pt x="514794" y="132393"/>
                  <a:pt x="514212" y="128416"/>
                  <a:pt x="514212" y="124438"/>
                </a:cubicBezTo>
                <a:cubicBezTo>
                  <a:pt x="514212" y="120873"/>
                  <a:pt x="514657" y="117377"/>
                  <a:pt x="515549" y="113950"/>
                </a:cubicBezTo>
                <a:cubicBezTo>
                  <a:pt x="516440" y="110522"/>
                  <a:pt x="517949" y="107437"/>
                  <a:pt x="520074" y="104694"/>
                </a:cubicBezTo>
                <a:cubicBezTo>
                  <a:pt x="522200" y="101951"/>
                  <a:pt x="524771" y="99655"/>
                  <a:pt x="527786" y="97805"/>
                </a:cubicBezTo>
                <a:cubicBezTo>
                  <a:pt x="530803" y="95953"/>
                  <a:pt x="533991" y="94479"/>
                  <a:pt x="537349" y="93383"/>
                </a:cubicBezTo>
                <a:cubicBezTo>
                  <a:pt x="540709" y="92284"/>
                  <a:pt x="544103" y="91530"/>
                  <a:pt x="547530" y="91120"/>
                </a:cubicBezTo>
                <a:cubicBezTo>
                  <a:pt x="550959" y="90708"/>
                  <a:pt x="554457" y="90502"/>
                  <a:pt x="558022" y="90502"/>
                </a:cubicBezTo>
                <a:lnTo>
                  <a:pt x="576329" y="90502"/>
                </a:lnTo>
                <a:lnTo>
                  <a:pt x="576329" y="80424"/>
                </a:lnTo>
                <a:cubicBezTo>
                  <a:pt x="576329" y="77543"/>
                  <a:pt x="575849" y="74663"/>
                  <a:pt x="574888" y="71784"/>
                </a:cubicBezTo>
                <a:cubicBezTo>
                  <a:pt x="573928" y="68905"/>
                  <a:pt x="572350" y="66506"/>
                  <a:pt x="570155" y="64587"/>
                </a:cubicBezTo>
                <a:cubicBezTo>
                  <a:pt x="567963" y="62666"/>
                  <a:pt x="565427" y="61295"/>
                  <a:pt x="562548" y="60473"/>
                </a:cubicBezTo>
                <a:cubicBezTo>
                  <a:pt x="559669" y="59650"/>
                  <a:pt x="556789" y="59239"/>
                  <a:pt x="553907" y="59239"/>
                </a:cubicBezTo>
                <a:cubicBezTo>
                  <a:pt x="551166" y="59239"/>
                  <a:pt x="548459" y="59513"/>
                  <a:pt x="545785" y="60061"/>
                </a:cubicBezTo>
                <a:cubicBezTo>
                  <a:pt x="543111" y="60610"/>
                  <a:pt x="540677" y="61638"/>
                  <a:pt x="538482" y="63147"/>
                </a:cubicBezTo>
                <a:cubicBezTo>
                  <a:pt x="536289" y="64655"/>
                  <a:pt x="534575" y="66644"/>
                  <a:pt x="533341" y="69113"/>
                </a:cubicBezTo>
                <a:cubicBezTo>
                  <a:pt x="532106" y="71580"/>
                  <a:pt x="531489" y="74116"/>
                  <a:pt x="531489" y="76721"/>
                </a:cubicBezTo>
                <a:lnTo>
                  <a:pt x="515445" y="76721"/>
                </a:lnTo>
                <a:cubicBezTo>
                  <a:pt x="515445" y="73567"/>
                  <a:pt x="515891" y="70482"/>
                  <a:pt x="516782" y="67465"/>
                </a:cubicBezTo>
                <a:cubicBezTo>
                  <a:pt x="517673" y="64448"/>
                  <a:pt x="519010" y="61637"/>
                  <a:pt x="520793" y="59032"/>
                </a:cubicBezTo>
                <a:cubicBezTo>
                  <a:pt x="522576" y="56427"/>
                  <a:pt x="524735" y="54199"/>
                  <a:pt x="527271" y="52347"/>
                </a:cubicBezTo>
                <a:cubicBezTo>
                  <a:pt x="529809" y="50495"/>
                  <a:pt x="532518" y="48987"/>
                  <a:pt x="535397" y="47821"/>
                </a:cubicBezTo>
                <a:cubicBezTo>
                  <a:pt x="538276" y="46656"/>
                  <a:pt x="541292" y="45868"/>
                  <a:pt x="544445" y="45458"/>
                </a:cubicBezTo>
                <a:cubicBezTo>
                  <a:pt x="547600" y="45046"/>
                  <a:pt x="550754" y="44840"/>
                  <a:pt x="553907" y="44840"/>
                </a:cubicBezTo>
                <a:cubicBezTo>
                  <a:pt x="557199" y="44840"/>
                  <a:pt x="560490" y="45080"/>
                  <a:pt x="563781" y="45562"/>
                </a:cubicBezTo>
                <a:cubicBezTo>
                  <a:pt x="567072" y="46041"/>
                  <a:pt x="570227" y="46966"/>
                  <a:pt x="573244" y="48336"/>
                </a:cubicBezTo>
                <a:cubicBezTo>
                  <a:pt x="576261" y="49707"/>
                  <a:pt x="579037" y="51489"/>
                  <a:pt x="581573" y="53684"/>
                </a:cubicBezTo>
                <a:cubicBezTo>
                  <a:pt x="584109" y="55879"/>
                  <a:pt x="586199" y="58416"/>
                  <a:pt x="587844" y="61295"/>
                </a:cubicBezTo>
                <a:cubicBezTo>
                  <a:pt x="589491" y="64174"/>
                  <a:pt x="590657" y="67259"/>
                  <a:pt x="591343" y="70550"/>
                </a:cubicBezTo>
                <a:cubicBezTo>
                  <a:pt x="592030" y="73842"/>
                  <a:pt x="592373" y="77133"/>
                  <a:pt x="592373" y="80424"/>
                </a:cubicBezTo>
                <a:lnTo>
                  <a:pt x="592373" y="153441"/>
                </a:lnTo>
                <a:lnTo>
                  <a:pt x="576329" y="153441"/>
                </a:lnTo>
                <a:lnTo>
                  <a:pt x="576329" y="135753"/>
                </a:lnTo>
                <a:cubicBezTo>
                  <a:pt x="575094" y="138770"/>
                  <a:pt x="573345" y="141547"/>
                  <a:pt x="571081" y="144085"/>
                </a:cubicBezTo>
                <a:cubicBezTo>
                  <a:pt x="568820" y="146621"/>
                  <a:pt x="566249" y="148746"/>
                  <a:pt x="563370" y="150460"/>
                </a:cubicBezTo>
                <a:cubicBezTo>
                  <a:pt x="560491" y="152173"/>
                  <a:pt x="557406" y="153372"/>
                  <a:pt x="554115" y="154056"/>
                </a:cubicBezTo>
                <a:cubicBezTo>
                  <a:pt x="550823" y="154743"/>
                  <a:pt x="547532" y="155086"/>
                  <a:pt x="544241" y="155086"/>
                </a:cubicBezTo>
                <a:moveTo>
                  <a:pt x="550411" y="140690"/>
                </a:moveTo>
                <a:cubicBezTo>
                  <a:pt x="553702" y="140690"/>
                  <a:pt x="557027" y="140244"/>
                  <a:pt x="560385" y="139353"/>
                </a:cubicBezTo>
                <a:cubicBezTo>
                  <a:pt x="563746" y="138461"/>
                  <a:pt x="566660" y="136885"/>
                  <a:pt x="569129" y="134623"/>
                </a:cubicBezTo>
                <a:cubicBezTo>
                  <a:pt x="571598" y="132359"/>
                  <a:pt x="573415" y="129616"/>
                  <a:pt x="574581" y="126394"/>
                </a:cubicBezTo>
                <a:cubicBezTo>
                  <a:pt x="575746" y="123171"/>
                  <a:pt x="576329" y="119847"/>
                  <a:pt x="576329" y="116420"/>
                </a:cubicBezTo>
                <a:lnTo>
                  <a:pt x="576329" y="104901"/>
                </a:lnTo>
                <a:lnTo>
                  <a:pt x="558022" y="104901"/>
                </a:lnTo>
                <a:cubicBezTo>
                  <a:pt x="555965" y="104901"/>
                  <a:pt x="553874" y="105004"/>
                  <a:pt x="551748" y="105209"/>
                </a:cubicBezTo>
                <a:cubicBezTo>
                  <a:pt x="549624" y="105414"/>
                  <a:pt x="547568" y="105757"/>
                  <a:pt x="545578" y="106238"/>
                </a:cubicBezTo>
                <a:cubicBezTo>
                  <a:pt x="543590" y="106717"/>
                  <a:pt x="541636" y="107403"/>
                  <a:pt x="539715" y="108294"/>
                </a:cubicBezTo>
                <a:cubicBezTo>
                  <a:pt x="537796" y="109185"/>
                  <a:pt x="536083" y="110317"/>
                  <a:pt x="534574" y="111690"/>
                </a:cubicBezTo>
                <a:cubicBezTo>
                  <a:pt x="533066" y="113060"/>
                  <a:pt x="531968" y="114739"/>
                  <a:pt x="531282" y="116727"/>
                </a:cubicBezTo>
                <a:cubicBezTo>
                  <a:pt x="530598" y="118715"/>
                  <a:pt x="530256" y="120737"/>
                  <a:pt x="530256" y="122794"/>
                </a:cubicBezTo>
                <a:cubicBezTo>
                  <a:pt x="530256" y="125263"/>
                  <a:pt x="530735" y="127732"/>
                  <a:pt x="531693" y="130201"/>
                </a:cubicBezTo>
                <a:cubicBezTo>
                  <a:pt x="532654" y="132668"/>
                  <a:pt x="534093" y="134724"/>
                  <a:pt x="536012" y="136371"/>
                </a:cubicBezTo>
                <a:cubicBezTo>
                  <a:pt x="537932" y="138016"/>
                  <a:pt x="540161" y="139146"/>
                  <a:pt x="542697" y="139764"/>
                </a:cubicBezTo>
                <a:cubicBezTo>
                  <a:pt x="545235" y="140381"/>
                  <a:pt x="547806" y="140690"/>
                  <a:pt x="550411" y="140690"/>
                </a:cubicBezTo>
                <a:close/>
                <a:moveTo>
                  <a:pt x="655106" y="153441"/>
                </a:moveTo>
                <a:lnTo>
                  <a:pt x="655106" y="20570"/>
                </a:lnTo>
                <a:lnTo>
                  <a:pt x="626721" y="41136"/>
                </a:lnTo>
                <a:lnTo>
                  <a:pt x="617466" y="29414"/>
                </a:lnTo>
                <a:lnTo>
                  <a:pt x="655106" y="2263"/>
                </a:lnTo>
                <a:lnTo>
                  <a:pt x="671150" y="2263"/>
                </a:lnTo>
                <a:lnTo>
                  <a:pt x="671150" y="153441"/>
                </a:lnTo>
                <a:lnTo>
                  <a:pt x="655106" y="153441"/>
                </a:lnTo>
                <a:close/>
                <a:moveTo>
                  <a:pt x="759182" y="155086"/>
                </a:moveTo>
                <a:cubicBezTo>
                  <a:pt x="755616" y="155086"/>
                  <a:pt x="751983" y="154708"/>
                  <a:pt x="748282" y="153953"/>
                </a:cubicBezTo>
                <a:cubicBezTo>
                  <a:pt x="744580" y="153200"/>
                  <a:pt x="741152" y="151898"/>
                  <a:pt x="737997" y="150049"/>
                </a:cubicBezTo>
                <a:cubicBezTo>
                  <a:pt x="734844" y="148197"/>
                  <a:pt x="732067" y="145866"/>
                  <a:pt x="729667" y="143056"/>
                </a:cubicBezTo>
                <a:cubicBezTo>
                  <a:pt x="727267" y="140244"/>
                  <a:pt x="725313" y="137159"/>
                  <a:pt x="723805" y="133801"/>
                </a:cubicBezTo>
                <a:cubicBezTo>
                  <a:pt x="722296" y="130440"/>
                  <a:pt x="721268" y="126943"/>
                  <a:pt x="720719" y="123309"/>
                </a:cubicBezTo>
                <a:cubicBezTo>
                  <a:pt x="720171" y="119674"/>
                  <a:pt x="719897" y="116006"/>
                  <a:pt x="719897" y="112305"/>
                </a:cubicBezTo>
                <a:lnTo>
                  <a:pt x="719897" y="87621"/>
                </a:lnTo>
                <a:cubicBezTo>
                  <a:pt x="719897" y="83919"/>
                  <a:pt x="720171" y="80253"/>
                  <a:pt x="720719" y="76620"/>
                </a:cubicBezTo>
                <a:cubicBezTo>
                  <a:pt x="721268" y="72986"/>
                  <a:pt x="722296" y="69488"/>
                  <a:pt x="723805" y="66128"/>
                </a:cubicBezTo>
                <a:cubicBezTo>
                  <a:pt x="725313" y="62768"/>
                  <a:pt x="727267" y="59683"/>
                  <a:pt x="729667" y="56873"/>
                </a:cubicBezTo>
                <a:cubicBezTo>
                  <a:pt x="732067" y="54061"/>
                  <a:pt x="734844" y="51730"/>
                  <a:pt x="737997" y="49880"/>
                </a:cubicBezTo>
                <a:cubicBezTo>
                  <a:pt x="741152" y="48028"/>
                  <a:pt x="744580" y="46726"/>
                  <a:pt x="748282" y="45973"/>
                </a:cubicBezTo>
                <a:cubicBezTo>
                  <a:pt x="751983" y="45217"/>
                  <a:pt x="755616" y="44840"/>
                  <a:pt x="759182" y="44840"/>
                </a:cubicBezTo>
                <a:cubicBezTo>
                  <a:pt x="762611" y="44840"/>
                  <a:pt x="766039" y="45148"/>
                  <a:pt x="769467" y="45766"/>
                </a:cubicBezTo>
                <a:cubicBezTo>
                  <a:pt x="772896" y="46383"/>
                  <a:pt x="776153" y="47446"/>
                  <a:pt x="779237" y="48954"/>
                </a:cubicBezTo>
                <a:cubicBezTo>
                  <a:pt x="782323" y="50463"/>
                  <a:pt x="785099" y="52417"/>
                  <a:pt x="787566" y="54817"/>
                </a:cubicBezTo>
                <a:cubicBezTo>
                  <a:pt x="790035" y="57215"/>
                  <a:pt x="792092" y="59922"/>
                  <a:pt x="793737" y="62939"/>
                </a:cubicBezTo>
                <a:cubicBezTo>
                  <a:pt x="795383" y="65957"/>
                  <a:pt x="796583" y="69145"/>
                  <a:pt x="797336" y="72506"/>
                </a:cubicBezTo>
                <a:cubicBezTo>
                  <a:pt x="798092" y="75864"/>
                  <a:pt x="798469" y="79258"/>
                  <a:pt x="798469" y="82687"/>
                </a:cubicBezTo>
                <a:lnTo>
                  <a:pt x="798469" y="82791"/>
                </a:lnTo>
                <a:cubicBezTo>
                  <a:pt x="798469" y="82857"/>
                  <a:pt x="798469" y="82960"/>
                  <a:pt x="798469" y="83098"/>
                </a:cubicBezTo>
                <a:lnTo>
                  <a:pt x="782425" y="83098"/>
                </a:lnTo>
                <a:lnTo>
                  <a:pt x="782425" y="82995"/>
                </a:lnTo>
                <a:lnTo>
                  <a:pt x="782425" y="82891"/>
                </a:lnTo>
                <a:cubicBezTo>
                  <a:pt x="782425" y="79738"/>
                  <a:pt x="781945" y="76653"/>
                  <a:pt x="780985" y="73635"/>
                </a:cubicBezTo>
                <a:cubicBezTo>
                  <a:pt x="780025" y="70618"/>
                  <a:pt x="778447" y="67979"/>
                  <a:pt x="776252" y="65717"/>
                </a:cubicBezTo>
                <a:cubicBezTo>
                  <a:pt x="774059" y="63455"/>
                  <a:pt x="771454" y="61811"/>
                  <a:pt x="768437" y="60783"/>
                </a:cubicBezTo>
                <a:cubicBezTo>
                  <a:pt x="765422" y="59754"/>
                  <a:pt x="762337" y="59239"/>
                  <a:pt x="759182" y="59239"/>
                </a:cubicBezTo>
                <a:cubicBezTo>
                  <a:pt x="756851" y="59239"/>
                  <a:pt x="754555" y="59513"/>
                  <a:pt x="752293" y="60061"/>
                </a:cubicBezTo>
                <a:cubicBezTo>
                  <a:pt x="750031" y="60610"/>
                  <a:pt x="747940" y="61570"/>
                  <a:pt x="746019" y="62943"/>
                </a:cubicBezTo>
                <a:cubicBezTo>
                  <a:pt x="744100" y="64313"/>
                  <a:pt x="742489" y="65959"/>
                  <a:pt x="741186" y="67879"/>
                </a:cubicBezTo>
                <a:cubicBezTo>
                  <a:pt x="739882" y="69798"/>
                  <a:pt x="738819" y="71820"/>
                  <a:pt x="737997" y="73946"/>
                </a:cubicBezTo>
                <a:cubicBezTo>
                  <a:pt x="737175" y="76070"/>
                  <a:pt x="736626" y="78297"/>
                  <a:pt x="736352" y="80628"/>
                </a:cubicBezTo>
                <a:cubicBezTo>
                  <a:pt x="736078" y="82959"/>
                  <a:pt x="735941" y="85290"/>
                  <a:pt x="735941" y="87621"/>
                </a:cubicBezTo>
                <a:lnTo>
                  <a:pt x="735941" y="112305"/>
                </a:lnTo>
                <a:cubicBezTo>
                  <a:pt x="735941" y="114636"/>
                  <a:pt x="736078" y="116967"/>
                  <a:pt x="736352" y="119298"/>
                </a:cubicBezTo>
                <a:cubicBezTo>
                  <a:pt x="736626" y="121628"/>
                  <a:pt x="737175" y="123857"/>
                  <a:pt x="737997" y="125983"/>
                </a:cubicBezTo>
                <a:cubicBezTo>
                  <a:pt x="738819" y="128108"/>
                  <a:pt x="739882" y="130132"/>
                  <a:pt x="741186" y="132052"/>
                </a:cubicBezTo>
                <a:cubicBezTo>
                  <a:pt x="742489" y="133971"/>
                  <a:pt x="744100" y="135616"/>
                  <a:pt x="746019" y="136986"/>
                </a:cubicBezTo>
                <a:cubicBezTo>
                  <a:pt x="747940" y="138357"/>
                  <a:pt x="750031" y="139317"/>
                  <a:pt x="752293" y="139867"/>
                </a:cubicBezTo>
                <a:cubicBezTo>
                  <a:pt x="754555" y="140415"/>
                  <a:pt x="756851" y="140690"/>
                  <a:pt x="759182" y="140690"/>
                </a:cubicBezTo>
                <a:cubicBezTo>
                  <a:pt x="762337" y="140690"/>
                  <a:pt x="765422" y="140176"/>
                  <a:pt x="768437" y="139149"/>
                </a:cubicBezTo>
                <a:cubicBezTo>
                  <a:pt x="771454" y="138119"/>
                  <a:pt x="774059" y="136474"/>
                  <a:pt x="776252" y="134212"/>
                </a:cubicBezTo>
                <a:cubicBezTo>
                  <a:pt x="778447" y="131948"/>
                  <a:pt x="780025" y="129307"/>
                  <a:pt x="780985" y="126290"/>
                </a:cubicBezTo>
                <a:cubicBezTo>
                  <a:pt x="781945" y="123273"/>
                  <a:pt x="782425" y="120188"/>
                  <a:pt x="782425" y="117035"/>
                </a:cubicBezTo>
                <a:lnTo>
                  <a:pt x="782425" y="116934"/>
                </a:lnTo>
                <a:lnTo>
                  <a:pt x="782425" y="116831"/>
                </a:lnTo>
                <a:lnTo>
                  <a:pt x="798469" y="116831"/>
                </a:lnTo>
                <a:cubicBezTo>
                  <a:pt x="798469" y="116967"/>
                  <a:pt x="798469" y="117069"/>
                  <a:pt x="798469" y="117138"/>
                </a:cubicBezTo>
                <a:lnTo>
                  <a:pt x="798469" y="117242"/>
                </a:lnTo>
                <a:cubicBezTo>
                  <a:pt x="798469" y="120669"/>
                  <a:pt x="798092" y="124063"/>
                  <a:pt x="797336" y="127423"/>
                </a:cubicBezTo>
                <a:cubicBezTo>
                  <a:pt x="796583" y="130781"/>
                  <a:pt x="795383" y="133969"/>
                  <a:pt x="793737" y="136986"/>
                </a:cubicBezTo>
                <a:cubicBezTo>
                  <a:pt x="792092" y="140003"/>
                  <a:pt x="790035" y="142712"/>
                  <a:pt x="787566" y="145112"/>
                </a:cubicBezTo>
                <a:cubicBezTo>
                  <a:pt x="785099" y="147512"/>
                  <a:pt x="782323" y="149466"/>
                  <a:pt x="779237" y="150974"/>
                </a:cubicBezTo>
                <a:cubicBezTo>
                  <a:pt x="776153" y="152481"/>
                  <a:pt x="772896" y="153543"/>
                  <a:pt x="769467" y="154160"/>
                </a:cubicBezTo>
                <a:cubicBezTo>
                  <a:pt x="766039" y="154777"/>
                  <a:pt x="762611" y="155086"/>
                  <a:pt x="759182" y="155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44498-E3D6-4D95-97CC-DEDEA97D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20" y="2549848"/>
            <a:ext cx="3085272" cy="617054"/>
          </a:xfrm>
          <a:custGeom xmlns:a="http://schemas.openxmlformats.org/drawingml/2006/main">
            <a:pathLst>
              <a:path w="3085272" h="617054">
                <a:moveTo>
                  <a:pt x="0" y="0"/>
                </a:moveTo>
                <a:lnTo>
                  <a:pt x="3085272" y="0"/>
                </a:lnTo>
                <a:lnTo>
                  <a:pt x="3085272" y="617054"/>
                </a:lnTo>
                <a:lnTo>
                  <a:pt x="0" y="6170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F164D-9653-4513-9CBF-BD1A98C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20" y="2549848"/>
            <a:ext cx="3085272" cy="617054"/>
          </a:xfrm>
          <a:custGeom xmlns:a="http://schemas.openxmlformats.org/drawingml/2006/main">
            <a:pathLst>
              <a:path w="3085272" h="617054" fill="none">
                <a:moveTo>
                  <a:pt x="0" y="0"/>
                </a:moveTo>
                <a:lnTo>
                  <a:pt x="3085272" y="0"/>
                </a:lnTo>
                <a:lnTo>
                  <a:pt x="3085272" y="617054"/>
                </a:lnTo>
                <a:lnTo>
                  <a:pt x="0" y="6170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FDB19-F508-4F04-AA37-7C6914A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391" y="2745166"/>
            <a:ext cx="136246" cy="164630"/>
          </a:xfrm>
          <a:custGeom xmlns:a="http://schemas.openxmlformats.org/drawingml/2006/main">
            <a:pathLst>
              <a:path w="136246" h="164630">
                <a:moveTo>
                  <a:pt x="136246" y="164630"/>
                </a:moveTo>
                <a:lnTo>
                  <a:pt x="136246" y="0"/>
                </a:lnTo>
                <a:lnTo>
                  <a:pt x="115759" y="0"/>
                </a:lnTo>
                <a:lnTo>
                  <a:pt x="115759" y="128594"/>
                </a:lnTo>
                <a:lnTo>
                  <a:pt x="20980" y="0"/>
                </a:lnTo>
                <a:lnTo>
                  <a:pt x="0" y="0"/>
                </a:lnTo>
                <a:lnTo>
                  <a:pt x="0" y="164630"/>
                </a:lnTo>
                <a:lnTo>
                  <a:pt x="20486" y="164630"/>
                </a:lnTo>
                <a:lnTo>
                  <a:pt x="20486" y="33321"/>
                </a:lnTo>
                <a:lnTo>
                  <a:pt x="116500" y="164630"/>
                </a:lnTo>
                <a:lnTo>
                  <a:pt x="136246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D4CA2-4B7C-4248-BE7B-6C4B11A5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492" y="2787619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7F89C-C7EA-44B9-A07E-9D7D260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814" y="2790581"/>
            <a:ext cx="119462" cy="119215"/>
          </a:xfrm>
          <a:custGeom xmlns:a="http://schemas.openxmlformats.org/drawingml/2006/main">
            <a:pathLst>
              <a:path w="119462" h="119215">
                <a:moveTo>
                  <a:pt x="69851" y="119215"/>
                </a:moveTo>
                <a:lnTo>
                  <a:pt x="119462" y="0"/>
                </a:lnTo>
                <a:lnTo>
                  <a:pt x="99222" y="0"/>
                </a:lnTo>
                <a:lnTo>
                  <a:pt x="59731" y="97741"/>
                </a:lnTo>
                <a:lnTo>
                  <a:pt x="19993" y="0"/>
                </a:lnTo>
                <a:lnTo>
                  <a:pt x="0" y="0"/>
                </a:lnTo>
                <a:lnTo>
                  <a:pt x="49611" y="119215"/>
                </a:lnTo>
                <a:lnTo>
                  <a:pt x="69851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69D63-2CF8-41FF-A455-C5F1F09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618" y="2787619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CFA5A-DDE1-4293-A542-19709A97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490" y="2745166"/>
            <a:ext cx="18512" cy="164630"/>
          </a:xfrm>
          <a:custGeom xmlns:a="http://schemas.openxmlformats.org/drawingml/2006/main">
            <a:pathLst>
              <a:path w="18512" h="164630">
                <a:moveTo>
                  <a:pt x="18512" y="164630"/>
                </a:moveTo>
                <a:lnTo>
                  <a:pt x="18512" y="0"/>
                </a:lnTo>
                <a:lnTo>
                  <a:pt x="0" y="0"/>
                </a:lnTo>
                <a:lnTo>
                  <a:pt x="0" y="164630"/>
                </a:lnTo>
                <a:lnTo>
                  <a:pt x="18512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F5537-735F-4EC5-B3F9-5A7A7305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982" y="2758001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C6170-9D58-4D14-8EF6-46A30AFA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821" y="2790581"/>
            <a:ext cx="119462" cy="167592"/>
          </a:xfrm>
          <a:custGeom xmlns:a="http://schemas.openxmlformats.org/drawingml/2006/main">
            <a:pathLst>
              <a:path w="119462" h="167592">
                <a:moveTo>
                  <a:pt x="11107" y="165864"/>
                </a:moveTo>
                <a:cubicBezTo>
                  <a:pt x="14562" y="166851"/>
                  <a:pt x="20733" y="167592"/>
                  <a:pt x="24682" y="167592"/>
                </a:cubicBezTo>
                <a:cubicBezTo>
                  <a:pt x="40479" y="167345"/>
                  <a:pt x="52573" y="160681"/>
                  <a:pt x="59731" y="143403"/>
                </a:cubicBezTo>
                <a:lnTo>
                  <a:pt x="119462" y="0"/>
                </a:lnTo>
                <a:lnTo>
                  <a:pt x="99222" y="0"/>
                </a:lnTo>
                <a:lnTo>
                  <a:pt x="59731" y="97741"/>
                </a:lnTo>
                <a:lnTo>
                  <a:pt x="19993" y="0"/>
                </a:lnTo>
                <a:lnTo>
                  <a:pt x="0" y="0"/>
                </a:lnTo>
                <a:lnTo>
                  <a:pt x="49858" y="120449"/>
                </a:lnTo>
                <a:lnTo>
                  <a:pt x="41960" y="138467"/>
                </a:lnTo>
                <a:cubicBezTo>
                  <a:pt x="37764" y="148340"/>
                  <a:pt x="32334" y="151055"/>
                  <a:pt x="24189" y="151055"/>
                </a:cubicBezTo>
                <a:cubicBezTo>
                  <a:pt x="21227" y="151055"/>
                  <a:pt x="16784" y="150314"/>
                  <a:pt x="14069" y="149080"/>
                </a:cubicBezTo>
                <a:lnTo>
                  <a:pt x="11107" y="165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75E62-1896-4027-BDB5-B3B0BBDE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956" y="2745166"/>
            <a:ext cx="140688" cy="164630"/>
          </a:xfrm>
          <a:custGeom xmlns:a="http://schemas.openxmlformats.org/drawingml/2006/main">
            <a:pathLst>
              <a:path w="140688" h="164630">
                <a:moveTo>
                  <a:pt x="56275" y="164630"/>
                </a:moveTo>
                <a:cubicBezTo>
                  <a:pt x="107367" y="164630"/>
                  <a:pt x="140688" y="129335"/>
                  <a:pt x="140688" y="82438"/>
                </a:cubicBezTo>
                <a:cubicBezTo>
                  <a:pt x="140688" y="35789"/>
                  <a:pt x="107367" y="0"/>
                  <a:pt x="56275" y="0"/>
                </a:cubicBezTo>
                <a:lnTo>
                  <a:pt x="0" y="0"/>
                </a:lnTo>
                <a:lnTo>
                  <a:pt x="0" y="164630"/>
                </a:lnTo>
                <a:lnTo>
                  <a:pt x="56275" y="164630"/>
                </a:lnTo>
                <a:close/>
                <a:moveTo>
                  <a:pt x="56275" y="146365"/>
                </a:moveTo>
                <a:lnTo>
                  <a:pt x="20486" y="146365"/>
                </a:lnTo>
                <a:lnTo>
                  <a:pt x="20486" y="18265"/>
                </a:lnTo>
                <a:lnTo>
                  <a:pt x="56275" y="18265"/>
                </a:lnTo>
                <a:cubicBezTo>
                  <a:pt x="97001" y="18265"/>
                  <a:pt x="119462" y="46896"/>
                  <a:pt x="119462" y="82438"/>
                </a:cubicBezTo>
                <a:cubicBezTo>
                  <a:pt x="119462" y="117734"/>
                  <a:pt x="96260" y="146365"/>
                  <a:pt x="56275" y="1463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1C613-CD7C-4AB9-A1CB-D28F8673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081" y="2787619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26915-8830-477F-A4AD-A793B5C2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911" y="2758001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4740C-2C05-4DD8-BDD8-767500C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610" y="2787619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290E9-5886-4B51-922A-EE09C7A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571" y="2787619"/>
            <a:ext cx="103171" cy="125139"/>
          </a:xfrm>
          <a:custGeom xmlns:a="http://schemas.openxmlformats.org/drawingml/2006/main">
            <a:pathLst>
              <a:path w="103171" h="125139">
                <a:moveTo>
                  <a:pt x="59484" y="125139"/>
                </a:moveTo>
                <a:cubicBezTo>
                  <a:pt x="81204" y="125139"/>
                  <a:pt x="94039" y="116253"/>
                  <a:pt x="103171" y="104406"/>
                </a:cubicBezTo>
                <a:lnTo>
                  <a:pt x="90830" y="93052"/>
                </a:lnTo>
                <a:cubicBezTo>
                  <a:pt x="82932" y="103665"/>
                  <a:pt x="72812" y="108602"/>
                  <a:pt x="60471" y="108602"/>
                </a:cubicBezTo>
                <a:cubicBezTo>
                  <a:pt x="35049" y="108602"/>
                  <a:pt x="19252" y="88856"/>
                  <a:pt x="19252" y="62446"/>
                </a:cubicBezTo>
                <a:cubicBezTo>
                  <a:pt x="19252" y="36036"/>
                  <a:pt x="35049" y="16537"/>
                  <a:pt x="60471" y="16537"/>
                </a:cubicBezTo>
                <a:cubicBezTo>
                  <a:pt x="72812" y="16537"/>
                  <a:pt x="82932" y="21227"/>
                  <a:pt x="90830" y="32087"/>
                </a:cubicBezTo>
                <a:lnTo>
                  <a:pt x="103171" y="20733"/>
                </a:lnTo>
                <a:cubicBezTo>
                  <a:pt x="94039" y="8886"/>
                  <a:pt x="81204" y="0"/>
                  <a:pt x="59484" y="0"/>
                </a:cubicBezTo>
                <a:cubicBezTo>
                  <a:pt x="23942" y="0"/>
                  <a:pt x="0" y="27150"/>
                  <a:pt x="0" y="62446"/>
                </a:cubicBezTo>
                <a:cubicBezTo>
                  <a:pt x="0" y="97988"/>
                  <a:pt x="23942" y="125139"/>
                  <a:pt x="59484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B86CA-6782-4048-995E-FD058D8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616" y="2758001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AFC0C-F14D-4F9C-8E5C-5CC62978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017" y="2748622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20C43-616E-47A0-8183-629E882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850" y="2787619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5D7D8-08C2-4AA9-9124-59AA8D11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944" y="2787619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0x000000">
            <a:extLst xmlns:a="http://schemas.openxmlformats.org/drawingml/2006/main">
              <a:ext uri="{FF2B5EF4-FFF2-40B4-BE49-F238E27FC236}">
                <a16:creationId xmlns:a16="http://schemas.microsoft.com/office/drawing/2014/main" id="{E0E0607C-A2B3-4160-9228-3118114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623" y="1121325"/>
            <a:ext cx="959652" cy="186103"/>
          </a:xfrm>
          <a:custGeom xmlns:a="http://schemas.openxmlformats.org/drawingml/2006/main">
            <a:pathLst>
              <a:path w="959652" h="186103">
                <a:moveTo>
                  <a:pt x="47883" y="186103"/>
                </a:moveTo>
                <a:cubicBezTo>
                  <a:pt x="43442" y="186103"/>
                  <a:pt x="38999" y="185650"/>
                  <a:pt x="34555" y="184743"/>
                </a:cubicBezTo>
                <a:cubicBezTo>
                  <a:pt x="30113" y="183840"/>
                  <a:pt x="25999" y="182318"/>
                  <a:pt x="22213" y="180179"/>
                </a:cubicBezTo>
                <a:cubicBezTo>
                  <a:pt x="18429" y="178040"/>
                  <a:pt x="15015" y="175284"/>
                  <a:pt x="11969" y="171912"/>
                </a:cubicBezTo>
                <a:cubicBezTo>
                  <a:pt x="8926" y="168537"/>
                  <a:pt x="6499" y="164835"/>
                  <a:pt x="4689" y="160805"/>
                </a:cubicBezTo>
                <a:cubicBezTo>
                  <a:pt x="2879" y="156773"/>
                  <a:pt x="1645" y="152536"/>
                  <a:pt x="987" y="148095"/>
                </a:cubicBezTo>
                <a:cubicBezTo>
                  <a:pt x="329" y="143650"/>
                  <a:pt x="0" y="139208"/>
                  <a:pt x="0" y="134766"/>
                </a:cubicBezTo>
                <a:lnTo>
                  <a:pt x="0" y="52079"/>
                </a:lnTo>
                <a:cubicBezTo>
                  <a:pt x="0" y="47637"/>
                  <a:pt x="329" y="43196"/>
                  <a:pt x="987" y="38754"/>
                </a:cubicBezTo>
                <a:cubicBezTo>
                  <a:pt x="1645" y="34310"/>
                  <a:pt x="2879" y="30073"/>
                  <a:pt x="4689" y="26043"/>
                </a:cubicBezTo>
                <a:cubicBezTo>
                  <a:pt x="6499" y="22011"/>
                  <a:pt x="8926" y="18309"/>
                  <a:pt x="11969" y="14937"/>
                </a:cubicBezTo>
                <a:cubicBezTo>
                  <a:pt x="15015" y="11562"/>
                  <a:pt x="18471" y="8805"/>
                  <a:pt x="22337" y="6666"/>
                </a:cubicBezTo>
                <a:cubicBezTo>
                  <a:pt x="26204" y="4527"/>
                  <a:pt x="30318" y="2881"/>
                  <a:pt x="34679" y="1729"/>
                </a:cubicBezTo>
                <a:cubicBezTo>
                  <a:pt x="39040" y="576"/>
                  <a:pt x="43442" y="0"/>
                  <a:pt x="47883" y="0"/>
                </a:cubicBezTo>
                <a:cubicBezTo>
                  <a:pt x="52325" y="0"/>
                  <a:pt x="56727" y="576"/>
                  <a:pt x="61088" y="1729"/>
                </a:cubicBezTo>
                <a:cubicBezTo>
                  <a:pt x="65449" y="2881"/>
                  <a:pt x="69563" y="4527"/>
                  <a:pt x="73430" y="6666"/>
                </a:cubicBezTo>
                <a:cubicBezTo>
                  <a:pt x="77296" y="8805"/>
                  <a:pt x="80751" y="11562"/>
                  <a:pt x="83794" y="14937"/>
                </a:cubicBezTo>
                <a:cubicBezTo>
                  <a:pt x="86840" y="18309"/>
                  <a:pt x="89268" y="22011"/>
                  <a:pt x="91078" y="26043"/>
                </a:cubicBezTo>
                <a:cubicBezTo>
                  <a:pt x="92888" y="30073"/>
                  <a:pt x="94122" y="34310"/>
                  <a:pt x="94780" y="38754"/>
                </a:cubicBezTo>
                <a:cubicBezTo>
                  <a:pt x="95438" y="43196"/>
                  <a:pt x="95767" y="47637"/>
                  <a:pt x="95767" y="52079"/>
                </a:cubicBezTo>
                <a:lnTo>
                  <a:pt x="95767" y="134766"/>
                </a:lnTo>
                <a:cubicBezTo>
                  <a:pt x="95767" y="139208"/>
                  <a:pt x="95438" y="143650"/>
                  <a:pt x="94780" y="148095"/>
                </a:cubicBezTo>
                <a:cubicBezTo>
                  <a:pt x="94122" y="152536"/>
                  <a:pt x="92888" y="156773"/>
                  <a:pt x="91078" y="160805"/>
                </a:cubicBezTo>
                <a:cubicBezTo>
                  <a:pt x="89268" y="164835"/>
                  <a:pt x="86840" y="168537"/>
                  <a:pt x="83794" y="171912"/>
                </a:cubicBezTo>
                <a:cubicBezTo>
                  <a:pt x="80751" y="175284"/>
                  <a:pt x="77336" y="178040"/>
                  <a:pt x="73550" y="180179"/>
                </a:cubicBezTo>
                <a:cubicBezTo>
                  <a:pt x="69766" y="182318"/>
                  <a:pt x="65652" y="183840"/>
                  <a:pt x="61208" y="184743"/>
                </a:cubicBezTo>
                <a:cubicBezTo>
                  <a:pt x="56767" y="185650"/>
                  <a:pt x="52325" y="186103"/>
                  <a:pt x="47883" y="186103"/>
                </a:cubicBezTo>
                <a:moveTo>
                  <a:pt x="19253" y="105642"/>
                </a:moveTo>
                <a:lnTo>
                  <a:pt x="76514" y="59977"/>
                </a:lnTo>
                <a:lnTo>
                  <a:pt x="76514" y="52079"/>
                </a:lnTo>
                <a:cubicBezTo>
                  <a:pt x="76514" y="49282"/>
                  <a:pt x="76350" y="46485"/>
                  <a:pt x="76021" y="43688"/>
                </a:cubicBezTo>
                <a:cubicBezTo>
                  <a:pt x="75692" y="40891"/>
                  <a:pt x="74993" y="38135"/>
                  <a:pt x="73923" y="35421"/>
                </a:cubicBezTo>
                <a:cubicBezTo>
                  <a:pt x="72853" y="32704"/>
                  <a:pt x="71495" y="30195"/>
                  <a:pt x="69848" y="27892"/>
                </a:cubicBezTo>
                <a:cubicBezTo>
                  <a:pt x="68203" y="25588"/>
                  <a:pt x="66188" y="23696"/>
                  <a:pt x="63803" y="22217"/>
                </a:cubicBezTo>
                <a:cubicBezTo>
                  <a:pt x="61418" y="20735"/>
                  <a:pt x="58827" y="19666"/>
                  <a:pt x="56030" y="19008"/>
                </a:cubicBezTo>
                <a:cubicBezTo>
                  <a:pt x="53233" y="18348"/>
                  <a:pt x="50353" y="18017"/>
                  <a:pt x="47390" y="18017"/>
                </a:cubicBezTo>
                <a:cubicBezTo>
                  <a:pt x="44593" y="18017"/>
                  <a:pt x="41836" y="18388"/>
                  <a:pt x="39120" y="19129"/>
                </a:cubicBezTo>
                <a:cubicBezTo>
                  <a:pt x="36405" y="19869"/>
                  <a:pt x="33896" y="21022"/>
                  <a:pt x="31591" y="22586"/>
                </a:cubicBezTo>
                <a:cubicBezTo>
                  <a:pt x="29288" y="24148"/>
                  <a:pt x="27314" y="26081"/>
                  <a:pt x="25667" y="28386"/>
                </a:cubicBezTo>
                <a:cubicBezTo>
                  <a:pt x="24022" y="30688"/>
                  <a:pt x="22706" y="33115"/>
                  <a:pt x="21720" y="35666"/>
                </a:cubicBezTo>
                <a:cubicBezTo>
                  <a:pt x="20733" y="38217"/>
                  <a:pt x="20075" y="40891"/>
                  <a:pt x="19746" y="43688"/>
                </a:cubicBezTo>
                <a:cubicBezTo>
                  <a:pt x="19417" y="46485"/>
                  <a:pt x="19253" y="49282"/>
                  <a:pt x="19253" y="52079"/>
                </a:cubicBezTo>
                <a:lnTo>
                  <a:pt x="19253" y="105642"/>
                </a:lnTo>
                <a:moveTo>
                  <a:pt x="47883" y="168827"/>
                </a:moveTo>
                <a:cubicBezTo>
                  <a:pt x="50681" y="168827"/>
                  <a:pt x="53478" y="168499"/>
                  <a:pt x="56275" y="167841"/>
                </a:cubicBezTo>
                <a:cubicBezTo>
                  <a:pt x="59072" y="167180"/>
                  <a:pt x="61621" y="166069"/>
                  <a:pt x="63924" y="164508"/>
                </a:cubicBezTo>
                <a:cubicBezTo>
                  <a:pt x="66229" y="162943"/>
                  <a:pt x="68245" y="161010"/>
                  <a:pt x="69972" y="158708"/>
                </a:cubicBezTo>
                <a:cubicBezTo>
                  <a:pt x="71702" y="156403"/>
                  <a:pt x="73061" y="153935"/>
                  <a:pt x="74047" y="151303"/>
                </a:cubicBezTo>
                <a:cubicBezTo>
                  <a:pt x="75034" y="148670"/>
                  <a:pt x="75692" y="145954"/>
                  <a:pt x="76021" y="143157"/>
                </a:cubicBezTo>
                <a:cubicBezTo>
                  <a:pt x="76350" y="140360"/>
                  <a:pt x="76514" y="137563"/>
                  <a:pt x="76514" y="134766"/>
                </a:cubicBezTo>
                <a:lnTo>
                  <a:pt x="76514" y="81203"/>
                </a:lnTo>
                <a:lnTo>
                  <a:pt x="19253" y="126868"/>
                </a:lnTo>
                <a:lnTo>
                  <a:pt x="19253" y="134766"/>
                </a:lnTo>
                <a:cubicBezTo>
                  <a:pt x="19253" y="137563"/>
                  <a:pt x="19417" y="140360"/>
                  <a:pt x="19746" y="143157"/>
                </a:cubicBezTo>
                <a:cubicBezTo>
                  <a:pt x="20075" y="145954"/>
                  <a:pt x="20733" y="148670"/>
                  <a:pt x="21720" y="151303"/>
                </a:cubicBezTo>
                <a:cubicBezTo>
                  <a:pt x="22706" y="153935"/>
                  <a:pt x="24064" y="156403"/>
                  <a:pt x="25791" y="158708"/>
                </a:cubicBezTo>
                <a:cubicBezTo>
                  <a:pt x="27521" y="161010"/>
                  <a:pt x="29537" y="162943"/>
                  <a:pt x="31839" y="164508"/>
                </a:cubicBezTo>
                <a:cubicBezTo>
                  <a:pt x="34144" y="166069"/>
                  <a:pt x="36695" y="167180"/>
                  <a:pt x="39492" y="167841"/>
                </a:cubicBezTo>
                <a:cubicBezTo>
                  <a:pt x="42289" y="168499"/>
                  <a:pt x="45086" y="168827"/>
                  <a:pt x="47883" y="168827"/>
                </a:cubicBezTo>
                <a:close/>
                <a:moveTo>
                  <a:pt x="120945" y="184130"/>
                </a:moveTo>
                <a:lnTo>
                  <a:pt x="160683" y="119957"/>
                </a:lnTo>
                <a:lnTo>
                  <a:pt x="120945" y="55781"/>
                </a:lnTo>
                <a:lnTo>
                  <a:pt x="143403" y="55781"/>
                </a:lnTo>
                <a:lnTo>
                  <a:pt x="171296" y="102185"/>
                </a:lnTo>
                <a:lnTo>
                  <a:pt x="199188" y="55781"/>
                </a:lnTo>
                <a:lnTo>
                  <a:pt x="221646" y="55781"/>
                </a:lnTo>
                <a:lnTo>
                  <a:pt x="181909" y="119957"/>
                </a:lnTo>
                <a:lnTo>
                  <a:pt x="221646" y="184130"/>
                </a:lnTo>
                <a:lnTo>
                  <a:pt x="199188" y="184130"/>
                </a:lnTo>
                <a:lnTo>
                  <a:pt x="171296" y="137726"/>
                </a:lnTo>
                <a:lnTo>
                  <a:pt x="143403" y="184130"/>
                </a:lnTo>
                <a:lnTo>
                  <a:pt x="120945" y="184130"/>
                </a:lnTo>
                <a:close/>
                <a:moveTo>
                  <a:pt x="294708" y="186103"/>
                </a:moveTo>
                <a:cubicBezTo>
                  <a:pt x="290266" y="186103"/>
                  <a:pt x="285823" y="185650"/>
                  <a:pt x="281379" y="184743"/>
                </a:cubicBezTo>
                <a:cubicBezTo>
                  <a:pt x="276938" y="183840"/>
                  <a:pt x="272824" y="182318"/>
                  <a:pt x="269037" y="180179"/>
                </a:cubicBezTo>
                <a:cubicBezTo>
                  <a:pt x="265254" y="178040"/>
                  <a:pt x="261839" y="175284"/>
                  <a:pt x="258793" y="171912"/>
                </a:cubicBezTo>
                <a:cubicBezTo>
                  <a:pt x="255750" y="168537"/>
                  <a:pt x="253323" y="164835"/>
                  <a:pt x="251513" y="160805"/>
                </a:cubicBezTo>
                <a:cubicBezTo>
                  <a:pt x="249703" y="156773"/>
                  <a:pt x="248469" y="152536"/>
                  <a:pt x="247811" y="148095"/>
                </a:cubicBezTo>
                <a:cubicBezTo>
                  <a:pt x="247153" y="143650"/>
                  <a:pt x="246824" y="139208"/>
                  <a:pt x="246824" y="134766"/>
                </a:cubicBezTo>
                <a:lnTo>
                  <a:pt x="246824" y="52079"/>
                </a:lnTo>
                <a:cubicBezTo>
                  <a:pt x="246824" y="47637"/>
                  <a:pt x="247153" y="43196"/>
                  <a:pt x="247811" y="38754"/>
                </a:cubicBezTo>
                <a:cubicBezTo>
                  <a:pt x="248469" y="34310"/>
                  <a:pt x="249703" y="30073"/>
                  <a:pt x="251513" y="26043"/>
                </a:cubicBezTo>
                <a:cubicBezTo>
                  <a:pt x="253323" y="22011"/>
                  <a:pt x="255750" y="18309"/>
                  <a:pt x="258793" y="14937"/>
                </a:cubicBezTo>
                <a:cubicBezTo>
                  <a:pt x="261839" y="11562"/>
                  <a:pt x="265295" y="8805"/>
                  <a:pt x="269162" y="6666"/>
                </a:cubicBezTo>
                <a:cubicBezTo>
                  <a:pt x="273028" y="4527"/>
                  <a:pt x="277142" y="2881"/>
                  <a:pt x="281503" y="1729"/>
                </a:cubicBezTo>
                <a:cubicBezTo>
                  <a:pt x="285865" y="576"/>
                  <a:pt x="290266" y="0"/>
                  <a:pt x="294708" y="0"/>
                </a:cubicBezTo>
                <a:cubicBezTo>
                  <a:pt x="299149" y="0"/>
                  <a:pt x="303551" y="576"/>
                  <a:pt x="307912" y="1729"/>
                </a:cubicBezTo>
                <a:cubicBezTo>
                  <a:pt x="312273" y="2881"/>
                  <a:pt x="316387" y="4527"/>
                  <a:pt x="320254" y="6666"/>
                </a:cubicBezTo>
                <a:cubicBezTo>
                  <a:pt x="324121" y="8805"/>
                  <a:pt x="327575" y="11562"/>
                  <a:pt x="330618" y="14937"/>
                </a:cubicBezTo>
                <a:cubicBezTo>
                  <a:pt x="333664" y="18309"/>
                  <a:pt x="336092" y="22011"/>
                  <a:pt x="337902" y="26043"/>
                </a:cubicBezTo>
                <a:cubicBezTo>
                  <a:pt x="339713" y="30073"/>
                  <a:pt x="340947" y="34310"/>
                  <a:pt x="341604" y="38754"/>
                </a:cubicBezTo>
                <a:cubicBezTo>
                  <a:pt x="342262" y="43196"/>
                  <a:pt x="342591" y="47637"/>
                  <a:pt x="342591" y="52079"/>
                </a:cubicBezTo>
                <a:lnTo>
                  <a:pt x="342591" y="134766"/>
                </a:lnTo>
                <a:cubicBezTo>
                  <a:pt x="342591" y="139208"/>
                  <a:pt x="342262" y="143650"/>
                  <a:pt x="341604" y="148095"/>
                </a:cubicBezTo>
                <a:cubicBezTo>
                  <a:pt x="340947" y="152536"/>
                  <a:pt x="339713" y="156773"/>
                  <a:pt x="337902" y="160805"/>
                </a:cubicBezTo>
                <a:cubicBezTo>
                  <a:pt x="336092" y="164835"/>
                  <a:pt x="333664" y="168537"/>
                  <a:pt x="330618" y="171912"/>
                </a:cubicBezTo>
                <a:cubicBezTo>
                  <a:pt x="327575" y="175284"/>
                  <a:pt x="324161" y="178040"/>
                  <a:pt x="320374" y="180179"/>
                </a:cubicBezTo>
                <a:cubicBezTo>
                  <a:pt x="316591" y="182318"/>
                  <a:pt x="312477" y="183840"/>
                  <a:pt x="308033" y="184743"/>
                </a:cubicBezTo>
                <a:cubicBezTo>
                  <a:pt x="303591" y="185650"/>
                  <a:pt x="299149" y="186103"/>
                  <a:pt x="294708" y="186103"/>
                </a:cubicBezTo>
                <a:moveTo>
                  <a:pt x="266077" y="105642"/>
                </a:moveTo>
                <a:lnTo>
                  <a:pt x="323338" y="59977"/>
                </a:lnTo>
                <a:lnTo>
                  <a:pt x="323338" y="52079"/>
                </a:lnTo>
                <a:cubicBezTo>
                  <a:pt x="323338" y="49282"/>
                  <a:pt x="323174" y="46485"/>
                  <a:pt x="322845" y="43688"/>
                </a:cubicBezTo>
                <a:cubicBezTo>
                  <a:pt x="322516" y="40891"/>
                  <a:pt x="321817" y="38135"/>
                  <a:pt x="320747" y="35421"/>
                </a:cubicBezTo>
                <a:cubicBezTo>
                  <a:pt x="319678" y="32704"/>
                  <a:pt x="318319" y="30195"/>
                  <a:pt x="316672" y="27892"/>
                </a:cubicBezTo>
                <a:cubicBezTo>
                  <a:pt x="315028" y="25588"/>
                  <a:pt x="313013" y="23696"/>
                  <a:pt x="310627" y="22217"/>
                </a:cubicBezTo>
                <a:cubicBezTo>
                  <a:pt x="308242" y="20735"/>
                  <a:pt x="305651" y="19666"/>
                  <a:pt x="302854" y="19008"/>
                </a:cubicBezTo>
                <a:cubicBezTo>
                  <a:pt x="300057" y="18348"/>
                  <a:pt x="297177" y="18017"/>
                  <a:pt x="294214" y="18017"/>
                </a:cubicBezTo>
                <a:cubicBezTo>
                  <a:pt x="291417" y="18017"/>
                  <a:pt x="288660" y="18388"/>
                  <a:pt x="285944" y="19129"/>
                </a:cubicBezTo>
                <a:cubicBezTo>
                  <a:pt x="283230" y="19869"/>
                  <a:pt x="280720" y="21022"/>
                  <a:pt x="278415" y="22586"/>
                </a:cubicBezTo>
                <a:cubicBezTo>
                  <a:pt x="276113" y="24148"/>
                  <a:pt x="274138" y="26081"/>
                  <a:pt x="272491" y="28386"/>
                </a:cubicBezTo>
                <a:cubicBezTo>
                  <a:pt x="270846" y="30688"/>
                  <a:pt x="269531" y="33115"/>
                  <a:pt x="268544" y="35666"/>
                </a:cubicBezTo>
                <a:cubicBezTo>
                  <a:pt x="267557" y="38217"/>
                  <a:pt x="266899" y="40891"/>
                  <a:pt x="266570" y="43688"/>
                </a:cubicBezTo>
                <a:cubicBezTo>
                  <a:pt x="266242" y="46485"/>
                  <a:pt x="266077" y="49282"/>
                  <a:pt x="266077" y="52079"/>
                </a:cubicBezTo>
                <a:lnTo>
                  <a:pt x="266077" y="105642"/>
                </a:lnTo>
                <a:moveTo>
                  <a:pt x="294708" y="168827"/>
                </a:moveTo>
                <a:cubicBezTo>
                  <a:pt x="297505" y="168827"/>
                  <a:pt x="300302" y="168499"/>
                  <a:pt x="303099" y="167841"/>
                </a:cubicBezTo>
                <a:cubicBezTo>
                  <a:pt x="305896" y="167180"/>
                  <a:pt x="308446" y="166069"/>
                  <a:pt x="310748" y="164508"/>
                </a:cubicBezTo>
                <a:cubicBezTo>
                  <a:pt x="313053" y="162943"/>
                  <a:pt x="315069" y="161010"/>
                  <a:pt x="316797" y="158708"/>
                </a:cubicBezTo>
                <a:cubicBezTo>
                  <a:pt x="318526" y="156403"/>
                  <a:pt x="319885" y="153935"/>
                  <a:pt x="320872" y="151303"/>
                </a:cubicBezTo>
                <a:cubicBezTo>
                  <a:pt x="321858" y="148670"/>
                  <a:pt x="322516" y="145954"/>
                  <a:pt x="322845" y="143157"/>
                </a:cubicBezTo>
                <a:cubicBezTo>
                  <a:pt x="323174" y="140360"/>
                  <a:pt x="323338" y="137563"/>
                  <a:pt x="323338" y="134766"/>
                </a:cubicBezTo>
                <a:lnTo>
                  <a:pt x="323338" y="81203"/>
                </a:lnTo>
                <a:lnTo>
                  <a:pt x="266077" y="126868"/>
                </a:lnTo>
                <a:lnTo>
                  <a:pt x="266077" y="134766"/>
                </a:lnTo>
                <a:cubicBezTo>
                  <a:pt x="266077" y="137563"/>
                  <a:pt x="266242" y="140360"/>
                  <a:pt x="266570" y="143157"/>
                </a:cubicBezTo>
                <a:cubicBezTo>
                  <a:pt x="266899" y="145954"/>
                  <a:pt x="267557" y="148670"/>
                  <a:pt x="268544" y="151303"/>
                </a:cubicBezTo>
                <a:cubicBezTo>
                  <a:pt x="269531" y="153935"/>
                  <a:pt x="270888" y="156403"/>
                  <a:pt x="272615" y="158708"/>
                </a:cubicBezTo>
                <a:cubicBezTo>
                  <a:pt x="274345" y="161010"/>
                  <a:pt x="276361" y="162943"/>
                  <a:pt x="278664" y="164508"/>
                </a:cubicBezTo>
                <a:cubicBezTo>
                  <a:pt x="280969" y="166069"/>
                  <a:pt x="283520" y="167180"/>
                  <a:pt x="286317" y="167841"/>
                </a:cubicBezTo>
                <a:cubicBezTo>
                  <a:pt x="289114" y="168499"/>
                  <a:pt x="291911" y="168827"/>
                  <a:pt x="294708" y="168827"/>
                </a:cubicBezTo>
                <a:close/>
                <a:moveTo>
                  <a:pt x="418120" y="186103"/>
                </a:moveTo>
                <a:cubicBezTo>
                  <a:pt x="413678" y="186103"/>
                  <a:pt x="409235" y="185650"/>
                  <a:pt x="404791" y="184743"/>
                </a:cubicBezTo>
                <a:cubicBezTo>
                  <a:pt x="400350" y="183840"/>
                  <a:pt x="396236" y="182318"/>
                  <a:pt x="392449" y="180179"/>
                </a:cubicBezTo>
                <a:cubicBezTo>
                  <a:pt x="388666" y="178040"/>
                  <a:pt x="385251" y="175284"/>
                  <a:pt x="382205" y="171912"/>
                </a:cubicBezTo>
                <a:cubicBezTo>
                  <a:pt x="379162" y="168537"/>
                  <a:pt x="376735" y="164835"/>
                  <a:pt x="374925" y="160805"/>
                </a:cubicBezTo>
                <a:cubicBezTo>
                  <a:pt x="373115" y="156773"/>
                  <a:pt x="371881" y="152536"/>
                  <a:pt x="371223" y="148095"/>
                </a:cubicBezTo>
                <a:cubicBezTo>
                  <a:pt x="370565" y="143650"/>
                  <a:pt x="370236" y="139208"/>
                  <a:pt x="370236" y="134766"/>
                </a:cubicBezTo>
                <a:lnTo>
                  <a:pt x="370236" y="52079"/>
                </a:lnTo>
                <a:cubicBezTo>
                  <a:pt x="370236" y="47637"/>
                  <a:pt x="370565" y="43196"/>
                  <a:pt x="371223" y="38754"/>
                </a:cubicBezTo>
                <a:cubicBezTo>
                  <a:pt x="371881" y="34310"/>
                  <a:pt x="373115" y="30073"/>
                  <a:pt x="374925" y="26043"/>
                </a:cubicBezTo>
                <a:cubicBezTo>
                  <a:pt x="376735" y="22011"/>
                  <a:pt x="379162" y="18309"/>
                  <a:pt x="382205" y="14937"/>
                </a:cubicBezTo>
                <a:cubicBezTo>
                  <a:pt x="385251" y="11562"/>
                  <a:pt x="388707" y="8805"/>
                  <a:pt x="392574" y="6666"/>
                </a:cubicBezTo>
                <a:cubicBezTo>
                  <a:pt x="396440" y="4527"/>
                  <a:pt x="400554" y="2881"/>
                  <a:pt x="404915" y="1729"/>
                </a:cubicBezTo>
                <a:cubicBezTo>
                  <a:pt x="409277" y="576"/>
                  <a:pt x="413678" y="0"/>
                  <a:pt x="418120" y="0"/>
                </a:cubicBezTo>
                <a:cubicBezTo>
                  <a:pt x="422561" y="0"/>
                  <a:pt x="426963" y="576"/>
                  <a:pt x="431324" y="1729"/>
                </a:cubicBezTo>
                <a:cubicBezTo>
                  <a:pt x="435685" y="2881"/>
                  <a:pt x="439799" y="4527"/>
                  <a:pt x="443666" y="6666"/>
                </a:cubicBezTo>
                <a:cubicBezTo>
                  <a:pt x="447533" y="8805"/>
                  <a:pt x="450987" y="11562"/>
                  <a:pt x="454030" y="14937"/>
                </a:cubicBezTo>
                <a:cubicBezTo>
                  <a:pt x="457076" y="18309"/>
                  <a:pt x="459504" y="22011"/>
                  <a:pt x="461314" y="26043"/>
                </a:cubicBezTo>
                <a:cubicBezTo>
                  <a:pt x="463125" y="30073"/>
                  <a:pt x="464359" y="34310"/>
                  <a:pt x="465016" y="38754"/>
                </a:cubicBezTo>
                <a:cubicBezTo>
                  <a:pt x="465674" y="43196"/>
                  <a:pt x="466003" y="47637"/>
                  <a:pt x="466003" y="52079"/>
                </a:cubicBezTo>
                <a:lnTo>
                  <a:pt x="466003" y="134766"/>
                </a:lnTo>
                <a:cubicBezTo>
                  <a:pt x="466003" y="139208"/>
                  <a:pt x="465674" y="143650"/>
                  <a:pt x="465016" y="148095"/>
                </a:cubicBezTo>
                <a:cubicBezTo>
                  <a:pt x="464359" y="152536"/>
                  <a:pt x="463125" y="156773"/>
                  <a:pt x="461314" y="160805"/>
                </a:cubicBezTo>
                <a:cubicBezTo>
                  <a:pt x="459504" y="164835"/>
                  <a:pt x="457076" y="168537"/>
                  <a:pt x="454030" y="171912"/>
                </a:cubicBezTo>
                <a:cubicBezTo>
                  <a:pt x="450987" y="175284"/>
                  <a:pt x="447573" y="178040"/>
                  <a:pt x="443786" y="180179"/>
                </a:cubicBezTo>
                <a:cubicBezTo>
                  <a:pt x="440003" y="182318"/>
                  <a:pt x="435889" y="183840"/>
                  <a:pt x="431445" y="184743"/>
                </a:cubicBezTo>
                <a:cubicBezTo>
                  <a:pt x="427003" y="185650"/>
                  <a:pt x="422561" y="186103"/>
                  <a:pt x="418120" y="186103"/>
                </a:cubicBezTo>
                <a:moveTo>
                  <a:pt x="389489" y="105642"/>
                </a:moveTo>
                <a:lnTo>
                  <a:pt x="446750" y="59977"/>
                </a:lnTo>
                <a:lnTo>
                  <a:pt x="446750" y="52079"/>
                </a:lnTo>
                <a:cubicBezTo>
                  <a:pt x="446750" y="49282"/>
                  <a:pt x="446586" y="46485"/>
                  <a:pt x="446257" y="43688"/>
                </a:cubicBezTo>
                <a:cubicBezTo>
                  <a:pt x="445928" y="40891"/>
                  <a:pt x="445229" y="38135"/>
                  <a:pt x="444159" y="35421"/>
                </a:cubicBezTo>
                <a:cubicBezTo>
                  <a:pt x="443090" y="32704"/>
                  <a:pt x="441731" y="30195"/>
                  <a:pt x="440084" y="27892"/>
                </a:cubicBezTo>
                <a:cubicBezTo>
                  <a:pt x="438440" y="25588"/>
                  <a:pt x="436425" y="23696"/>
                  <a:pt x="434039" y="22217"/>
                </a:cubicBezTo>
                <a:cubicBezTo>
                  <a:pt x="431654" y="20735"/>
                  <a:pt x="429063" y="19666"/>
                  <a:pt x="426266" y="19008"/>
                </a:cubicBezTo>
                <a:cubicBezTo>
                  <a:pt x="423469" y="18348"/>
                  <a:pt x="420589" y="18017"/>
                  <a:pt x="417626" y="18017"/>
                </a:cubicBezTo>
                <a:cubicBezTo>
                  <a:pt x="414829" y="18017"/>
                  <a:pt x="412072" y="18388"/>
                  <a:pt x="409356" y="19129"/>
                </a:cubicBezTo>
                <a:cubicBezTo>
                  <a:pt x="406642" y="19869"/>
                  <a:pt x="404132" y="21022"/>
                  <a:pt x="401827" y="22586"/>
                </a:cubicBezTo>
                <a:cubicBezTo>
                  <a:pt x="399525" y="24148"/>
                  <a:pt x="397550" y="26081"/>
                  <a:pt x="395903" y="28386"/>
                </a:cubicBezTo>
                <a:cubicBezTo>
                  <a:pt x="394258" y="30688"/>
                  <a:pt x="392943" y="33115"/>
                  <a:pt x="391956" y="35666"/>
                </a:cubicBezTo>
                <a:cubicBezTo>
                  <a:pt x="390969" y="38217"/>
                  <a:pt x="390311" y="40891"/>
                  <a:pt x="389982" y="43688"/>
                </a:cubicBezTo>
                <a:cubicBezTo>
                  <a:pt x="389654" y="46485"/>
                  <a:pt x="389489" y="49282"/>
                  <a:pt x="389489" y="52079"/>
                </a:cubicBezTo>
                <a:lnTo>
                  <a:pt x="389489" y="105642"/>
                </a:lnTo>
                <a:moveTo>
                  <a:pt x="418120" y="168827"/>
                </a:moveTo>
                <a:cubicBezTo>
                  <a:pt x="420917" y="168827"/>
                  <a:pt x="423714" y="168499"/>
                  <a:pt x="426511" y="167841"/>
                </a:cubicBezTo>
                <a:cubicBezTo>
                  <a:pt x="429308" y="167180"/>
                  <a:pt x="431858" y="166069"/>
                  <a:pt x="434160" y="164508"/>
                </a:cubicBezTo>
                <a:cubicBezTo>
                  <a:pt x="436465" y="162943"/>
                  <a:pt x="438481" y="161010"/>
                  <a:pt x="440209" y="158708"/>
                </a:cubicBezTo>
                <a:cubicBezTo>
                  <a:pt x="441938" y="156403"/>
                  <a:pt x="443297" y="153935"/>
                  <a:pt x="444284" y="151303"/>
                </a:cubicBezTo>
                <a:cubicBezTo>
                  <a:pt x="445270" y="148670"/>
                  <a:pt x="445928" y="145954"/>
                  <a:pt x="446257" y="143157"/>
                </a:cubicBezTo>
                <a:cubicBezTo>
                  <a:pt x="446586" y="140360"/>
                  <a:pt x="446750" y="137563"/>
                  <a:pt x="446750" y="134766"/>
                </a:cubicBezTo>
                <a:lnTo>
                  <a:pt x="446750" y="81203"/>
                </a:lnTo>
                <a:lnTo>
                  <a:pt x="389489" y="126868"/>
                </a:lnTo>
                <a:lnTo>
                  <a:pt x="389489" y="134766"/>
                </a:lnTo>
                <a:cubicBezTo>
                  <a:pt x="389489" y="137563"/>
                  <a:pt x="389654" y="140360"/>
                  <a:pt x="389982" y="143157"/>
                </a:cubicBezTo>
                <a:cubicBezTo>
                  <a:pt x="390311" y="145954"/>
                  <a:pt x="390969" y="148670"/>
                  <a:pt x="391956" y="151303"/>
                </a:cubicBezTo>
                <a:cubicBezTo>
                  <a:pt x="392943" y="153935"/>
                  <a:pt x="394300" y="156403"/>
                  <a:pt x="396027" y="158708"/>
                </a:cubicBezTo>
                <a:cubicBezTo>
                  <a:pt x="397757" y="161010"/>
                  <a:pt x="399773" y="162943"/>
                  <a:pt x="402076" y="164508"/>
                </a:cubicBezTo>
                <a:cubicBezTo>
                  <a:pt x="404381" y="166069"/>
                  <a:pt x="406932" y="167180"/>
                  <a:pt x="409729" y="167841"/>
                </a:cubicBezTo>
                <a:cubicBezTo>
                  <a:pt x="412526" y="168499"/>
                  <a:pt x="415323" y="168827"/>
                  <a:pt x="418120" y="168827"/>
                </a:cubicBezTo>
                <a:close/>
                <a:moveTo>
                  <a:pt x="541533" y="186103"/>
                </a:moveTo>
                <a:cubicBezTo>
                  <a:pt x="537091" y="186103"/>
                  <a:pt x="532648" y="185650"/>
                  <a:pt x="528204" y="184743"/>
                </a:cubicBezTo>
                <a:cubicBezTo>
                  <a:pt x="523762" y="183840"/>
                  <a:pt x="519648" y="182318"/>
                  <a:pt x="515862" y="180179"/>
                </a:cubicBezTo>
                <a:cubicBezTo>
                  <a:pt x="512078" y="178040"/>
                  <a:pt x="508664" y="175284"/>
                  <a:pt x="505618" y="171912"/>
                </a:cubicBezTo>
                <a:cubicBezTo>
                  <a:pt x="502575" y="168537"/>
                  <a:pt x="500148" y="164835"/>
                  <a:pt x="498338" y="160805"/>
                </a:cubicBezTo>
                <a:cubicBezTo>
                  <a:pt x="496528" y="156773"/>
                  <a:pt x="495294" y="152536"/>
                  <a:pt x="494636" y="148095"/>
                </a:cubicBezTo>
                <a:cubicBezTo>
                  <a:pt x="493978" y="143650"/>
                  <a:pt x="493649" y="139208"/>
                  <a:pt x="493649" y="134766"/>
                </a:cubicBezTo>
                <a:lnTo>
                  <a:pt x="493649" y="52079"/>
                </a:lnTo>
                <a:cubicBezTo>
                  <a:pt x="493649" y="47637"/>
                  <a:pt x="493978" y="43196"/>
                  <a:pt x="494636" y="38754"/>
                </a:cubicBezTo>
                <a:cubicBezTo>
                  <a:pt x="495294" y="34310"/>
                  <a:pt x="496528" y="30073"/>
                  <a:pt x="498338" y="26043"/>
                </a:cubicBezTo>
                <a:cubicBezTo>
                  <a:pt x="500148" y="22011"/>
                  <a:pt x="502575" y="18309"/>
                  <a:pt x="505618" y="14937"/>
                </a:cubicBezTo>
                <a:cubicBezTo>
                  <a:pt x="508664" y="11562"/>
                  <a:pt x="512120" y="8805"/>
                  <a:pt x="515986" y="6666"/>
                </a:cubicBezTo>
                <a:cubicBezTo>
                  <a:pt x="519853" y="4527"/>
                  <a:pt x="523967" y="2881"/>
                  <a:pt x="528328" y="1729"/>
                </a:cubicBezTo>
                <a:cubicBezTo>
                  <a:pt x="532690" y="576"/>
                  <a:pt x="537091" y="0"/>
                  <a:pt x="541533" y="0"/>
                </a:cubicBezTo>
                <a:cubicBezTo>
                  <a:pt x="545974" y="0"/>
                  <a:pt x="550376" y="576"/>
                  <a:pt x="554737" y="1729"/>
                </a:cubicBezTo>
                <a:cubicBezTo>
                  <a:pt x="559098" y="2881"/>
                  <a:pt x="563212" y="4527"/>
                  <a:pt x="567079" y="6666"/>
                </a:cubicBezTo>
                <a:cubicBezTo>
                  <a:pt x="570945" y="8805"/>
                  <a:pt x="574400" y="11562"/>
                  <a:pt x="577443" y="14937"/>
                </a:cubicBezTo>
                <a:cubicBezTo>
                  <a:pt x="580489" y="18309"/>
                  <a:pt x="582917" y="22011"/>
                  <a:pt x="584727" y="26043"/>
                </a:cubicBezTo>
                <a:cubicBezTo>
                  <a:pt x="586537" y="30073"/>
                  <a:pt x="587772" y="34310"/>
                  <a:pt x="588429" y="38754"/>
                </a:cubicBezTo>
                <a:cubicBezTo>
                  <a:pt x="589087" y="43196"/>
                  <a:pt x="589416" y="47637"/>
                  <a:pt x="589416" y="52079"/>
                </a:cubicBezTo>
                <a:lnTo>
                  <a:pt x="589416" y="134766"/>
                </a:lnTo>
                <a:cubicBezTo>
                  <a:pt x="589416" y="139208"/>
                  <a:pt x="589087" y="143650"/>
                  <a:pt x="588429" y="148095"/>
                </a:cubicBezTo>
                <a:cubicBezTo>
                  <a:pt x="587772" y="152536"/>
                  <a:pt x="586537" y="156773"/>
                  <a:pt x="584727" y="160805"/>
                </a:cubicBezTo>
                <a:cubicBezTo>
                  <a:pt x="582917" y="164835"/>
                  <a:pt x="580489" y="168537"/>
                  <a:pt x="577443" y="171912"/>
                </a:cubicBezTo>
                <a:cubicBezTo>
                  <a:pt x="574400" y="175284"/>
                  <a:pt x="570986" y="178040"/>
                  <a:pt x="567199" y="180179"/>
                </a:cubicBezTo>
                <a:cubicBezTo>
                  <a:pt x="563415" y="182318"/>
                  <a:pt x="559302" y="183840"/>
                  <a:pt x="554857" y="184743"/>
                </a:cubicBezTo>
                <a:cubicBezTo>
                  <a:pt x="550416" y="185650"/>
                  <a:pt x="545974" y="186103"/>
                  <a:pt x="541533" y="186103"/>
                </a:cubicBezTo>
                <a:moveTo>
                  <a:pt x="512902" y="105642"/>
                </a:moveTo>
                <a:lnTo>
                  <a:pt x="570163" y="59977"/>
                </a:lnTo>
                <a:lnTo>
                  <a:pt x="570163" y="52079"/>
                </a:lnTo>
                <a:cubicBezTo>
                  <a:pt x="570163" y="49282"/>
                  <a:pt x="569999" y="46485"/>
                  <a:pt x="569670" y="43688"/>
                </a:cubicBezTo>
                <a:cubicBezTo>
                  <a:pt x="569341" y="40891"/>
                  <a:pt x="568642" y="38135"/>
                  <a:pt x="567572" y="35421"/>
                </a:cubicBezTo>
                <a:cubicBezTo>
                  <a:pt x="566503" y="32704"/>
                  <a:pt x="565144" y="30195"/>
                  <a:pt x="563497" y="27892"/>
                </a:cubicBezTo>
                <a:cubicBezTo>
                  <a:pt x="561853" y="25588"/>
                  <a:pt x="559838" y="23696"/>
                  <a:pt x="557452" y="22217"/>
                </a:cubicBezTo>
                <a:cubicBezTo>
                  <a:pt x="555067" y="20735"/>
                  <a:pt x="552476" y="19666"/>
                  <a:pt x="549679" y="19008"/>
                </a:cubicBezTo>
                <a:cubicBezTo>
                  <a:pt x="546882" y="18348"/>
                  <a:pt x="544002" y="18017"/>
                  <a:pt x="541039" y="18017"/>
                </a:cubicBezTo>
                <a:cubicBezTo>
                  <a:pt x="538242" y="18017"/>
                  <a:pt x="535485" y="18388"/>
                  <a:pt x="532769" y="19129"/>
                </a:cubicBezTo>
                <a:cubicBezTo>
                  <a:pt x="530054" y="19869"/>
                  <a:pt x="527545" y="21022"/>
                  <a:pt x="525240" y="22586"/>
                </a:cubicBezTo>
                <a:cubicBezTo>
                  <a:pt x="522938" y="24148"/>
                  <a:pt x="520963" y="26081"/>
                  <a:pt x="519316" y="28386"/>
                </a:cubicBezTo>
                <a:cubicBezTo>
                  <a:pt x="517671" y="30688"/>
                  <a:pt x="516356" y="33115"/>
                  <a:pt x="515369" y="35666"/>
                </a:cubicBezTo>
                <a:cubicBezTo>
                  <a:pt x="514382" y="38217"/>
                  <a:pt x="513724" y="40891"/>
                  <a:pt x="513395" y="43688"/>
                </a:cubicBezTo>
                <a:cubicBezTo>
                  <a:pt x="513066" y="46485"/>
                  <a:pt x="512902" y="49282"/>
                  <a:pt x="512902" y="52079"/>
                </a:cubicBezTo>
                <a:lnTo>
                  <a:pt x="512902" y="105642"/>
                </a:lnTo>
                <a:moveTo>
                  <a:pt x="541533" y="168827"/>
                </a:moveTo>
                <a:cubicBezTo>
                  <a:pt x="544330" y="168827"/>
                  <a:pt x="547127" y="168499"/>
                  <a:pt x="549924" y="167841"/>
                </a:cubicBezTo>
                <a:cubicBezTo>
                  <a:pt x="552721" y="167180"/>
                  <a:pt x="555270" y="166069"/>
                  <a:pt x="557573" y="164508"/>
                </a:cubicBezTo>
                <a:cubicBezTo>
                  <a:pt x="559878" y="162943"/>
                  <a:pt x="561894" y="161010"/>
                  <a:pt x="563621" y="158708"/>
                </a:cubicBezTo>
                <a:cubicBezTo>
                  <a:pt x="565351" y="156403"/>
                  <a:pt x="566710" y="153935"/>
                  <a:pt x="567696" y="151303"/>
                </a:cubicBezTo>
                <a:cubicBezTo>
                  <a:pt x="568683" y="148670"/>
                  <a:pt x="569341" y="145954"/>
                  <a:pt x="569670" y="143157"/>
                </a:cubicBezTo>
                <a:cubicBezTo>
                  <a:pt x="569999" y="140360"/>
                  <a:pt x="570163" y="137563"/>
                  <a:pt x="570163" y="134766"/>
                </a:cubicBezTo>
                <a:lnTo>
                  <a:pt x="570163" y="81203"/>
                </a:lnTo>
                <a:lnTo>
                  <a:pt x="512902" y="126868"/>
                </a:lnTo>
                <a:lnTo>
                  <a:pt x="512902" y="134766"/>
                </a:lnTo>
                <a:cubicBezTo>
                  <a:pt x="512902" y="137563"/>
                  <a:pt x="513066" y="140360"/>
                  <a:pt x="513395" y="143157"/>
                </a:cubicBezTo>
                <a:cubicBezTo>
                  <a:pt x="513724" y="145954"/>
                  <a:pt x="514382" y="148670"/>
                  <a:pt x="515369" y="151303"/>
                </a:cubicBezTo>
                <a:cubicBezTo>
                  <a:pt x="516356" y="153935"/>
                  <a:pt x="517713" y="156403"/>
                  <a:pt x="519440" y="158708"/>
                </a:cubicBezTo>
                <a:cubicBezTo>
                  <a:pt x="521170" y="161010"/>
                  <a:pt x="523186" y="162943"/>
                  <a:pt x="525489" y="164508"/>
                </a:cubicBezTo>
                <a:cubicBezTo>
                  <a:pt x="527794" y="166069"/>
                  <a:pt x="530344" y="167180"/>
                  <a:pt x="533142" y="167841"/>
                </a:cubicBezTo>
                <a:cubicBezTo>
                  <a:pt x="535939" y="168499"/>
                  <a:pt x="538736" y="168827"/>
                  <a:pt x="541533" y="168827"/>
                </a:cubicBezTo>
                <a:close/>
                <a:moveTo>
                  <a:pt x="664944" y="186103"/>
                </a:moveTo>
                <a:cubicBezTo>
                  <a:pt x="660503" y="186103"/>
                  <a:pt x="656060" y="185650"/>
                  <a:pt x="651616" y="184743"/>
                </a:cubicBezTo>
                <a:cubicBezTo>
                  <a:pt x="647174" y="183840"/>
                  <a:pt x="643060" y="182318"/>
                  <a:pt x="639274" y="180179"/>
                </a:cubicBezTo>
                <a:cubicBezTo>
                  <a:pt x="635490" y="178040"/>
                  <a:pt x="632075" y="175284"/>
                  <a:pt x="629030" y="171912"/>
                </a:cubicBezTo>
                <a:cubicBezTo>
                  <a:pt x="625987" y="168537"/>
                  <a:pt x="623560" y="164835"/>
                  <a:pt x="621750" y="160805"/>
                </a:cubicBezTo>
                <a:cubicBezTo>
                  <a:pt x="619939" y="156773"/>
                  <a:pt x="618705" y="152536"/>
                  <a:pt x="618048" y="148095"/>
                </a:cubicBezTo>
                <a:cubicBezTo>
                  <a:pt x="617390" y="143650"/>
                  <a:pt x="617061" y="139208"/>
                  <a:pt x="617061" y="134766"/>
                </a:cubicBezTo>
                <a:lnTo>
                  <a:pt x="617061" y="52079"/>
                </a:lnTo>
                <a:cubicBezTo>
                  <a:pt x="617061" y="47637"/>
                  <a:pt x="617390" y="43196"/>
                  <a:pt x="618048" y="38754"/>
                </a:cubicBezTo>
                <a:cubicBezTo>
                  <a:pt x="618705" y="34310"/>
                  <a:pt x="619939" y="30073"/>
                  <a:pt x="621750" y="26043"/>
                </a:cubicBezTo>
                <a:cubicBezTo>
                  <a:pt x="623560" y="22011"/>
                  <a:pt x="625987" y="18309"/>
                  <a:pt x="629030" y="14937"/>
                </a:cubicBezTo>
                <a:cubicBezTo>
                  <a:pt x="632075" y="11562"/>
                  <a:pt x="635532" y="8805"/>
                  <a:pt x="639398" y="6666"/>
                </a:cubicBezTo>
                <a:cubicBezTo>
                  <a:pt x="643265" y="4527"/>
                  <a:pt x="647379" y="2881"/>
                  <a:pt x="651740" y="1729"/>
                </a:cubicBezTo>
                <a:cubicBezTo>
                  <a:pt x="656101" y="576"/>
                  <a:pt x="660503" y="0"/>
                  <a:pt x="664944" y="0"/>
                </a:cubicBezTo>
                <a:cubicBezTo>
                  <a:pt x="669386" y="0"/>
                  <a:pt x="673787" y="576"/>
                  <a:pt x="678149" y="1729"/>
                </a:cubicBezTo>
                <a:cubicBezTo>
                  <a:pt x="682510" y="2881"/>
                  <a:pt x="686624" y="4527"/>
                  <a:pt x="690490" y="6666"/>
                </a:cubicBezTo>
                <a:cubicBezTo>
                  <a:pt x="694357" y="8805"/>
                  <a:pt x="697812" y="11562"/>
                  <a:pt x="700855" y="14937"/>
                </a:cubicBezTo>
                <a:cubicBezTo>
                  <a:pt x="703901" y="18309"/>
                  <a:pt x="706329" y="22011"/>
                  <a:pt x="708139" y="26043"/>
                </a:cubicBezTo>
                <a:cubicBezTo>
                  <a:pt x="709949" y="30073"/>
                  <a:pt x="711183" y="34310"/>
                  <a:pt x="711841" y="38754"/>
                </a:cubicBezTo>
                <a:cubicBezTo>
                  <a:pt x="712499" y="43196"/>
                  <a:pt x="712828" y="47637"/>
                  <a:pt x="712828" y="52079"/>
                </a:cubicBezTo>
                <a:lnTo>
                  <a:pt x="712828" y="134766"/>
                </a:lnTo>
                <a:cubicBezTo>
                  <a:pt x="712828" y="139208"/>
                  <a:pt x="712499" y="143650"/>
                  <a:pt x="711841" y="148095"/>
                </a:cubicBezTo>
                <a:cubicBezTo>
                  <a:pt x="711183" y="152536"/>
                  <a:pt x="709949" y="156773"/>
                  <a:pt x="708139" y="160805"/>
                </a:cubicBezTo>
                <a:cubicBezTo>
                  <a:pt x="706329" y="164835"/>
                  <a:pt x="703901" y="168537"/>
                  <a:pt x="700855" y="171912"/>
                </a:cubicBezTo>
                <a:cubicBezTo>
                  <a:pt x="697812" y="175284"/>
                  <a:pt x="694397" y="178040"/>
                  <a:pt x="690611" y="180179"/>
                </a:cubicBezTo>
                <a:cubicBezTo>
                  <a:pt x="686827" y="182318"/>
                  <a:pt x="682713" y="183840"/>
                  <a:pt x="678269" y="184743"/>
                </a:cubicBezTo>
                <a:cubicBezTo>
                  <a:pt x="673828" y="185650"/>
                  <a:pt x="669386" y="186103"/>
                  <a:pt x="664944" y="186103"/>
                </a:cubicBezTo>
                <a:moveTo>
                  <a:pt x="636314" y="105642"/>
                </a:moveTo>
                <a:lnTo>
                  <a:pt x="693575" y="59977"/>
                </a:lnTo>
                <a:lnTo>
                  <a:pt x="693575" y="52079"/>
                </a:lnTo>
                <a:cubicBezTo>
                  <a:pt x="693575" y="49282"/>
                  <a:pt x="693411" y="46485"/>
                  <a:pt x="693082" y="43688"/>
                </a:cubicBezTo>
                <a:cubicBezTo>
                  <a:pt x="692753" y="40891"/>
                  <a:pt x="692053" y="38135"/>
                  <a:pt x="690984" y="35421"/>
                </a:cubicBezTo>
                <a:cubicBezTo>
                  <a:pt x="689914" y="32704"/>
                  <a:pt x="688556" y="30195"/>
                  <a:pt x="686909" y="27892"/>
                </a:cubicBezTo>
                <a:cubicBezTo>
                  <a:pt x="685264" y="25588"/>
                  <a:pt x="683249" y="23696"/>
                  <a:pt x="680864" y="22217"/>
                </a:cubicBezTo>
                <a:cubicBezTo>
                  <a:pt x="678479" y="20735"/>
                  <a:pt x="675888" y="19666"/>
                  <a:pt x="673091" y="19008"/>
                </a:cubicBezTo>
                <a:cubicBezTo>
                  <a:pt x="670294" y="18348"/>
                  <a:pt x="667414" y="18017"/>
                  <a:pt x="664451" y="18017"/>
                </a:cubicBezTo>
                <a:cubicBezTo>
                  <a:pt x="661654" y="18017"/>
                  <a:pt x="658897" y="18388"/>
                  <a:pt x="656180" y="19129"/>
                </a:cubicBezTo>
                <a:cubicBezTo>
                  <a:pt x="653466" y="19869"/>
                  <a:pt x="650957" y="21022"/>
                  <a:pt x="648652" y="22586"/>
                </a:cubicBezTo>
                <a:cubicBezTo>
                  <a:pt x="646349" y="24148"/>
                  <a:pt x="644375" y="26081"/>
                  <a:pt x="642727" y="28386"/>
                </a:cubicBezTo>
                <a:cubicBezTo>
                  <a:pt x="641083" y="30688"/>
                  <a:pt x="639767" y="33115"/>
                  <a:pt x="638781" y="35666"/>
                </a:cubicBezTo>
                <a:cubicBezTo>
                  <a:pt x="637794" y="38217"/>
                  <a:pt x="637136" y="40891"/>
                  <a:pt x="636807" y="43688"/>
                </a:cubicBezTo>
                <a:cubicBezTo>
                  <a:pt x="636478" y="46485"/>
                  <a:pt x="636314" y="49282"/>
                  <a:pt x="636314" y="52079"/>
                </a:cubicBezTo>
                <a:lnTo>
                  <a:pt x="636314" y="105642"/>
                </a:lnTo>
                <a:moveTo>
                  <a:pt x="664944" y="168827"/>
                </a:moveTo>
                <a:cubicBezTo>
                  <a:pt x="667741" y="168827"/>
                  <a:pt x="670538" y="168499"/>
                  <a:pt x="673335" y="167841"/>
                </a:cubicBezTo>
                <a:cubicBezTo>
                  <a:pt x="676132" y="167180"/>
                  <a:pt x="678682" y="166069"/>
                  <a:pt x="680985" y="164508"/>
                </a:cubicBezTo>
                <a:cubicBezTo>
                  <a:pt x="683289" y="162943"/>
                  <a:pt x="685306" y="161010"/>
                  <a:pt x="687033" y="158708"/>
                </a:cubicBezTo>
                <a:cubicBezTo>
                  <a:pt x="688763" y="156403"/>
                  <a:pt x="690121" y="153935"/>
                  <a:pt x="691108" y="151303"/>
                </a:cubicBezTo>
                <a:cubicBezTo>
                  <a:pt x="692095" y="148670"/>
                  <a:pt x="692753" y="145954"/>
                  <a:pt x="693082" y="143157"/>
                </a:cubicBezTo>
                <a:cubicBezTo>
                  <a:pt x="693411" y="140360"/>
                  <a:pt x="693575" y="137563"/>
                  <a:pt x="693575" y="134766"/>
                </a:cubicBezTo>
                <a:lnTo>
                  <a:pt x="693575" y="81203"/>
                </a:lnTo>
                <a:lnTo>
                  <a:pt x="636314" y="126868"/>
                </a:lnTo>
                <a:lnTo>
                  <a:pt x="636314" y="134766"/>
                </a:lnTo>
                <a:cubicBezTo>
                  <a:pt x="636314" y="137563"/>
                  <a:pt x="636478" y="140360"/>
                  <a:pt x="636807" y="143157"/>
                </a:cubicBezTo>
                <a:cubicBezTo>
                  <a:pt x="637136" y="145954"/>
                  <a:pt x="637794" y="148670"/>
                  <a:pt x="638781" y="151303"/>
                </a:cubicBezTo>
                <a:cubicBezTo>
                  <a:pt x="639767" y="153935"/>
                  <a:pt x="641124" y="156403"/>
                  <a:pt x="642852" y="158708"/>
                </a:cubicBezTo>
                <a:cubicBezTo>
                  <a:pt x="644582" y="161010"/>
                  <a:pt x="646598" y="162943"/>
                  <a:pt x="648900" y="164508"/>
                </a:cubicBezTo>
                <a:cubicBezTo>
                  <a:pt x="651205" y="166069"/>
                  <a:pt x="653756" y="167180"/>
                  <a:pt x="656553" y="167841"/>
                </a:cubicBezTo>
                <a:cubicBezTo>
                  <a:pt x="659350" y="168499"/>
                  <a:pt x="662147" y="168827"/>
                  <a:pt x="664944" y="168827"/>
                </a:cubicBezTo>
                <a:close/>
                <a:moveTo>
                  <a:pt x="788356" y="186103"/>
                </a:moveTo>
                <a:cubicBezTo>
                  <a:pt x="783914" y="186103"/>
                  <a:pt x="779472" y="185650"/>
                  <a:pt x="775027" y="184743"/>
                </a:cubicBezTo>
                <a:cubicBezTo>
                  <a:pt x="770586" y="183840"/>
                  <a:pt x="766472" y="182318"/>
                  <a:pt x="762686" y="180179"/>
                </a:cubicBezTo>
                <a:cubicBezTo>
                  <a:pt x="758902" y="178040"/>
                  <a:pt x="755487" y="175284"/>
                  <a:pt x="752442" y="171912"/>
                </a:cubicBezTo>
                <a:cubicBezTo>
                  <a:pt x="749398" y="168537"/>
                  <a:pt x="746972" y="164835"/>
                  <a:pt x="745161" y="160805"/>
                </a:cubicBezTo>
                <a:cubicBezTo>
                  <a:pt x="743351" y="156773"/>
                  <a:pt x="742117" y="152536"/>
                  <a:pt x="741459" y="148095"/>
                </a:cubicBezTo>
                <a:cubicBezTo>
                  <a:pt x="740801" y="143650"/>
                  <a:pt x="740473" y="139208"/>
                  <a:pt x="740473" y="134766"/>
                </a:cubicBezTo>
                <a:lnTo>
                  <a:pt x="740473" y="52079"/>
                </a:lnTo>
                <a:cubicBezTo>
                  <a:pt x="740473" y="47637"/>
                  <a:pt x="740801" y="43196"/>
                  <a:pt x="741459" y="38754"/>
                </a:cubicBezTo>
                <a:cubicBezTo>
                  <a:pt x="742117" y="34310"/>
                  <a:pt x="743351" y="30073"/>
                  <a:pt x="745161" y="26043"/>
                </a:cubicBezTo>
                <a:cubicBezTo>
                  <a:pt x="746972" y="22011"/>
                  <a:pt x="749398" y="18309"/>
                  <a:pt x="752442" y="14937"/>
                </a:cubicBezTo>
                <a:cubicBezTo>
                  <a:pt x="755487" y="11562"/>
                  <a:pt x="758943" y="8805"/>
                  <a:pt x="762810" y="6666"/>
                </a:cubicBezTo>
                <a:cubicBezTo>
                  <a:pt x="766677" y="4527"/>
                  <a:pt x="770790" y="2881"/>
                  <a:pt x="775152" y="1729"/>
                </a:cubicBezTo>
                <a:cubicBezTo>
                  <a:pt x="779513" y="576"/>
                  <a:pt x="783914" y="0"/>
                  <a:pt x="788356" y="0"/>
                </a:cubicBezTo>
                <a:cubicBezTo>
                  <a:pt x="792798" y="0"/>
                  <a:pt x="797199" y="576"/>
                  <a:pt x="801560" y="1729"/>
                </a:cubicBezTo>
                <a:cubicBezTo>
                  <a:pt x="805922" y="2881"/>
                  <a:pt x="810036" y="4527"/>
                  <a:pt x="813902" y="6666"/>
                </a:cubicBezTo>
                <a:cubicBezTo>
                  <a:pt x="817769" y="8805"/>
                  <a:pt x="821224" y="11562"/>
                  <a:pt x="824267" y="14937"/>
                </a:cubicBezTo>
                <a:cubicBezTo>
                  <a:pt x="827312" y="18309"/>
                  <a:pt x="829740" y="22011"/>
                  <a:pt x="831551" y="26043"/>
                </a:cubicBezTo>
                <a:cubicBezTo>
                  <a:pt x="833361" y="30073"/>
                  <a:pt x="834595" y="34310"/>
                  <a:pt x="835253" y="38754"/>
                </a:cubicBezTo>
                <a:cubicBezTo>
                  <a:pt x="835911" y="43196"/>
                  <a:pt x="836240" y="47637"/>
                  <a:pt x="836240" y="52079"/>
                </a:cubicBezTo>
                <a:lnTo>
                  <a:pt x="836240" y="134766"/>
                </a:lnTo>
                <a:cubicBezTo>
                  <a:pt x="836240" y="139208"/>
                  <a:pt x="835911" y="143650"/>
                  <a:pt x="835253" y="148095"/>
                </a:cubicBezTo>
                <a:cubicBezTo>
                  <a:pt x="834595" y="152536"/>
                  <a:pt x="833361" y="156773"/>
                  <a:pt x="831551" y="160805"/>
                </a:cubicBezTo>
                <a:cubicBezTo>
                  <a:pt x="829740" y="164835"/>
                  <a:pt x="827312" y="168537"/>
                  <a:pt x="824267" y="171912"/>
                </a:cubicBezTo>
                <a:cubicBezTo>
                  <a:pt x="821224" y="175284"/>
                  <a:pt x="817809" y="178040"/>
                  <a:pt x="814023" y="180179"/>
                </a:cubicBezTo>
                <a:cubicBezTo>
                  <a:pt x="810239" y="182318"/>
                  <a:pt x="806125" y="183840"/>
                  <a:pt x="801681" y="184743"/>
                </a:cubicBezTo>
                <a:cubicBezTo>
                  <a:pt x="797239" y="185650"/>
                  <a:pt x="792798" y="186103"/>
                  <a:pt x="788356" y="186103"/>
                </a:cubicBezTo>
                <a:moveTo>
                  <a:pt x="759725" y="105642"/>
                </a:moveTo>
                <a:lnTo>
                  <a:pt x="816987" y="59977"/>
                </a:lnTo>
                <a:lnTo>
                  <a:pt x="816987" y="52079"/>
                </a:lnTo>
                <a:cubicBezTo>
                  <a:pt x="816987" y="49282"/>
                  <a:pt x="816822" y="46485"/>
                  <a:pt x="816493" y="43688"/>
                </a:cubicBezTo>
                <a:cubicBezTo>
                  <a:pt x="816164" y="40891"/>
                  <a:pt x="815465" y="38135"/>
                  <a:pt x="814396" y="35421"/>
                </a:cubicBezTo>
                <a:cubicBezTo>
                  <a:pt x="813326" y="32704"/>
                  <a:pt x="811968" y="30195"/>
                  <a:pt x="810321" y="27892"/>
                </a:cubicBezTo>
                <a:cubicBezTo>
                  <a:pt x="808676" y="25588"/>
                  <a:pt x="806661" y="23696"/>
                  <a:pt x="804276" y="22217"/>
                </a:cubicBezTo>
                <a:cubicBezTo>
                  <a:pt x="801890" y="20735"/>
                  <a:pt x="799299" y="19666"/>
                  <a:pt x="796502" y="19008"/>
                </a:cubicBezTo>
                <a:cubicBezTo>
                  <a:pt x="793705" y="18348"/>
                  <a:pt x="790825" y="18017"/>
                  <a:pt x="787863" y="18017"/>
                </a:cubicBezTo>
                <a:cubicBezTo>
                  <a:pt x="785066" y="18017"/>
                  <a:pt x="782309" y="18388"/>
                  <a:pt x="779592" y="19129"/>
                </a:cubicBezTo>
                <a:cubicBezTo>
                  <a:pt x="776878" y="19869"/>
                  <a:pt x="774368" y="21022"/>
                  <a:pt x="772063" y="22586"/>
                </a:cubicBezTo>
                <a:cubicBezTo>
                  <a:pt x="769761" y="24148"/>
                  <a:pt x="767786" y="26081"/>
                  <a:pt x="766139" y="28386"/>
                </a:cubicBezTo>
                <a:cubicBezTo>
                  <a:pt x="764495" y="30688"/>
                  <a:pt x="763179" y="33115"/>
                  <a:pt x="762192" y="35666"/>
                </a:cubicBezTo>
                <a:cubicBezTo>
                  <a:pt x="761205" y="38217"/>
                  <a:pt x="760548" y="40891"/>
                  <a:pt x="760219" y="43688"/>
                </a:cubicBezTo>
                <a:cubicBezTo>
                  <a:pt x="759890" y="46485"/>
                  <a:pt x="759725" y="49282"/>
                  <a:pt x="759725" y="52079"/>
                </a:cubicBezTo>
                <a:lnTo>
                  <a:pt x="759725" y="105642"/>
                </a:lnTo>
                <a:moveTo>
                  <a:pt x="788356" y="168827"/>
                </a:moveTo>
                <a:cubicBezTo>
                  <a:pt x="791153" y="168827"/>
                  <a:pt x="793950" y="168499"/>
                  <a:pt x="796747" y="167841"/>
                </a:cubicBezTo>
                <a:cubicBezTo>
                  <a:pt x="799544" y="167180"/>
                  <a:pt x="802094" y="166069"/>
                  <a:pt x="804396" y="164508"/>
                </a:cubicBezTo>
                <a:cubicBezTo>
                  <a:pt x="806701" y="162943"/>
                  <a:pt x="808717" y="161010"/>
                  <a:pt x="810445" y="158708"/>
                </a:cubicBezTo>
                <a:cubicBezTo>
                  <a:pt x="812175" y="156403"/>
                  <a:pt x="813533" y="153935"/>
                  <a:pt x="814520" y="151303"/>
                </a:cubicBezTo>
                <a:cubicBezTo>
                  <a:pt x="815507" y="148670"/>
                  <a:pt x="816164" y="145954"/>
                  <a:pt x="816493" y="143157"/>
                </a:cubicBezTo>
                <a:cubicBezTo>
                  <a:pt x="816822" y="140360"/>
                  <a:pt x="816987" y="137563"/>
                  <a:pt x="816987" y="134766"/>
                </a:cubicBezTo>
                <a:lnTo>
                  <a:pt x="816987" y="81203"/>
                </a:lnTo>
                <a:lnTo>
                  <a:pt x="759725" y="126868"/>
                </a:lnTo>
                <a:lnTo>
                  <a:pt x="759725" y="134766"/>
                </a:lnTo>
                <a:cubicBezTo>
                  <a:pt x="759725" y="137563"/>
                  <a:pt x="759890" y="140360"/>
                  <a:pt x="760219" y="143157"/>
                </a:cubicBezTo>
                <a:cubicBezTo>
                  <a:pt x="760548" y="145954"/>
                  <a:pt x="761205" y="148670"/>
                  <a:pt x="762192" y="151303"/>
                </a:cubicBezTo>
                <a:cubicBezTo>
                  <a:pt x="763179" y="153935"/>
                  <a:pt x="764536" y="156403"/>
                  <a:pt x="766263" y="158708"/>
                </a:cubicBezTo>
                <a:cubicBezTo>
                  <a:pt x="767993" y="161010"/>
                  <a:pt x="770010" y="162943"/>
                  <a:pt x="772312" y="164508"/>
                </a:cubicBezTo>
                <a:cubicBezTo>
                  <a:pt x="774617" y="166069"/>
                  <a:pt x="777168" y="167180"/>
                  <a:pt x="779965" y="167841"/>
                </a:cubicBezTo>
                <a:cubicBezTo>
                  <a:pt x="782762" y="168499"/>
                  <a:pt x="785559" y="168827"/>
                  <a:pt x="788356" y="168827"/>
                </a:cubicBezTo>
                <a:close/>
                <a:moveTo>
                  <a:pt x="911768" y="186103"/>
                </a:moveTo>
                <a:cubicBezTo>
                  <a:pt x="907327" y="186103"/>
                  <a:pt x="902884" y="185650"/>
                  <a:pt x="898440" y="184743"/>
                </a:cubicBezTo>
                <a:cubicBezTo>
                  <a:pt x="893998" y="183840"/>
                  <a:pt x="889884" y="182318"/>
                  <a:pt x="886098" y="180179"/>
                </a:cubicBezTo>
                <a:cubicBezTo>
                  <a:pt x="882314" y="178040"/>
                  <a:pt x="878899" y="175284"/>
                  <a:pt x="875854" y="171912"/>
                </a:cubicBezTo>
                <a:cubicBezTo>
                  <a:pt x="872811" y="168537"/>
                  <a:pt x="870384" y="164835"/>
                  <a:pt x="868574" y="160805"/>
                </a:cubicBezTo>
                <a:cubicBezTo>
                  <a:pt x="866763" y="156773"/>
                  <a:pt x="865529" y="152536"/>
                  <a:pt x="864872" y="148095"/>
                </a:cubicBezTo>
                <a:cubicBezTo>
                  <a:pt x="864214" y="143650"/>
                  <a:pt x="863885" y="139208"/>
                  <a:pt x="863885" y="134766"/>
                </a:cubicBezTo>
                <a:lnTo>
                  <a:pt x="863885" y="52079"/>
                </a:lnTo>
                <a:cubicBezTo>
                  <a:pt x="863885" y="47637"/>
                  <a:pt x="864214" y="43196"/>
                  <a:pt x="864872" y="38754"/>
                </a:cubicBezTo>
                <a:cubicBezTo>
                  <a:pt x="865529" y="34310"/>
                  <a:pt x="866763" y="30073"/>
                  <a:pt x="868574" y="26043"/>
                </a:cubicBezTo>
                <a:cubicBezTo>
                  <a:pt x="870384" y="22011"/>
                  <a:pt x="872811" y="18309"/>
                  <a:pt x="875854" y="14937"/>
                </a:cubicBezTo>
                <a:cubicBezTo>
                  <a:pt x="878899" y="11562"/>
                  <a:pt x="882356" y="8805"/>
                  <a:pt x="886222" y="6666"/>
                </a:cubicBezTo>
                <a:cubicBezTo>
                  <a:pt x="890089" y="4527"/>
                  <a:pt x="894203" y="2881"/>
                  <a:pt x="898564" y="1729"/>
                </a:cubicBezTo>
                <a:cubicBezTo>
                  <a:pt x="902925" y="576"/>
                  <a:pt x="907327" y="0"/>
                  <a:pt x="911768" y="0"/>
                </a:cubicBezTo>
                <a:cubicBezTo>
                  <a:pt x="916210" y="0"/>
                  <a:pt x="920611" y="576"/>
                  <a:pt x="924973" y="1729"/>
                </a:cubicBezTo>
                <a:cubicBezTo>
                  <a:pt x="929334" y="2881"/>
                  <a:pt x="933448" y="4527"/>
                  <a:pt x="937314" y="6666"/>
                </a:cubicBezTo>
                <a:cubicBezTo>
                  <a:pt x="941181" y="8805"/>
                  <a:pt x="944636" y="11562"/>
                  <a:pt x="947679" y="14937"/>
                </a:cubicBezTo>
                <a:cubicBezTo>
                  <a:pt x="950725" y="18309"/>
                  <a:pt x="953153" y="22011"/>
                  <a:pt x="954963" y="26043"/>
                </a:cubicBezTo>
                <a:cubicBezTo>
                  <a:pt x="956773" y="30073"/>
                  <a:pt x="958007" y="34310"/>
                  <a:pt x="958665" y="38754"/>
                </a:cubicBezTo>
                <a:cubicBezTo>
                  <a:pt x="959323" y="43196"/>
                  <a:pt x="959652" y="47637"/>
                  <a:pt x="959652" y="52079"/>
                </a:cubicBezTo>
                <a:lnTo>
                  <a:pt x="959652" y="134766"/>
                </a:lnTo>
                <a:cubicBezTo>
                  <a:pt x="959652" y="139208"/>
                  <a:pt x="959323" y="143650"/>
                  <a:pt x="958665" y="148095"/>
                </a:cubicBezTo>
                <a:cubicBezTo>
                  <a:pt x="958007" y="152536"/>
                  <a:pt x="956773" y="156773"/>
                  <a:pt x="954963" y="160805"/>
                </a:cubicBezTo>
                <a:cubicBezTo>
                  <a:pt x="953153" y="164835"/>
                  <a:pt x="950725" y="168537"/>
                  <a:pt x="947679" y="171912"/>
                </a:cubicBezTo>
                <a:cubicBezTo>
                  <a:pt x="944636" y="175284"/>
                  <a:pt x="941221" y="178040"/>
                  <a:pt x="937435" y="180179"/>
                </a:cubicBezTo>
                <a:cubicBezTo>
                  <a:pt x="933651" y="182318"/>
                  <a:pt x="929537" y="183840"/>
                  <a:pt x="925093" y="184743"/>
                </a:cubicBezTo>
                <a:cubicBezTo>
                  <a:pt x="920652" y="185650"/>
                  <a:pt x="916210" y="186103"/>
                  <a:pt x="911768" y="186103"/>
                </a:cubicBezTo>
                <a:moveTo>
                  <a:pt x="883138" y="105642"/>
                </a:moveTo>
                <a:lnTo>
                  <a:pt x="940399" y="59977"/>
                </a:lnTo>
                <a:lnTo>
                  <a:pt x="940399" y="52079"/>
                </a:lnTo>
                <a:cubicBezTo>
                  <a:pt x="940399" y="49282"/>
                  <a:pt x="940235" y="46485"/>
                  <a:pt x="939906" y="43688"/>
                </a:cubicBezTo>
                <a:cubicBezTo>
                  <a:pt x="939577" y="40891"/>
                  <a:pt x="938877" y="38135"/>
                  <a:pt x="937808" y="35421"/>
                </a:cubicBezTo>
                <a:cubicBezTo>
                  <a:pt x="936738" y="32704"/>
                  <a:pt x="935380" y="30195"/>
                  <a:pt x="933733" y="27892"/>
                </a:cubicBezTo>
                <a:cubicBezTo>
                  <a:pt x="932088" y="25588"/>
                  <a:pt x="930073" y="23696"/>
                  <a:pt x="927688" y="22217"/>
                </a:cubicBezTo>
                <a:cubicBezTo>
                  <a:pt x="925303" y="20735"/>
                  <a:pt x="922712" y="19666"/>
                  <a:pt x="919915" y="19008"/>
                </a:cubicBezTo>
                <a:cubicBezTo>
                  <a:pt x="917118" y="18348"/>
                  <a:pt x="914238" y="18017"/>
                  <a:pt x="911275" y="18017"/>
                </a:cubicBezTo>
                <a:cubicBezTo>
                  <a:pt x="908478" y="18017"/>
                  <a:pt x="905721" y="18388"/>
                  <a:pt x="903004" y="19129"/>
                </a:cubicBezTo>
                <a:cubicBezTo>
                  <a:pt x="900290" y="19869"/>
                  <a:pt x="897781" y="21022"/>
                  <a:pt x="895476" y="22586"/>
                </a:cubicBezTo>
                <a:cubicBezTo>
                  <a:pt x="893173" y="24148"/>
                  <a:pt x="891199" y="26081"/>
                  <a:pt x="889551" y="28386"/>
                </a:cubicBezTo>
                <a:cubicBezTo>
                  <a:pt x="887907" y="30688"/>
                  <a:pt x="886591" y="33115"/>
                  <a:pt x="885605" y="35666"/>
                </a:cubicBezTo>
                <a:cubicBezTo>
                  <a:pt x="884618" y="38217"/>
                  <a:pt x="883960" y="40891"/>
                  <a:pt x="883631" y="43688"/>
                </a:cubicBezTo>
                <a:cubicBezTo>
                  <a:pt x="883302" y="46485"/>
                  <a:pt x="883138" y="49282"/>
                  <a:pt x="883138" y="52079"/>
                </a:cubicBezTo>
                <a:lnTo>
                  <a:pt x="883138" y="105642"/>
                </a:lnTo>
                <a:moveTo>
                  <a:pt x="911768" y="168827"/>
                </a:moveTo>
                <a:cubicBezTo>
                  <a:pt x="914565" y="168827"/>
                  <a:pt x="917362" y="168499"/>
                  <a:pt x="920159" y="167841"/>
                </a:cubicBezTo>
                <a:cubicBezTo>
                  <a:pt x="922956" y="167180"/>
                  <a:pt x="925506" y="166069"/>
                  <a:pt x="927809" y="164508"/>
                </a:cubicBezTo>
                <a:cubicBezTo>
                  <a:pt x="930113" y="162943"/>
                  <a:pt x="932130" y="161010"/>
                  <a:pt x="933857" y="158708"/>
                </a:cubicBezTo>
                <a:cubicBezTo>
                  <a:pt x="935587" y="156403"/>
                  <a:pt x="936945" y="153935"/>
                  <a:pt x="937932" y="151303"/>
                </a:cubicBezTo>
                <a:cubicBezTo>
                  <a:pt x="938919" y="148670"/>
                  <a:pt x="939577" y="145954"/>
                  <a:pt x="939906" y="143157"/>
                </a:cubicBezTo>
                <a:cubicBezTo>
                  <a:pt x="940235" y="140360"/>
                  <a:pt x="940399" y="137563"/>
                  <a:pt x="940399" y="134766"/>
                </a:cubicBezTo>
                <a:lnTo>
                  <a:pt x="940399" y="81203"/>
                </a:lnTo>
                <a:lnTo>
                  <a:pt x="883138" y="126868"/>
                </a:lnTo>
                <a:lnTo>
                  <a:pt x="883138" y="134766"/>
                </a:lnTo>
                <a:cubicBezTo>
                  <a:pt x="883138" y="137563"/>
                  <a:pt x="883302" y="140360"/>
                  <a:pt x="883631" y="143157"/>
                </a:cubicBezTo>
                <a:cubicBezTo>
                  <a:pt x="883960" y="145954"/>
                  <a:pt x="884618" y="148670"/>
                  <a:pt x="885605" y="151303"/>
                </a:cubicBezTo>
                <a:cubicBezTo>
                  <a:pt x="886591" y="153935"/>
                  <a:pt x="887948" y="156403"/>
                  <a:pt x="889676" y="158708"/>
                </a:cubicBezTo>
                <a:cubicBezTo>
                  <a:pt x="891406" y="161010"/>
                  <a:pt x="893422" y="162943"/>
                  <a:pt x="895724" y="164508"/>
                </a:cubicBezTo>
                <a:cubicBezTo>
                  <a:pt x="898029" y="166069"/>
                  <a:pt x="900580" y="167180"/>
                  <a:pt x="903377" y="167841"/>
                </a:cubicBezTo>
                <a:cubicBezTo>
                  <a:pt x="906174" y="168499"/>
                  <a:pt x="908971" y="168827"/>
                  <a:pt x="911768" y="1688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0x404a20">
            <a:extLst xmlns:a="http://schemas.openxmlformats.org/drawingml/2006/main">
              <a:ext uri="{FF2B5EF4-FFF2-40B4-BE49-F238E27FC236}">
                <a16:creationId xmlns:a16="http://schemas.microsoft.com/office/drawing/2014/main" id="{8D2E741D-878E-4579-86C5-F20C1D7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623" y="1614969"/>
            <a:ext cx="959652" cy="186103"/>
          </a:xfrm>
          <a:custGeom xmlns:a="http://schemas.openxmlformats.org/drawingml/2006/main">
            <a:pathLst>
              <a:path w="959652" h="186103">
                <a:moveTo>
                  <a:pt x="47883" y="186103"/>
                </a:moveTo>
                <a:cubicBezTo>
                  <a:pt x="43442" y="186103"/>
                  <a:pt x="38999" y="185650"/>
                  <a:pt x="34555" y="184743"/>
                </a:cubicBezTo>
                <a:cubicBezTo>
                  <a:pt x="30113" y="183840"/>
                  <a:pt x="25999" y="182318"/>
                  <a:pt x="22213" y="180179"/>
                </a:cubicBezTo>
                <a:cubicBezTo>
                  <a:pt x="18429" y="178040"/>
                  <a:pt x="15015" y="175284"/>
                  <a:pt x="11969" y="171912"/>
                </a:cubicBezTo>
                <a:cubicBezTo>
                  <a:pt x="8926" y="168537"/>
                  <a:pt x="6499" y="164835"/>
                  <a:pt x="4689" y="160805"/>
                </a:cubicBezTo>
                <a:cubicBezTo>
                  <a:pt x="2879" y="156773"/>
                  <a:pt x="1645" y="152536"/>
                  <a:pt x="987" y="148095"/>
                </a:cubicBezTo>
                <a:cubicBezTo>
                  <a:pt x="329" y="143650"/>
                  <a:pt x="0" y="139208"/>
                  <a:pt x="0" y="134766"/>
                </a:cubicBezTo>
                <a:lnTo>
                  <a:pt x="0" y="52079"/>
                </a:lnTo>
                <a:cubicBezTo>
                  <a:pt x="0" y="47637"/>
                  <a:pt x="329" y="43196"/>
                  <a:pt x="987" y="38754"/>
                </a:cubicBezTo>
                <a:cubicBezTo>
                  <a:pt x="1645" y="34310"/>
                  <a:pt x="2879" y="30073"/>
                  <a:pt x="4689" y="26043"/>
                </a:cubicBezTo>
                <a:cubicBezTo>
                  <a:pt x="6499" y="22011"/>
                  <a:pt x="8926" y="18309"/>
                  <a:pt x="11969" y="14937"/>
                </a:cubicBezTo>
                <a:cubicBezTo>
                  <a:pt x="15015" y="11562"/>
                  <a:pt x="18471" y="8805"/>
                  <a:pt x="22337" y="6666"/>
                </a:cubicBezTo>
                <a:cubicBezTo>
                  <a:pt x="26204" y="4527"/>
                  <a:pt x="30318" y="2881"/>
                  <a:pt x="34679" y="1729"/>
                </a:cubicBezTo>
                <a:cubicBezTo>
                  <a:pt x="39040" y="576"/>
                  <a:pt x="43442" y="0"/>
                  <a:pt x="47883" y="0"/>
                </a:cubicBezTo>
                <a:cubicBezTo>
                  <a:pt x="52325" y="0"/>
                  <a:pt x="56727" y="576"/>
                  <a:pt x="61088" y="1729"/>
                </a:cubicBezTo>
                <a:cubicBezTo>
                  <a:pt x="65449" y="2881"/>
                  <a:pt x="69563" y="4527"/>
                  <a:pt x="73430" y="6666"/>
                </a:cubicBezTo>
                <a:cubicBezTo>
                  <a:pt x="77296" y="8805"/>
                  <a:pt x="80751" y="11562"/>
                  <a:pt x="83794" y="14937"/>
                </a:cubicBezTo>
                <a:cubicBezTo>
                  <a:pt x="86840" y="18309"/>
                  <a:pt x="89268" y="22011"/>
                  <a:pt x="91078" y="26043"/>
                </a:cubicBezTo>
                <a:cubicBezTo>
                  <a:pt x="92888" y="30073"/>
                  <a:pt x="94122" y="34310"/>
                  <a:pt x="94780" y="38754"/>
                </a:cubicBezTo>
                <a:cubicBezTo>
                  <a:pt x="95438" y="43196"/>
                  <a:pt x="95767" y="47637"/>
                  <a:pt x="95767" y="52079"/>
                </a:cubicBezTo>
                <a:lnTo>
                  <a:pt x="95767" y="134766"/>
                </a:lnTo>
                <a:cubicBezTo>
                  <a:pt x="95767" y="139208"/>
                  <a:pt x="95438" y="143650"/>
                  <a:pt x="94780" y="148095"/>
                </a:cubicBezTo>
                <a:cubicBezTo>
                  <a:pt x="94122" y="152536"/>
                  <a:pt x="92888" y="156773"/>
                  <a:pt x="91078" y="160805"/>
                </a:cubicBezTo>
                <a:cubicBezTo>
                  <a:pt x="89268" y="164835"/>
                  <a:pt x="86840" y="168537"/>
                  <a:pt x="83794" y="171912"/>
                </a:cubicBezTo>
                <a:cubicBezTo>
                  <a:pt x="80751" y="175284"/>
                  <a:pt x="77336" y="178040"/>
                  <a:pt x="73550" y="180179"/>
                </a:cubicBezTo>
                <a:cubicBezTo>
                  <a:pt x="69766" y="182318"/>
                  <a:pt x="65652" y="183840"/>
                  <a:pt x="61208" y="184743"/>
                </a:cubicBezTo>
                <a:cubicBezTo>
                  <a:pt x="56767" y="185650"/>
                  <a:pt x="52325" y="186103"/>
                  <a:pt x="47883" y="186103"/>
                </a:cubicBezTo>
                <a:moveTo>
                  <a:pt x="19253" y="105642"/>
                </a:moveTo>
                <a:lnTo>
                  <a:pt x="76514" y="59977"/>
                </a:lnTo>
                <a:lnTo>
                  <a:pt x="76514" y="52079"/>
                </a:lnTo>
                <a:cubicBezTo>
                  <a:pt x="76514" y="49282"/>
                  <a:pt x="76350" y="46485"/>
                  <a:pt x="76021" y="43688"/>
                </a:cubicBezTo>
                <a:cubicBezTo>
                  <a:pt x="75692" y="40891"/>
                  <a:pt x="74993" y="38135"/>
                  <a:pt x="73923" y="35421"/>
                </a:cubicBezTo>
                <a:cubicBezTo>
                  <a:pt x="72853" y="32704"/>
                  <a:pt x="71495" y="30195"/>
                  <a:pt x="69848" y="27892"/>
                </a:cubicBezTo>
                <a:cubicBezTo>
                  <a:pt x="68203" y="25588"/>
                  <a:pt x="66188" y="23696"/>
                  <a:pt x="63803" y="22217"/>
                </a:cubicBezTo>
                <a:cubicBezTo>
                  <a:pt x="61418" y="20735"/>
                  <a:pt x="58827" y="19666"/>
                  <a:pt x="56030" y="19008"/>
                </a:cubicBezTo>
                <a:cubicBezTo>
                  <a:pt x="53233" y="18348"/>
                  <a:pt x="50353" y="18017"/>
                  <a:pt x="47390" y="18017"/>
                </a:cubicBezTo>
                <a:cubicBezTo>
                  <a:pt x="44593" y="18017"/>
                  <a:pt x="41836" y="18388"/>
                  <a:pt x="39120" y="19129"/>
                </a:cubicBezTo>
                <a:cubicBezTo>
                  <a:pt x="36405" y="19869"/>
                  <a:pt x="33896" y="21022"/>
                  <a:pt x="31591" y="22586"/>
                </a:cubicBezTo>
                <a:cubicBezTo>
                  <a:pt x="29288" y="24148"/>
                  <a:pt x="27314" y="26081"/>
                  <a:pt x="25667" y="28386"/>
                </a:cubicBezTo>
                <a:cubicBezTo>
                  <a:pt x="24022" y="30688"/>
                  <a:pt x="22706" y="33115"/>
                  <a:pt x="21720" y="35666"/>
                </a:cubicBezTo>
                <a:cubicBezTo>
                  <a:pt x="20733" y="38217"/>
                  <a:pt x="20075" y="40891"/>
                  <a:pt x="19746" y="43688"/>
                </a:cubicBezTo>
                <a:cubicBezTo>
                  <a:pt x="19417" y="46485"/>
                  <a:pt x="19253" y="49282"/>
                  <a:pt x="19253" y="52079"/>
                </a:cubicBezTo>
                <a:lnTo>
                  <a:pt x="19253" y="105642"/>
                </a:lnTo>
                <a:moveTo>
                  <a:pt x="47883" y="168827"/>
                </a:moveTo>
                <a:cubicBezTo>
                  <a:pt x="50681" y="168827"/>
                  <a:pt x="53478" y="168499"/>
                  <a:pt x="56275" y="167841"/>
                </a:cubicBezTo>
                <a:cubicBezTo>
                  <a:pt x="59072" y="167180"/>
                  <a:pt x="61621" y="166069"/>
                  <a:pt x="63924" y="164508"/>
                </a:cubicBezTo>
                <a:cubicBezTo>
                  <a:pt x="66229" y="162943"/>
                  <a:pt x="68245" y="161010"/>
                  <a:pt x="69972" y="158708"/>
                </a:cubicBezTo>
                <a:cubicBezTo>
                  <a:pt x="71702" y="156403"/>
                  <a:pt x="73061" y="153935"/>
                  <a:pt x="74047" y="151303"/>
                </a:cubicBezTo>
                <a:cubicBezTo>
                  <a:pt x="75034" y="148670"/>
                  <a:pt x="75692" y="145954"/>
                  <a:pt x="76021" y="143157"/>
                </a:cubicBezTo>
                <a:cubicBezTo>
                  <a:pt x="76350" y="140360"/>
                  <a:pt x="76514" y="137563"/>
                  <a:pt x="76514" y="134766"/>
                </a:cubicBezTo>
                <a:lnTo>
                  <a:pt x="76514" y="81203"/>
                </a:lnTo>
                <a:lnTo>
                  <a:pt x="19253" y="126868"/>
                </a:lnTo>
                <a:lnTo>
                  <a:pt x="19253" y="134766"/>
                </a:lnTo>
                <a:cubicBezTo>
                  <a:pt x="19253" y="137563"/>
                  <a:pt x="19417" y="140360"/>
                  <a:pt x="19746" y="143157"/>
                </a:cubicBezTo>
                <a:cubicBezTo>
                  <a:pt x="20075" y="145954"/>
                  <a:pt x="20733" y="148670"/>
                  <a:pt x="21720" y="151303"/>
                </a:cubicBezTo>
                <a:cubicBezTo>
                  <a:pt x="22706" y="153935"/>
                  <a:pt x="24064" y="156403"/>
                  <a:pt x="25791" y="158708"/>
                </a:cubicBezTo>
                <a:cubicBezTo>
                  <a:pt x="27521" y="161010"/>
                  <a:pt x="29537" y="162943"/>
                  <a:pt x="31839" y="164508"/>
                </a:cubicBezTo>
                <a:cubicBezTo>
                  <a:pt x="34144" y="166069"/>
                  <a:pt x="36695" y="167180"/>
                  <a:pt x="39492" y="167841"/>
                </a:cubicBezTo>
                <a:cubicBezTo>
                  <a:pt x="42289" y="168499"/>
                  <a:pt x="45086" y="168827"/>
                  <a:pt x="47883" y="168827"/>
                </a:cubicBezTo>
                <a:close/>
                <a:moveTo>
                  <a:pt x="120945" y="184130"/>
                </a:moveTo>
                <a:lnTo>
                  <a:pt x="160683" y="119957"/>
                </a:lnTo>
                <a:lnTo>
                  <a:pt x="120945" y="55781"/>
                </a:lnTo>
                <a:lnTo>
                  <a:pt x="143403" y="55781"/>
                </a:lnTo>
                <a:lnTo>
                  <a:pt x="171296" y="102185"/>
                </a:lnTo>
                <a:lnTo>
                  <a:pt x="199188" y="55781"/>
                </a:lnTo>
                <a:lnTo>
                  <a:pt x="221646" y="55781"/>
                </a:lnTo>
                <a:lnTo>
                  <a:pt x="181909" y="119957"/>
                </a:lnTo>
                <a:lnTo>
                  <a:pt x="221646" y="184130"/>
                </a:lnTo>
                <a:lnTo>
                  <a:pt x="199188" y="184130"/>
                </a:lnTo>
                <a:lnTo>
                  <a:pt x="171296" y="137726"/>
                </a:lnTo>
                <a:lnTo>
                  <a:pt x="143403" y="184130"/>
                </a:lnTo>
                <a:lnTo>
                  <a:pt x="120945" y="184130"/>
                </a:lnTo>
                <a:close/>
                <a:moveTo>
                  <a:pt x="305569" y="184130"/>
                </a:moveTo>
                <a:lnTo>
                  <a:pt x="305569" y="136246"/>
                </a:lnTo>
                <a:lnTo>
                  <a:pt x="246824" y="136246"/>
                </a:lnTo>
                <a:lnTo>
                  <a:pt x="246824" y="118967"/>
                </a:lnTo>
                <a:lnTo>
                  <a:pt x="304579" y="2715"/>
                </a:lnTo>
                <a:lnTo>
                  <a:pt x="325560" y="2715"/>
                </a:lnTo>
                <a:lnTo>
                  <a:pt x="267806" y="118967"/>
                </a:lnTo>
                <a:lnTo>
                  <a:pt x="305569" y="118967"/>
                </a:lnTo>
                <a:lnTo>
                  <a:pt x="305569" y="74541"/>
                </a:lnTo>
                <a:lnTo>
                  <a:pt x="324819" y="74541"/>
                </a:lnTo>
                <a:lnTo>
                  <a:pt x="324819" y="118967"/>
                </a:lnTo>
                <a:lnTo>
                  <a:pt x="340618" y="118967"/>
                </a:lnTo>
                <a:lnTo>
                  <a:pt x="340618" y="136246"/>
                </a:lnTo>
                <a:lnTo>
                  <a:pt x="324819" y="136246"/>
                </a:lnTo>
                <a:lnTo>
                  <a:pt x="324819" y="184130"/>
                </a:lnTo>
                <a:lnTo>
                  <a:pt x="305569" y="184130"/>
                </a:lnTo>
                <a:close/>
                <a:moveTo>
                  <a:pt x="418120" y="186103"/>
                </a:moveTo>
                <a:cubicBezTo>
                  <a:pt x="413678" y="186103"/>
                  <a:pt x="409235" y="185650"/>
                  <a:pt x="404791" y="184743"/>
                </a:cubicBezTo>
                <a:cubicBezTo>
                  <a:pt x="400350" y="183840"/>
                  <a:pt x="396236" y="182318"/>
                  <a:pt x="392449" y="180179"/>
                </a:cubicBezTo>
                <a:cubicBezTo>
                  <a:pt x="388666" y="178040"/>
                  <a:pt x="385251" y="175284"/>
                  <a:pt x="382205" y="171912"/>
                </a:cubicBezTo>
                <a:cubicBezTo>
                  <a:pt x="379162" y="168537"/>
                  <a:pt x="376735" y="164835"/>
                  <a:pt x="374925" y="160805"/>
                </a:cubicBezTo>
                <a:cubicBezTo>
                  <a:pt x="373115" y="156773"/>
                  <a:pt x="371881" y="152536"/>
                  <a:pt x="371223" y="148095"/>
                </a:cubicBezTo>
                <a:cubicBezTo>
                  <a:pt x="370565" y="143650"/>
                  <a:pt x="370236" y="139208"/>
                  <a:pt x="370236" y="134766"/>
                </a:cubicBezTo>
                <a:lnTo>
                  <a:pt x="370236" y="52079"/>
                </a:lnTo>
                <a:cubicBezTo>
                  <a:pt x="370236" y="47637"/>
                  <a:pt x="370565" y="43196"/>
                  <a:pt x="371223" y="38754"/>
                </a:cubicBezTo>
                <a:cubicBezTo>
                  <a:pt x="371881" y="34310"/>
                  <a:pt x="373115" y="30073"/>
                  <a:pt x="374925" y="26043"/>
                </a:cubicBezTo>
                <a:cubicBezTo>
                  <a:pt x="376735" y="22011"/>
                  <a:pt x="379162" y="18309"/>
                  <a:pt x="382205" y="14937"/>
                </a:cubicBezTo>
                <a:cubicBezTo>
                  <a:pt x="385251" y="11562"/>
                  <a:pt x="388707" y="8805"/>
                  <a:pt x="392574" y="6666"/>
                </a:cubicBezTo>
                <a:cubicBezTo>
                  <a:pt x="396440" y="4527"/>
                  <a:pt x="400554" y="2881"/>
                  <a:pt x="404915" y="1729"/>
                </a:cubicBezTo>
                <a:cubicBezTo>
                  <a:pt x="409277" y="576"/>
                  <a:pt x="413678" y="0"/>
                  <a:pt x="418120" y="0"/>
                </a:cubicBezTo>
                <a:cubicBezTo>
                  <a:pt x="422561" y="0"/>
                  <a:pt x="426963" y="576"/>
                  <a:pt x="431324" y="1729"/>
                </a:cubicBezTo>
                <a:cubicBezTo>
                  <a:pt x="435685" y="2881"/>
                  <a:pt x="439799" y="4527"/>
                  <a:pt x="443666" y="6666"/>
                </a:cubicBezTo>
                <a:cubicBezTo>
                  <a:pt x="447533" y="8805"/>
                  <a:pt x="450987" y="11562"/>
                  <a:pt x="454030" y="14937"/>
                </a:cubicBezTo>
                <a:cubicBezTo>
                  <a:pt x="457076" y="18309"/>
                  <a:pt x="459504" y="22011"/>
                  <a:pt x="461314" y="26043"/>
                </a:cubicBezTo>
                <a:cubicBezTo>
                  <a:pt x="463125" y="30073"/>
                  <a:pt x="464359" y="34310"/>
                  <a:pt x="465016" y="38754"/>
                </a:cubicBezTo>
                <a:cubicBezTo>
                  <a:pt x="465674" y="43196"/>
                  <a:pt x="466003" y="47637"/>
                  <a:pt x="466003" y="52079"/>
                </a:cubicBezTo>
                <a:lnTo>
                  <a:pt x="466003" y="134766"/>
                </a:lnTo>
                <a:cubicBezTo>
                  <a:pt x="466003" y="139208"/>
                  <a:pt x="465674" y="143650"/>
                  <a:pt x="465016" y="148095"/>
                </a:cubicBezTo>
                <a:cubicBezTo>
                  <a:pt x="464359" y="152536"/>
                  <a:pt x="463125" y="156773"/>
                  <a:pt x="461314" y="160805"/>
                </a:cubicBezTo>
                <a:cubicBezTo>
                  <a:pt x="459504" y="164835"/>
                  <a:pt x="457076" y="168537"/>
                  <a:pt x="454030" y="171912"/>
                </a:cubicBezTo>
                <a:cubicBezTo>
                  <a:pt x="450987" y="175284"/>
                  <a:pt x="447573" y="178040"/>
                  <a:pt x="443786" y="180179"/>
                </a:cubicBezTo>
                <a:cubicBezTo>
                  <a:pt x="440003" y="182318"/>
                  <a:pt x="435889" y="183840"/>
                  <a:pt x="431445" y="184743"/>
                </a:cubicBezTo>
                <a:cubicBezTo>
                  <a:pt x="427003" y="185650"/>
                  <a:pt x="422561" y="186103"/>
                  <a:pt x="418120" y="186103"/>
                </a:cubicBezTo>
                <a:moveTo>
                  <a:pt x="389489" y="105642"/>
                </a:moveTo>
                <a:lnTo>
                  <a:pt x="446750" y="59977"/>
                </a:lnTo>
                <a:lnTo>
                  <a:pt x="446750" y="52079"/>
                </a:lnTo>
                <a:cubicBezTo>
                  <a:pt x="446750" y="49282"/>
                  <a:pt x="446586" y="46485"/>
                  <a:pt x="446257" y="43688"/>
                </a:cubicBezTo>
                <a:cubicBezTo>
                  <a:pt x="445928" y="40891"/>
                  <a:pt x="445229" y="38135"/>
                  <a:pt x="444159" y="35421"/>
                </a:cubicBezTo>
                <a:cubicBezTo>
                  <a:pt x="443090" y="32704"/>
                  <a:pt x="441731" y="30195"/>
                  <a:pt x="440084" y="27892"/>
                </a:cubicBezTo>
                <a:cubicBezTo>
                  <a:pt x="438440" y="25588"/>
                  <a:pt x="436425" y="23696"/>
                  <a:pt x="434039" y="22217"/>
                </a:cubicBezTo>
                <a:cubicBezTo>
                  <a:pt x="431654" y="20735"/>
                  <a:pt x="429063" y="19666"/>
                  <a:pt x="426266" y="19008"/>
                </a:cubicBezTo>
                <a:cubicBezTo>
                  <a:pt x="423469" y="18348"/>
                  <a:pt x="420589" y="18017"/>
                  <a:pt x="417626" y="18017"/>
                </a:cubicBezTo>
                <a:cubicBezTo>
                  <a:pt x="414829" y="18017"/>
                  <a:pt x="412072" y="18388"/>
                  <a:pt x="409356" y="19129"/>
                </a:cubicBezTo>
                <a:cubicBezTo>
                  <a:pt x="406642" y="19869"/>
                  <a:pt x="404132" y="21022"/>
                  <a:pt x="401827" y="22586"/>
                </a:cubicBezTo>
                <a:cubicBezTo>
                  <a:pt x="399525" y="24148"/>
                  <a:pt x="397550" y="26081"/>
                  <a:pt x="395903" y="28386"/>
                </a:cubicBezTo>
                <a:cubicBezTo>
                  <a:pt x="394258" y="30688"/>
                  <a:pt x="392943" y="33115"/>
                  <a:pt x="391956" y="35666"/>
                </a:cubicBezTo>
                <a:cubicBezTo>
                  <a:pt x="390969" y="38217"/>
                  <a:pt x="390311" y="40891"/>
                  <a:pt x="389982" y="43688"/>
                </a:cubicBezTo>
                <a:cubicBezTo>
                  <a:pt x="389654" y="46485"/>
                  <a:pt x="389489" y="49282"/>
                  <a:pt x="389489" y="52079"/>
                </a:cubicBezTo>
                <a:lnTo>
                  <a:pt x="389489" y="105642"/>
                </a:lnTo>
                <a:moveTo>
                  <a:pt x="418120" y="168827"/>
                </a:moveTo>
                <a:cubicBezTo>
                  <a:pt x="420917" y="168827"/>
                  <a:pt x="423714" y="168499"/>
                  <a:pt x="426511" y="167841"/>
                </a:cubicBezTo>
                <a:cubicBezTo>
                  <a:pt x="429308" y="167180"/>
                  <a:pt x="431858" y="166069"/>
                  <a:pt x="434160" y="164508"/>
                </a:cubicBezTo>
                <a:cubicBezTo>
                  <a:pt x="436465" y="162943"/>
                  <a:pt x="438481" y="161010"/>
                  <a:pt x="440209" y="158708"/>
                </a:cubicBezTo>
                <a:cubicBezTo>
                  <a:pt x="441938" y="156403"/>
                  <a:pt x="443297" y="153935"/>
                  <a:pt x="444284" y="151303"/>
                </a:cubicBezTo>
                <a:cubicBezTo>
                  <a:pt x="445270" y="148670"/>
                  <a:pt x="445928" y="145954"/>
                  <a:pt x="446257" y="143157"/>
                </a:cubicBezTo>
                <a:cubicBezTo>
                  <a:pt x="446586" y="140360"/>
                  <a:pt x="446750" y="137563"/>
                  <a:pt x="446750" y="134766"/>
                </a:cubicBezTo>
                <a:lnTo>
                  <a:pt x="446750" y="81203"/>
                </a:lnTo>
                <a:lnTo>
                  <a:pt x="389489" y="126868"/>
                </a:lnTo>
                <a:lnTo>
                  <a:pt x="389489" y="134766"/>
                </a:lnTo>
                <a:cubicBezTo>
                  <a:pt x="389489" y="137563"/>
                  <a:pt x="389654" y="140360"/>
                  <a:pt x="389982" y="143157"/>
                </a:cubicBezTo>
                <a:cubicBezTo>
                  <a:pt x="390311" y="145954"/>
                  <a:pt x="390969" y="148670"/>
                  <a:pt x="391956" y="151303"/>
                </a:cubicBezTo>
                <a:cubicBezTo>
                  <a:pt x="392943" y="153935"/>
                  <a:pt x="394300" y="156403"/>
                  <a:pt x="396027" y="158708"/>
                </a:cubicBezTo>
                <a:cubicBezTo>
                  <a:pt x="397757" y="161010"/>
                  <a:pt x="399773" y="162943"/>
                  <a:pt x="402076" y="164508"/>
                </a:cubicBezTo>
                <a:cubicBezTo>
                  <a:pt x="404381" y="166069"/>
                  <a:pt x="406932" y="167180"/>
                  <a:pt x="409729" y="167841"/>
                </a:cubicBezTo>
                <a:cubicBezTo>
                  <a:pt x="412526" y="168499"/>
                  <a:pt x="415323" y="168827"/>
                  <a:pt x="418120" y="168827"/>
                </a:cubicBezTo>
                <a:close/>
                <a:moveTo>
                  <a:pt x="552394" y="184130"/>
                </a:moveTo>
                <a:lnTo>
                  <a:pt x="552394" y="136246"/>
                </a:lnTo>
                <a:lnTo>
                  <a:pt x="493649" y="136246"/>
                </a:lnTo>
                <a:lnTo>
                  <a:pt x="493649" y="118967"/>
                </a:lnTo>
                <a:lnTo>
                  <a:pt x="551404" y="2715"/>
                </a:lnTo>
                <a:lnTo>
                  <a:pt x="572385" y="2715"/>
                </a:lnTo>
                <a:lnTo>
                  <a:pt x="514631" y="118967"/>
                </a:lnTo>
                <a:lnTo>
                  <a:pt x="552394" y="118967"/>
                </a:lnTo>
                <a:lnTo>
                  <a:pt x="552394" y="74541"/>
                </a:lnTo>
                <a:lnTo>
                  <a:pt x="571643" y="74541"/>
                </a:lnTo>
                <a:lnTo>
                  <a:pt x="571643" y="118967"/>
                </a:lnTo>
                <a:lnTo>
                  <a:pt x="587443" y="118967"/>
                </a:lnTo>
                <a:lnTo>
                  <a:pt x="587443" y="136246"/>
                </a:lnTo>
                <a:lnTo>
                  <a:pt x="571643" y="136246"/>
                </a:lnTo>
                <a:lnTo>
                  <a:pt x="571643" y="184130"/>
                </a:lnTo>
                <a:lnTo>
                  <a:pt x="552394" y="184130"/>
                </a:lnTo>
                <a:close/>
                <a:moveTo>
                  <a:pt x="653096" y="186103"/>
                </a:moveTo>
                <a:cubicBezTo>
                  <a:pt x="648160" y="186103"/>
                  <a:pt x="643305" y="185364"/>
                  <a:pt x="638532" y="183885"/>
                </a:cubicBezTo>
                <a:cubicBezTo>
                  <a:pt x="633761" y="182403"/>
                  <a:pt x="629689" y="179852"/>
                  <a:pt x="626314" y="176232"/>
                </a:cubicBezTo>
                <a:cubicBezTo>
                  <a:pt x="622942" y="172611"/>
                  <a:pt x="620557" y="168416"/>
                  <a:pt x="619159" y="163645"/>
                </a:cubicBezTo>
                <a:cubicBezTo>
                  <a:pt x="617760" y="158872"/>
                  <a:pt x="617061" y="154099"/>
                  <a:pt x="617061" y="149326"/>
                </a:cubicBezTo>
                <a:cubicBezTo>
                  <a:pt x="617061" y="145048"/>
                  <a:pt x="617596" y="140852"/>
                  <a:pt x="618665" y="136739"/>
                </a:cubicBezTo>
                <a:cubicBezTo>
                  <a:pt x="619735" y="132627"/>
                  <a:pt x="621545" y="128925"/>
                  <a:pt x="624096" y="125633"/>
                </a:cubicBezTo>
                <a:cubicBezTo>
                  <a:pt x="626647" y="122341"/>
                  <a:pt x="629732" y="119586"/>
                  <a:pt x="633350" y="117366"/>
                </a:cubicBezTo>
                <a:cubicBezTo>
                  <a:pt x="636970" y="115144"/>
                  <a:pt x="640795" y="113375"/>
                  <a:pt x="644825" y="112060"/>
                </a:cubicBezTo>
                <a:cubicBezTo>
                  <a:pt x="648858" y="110741"/>
                  <a:pt x="652930" y="109836"/>
                  <a:pt x="657043" y="109344"/>
                </a:cubicBezTo>
                <a:cubicBezTo>
                  <a:pt x="661158" y="108849"/>
                  <a:pt x="665355" y="108602"/>
                  <a:pt x="669633" y="108602"/>
                </a:cubicBezTo>
                <a:lnTo>
                  <a:pt x="691601" y="108602"/>
                </a:lnTo>
                <a:lnTo>
                  <a:pt x="691601" y="96509"/>
                </a:lnTo>
                <a:cubicBezTo>
                  <a:pt x="691601" y="93052"/>
                  <a:pt x="691025" y="89595"/>
                  <a:pt x="689873" y="86141"/>
                </a:cubicBezTo>
                <a:cubicBezTo>
                  <a:pt x="688720" y="82686"/>
                  <a:pt x="686827" y="79807"/>
                  <a:pt x="684193" y="77505"/>
                </a:cubicBezTo>
                <a:cubicBezTo>
                  <a:pt x="681562" y="75200"/>
                  <a:pt x="678519" y="73554"/>
                  <a:pt x="675064" y="72567"/>
                </a:cubicBezTo>
                <a:cubicBezTo>
                  <a:pt x="671609" y="71580"/>
                  <a:pt x="668153" y="71087"/>
                  <a:pt x="664696" y="71087"/>
                </a:cubicBezTo>
                <a:cubicBezTo>
                  <a:pt x="661407" y="71087"/>
                  <a:pt x="658158" y="71416"/>
                  <a:pt x="654949" y="72074"/>
                </a:cubicBezTo>
                <a:cubicBezTo>
                  <a:pt x="651740" y="72732"/>
                  <a:pt x="648819" y="73966"/>
                  <a:pt x="646185" y="75776"/>
                </a:cubicBezTo>
                <a:cubicBezTo>
                  <a:pt x="643554" y="77586"/>
                  <a:pt x="641497" y="79973"/>
                  <a:pt x="640016" y="82936"/>
                </a:cubicBezTo>
                <a:cubicBezTo>
                  <a:pt x="638534" y="85896"/>
                  <a:pt x="637794" y="88939"/>
                  <a:pt x="637794" y="92065"/>
                </a:cubicBezTo>
                <a:lnTo>
                  <a:pt x="618541" y="92065"/>
                </a:lnTo>
                <a:cubicBezTo>
                  <a:pt x="618541" y="88281"/>
                  <a:pt x="619076" y="84579"/>
                  <a:pt x="620145" y="80958"/>
                </a:cubicBezTo>
                <a:cubicBezTo>
                  <a:pt x="621215" y="77338"/>
                  <a:pt x="622819" y="73964"/>
                  <a:pt x="624959" y="70838"/>
                </a:cubicBezTo>
                <a:cubicBezTo>
                  <a:pt x="627098" y="67713"/>
                  <a:pt x="629689" y="65039"/>
                  <a:pt x="632732" y="62816"/>
                </a:cubicBezTo>
                <a:cubicBezTo>
                  <a:pt x="635778" y="60594"/>
                  <a:pt x="639028" y="58784"/>
                  <a:pt x="642483" y="57386"/>
                </a:cubicBezTo>
                <a:cubicBezTo>
                  <a:pt x="645938" y="55987"/>
                  <a:pt x="649557" y="55042"/>
                  <a:pt x="653341" y="54550"/>
                </a:cubicBezTo>
                <a:cubicBezTo>
                  <a:pt x="657127" y="54055"/>
                  <a:pt x="660912" y="53808"/>
                  <a:pt x="664696" y="53808"/>
                </a:cubicBezTo>
                <a:cubicBezTo>
                  <a:pt x="668645" y="53808"/>
                  <a:pt x="672595" y="54096"/>
                  <a:pt x="676544" y="54674"/>
                </a:cubicBezTo>
                <a:cubicBezTo>
                  <a:pt x="680494" y="55249"/>
                  <a:pt x="684279" y="56359"/>
                  <a:pt x="687899" y="58003"/>
                </a:cubicBezTo>
                <a:cubicBezTo>
                  <a:pt x="691520" y="59648"/>
                  <a:pt x="694852" y="61787"/>
                  <a:pt x="697895" y="64421"/>
                </a:cubicBezTo>
                <a:cubicBezTo>
                  <a:pt x="700938" y="67055"/>
                  <a:pt x="703446" y="70099"/>
                  <a:pt x="705420" y="73554"/>
                </a:cubicBezTo>
                <a:cubicBezTo>
                  <a:pt x="707396" y="77009"/>
                  <a:pt x="708795" y="80711"/>
                  <a:pt x="709619" y="84660"/>
                </a:cubicBezTo>
                <a:cubicBezTo>
                  <a:pt x="710443" y="88610"/>
                  <a:pt x="710854" y="92559"/>
                  <a:pt x="710854" y="96509"/>
                </a:cubicBezTo>
                <a:lnTo>
                  <a:pt x="710854" y="184130"/>
                </a:lnTo>
                <a:lnTo>
                  <a:pt x="691601" y="184130"/>
                </a:lnTo>
                <a:lnTo>
                  <a:pt x="691601" y="162903"/>
                </a:lnTo>
                <a:cubicBezTo>
                  <a:pt x="690120" y="166524"/>
                  <a:pt x="688021" y="169857"/>
                  <a:pt x="685304" y="172903"/>
                </a:cubicBezTo>
                <a:cubicBezTo>
                  <a:pt x="682590" y="175946"/>
                  <a:pt x="679506" y="178495"/>
                  <a:pt x="676051" y="180552"/>
                </a:cubicBezTo>
                <a:cubicBezTo>
                  <a:pt x="672596" y="182608"/>
                  <a:pt x="668894" y="184047"/>
                  <a:pt x="664944" y="184868"/>
                </a:cubicBezTo>
                <a:cubicBezTo>
                  <a:pt x="660995" y="185691"/>
                  <a:pt x="657045" y="186103"/>
                  <a:pt x="653096" y="186103"/>
                </a:cubicBezTo>
                <a:moveTo>
                  <a:pt x="660500" y="168827"/>
                </a:moveTo>
                <a:cubicBezTo>
                  <a:pt x="664450" y="168827"/>
                  <a:pt x="668439" y="168293"/>
                  <a:pt x="672469" y="167223"/>
                </a:cubicBezTo>
                <a:cubicBezTo>
                  <a:pt x="676502" y="166153"/>
                  <a:pt x="679999" y="164262"/>
                  <a:pt x="682962" y="161547"/>
                </a:cubicBezTo>
                <a:cubicBezTo>
                  <a:pt x="685925" y="158831"/>
                  <a:pt x="688105" y="155539"/>
                  <a:pt x="689504" y="151672"/>
                </a:cubicBezTo>
                <a:cubicBezTo>
                  <a:pt x="690902" y="147806"/>
                  <a:pt x="691601" y="143816"/>
                  <a:pt x="691601" y="139703"/>
                </a:cubicBezTo>
                <a:lnTo>
                  <a:pt x="691601" y="125881"/>
                </a:lnTo>
                <a:lnTo>
                  <a:pt x="669633" y="125881"/>
                </a:lnTo>
                <a:cubicBezTo>
                  <a:pt x="667165" y="125881"/>
                  <a:pt x="664656" y="126005"/>
                  <a:pt x="662105" y="126251"/>
                </a:cubicBezTo>
                <a:cubicBezTo>
                  <a:pt x="659556" y="126497"/>
                  <a:pt x="657088" y="126908"/>
                  <a:pt x="654700" y="127486"/>
                </a:cubicBezTo>
                <a:cubicBezTo>
                  <a:pt x="652315" y="128061"/>
                  <a:pt x="649970" y="128883"/>
                  <a:pt x="647665" y="129953"/>
                </a:cubicBezTo>
                <a:cubicBezTo>
                  <a:pt x="645363" y="131022"/>
                  <a:pt x="643306" y="132381"/>
                  <a:pt x="641496" y="134028"/>
                </a:cubicBezTo>
                <a:cubicBezTo>
                  <a:pt x="639686" y="135672"/>
                  <a:pt x="638369" y="137687"/>
                  <a:pt x="637545" y="140073"/>
                </a:cubicBezTo>
                <a:cubicBezTo>
                  <a:pt x="636724" y="142458"/>
                  <a:pt x="636314" y="144884"/>
                  <a:pt x="636314" y="147353"/>
                </a:cubicBezTo>
                <a:cubicBezTo>
                  <a:pt x="636314" y="150315"/>
                  <a:pt x="636889" y="153278"/>
                  <a:pt x="638039" y="156241"/>
                </a:cubicBezTo>
                <a:cubicBezTo>
                  <a:pt x="639191" y="159201"/>
                  <a:pt x="640918" y="161669"/>
                  <a:pt x="643221" y="163645"/>
                </a:cubicBezTo>
                <a:cubicBezTo>
                  <a:pt x="645526" y="165619"/>
                  <a:pt x="648200" y="166976"/>
                  <a:pt x="651243" y="167716"/>
                </a:cubicBezTo>
                <a:cubicBezTo>
                  <a:pt x="654288" y="168457"/>
                  <a:pt x="657374" y="168827"/>
                  <a:pt x="660500" y="168827"/>
                </a:cubicBezTo>
                <a:close/>
                <a:moveTo>
                  <a:pt x="742446" y="184130"/>
                </a:moveTo>
                <a:lnTo>
                  <a:pt x="742446" y="183881"/>
                </a:lnTo>
                <a:cubicBezTo>
                  <a:pt x="742446" y="179439"/>
                  <a:pt x="742528" y="174998"/>
                  <a:pt x="742691" y="170556"/>
                </a:cubicBezTo>
                <a:cubicBezTo>
                  <a:pt x="742857" y="166112"/>
                  <a:pt x="743310" y="161669"/>
                  <a:pt x="744050" y="157228"/>
                </a:cubicBezTo>
                <a:cubicBezTo>
                  <a:pt x="744791" y="152783"/>
                  <a:pt x="745861" y="148422"/>
                  <a:pt x="747259" y="144144"/>
                </a:cubicBezTo>
                <a:cubicBezTo>
                  <a:pt x="748658" y="139865"/>
                  <a:pt x="750385" y="135793"/>
                  <a:pt x="752442" y="131926"/>
                </a:cubicBezTo>
                <a:cubicBezTo>
                  <a:pt x="754500" y="128060"/>
                  <a:pt x="756887" y="124316"/>
                  <a:pt x="759601" y="120695"/>
                </a:cubicBezTo>
                <a:cubicBezTo>
                  <a:pt x="762315" y="117075"/>
                  <a:pt x="765277" y="113702"/>
                  <a:pt x="768486" y="110576"/>
                </a:cubicBezTo>
                <a:cubicBezTo>
                  <a:pt x="771694" y="107450"/>
                  <a:pt x="775026" y="104530"/>
                  <a:pt x="778481" y="101815"/>
                </a:cubicBezTo>
                <a:cubicBezTo>
                  <a:pt x="781938" y="99099"/>
                  <a:pt x="785476" y="96425"/>
                  <a:pt x="789094" y="93793"/>
                </a:cubicBezTo>
                <a:cubicBezTo>
                  <a:pt x="792715" y="91160"/>
                  <a:pt x="796252" y="88403"/>
                  <a:pt x="799707" y="85523"/>
                </a:cubicBezTo>
                <a:cubicBezTo>
                  <a:pt x="803165" y="82643"/>
                  <a:pt x="806127" y="79353"/>
                  <a:pt x="808596" y="75652"/>
                </a:cubicBezTo>
                <a:cubicBezTo>
                  <a:pt x="811064" y="71948"/>
                  <a:pt x="812914" y="67917"/>
                  <a:pt x="814147" y="63558"/>
                </a:cubicBezTo>
                <a:cubicBezTo>
                  <a:pt x="815382" y="59197"/>
                  <a:pt x="816000" y="54794"/>
                  <a:pt x="816000" y="50350"/>
                </a:cubicBezTo>
                <a:cubicBezTo>
                  <a:pt x="816000" y="46403"/>
                  <a:pt x="815547" y="42414"/>
                  <a:pt x="814640" y="38381"/>
                </a:cubicBezTo>
                <a:cubicBezTo>
                  <a:pt x="813736" y="34349"/>
                  <a:pt x="812092" y="30728"/>
                  <a:pt x="809707" y="27520"/>
                </a:cubicBezTo>
                <a:cubicBezTo>
                  <a:pt x="807321" y="24311"/>
                  <a:pt x="804194" y="21926"/>
                  <a:pt x="800325" y="20364"/>
                </a:cubicBezTo>
                <a:cubicBezTo>
                  <a:pt x="796458" y="18800"/>
                  <a:pt x="792552" y="18017"/>
                  <a:pt x="788605" y="18017"/>
                </a:cubicBezTo>
                <a:cubicBezTo>
                  <a:pt x="784984" y="18017"/>
                  <a:pt x="781363" y="18594"/>
                  <a:pt x="777743" y="19746"/>
                </a:cubicBezTo>
                <a:cubicBezTo>
                  <a:pt x="774122" y="20899"/>
                  <a:pt x="771037" y="22792"/>
                  <a:pt x="768486" y="25426"/>
                </a:cubicBezTo>
                <a:cubicBezTo>
                  <a:pt x="765937" y="28057"/>
                  <a:pt x="764087" y="31141"/>
                  <a:pt x="762934" y="34679"/>
                </a:cubicBezTo>
                <a:cubicBezTo>
                  <a:pt x="761782" y="38217"/>
                  <a:pt x="761205" y="41878"/>
                  <a:pt x="761205" y="45661"/>
                </a:cubicBezTo>
                <a:lnTo>
                  <a:pt x="761205" y="45786"/>
                </a:lnTo>
                <a:lnTo>
                  <a:pt x="761205" y="45910"/>
                </a:lnTo>
                <a:lnTo>
                  <a:pt x="741953" y="45910"/>
                </a:lnTo>
                <a:lnTo>
                  <a:pt x="741953" y="45665"/>
                </a:lnTo>
                <a:cubicBezTo>
                  <a:pt x="741953" y="45499"/>
                  <a:pt x="741953" y="45334"/>
                  <a:pt x="741953" y="45168"/>
                </a:cubicBezTo>
                <a:cubicBezTo>
                  <a:pt x="741953" y="41219"/>
                  <a:pt x="742405" y="37229"/>
                  <a:pt x="743308" y="33199"/>
                </a:cubicBezTo>
                <a:cubicBezTo>
                  <a:pt x="744215" y="29167"/>
                  <a:pt x="745655" y="25382"/>
                  <a:pt x="747628" y="21844"/>
                </a:cubicBezTo>
                <a:cubicBezTo>
                  <a:pt x="749604" y="18306"/>
                  <a:pt x="752072" y="15139"/>
                  <a:pt x="755033" y="12342"/>
                </a:cubicBezTo>
                <a:cubicBezTo>
                  <a:pt x="757995" y="9545"/>
                  <a:pt x="761287" y="7241"/>
                  <a:pt x="764908" y="5431"/>
                </a:cubicBezTo>
                <a:cubicBezTo>
                  <a:pt x="768528" y="3621"/>
                  <a:pt x="772353" y="2387"/>
                  <a:pt x="776383" y="1729"/>
                </a:cubicBezTo>
                <a:cubicBezTo>
                  <a:pt x="780416" y="1071"/>
                  <a:pt x="784489" y="742"/>
                  <a:pt x="788605" y="742"/>
                </a:cubicBezTo>
                <a:cubicBezTo>
                  <a:pt x="792880" y="742"/>
                  <a:pt x="797158" y="1154"/>
                  <a:pt x="801436" y="1977"/>
                </a:cubicBezTo>
                <a:cubicBezTo>
                  <a:pt x="805714" y="2798"/>
                  <a:pt x="809746" y="4278"/>
                  <a:pt x="813529" y="6418"/>
                </a:cubicBezTo>
                <a:cubicBezTo>
                  <a:pt x="817316" y="8557"/>
                  <a:pt x="820649" y="11231"/>
                  <a:pt x="823529" y="14440"/>
                </a:cubicBezTo>
                <a:cubicBezTo>
                  <a:pt x="826408" y="17648"/>
                  <a:pt x="828754" y="21228"/>
                  <a:pt x="830564" y="25177"/>
                </a:cubicBezTo>
                <a:cubicBezTo>
                  <a:pt x="832374" y="29127"/>
                  <a:pt x="833608" y="33240"/>
                  <a:pt x="834266" y="37519"/>
                </a:cubicBezTo>
                <a:cubicBezTo>
                  <a:pt x="834924" y="41797"/>
                  <a:pt x="835253" y="46074"/>
                  <a:pt x="835253" y="50350"/>
                </a:cubicBezTo>
                <a:cubicBezTo>
                  <a:pt x="835253" y="55123"/>
                  <a:pt x="834718" y="59855"/>
                  <a:pt x="833648" y="64545"/>
                </a:cubicBezTo>
                <a:cubicBezTo>
                  <a:pt x="832579" y="69235"/>
                  <a:pt x="830933" y="73678"/>
                  <a:pt x="828711" y="77874"/>
                </a:cubicBezTo>
                <a:cubicBezTo>
                  <a:pt x="826489" y="82069"/>
                  <a:pt x="823773" y="85977"/>
                  <a:pt x="820565" y="89598"/>
                </a:cubicBezTo>
                <a:cubicBezTo>
                  <a:pt x="817356" y="93218"/>
                  <a:pt x="813941" y="96550"/>
                  <a:pt x="810321" y="99593"/>
                </a:cubicBezTo>
                <a:cubicBezTo>
                  <a:pt x="806702" y="102637"/>
                  <a:pt x="803000" y="105598"/>
                  <a:pt x="799214" y="108478"/>
                </a:cubicBezTo>
                <a:cubicBezTo>
                  <a:pt x="795430" y="111358"/>
                  <a:pt x="791769" y="114402"/>
                  <a:pt x="788232" y="117611"/>
                </a:cubicBezTo>
                <a:cubicBezTo>
                  <a:pt x="784694" y="120820"/>
                  <a:pt x="781402" y="124234"/>
                  <a:pt x="778357" y="127855"/>
                </a:cubicBezTo>
                <a:cubicBezTo>
                  <a:pt x="775314" y="131476"/>
                  <a:pt x="772640" y="135384"/>
                  <a:pt x="770335" y="139579"/>
                </a:cubicBezTo>
                <a:cubicBezTo>
                  <a:pt x="768032" y="143775"/>
                  <a:pt x="766223" y="148176"/>
                  <a:pt x="764908" y="152783"/>
                </a:cubicBezTo>
                <a:cubicBezTo>
                  <a:pt x="763592" y="157391"/>
                  <a:pt x="762687" y="162080"/>
                  <a:pt x="762192" y="166850"/>
                </a:cubicBezTo>
                <a:lnTo>
                  <a:pt x="834266" y="166850"/>
                </a:lnTo>
                <a:lnTo>
                  <a:pt x="834266" y="184130"/>
                </a:lnTo>
                <a:lnTo>
                  <a:pt x="742446" y="184130"/>
                </a:lnTo>
                <a:close/>
                <a:moveTo>
                  <a:pt x="911768" y="186103"/>
                </a:moveTo>
                <a:cubicBezTo>
                  <a:pt x="907327" y="186103"/>
                  <a:pt x="902884" y="185650"/>
                  <a:pt x="898440" y="184743"/>
                </a:cubicBezTo>
                <a:cubicBezTo>
                  <a:pt x="893998" y="183840"/>
                  <a:pt x="889884" y="182318"/>
                  <a:pt x="886098" y="180179"/>
                </a:cubicBezTo>
                <a:cubicBezTo>
                  <a:pt x="882314" y="178040"/>
                  <a:pt x="878899" y="175284"/>
                  <a:pt x="875854" y="171912"/>
                </a:cubicBezTo>
                <a:cubicBezTo>
                  <a:pt x="872811" y="168537"/>
                  <a:pt x="870384" y="164835"/>
                  <a:pt x="868574" y="160805"/>
                </a:cubicBezTo>
                <a:cubicBezTo>
                  <a:pt x="866763" y="156773"/>
                  <a:pt x="865529" y="152536"/>
                  <a:pt x="864872" y="148095"/>
                </a:cubicBezTo>
                <a:cubicBezTo>
                  <a:pt x="864214" y="143650"/>
                  <a:pt x="863885" y="139208"/>
                  <a:pt x="863885" y="134766"/>
                </a:cubicBezTo>
                <a:lnTo>
                  <a:pt x="863885" y="52079"/>
                </a:lnTo>
                <a:cubicBezTo>
                  <a:pt x="863885" y="47637"/>
                  <a:pt x="864214" y="43196"/>
                  <a:pt x="864872" y="38754"/>
                </a:cubicBezTo>
                <a:cubicBezTo>
                  <a:pt x="865529" y="34310"/>
                  <a:pt x="866763" y="30073"/>
                  <a:pt x="868574" y="26043"/>
                </a:cubicBezTo>
                <a:cubicBezTo>
                  <a:pt x="870384" y="22011"/>
                  <a:pt x="872811" y="18309"/>
                  <a:pt x="875854" y="14937"/>
                </a:cubicBezTo>
                <a:cubicBezTo>
                  <a:pt x="878899" y="11562"/>
                  <a:pt x="882356" y="8805"/>
                  <a:pt x="886222" y="6666"/>
                </a:cubicBezTo>
                <a:cubicBezTo>
                  <a:pt x="890089" y="4527"/>
                  <a:pt x="894203" y="2881"/>
                  <a:pt x="898564" y="1729"/>
                </a:cubicBezTo>
                <a:cubicBezTo>
                  <a:pt x="902925" y="576"/>
                  <a:pt x="907327" y="0"/>
                  <a:pt x="911768" y="0"/>
                </a:cubicBezTo>
                <a:cubicBezTo>
                  <a:pt x="916210" y="0"/>
                  <a:pt x="920611" y="576"/>
                  <a:pt x="924973" y="1729"/>
                </a:cubicBezTo>
                <a:cubicBezTo>
                  <a:pt x="929334" y="2881"/>
                  <a:pt x="933448" y="4527"/>
                  <a:pt x="937314" y="6666"/>
                </a:cubicBezTo>
                <a:cubicBezTo>
                  <a:pt x="941181" y="8805"/>
                  <a:pt x="944636" y="11562"/>
                  <a:pt x="947679" y="14937"/>
                </a:cubicBezTo>
                <a:cubicBezTo>
                  <a:pt x="950725" y="18309"/>
                  <a:pt x="953153" y="22011"/>
                  <a:pt x="954963" y="26043"/>
                </a:cubicBezTo>
                <a:cubicBezTo>
                  <a:pt x="956773" y="30073"/>
                  <a:pt x="958007" y="34310"/>
                  <a:pt x="958665" y="38754"/>
                </a:cubicBezTo>
                <a:cubicBezTo>
                  <a:pt x="959323" y="43196"/>
                  <a:pt x="959652" y="47637"/>
                  <a:pt x="959652" y="52079"/>
                </a:cubicBezTo>
                <a:lnTo>
                  <a:pt x="959652" y="134766"/>
                </a:lnTo>
                <a:cubicBezTo>
                  <a:pt x="959652" y="139208"/>
                  <a:pt x="959323" y="143650"/>
                  <a:pt x="958665" y="148095"/>
                </a:cubicBezTo>
                <a:cubicBezTo>
                  <a:pt x="958007" y="152536"/>
                  <a:pt x="956773" y="156773"/>
                  <a:pt x="954963" y="160805"/>
                </a:cubicBezTo>
                <a:cubicBezTo>
                  <a:pt x="953153" y="164835"/>
                  <a:pt x="950725" y="168537"/>
                  <a:pt x="947679" y="171912"/>
                </a:cubicBezTo>
                <a:cubicBezTo>
                  <a:pt x="944636" y="175284"/>
                  <a:pt x="941221" y="178040"/>
                  <a:pt x="937435" y="180179"/>
                </a:cubicBezTo>
                <a:cubicBezTo>
                  <a:pt x="933651" y="182318"/>
                  <a:pt x="929537" y="183840"/>
                  <a:pt x="925093" y="184743"/>
                </a:cubicBezTo>
                <a:cubicBezTo>
                  <a:pt x="920652" y="185650"/>
                  <a:pt x="916210" y="186103"/>
                  <a:pt x="911768" y="186103"/>
                </a:cubicBezTo>
                <a:moveTo>
                  <a:pt x="883138" y="105642"/>
                </a:moveTo>
                <a:lnTo>
                  <a:pt x="940399" y="59977"/>
                </a:lnTo>
                <a:lnTo>
                  <a:pt x="940399" y="52079"/>
                </a:lnTo>
                <a:cubicBezTo>
                  <a:pt x="940399" y="49282"/>
                  <a:pt x="940235" y="46485"/>
                  <a:pt x="939906" y="43688"/>
                </a:cubicBezTo>
                <a:cubicBezTo>
                  <a:pt x="939577" y="40891"/>
                  <a:pt x="938877" y="38135"/>
                  <a:pt x="937808" y="35421"/>
                </a:cubicBezTo>
                <a:cubicBezTo>
                  <a:pt x="936738" y="32704"/>
                  <a:pt x="935380" y="30195"/>
                  <a:pt x="933733" y="27892"/>
                </a:cubicBezTo>
                <a:cubicBezTo>
                  <a:pt x="932088" y="25588"/>
                  <a:pt x="930073" y="23696"/>
                  <a:pt x="927688" y="22217"/>
                </a:cubicBezTo>
                <a:cubicBezTo>
                  <a:pt x="925303" y="20735"/>
                  <a:pt x="922712" y="19666"/>
                  <a:pt x="919915" y="19008"/>
                </a:cubicBezTo>
                <a:cubicBezTo>
                  <a:pt x="917118" y="18348"/>
                  <a:pt x="914238" y="18017"/>
                  <a:pt x="911275" y="18017"/>
                </a:cubicBezTo>
                <a:cubicBezTo>
                  <a:pt x="908478" y="18017"/>
                  <a:pt x="905721" y="18388"/>
                  <a:pt x="903004" y="19129"/>
                </a:cubicBezTo>
                <a:cubicBezTo>
                  <a:pt x="900290" y="19869"/>
                  <a:pt x="897781" y="21022"/>
                  <a:pt x="895476" y="22586"/>
                </a:cubicBezTo>
                <a:cubicBezTo>
                  <a:pt x="893173" y="24148"/>
                  <a:pt x="891199" y="26081"/>
                  <a:pt x="889551" y="28386"/>
                </a:cubicBezTo>
                <a:cubicBezTo>
                  <a:pt x="887907" y="30688"/>
                  <a:pt x="886591" y="33115"/>
                  <a:pt x="885605" y="35666"/>
                </a:cubicBezTo>
                <a:cubicBezTo>
                  <a:pt x="884618" y="38217"/>
                  <a:pt x="883960" y="40891"/>
                  <a:pt x="883631" y="43688"/>
                </a:cubicBezTo>
                <a:cubicBezTo>
                  <a:pt x="883302" y="46485"/>
                  <a:pt x="883138" y="49282"/>
                  <a:pt x="883138" y="52079"/>
                </a:cubicBezTo>
                <a:lnTo>
                  <a:pt x="883138" y="105642"/>
                </a:lnTo>
                <a:moveTo>
                  <a:pt x="911768" y="168827"/>
                </a:moveTo>
                <a:cubicBezTo>
                  <a:pt x="914565" y="168827"/>
                  <a:pt x="917362" y="168499"/>
                  <a:pt x="920159" y="167841"/>
                </a:cubicBezTo>
                <a:cubicBezTo>
                  <a:pt x="922956" y="167180"/>
                  <a:pt x="925506" y="166069"/>
                  <a:pt x="927809" y="164508"/>
                </a:cubicBezTo>
                <a:cubicBezTo>
                  <a:pt x="930113" y="162943"/>
                  <a:pt x="932130" y="161010"/>
                  <a:pt x="933857" y="158708"/>
                </a:cubicBezTo>
                <a:cubicBezTo>
                  <a:pt x="935587" y="156403"/>
                  <a:pt x="936945" y="153935"/>
                  <a:pt x="937932" y="151303"/>
                </a:cubicBezTo>
                <a:cubicBezTo>
                  <a:pt x="938919" y="148670"/>
                  <a:pt x="939577" y="145954"/>
                  <a:pt x="939906" y="143157"/>
                </a:cubicBezTo>
                <a:cubicBezTo>
                  <a:pt x="940235" y="140360"/>
                  <a:pt x="940399" y="137563"/>
                  <a:pt x="940399" y="134766"/>
                </a:cubicBezTo>
                <a:lnTo>
                  <a:pt x="940399" y="81203"/>
                </a:lnTo>
                <a:lnTo>
                  <a:pt x="883138" y="126868"/>
                </a:lnTo>
                <a:lnTo>
                  <a:pt x="883138" y="134766"/>
                </a:lnTo>
                <a:cubicBezTo>
                  <a:pt x="883138" y="137563"/>
                  <a:pt x="883302" y="140360"/>
                  <a:pt x="883631" y="143157"/>
                </a:cubicBezTo>
                <a:cubicBezTo>
                  <a:pt x="883960" y="145954"/>
                  <a:pt x="884618" y="148670"/>
                  <a:pt x="885605" y="151303"/>
                </a:cubicBezTo>
                <a:cubicBezTo>
                  <a:pt x="886591" y="153935"/>
                  <a:pt x="887948" y="156403"/>
                  <a:pt x="889676" y="158708"/>
                </a:cubicBezTo>
                <a:cubicBezTo>
                  <a:pt x="891406" y="161010"/>
                  <a:pt x="893422" y="162943"/>
                  <a:pt x="895724" y="164508"/>
                </a:cubicBezTo>
                <a:cubicBezTo>
                  <a:pt x="898029" y="166069"/>
                  <a:pt x="900580" y="167180"/>
                  <a:pt x="903377" y="167841"/>
                </a:cubicBezTo>
                <a:cubicBezTo>
                  <a:pt x="906174" y="168499"/>
                  <a:pt x="908971" y="168827"/>
                  <a:pt x="911768" y="1688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0xfffff8">
            <a:extLst xmlns:a="http://schemas.openxmlformats.org/drawingml/2006/main">
              <a:ext uri="{FF2B5EF4-FFF2-40B4-BE49-F238E27FC236}">
                <a16:creationId xmlns:a16="http://schemas.microsoft.com/office/drawing/2014/main" id="{A350913F-C432-4FFC-82EF-112440E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623" y="2108612"/>
            <a:ext cx="959652" cy="186103"/>
          </a:xfrm>
          <a:custGeom xmlns:a="http://schemas.openxmlformats.org/drawingml/2006/main">
            <a:pathLst>
              <a:path w="959652" h="186103">
                <a:moveTo>
                  <a:pt x="47883" y="186103"/>
                </a:moveTo>
                <a:cubicBezTo>
                  <a:pt x="43442" y="186103"/>
                  <a:pt x="38999" y="185650"/>
                  <a:pt x="34555" y="184743"/>
                </a:cubicBezTo>
                <a:cubicBezTo>
                  <a:pt x="30113" y="183840"/>
                  <a:pt x="25999" y="182318"/>
                  <a:pt x="22213" y="180179"/>
                </a:cubicBezTo>
                <a:cubicBezTo>
                  <a:pt x="18429" y="178040"/>
                  <a:pt x="15015" y="175284"/>
                  <a:pt x="11969" y="171912"/>
                </a:cubicBezTo>
                <a:cubicBezTo>
                  <a:pt x="8926" y="168537"/>
                  <a:pt x="6499" y="164835"/>
                  <a:pt x="4689" y="160805"/>
                </a:cubicBezTo>
                <a:cubicBezTo>
                  <a:pt x="2879" y="156773"/>
                  <a:pt x="1645" y="152536"/>
                  <a:pt x="987" y="148095"/>
                </a:cubicBezTo>
                <a:cubicBezTo>
                  <a:pt x="329" y="143650"/>
                  <a:pt x="0" y="139208"/>
                  <a:pt x="0" y="134766"/>
                </a:cubicBezTo>
                <a:lnTo>
                  <a:pt x="0" y="52079"/>
                </a:lnTo>
                <a:cubicBezTo>
                  <a:pt x="0" y="47637"/>
                  <a:pt x="329" y="43196"/>
                  <a:pt x="987" y="38754"/>
                </a:cubicBezTo>
                <a:cubicBezTo>
                  <a:pt x="1645" y="34310"/>
                  <a:pt x="2879" y="30073"/>
                  <a:pt x="4689" y="26043"/>
                </a:cubicBezTo>
                <a:cubicBezTo>
                  <a:pt x="6499" y="22011"/>
                  <a:pt x="8926" y="18309"/>
                  <a:pt x="11969" y="14937"/>
                </a:cubicBezTo>
                <a:cubicBezTo>
                  <a:pt x="15015" y="11562"/>
                  <a:pt x="18471" y="8805"/>
                  <a:pt x="22337" y="6666"/>
                </a:cubicBezTo>
                <a:cubicBezTo>
                  <a:pt x="26204" y="4527"/>
                  <a:pt x="30318" y="2881"/>
                  <a:pt x="34679" y="1729"/>
                </a:cubicBezTo>
                <a:cubicBezTo>
                  <a:pt x="39040" y="576"/>
                  <a:pt x="43442" y="0"/>
                  <a:pt x="47883" y="0"/>
                </a:cubicBezTo>
                <a:cubicBezTo>
                  <a:pt x="52325" y="0"/>
                  <a:pt x="56727" y="576"/>
                  <a:pt x="61088" y="1729"/>
                </a:cubicBezTo>
                <a:cubicBezTo>
                  <a:pt x="65449" y="2881"/>
                  <a:pt x="69563" y="4527"/>
                  <a:pt x="73430" y="6666"/>
                </a:cubicBezTo>
                <a:cubicBezTo>
                  <a:pt x="77296" y="8805"/>
                  <a:pt x="80751" y="11562"/>
                  <a:pt x="83794" y="14937"/>
                </a:cubicBezTo>
                <a:cubicBezTo>
                  <a:pt x="86840" y="18309"/>
                  <a:pt x="89268" y="22011"/>
                  <a:pt x="91078" y="26043"/>
                </a:cubicBezTo>
                <a:cubicBezTo>
                  <a:pt x="92888" y="30073"/>
                  <a:pt x="94122" y="34310"/>
                  <a:pt x="94780" y="38754"/>
                </a:cubicBezTo>
                <a:cubicBezTo>
                  <a:pt x="95438" y="43196"/>
                  <a:pt x="95767" y="47637"/>
                  <a:pt x="95767" y="52079"/>
                </a:cubicBezTo>
                <a:lnTo>
                  <a:pt x="95767" y="134766"/>
                </a:lnTo>
                <a:cubicBezTo>
                  <a:pt x="95767" y="139208"/>
                  <a:pt x="95438" y="143650"/>
                  <a:pt x="94780" y="148095"/>
                </a:cubicBezTo>
                <a:cubicBezTo>
                  <a:pt x="94122" y="152536"/>
                  <a:pt x="92888" y="156773"/>
                  <a:pt x="91078" y="160805"/>
                </a:cubicBezTo>
                <a:cubicBezTo>
                  <a:pt x="89268" y="164835"/>
                  <a:pt x="86840" y="168537"/>
                  <a:pt x="83794" y="171912"/>
                </a:cubicBezTo>
                <a:cubicBezTo>
                  <a:pt x="80751" y="175284"/>
                  <a:pt x="77336" y="178040"/>
                  <a:pt x="73550" y="180179"/>
                </a:cubicBezTo>
                <a:cubicBezTo>
                  <a:pt x="69766" y="182318"/>
                  <a:pt x="65652" y="183840"/>
                  <a:pt x="61208" y="184743"/>
                </a:cubicBezTo>
                <a:cubicBezTo>
                  <a:pt x="56767" y="185650"/>
                  <a:pt x="52325" y="186103"/>
                  <a:pt x="47883" y="186103"/>
                </a:cubicBezTo>
                <a:moveTo>
                  <a:pt x="19253" y="105642"/>
                </a:moveTo>
                <a:lnTo>
                  <a:pt x="76514" y="59977"/>
                </a:lnTo>
                <a:lnTo>
                  <a:pt x="76514" y="52079"/>
                </a:lnTo>
                <a:cubicBezTo>
                  <a:pt x="76514" y="49282"/>
                  <a:pt x="76350" y="46485"/>
                  <a:pt x="76021" y="43688"/>
                </a:cubicBezTo>
                <a:cubicBezTo>
                  <a:pt x="75692" y="40891"/>
                  <a:pt x="74993" y="38135"/>
                  <a:pt x="73923" y="35421"/>
                </a:cubicBezTo>
                <a:cubicBezTo>
                  <a:pt x="72853" y="32704"/>
                  <a:pt x="71495" y="30195"/>
                  <a:pt x="69848" y="27892"/>
                </a:cubicBezTo>
                <a:cubicBezTo>
                  <a:pt x="68203" y="25588"/>
                  <a:pt x="66188" y="23696"/>
                  <a:pt x="63803" y="22217"/>
                </a:cubicBezTo>
                <a:cubicBezTo>
                  <a:pt x="61418" y="20735"/>
                  <a:pt x="58827" y="19666"/>
                  <a:pt x="56030" y="19008"/>
                </a:cubicBezTo>
                <a:cubicBezTo>
                  <a:pt x="53233" y="18348"/>
                  <a:pt x="50353" y="18017"/>
                  <a:pt x="47390" y="18017"/>
                </a:cubicBezTo>
                <a:cubicBezTo>
                  <a:pt x="44593" y="18017"/>
                  <a:pt x="41836" y="18388"/>
                  <a:pt x="39120" y="19129"/>
                </a:cubicBezTo>
                <a:cubicBezTo>
                  <a:pt x="36405" y="19869"/>
                  <a:pt x="33896" y="21022"/>
                  <a:pt x="31591" y="22586"/>
                </a:cubicBezTo>
                <a:cubicBezTo>
                  <a:pt x="29288" y="24148"/>
                  <a:pt x="27314" y="26081"/>
                  <a:pt x="25667" y="28386"/>
                </a:cubicBezTo>
                <a:cubicBezTo>
                  <a:pt x="24022" y="30688"/>
                  <a:pt x="22706" y="33115"/>
                  <a:pt x="21720" y="35666"/>
                </a:cubicBezTo>
                <a:cubicBezTo>
                  <a:pt x="20733" y="38217"/>
                  <a:pt x="20075" y="40891"/>
                  <a:pt x="19746" y="43688"/>
                </a:cubicBezTo>
                <a:cubicBezTo>
                  <a:pt x="19417" y="46485"/>
                  <a:pt x="19253" y="49282"/>
                  <a:pt x="19253" y="52079"/>
                </a:cubicBezTo>
                <a:lnTo>
                  <a:pt x="19253" y="105642"/>
                </a:lnTo>
                <a:moveTo>
                  <a:pt x="47883" y="168827"/>
                </a:moveTo>
                <a:cubicBezTo>
                  <a:pt x="50681" y="168827"/>
                  <a:pt x="53478" y="168499"/>
                  <a:pt x="56275" y="167841"/>
                </a:cubicBezTo>
                <a:cubicBezTo>
                  <a:pt x="59072" y="167180"/>
                  <a:pt x="61621" y="166069"/>
                  <a:pt x="63924" y="164508"/>
                </a:cubicBezTo>
                <a:cubicBezTo>
                  <a:pt x="66229" y="162943"/>
                  <a:pt x="68245" y="161010"/>
                  <a:pt x="69972" y="158708"/>
                </a:cubicBezTo>
                <a:cubicBezTo>
                  <a:pt x="71702" y="156403"/>
                  <a:pt x="73061" y="153935"/>
                  <a:pt x="74047" y="151303"/>
                </a:cubicBezTo>
                <a:cubicBezTo>
                  <a:pt x="75034" y="148670"/>
                  <a:pt x="75692" y="145954"/>
                  <a:pt x="76021" y="143157"/>
                </a:cubicBezTo>
                <a:cubicBezTo>
                  <a:pt x="76350" y="140360"/>
                  <a:pt x="76514" y="137563"/>
                  <a:pt x="76514" y="134766"/>
                </a:cubicBezTo>
                <a:lnTo>
                  <a:pt x="76514" y="81203"/>
                </a:lnTo>
                <a:lnTo>
                  <a:pt x="19253" y="126868"/>
                </a:lnTo>
                <a:lnTo>
                  <a:pt x="19253" y="134766"/>
                </a:lnTo>
                <a:cubicBezTo>
                  <a:pt x="19253" y="137563"/>
                  <a:pt x="19417" y="140360"/>
                  <a:pt x="19746" y="143157"/>
                </a:cubicBezTo>
                <a:cubicBezTo>
                  <a:pt x="20075" y="145954"/>
                  <a:pt x="20733" y="148670"/>
                  <a:pt x="21720" y="151303"/>
                </a:cubicBezTo>
                <a:cubicBezTo>
                  <a:pt x="22706" y="153935"/>
                  <a:pt x="24064" y="156403"/>
                  <a:pt x="25791" y="158708"/>
                </a:cubicBezTo>
                <a:cubicBezTo>
                  <a:pt x="27521" y="161010"/>
                  <a:pt x="29537" y="162943"/>
                  <a:pt x="31839" y="164508"/>
                </a:cubicBezTo>
                <a:cubicBezTo>
                  <a:pt x="34144" y="166069"/>
                  <a:pt x="36695" y="167180"/>
                  <a:pt x="39492" y="167841"/>
                </a:cubicBezTo>
                <a:cubicBezTo>
                  <a:pt x="42289" y="168499"/>
                  <a:pt x="45086" y="168827"/>
                  <a:pt x="47883" y="168827"/>
                </a:cubicBezTo>
                <a:close/>
                <a:moveTo>
                  <a:pt x="120945" y="184130"/>
                </a:moveTo>
                <a:lnTo>
                  <a:pt x="160683" y="119957"/>
                </a:lnTo>
                <a:lnTo>
                  <a:pt x="120945" y="55781"/>
                </a:lnTo>
                <a:lnTo>
                  <a:pt x="143403" y="55781"/>
                </a:lnTo>
                <a:lnTo>
                  <a:pt x="171296" y="102185"/>
                </a:lnTo>
                <a:lnTo>
                  <a:pt x="199188" y="55781"/>
                </a:lnTo>
                <a:lnTo>
                  <a:pt x="221646" y="55781"/>
                </a:lnTo>
                <a:lnTo>
                  <a:pt x="181909" y="119957"/>
                </a:lnTo>
                <a:lnTo>
                  <a:pt x="221646" y="184130"/>
                </a:lnTo>
                <a:lnTo>
                  <a:pt x="199188" y="184130"/>
                </a:lnTo>
                <a:lnTo>
                  <a:pt x="171296" y="137726"/>
                </a:lnTo>
                <a:lnTo>
                  <a:pt x="143403" y="184130"/>
                </a:lnTo>
                <a:lnTo>
                  <a:pt x="120945" y="184130"/>
                </a:lnTo>
                <a:close/>
                <a:moveTo>
                  <a:pt x="276197" y="184130"/>
                </a:moveTo>
                <a:lnTo>
                  <a:pt x="276197" y="84660"/>
                </a:lnTo>
                <a:lnTo>
                  <a:pt x="248798" y="84660"/>
                </a:lnTo>
                <a:lnTo>
                  <a:pt x="248798" y="67381"/>
                </a:lnTo>
                <a:lnTo>
                  <a:pt x="276197" y="67381"/>
                </a:lnTo>
                <a:lnTo>
                  <a:pt x="276197" y="41221"/>
                </a:lnTo>
                <a:cubicBezTo>
                  <a:pt x="276197" y="37929"/>
                  <a:pt x="276402" y="34598"/>
                  <a:pt x="276811" y="31226"/>
                </a:cubicBezTo>
                <a:cubicBezTo>
                  <a:pt x="277223" y="27851"/>
                  <a:pt x="278046" y="24601"/>
                  <a:pt x="279281" y="21475"/>
                </a:cubicBezTo>
                <a:cubicBezTo>
                  <a:pt x="280517" y="18349"/>
                  <a:pt x="282121" y="15387"/>
                  <a:pt x="284095" y="12590"/>
                </a:cubicBezTo>
                <a:cubicBezTo>
                  <a:pt x="286068" y="9791"/>
                  <a:pt x="288495" y="7487"/>
                  <a:pt x="291375" y="5679"/>
                </a:cubicBezTo>
                <a:cubicBezTo>
                  <a:pt x="294255" y="3869"/>
                  <a:pt x="297340" y="2594"/>
                  <a:pt x="300632" y="1853"/>
                </a:cubicBezTo>
                <a:cubicBezTo>
                  <a:pt x="303924" y="1112"/>
                  <a:pt x="307214" y="742"/>
                  <a:pt x="310503" y="742"/>
                </a:cubicBezTo>
                <a:cubicBezTo>
                  <a:pt x="315111" y="742"/>
                  <a:pt x="319676" y="1441"/>
                  <a:pt x="324201" y="2840"/>
                </a:cubicBezTo>
                <a:cubicBezTo>
                  <a:pt x="328728" y="4238"/>
                  <a:pt x="332554" y="6625"/>
                  <a:pt x="335680" y="9999"/>
                </a:cubicBezTo>
                <a:cubicBezTo>
                  <a:pt x="338806" y="13371"/>
                  <a:pt x="341110" y="17279"/>
                  <a:pt x="342591" y="21723"/>
                </a:cubicBezTo>
                <a:cubicBezTo>
                  <a:pt x="344073" y="26165"/>
                  <a:pt x="344813" y="30690"/>
                  <a:pt x="344813" y="35297"/>
                </a:cubicBezTo>
                <a:cubicBezTo>
                  <a:pt x="344813" y="35626"/>
                  <a:pt x="344813" y="35955"/>
                  <a:pt x="344813" y="36284"/>
                </a:cubicBezTo>
                <a:cubicBezTo>
                  <a:pt x="344813" y="36612"/>
                  <a:pt x="344813" y="36941"/>
                  <a:pt x="344813" y="37270"/>
                </a:cubicBezTo>
                <a:lnTo>
                  <a:pt x="325560" y="37270"/>
                </a:lnTo>
                <a:cubicBezTo>
                  <a:pt x="325560" y="37107"/>
                  <a:pt x="325560" y="36943"/>
                  <a:pt x="325560" y="36777"/>
                </a:cubicBezTo>
                <a:cubicBezTo>
                  <a:pt x="325560" y="36611"/>
                  <a:pt x="325560" y="36447"/>
                  <a:pt x="325560" y="36284"/>
                </a:cubicBezTo>
                <a:cubicBezTo>
                  <a:pt x="325560" y="33979"/>
                  <a:pt x="325313" y="31716"/>
                  <a:pt x="324819" y="29497"/>
                </a:cubicBezTo>
                <a:cubicBezTo>
                  <a:pt x="324326" y="27275"/>
                  <a:pt x="323421" y="25259"/>
                  <a:pt x="322103" y="23448"/>
                </a:cubicBezTo>
                <a:cubicBezTo>
                  <a:pt x="320787" y="21638"/>
                  <a:pt x="319101" y="20281"/>
                  <a:pt x="317045" y="19377"/>
                </a:cubicBezTo>
                <a:cubicBezTo>
                  <a:pt x="314989" y="18471"/>
                  <a:pt x="312808" y="18017"/>
                  <a:pt x="310503" y="18017"/>
                </a:cubicBezTo>
                <a:cubicBezTo>
                  <a:pt x="307872" y="18017"/>
                  <a:pt x="305445" y="18758"/>
                  <a:pt x="303223" y="20240"/>
                </a:cubicBezTo>
                <a:cubicBezTo>
                  <a:pt x="301001" y="21721"/>
                  <a:pt x="299314" y="23614"/>
                  <a:pt x="298161" y="25919"/>
                </a:cubicBezTo>
                <a:cubicBezTo>
                  <a:pt x="297011" y="28221"/>
                  <a:pt x="296231" y="30690"/>
                  <a:pt x="295819" y="33323"/>
                </a:cubicBezTo>
                <a:cubicBezTo>
                  <a:pt x="295407" y="35955"/>
                  <a:pt x="295201" y="38587"/>
                  <a:pt x="295201" y="41221"/>
                </a:cubicBezTo>
                <a:lnTo>
                  <a:pt x="295201" y="67381"/>
                </a:lnTo>
                <a:lnTo>
                  <a:pt x="335929" y="67381"/>
                </a:lnTo>
                <a:lnTo>
                  <a:pt x="335929" y="84909"/>
                </a:lnTo>
                <a:lnTo>
                  <a:pt x="295201" y="84909"/>
                </a:lnTo>
                <a:lnTo>
                  <a:pt x="295201" y="184130"/>
                </a:lnTo>
                <a:lnTo>
                  <a:pt x="276197" y="184130"/>
                </a:lnTo>
                <a:close/>
                <a:moveTo>
                  <a:pt x="399609" y="184130"/>
                </a:moveTo>
                <a:lnTo>
                  <a:pt x="399609" y="84660"/>
                </a:lnTo>
                <a:lnTo>
                  <a:pt x="372210" y="84660"/>
                </a:lnTo>
                <a:lnTo>
                  <a:pt x="372210" y="67381"/>
                </a:lnTo>
                <a:lnTo>
                  <a:pt x="399609" y="67381"/>
                </a:lnTo>
                <a:lnTo>
                  <a:pt x="399609" y="41221"/>
                </a:lnTo>
                <a:cubicBezTo>
                  <a:pt x="399609" y="37929"/>
                  <a:pt x="399814" y="34598"/>
                  <a:pt x="400223" y="31226"/>
                </a:cubicBezTo>
                <a:cubicBezTo>
                  <a:pt x="400635" y="27851"/>
                  <a:pt x="401458" y="24601"/>
                  <a:pt x="402693" y="21475"/>
                </a:cubicBezTo>
                <a:cubicBezTo>
                  <a:pt x="403929" y="18349"/>
                  <a:pt x="405533" y="15387"/>
                  <a:pt x="407507" y="12590"/>
                </a:cubicBezTo>
                <a:cubicBezTo>
                  <a:pt x="409480" y="9791"/>
                  <a:pt x="411907" y="7487"/>
                  <a:pt x="414787" y="5679"/>
                </a:cubicBezTo>
                <a:cubicBezTo>
                  <a:pt x="417667" y="3869"/>
                  <a:pt x="420752" y="2594"/>
                  <a:pt x="424044" y="1853"/>
                </a:cubicBezTo>
                <a:cubicBezTo>
                  <a:pt x="427336" y="1112"/>
                  <a:pt x="430626" y="742"/>
                  <a:pt x="433915" y="742"/>
                </a:cubicBezTo>
                <a:cubicBezTo>
                  <a:pt x="438523" y="742"/>
                  <a:pt x="443088" y="1441"/>
                  <a:pt x="447613" y="2840"/>
                </a:cubicBezTo>
                <a:cubicBezTo>
                  <a:pt x="452140" y="4238"/>
                  <a:pt x="455966" y="6625"/>
                  <a:pt x="459092" y="9999"/>
                </a:cubicBezTo>
                <a:cubicBezTo>
                  <a:pt x="462218" y="13371"/>
                  <a:pt x="464522" y="17279"/>
                  <a:pt x="466003" y="21723"/>
                </a:cubicBezTo>
                <a:cubicBezTo>
                  <a:pt x="467485" y="26165"/>
                  <a:pt x="468225" y="30690"/>
                  <a:pt x="468225" y="35297"/>
                </a:cubicBezTo>
                <a:cubicBezTo>
                  <a:pt x="468225" y="35626"/>
                  <a:pt x="468225" y="35955"/>
                  <a:pt x="468225" y="36284"/>
                </a:cubicBezTo>
                <a:cubicBezTo>
                  <a:pt x="468225" y="36612"/>
                  <a:pt x="468225" y="36941"/>
                  <a:pt x="468225" y="37270"/>
                </a:cubicBezTo>
                <a:lnTo>
                  <a:pt x="448972" y="37270"/>
                </a:lnTo>
                <a:cubicBezTo>
                  <a:pt x="448972" y="37107"/>
                  <a:pt x="448972" y="36943"/>
                  <a:pt x="448972" y="36777"/>
                </a:cubicBezTo>
                <a:cubicBezTo>
                  <a:pt x="448972" y="36611"/>
                  <a:pt x="448972" y="36447"/>
                  <a:pt x="448972" y="36284"/>
                </a:cubicBezTo>
                <a:cubicBezTo>
                  <a:pt x="448972" y="33979"/>
                  <a:pt x="448725" y="31716"/>
                  <a:pt x="448231" y="29497"/>
                </a:cubicBezTo>
                <a:cubicBezTo>
                  <a:pt x="447738" y="27275"/>
                  <a:pt x="446833" y="25259"/>
                  <a:pt x="445515" y="23448"/>
                </a:cubicBezTo>
                <a:cubicBezTo>
                  <a:pt x="444199" y="21638"/>
                  <a:pt x="442513" y="20281"/>
                  <a:pt x="440457" y="19377"/>
                </a:cubicBezTo>
                <a:cubicBezTo>
                  <a:pt x="438401" y="18471"/>
                  <a:pt x="436220" y="18017"/>
                  <a:pt x="433915" y="18017"/>
                </a:cubicBezTo>
                <a:cubicBezTo>
                  <a:pt x="431284" y="18017"/>
                  <a:pt x="428857" y="18758"/>
                  <a:pt x="426635" y="20240"/>
                </a:cubicBezTo>
                <a:cubicBezTo>
                  <a:pt x="424413" y="21721"/>
                  <a:pt x="422726" y="23614"/>
                  <a:pt x="421573" y="25919"/>
                </a:cubicBezTo>
                <a:cubicBezTo>
                  <a:pt x="420423" y="28221"/>
                  <a:pt x="419643" y="30690"/>
                  <a:pt x="419231" y="33323"/>
                </a:cubicBezTo>
                <a:cubicBezTo>
                  <a:pt x="418819" y="35955"/>
                  <a:pt x="418613" y="38587"/>
                  <a:pt x="418613" y="41221"/>
                </a:cubicBezTo>
                <a:lnTo>
                  <a:pt x="418613" y="67381"/>
                </a:lnTo>
                <a:lnTo>
                  <a:pt x="459341" y="67381"/>
                </a:lnTo>
                <a:lnTo>
                  <a:pt x="459341" y="84909"/>
                </a:lnTo>
                <a:lnTo>
                  <a:pt x="418613" y="84909"/>
                </a:lnTo>
                <a:lnTo>
                  <a:pt x="418613" y="184130"/>
                </a:lnTo>
                <a:lnTo>
                  <a:pt x="399609" y="184130"/>
                </a:lnTo>
                <a:close/>
                <a:moveTo>
                  <a:pt x="523022" y="184130"/>
                </a:moveTo>
                <a:lnTo>
                  <a:pt x="523022" y="84660"/>
                </a:lnTo>
                <a:lnTo>
                  <a:pt x="495623" y="84660"/>
                </a:lnTo>
                <a:lnTo>
                  <a:pt x="495623" y="67381"/>
                </a:lnTo>
                <a:lnTo>
                  <a:pt x="523022" y="67381"/>
                </a:lnTo>
                <a:lnTo>
                  <a:pt x="523022" y="41221"/>
                </a:lnTo>
                <a:cubicBezTo>
                  <a:pt x="523022" y="37929"/>
                  <a:pt x="523226" y="34598"/>
                  <a:pt x="523636" y="31226"/>
                </a:cubicBezTo>
                <a:cubicBezTo>
                  <a:pt x="524047" y="27851"/>
                  <a:pt x="524871" y="24601"/>
                  <a:pt x="526106" y="21475"/>
                </a:cubicBezTo>
                <a:cubicBezTo>
                  <a:pt x="527342" y="18349"/>
                  <a:pt x="528946" y="15387"/>
                  <a:pt x="530919" y="12590"/>
                </a:cubicBezTo>
                <a:cubicBezTo>
                  <a:pt x="532893" y="9791"/>
                  <a:pt x="535320" y="7487"/>
                  <a:pt x="538200" y="5679"/>
                </a:cubicBezTo>
                <a:cubicBezTo>
                  <a:pt x="541079" y="3869"/>
                  <a:pt x="544165" y="2594"/>
                  <a:pt x="547457" y="1853"/>
                </a:cubicBezTo>
                <a:cubicBezTo>
                  <a:pt x="550749" y="1112"/>
                  <a:pt x="554039" y="742"/>
                  <a:pt x="557328" y="742"/>
                </a:cubicBezTo>
                <a:cubicBezTo>
                  <a:pt x="561935" y="742"/>
                  <a:pt x="566501" y="1441"/>
                  <a:pt x="571026" y="2840"/>
                </a:cubicBezTo>
                <a:cubicBezTo>
                  <a:pt x="575553" y="4238"/>
                  <a:pt x="579379" y="6625"/>
                  <a:pt x="582505" y="9999"/>
                </a:cubicBezTo>
                <a:cubicBezTo>
                  <a:pt x="585631" y="13371"/>
                  <a:pt x="587935" y="17279"/>
                  <a:pt x="589416" y="21723"/>
                </a:cubicBezTo>
                <a:cubicBezTo>
                  <a:pt x="590897" y="26165"/>
                  <a:pt x="591638" y="30690"/>
                  <a:pt x="591638" y="35297"/>
                </a:cubicBezTo>
                <a:cubicBezTo>
                  <a:pt x="591638" y="35626"/>
                  <a:pt x="591638" y="35955"/>
                  <a:pt x="591638" y="36284"/>
                </a:cubicBezTo>
                <a:cubicBezTo>
                  <a:pt x="591638" y="36612"/>
                  <a:pt x="591638" y="36941"/>
                  <a:pt x="591638" y="37270"/>
                </a:cubicBezTo>
                <a:lnTo>
                  <a:pt x="572385" y="37270"/>
                </a:lnTo>
                <a:cubicBezTo>
                  <a:pt x="572385" y="37107"/>
                  <a:pt x="572385" y="36943"/>
                  <a:pt x="572385" y="36777"/>
                </a:cubicBezTo>
                <a:cubicBezTo>
                  <a:pt x="572385" y="36611"/>
                  <a:pt x="572385" y="36447"/>
                  <a:pt x="572385" y="36284"/>
                </a:cubicBezTo>
                <a:cubicBezTo>
                  <a:pt x="572385" y="33979"/>
                  <a:pt x="572138" y="31716"/>
                  <a:pt x="571643" y="29497"/>
                </a:cubicBezTo>
                <a:cubicBezTo>
                  <a:pt x="571151" y="27275"/>
                  <a:pt x="570246" y="25259"/>
                  <a:pt x="568928" y="23448"/>
                </a:cubicBezTo>
                <a:cubicBezTo>
                  <a:pt x="567612" y="21638"/>
                  <a:pt x="565926" y="20281"/>
                  <a:pt x="563870" y="19377"/>
                </a:cubicBezTo>
                <a:cubicBezTo>
                  <a:pt x="561814" y="18471"/>
                  <a:pt x="559633" y="18017"/>
                  <a:pt x="557328" y="18017"/>
                </a:cubicBezTo>
                <a:cubicBezTo>
                  <a:pt x="554697" y="18017"/>
                  <a:pt x="552270" y="18758"/>
                  <a:pt x="550048" y="20240"/>
                </a:cubicBezTo>
                <a:cubicBezTo>
                  <a:pt x="547826" y="21721"/>
                  <a:pt x="546139" y="23614"/>
                  <a:pt x="544986" y="25919"/>
                </a:cubicBezTo>
                <a:cubicBezTo>
                  <a:pt x="543836" y="28221"/>
                  <a:pt x="543055" y="30690"/>
                  <a:pt x="542644" y="33323"/>
                </a:cubicBezTo>
                <a:cubicBezTo>
                  <a:pt x="542232" y="35955"/>
                  <a:pt x="542026" y="38587"/>
                  <a:pt x="542026" y="41221"/>
                </a:cubicBezTo>
                <a:lnTo>
                  <a:pt x="542026" y="67381"/>
                </a:lnTo>
                <a:lnTo>
                  <a:pt x="582754" y="67381"/>
                </a:lnTo>
                <a:lnTo>
                  <a:pt x="582754" y="84909"/>
                </a:lnTo>
                <a:lnTo>
                  <a:pt x="542026" y="84909"/>
                </a:lnTo>
                <a:lnTo>
                  <a:pt x="542026" y="184130"/>
                </a:lnTo>
                <a:lnTo>
                  <a:pt x="523022" y="184130"/>
                </a:lnTo>
                <a:close/>
                <a:moveTo>
                  <a:pt x="646433" y="184130"/>
                </a:moveTo>
                <a:lnTo>
                  <a:pt x="646433" y="84660"/>
                </a:lnTo>
                <a:lnTo>
                  <a:pt x="619034" y="84660"/>
                </a:lnTo>
                <a:lnTo>
                  <a:pt x="619034" y="67381"/>
                </a:lnTo>
                <a:lnTo>
                  <a:pt x="646433" y="67381"/>
                </a:lnTo>
                <a:lnTo>
                  <a:pt x="646433" y="41221"/>
                </a:lnTo>
                <a:cubicBezTo>
                  <a:pt x="646433" y="37929"/>
                  <a:pt x="646638" y="34598"/>
                  <a:pt x="647047" y="31226"/>
                </a:cubicBezTo>
                <a:cubicBezTo>
                  <a:pt x="647459" y="27851"/>
                  <a:pt x="648283" y="24601"/>
                  <a:pt x="649518" y="21475"/>
                </a:cubicBezTo>
                <a:cubicBezTo>
                  <a:pt x="650753" y="18349"/>
                  <a:pt x="652358" y="15387"/>
                  <a:pt x="654331" y="12590"/>
                </a:cubicBezTo>
                <a:cubicBezTo>
                  <a:pt x="656305" y="9791"/>
                  <a:pt x="658731" y="7487"/>
                  <a:pt x="661611" y="5679"/>
                </a:cubicBezTo>
                <a:cubicBezTo>
                  <a:pt x="664491" y="3869"/>
                  <a:pt x="667577" y="2594"/>
                  <a:pt x="670869" y="1853"/>
                </a:cubicBezTo>
                <a:cubicBezTo>
                  <a:pt x="674160" y="1112"/>
                  <a:pt x="677451" y="742"/>
                  <a:pt x="680740" y="742"/>
                </a:cubicBezTo>
                <a:cubicBezTo>
                  <a:pt x="685347" y="742"/>
                  <a:pt x="689913" y="1441"/>
                  <a:pt x="694437" y="2840"/>
                </a:cubicBezTo>
                <a:cubicBezTo>
                  <a:pt x="698964" y="4238"/>
                  <a:pt x="702791" y="6625"/>
                  <a:pt x="705917" y="9999"/>
                </a:cubicBezTo>
                <a:cubicBezTo>
                  <a:pt x="709043" y="13371"/>
                  <a:pt x="711346" y="17279"/>
                  <a:pt x="712828" y="21723"/>
                </a:cubicBezTo>
                <a:cubicBezTo>
                  <a:pt x="714309" y="26165"/>
                  <a:pt x="715050" y="30690"/>
                  <a:pt x="715050" y="35297"/>
                </a:cubicBezTo>
                <a:cubicBezTo>
                  <a:pt x="715050" y="35626"/>
                  <a:pt x="715050" y="35955"/>
                  <a:pt x="715050" y="36284"/>
                </a:cubicBezTo>
                <a:cubicBezTo>
                  <a:pt x="715050" y="36612"/>
                  <a:pt x="715050" y="36941"/>
                  <a:pt x="715050" y="37270"/>
                </a:cubicBezTo>
                <a:lnTo>
                  <a:pt x="695797" y="37270"/>
                </a:lnTo>
                <a:cubicBezTo>
                  <a:pt x="695797" y="37107"/>
                  <a:pt x="695797" y="36943"/>
                  <a:pt x="695797" y="36777"/>
                </a:cubicBezTo>
                <a:cubicBezTo>
                  <a:pt x="695797" y="36611"/>
                  <a:pt x="695797" y="36447"/>
                  <a:pt x="695797" y="36284"/>
                </a:cubicBezTo>
                <a:cubicBezTo>
                  <a:pt x="695797" y="33979"/>
                  <a:pt x="695550" y="31716"/>
                  <a:pt x="695055" y="29497"/>
                </a:cubicBezTo>
                <a:cubicBezTo>
                  <a:pt x="694563" y="27275"/>
                  <a:pt x="693658" y="25259"/>
                  <a:pt x="692340" y="23448"/>
                </a:cubicBezTo>
                <a:cubicBezTo>
                  <a:pt x="691024" y="21638"/>
                  <a:pt x="689338" y="20281"/>
                  <a:pt x="687282" y="19377"/>
                </a:cubicBezTo>
                <a:cubicBezTo>
                  <a:pt x="685225" y="18471"/>
                  <a:pt x="683045" y="18017"/>
                  <a:pt x="680740" y="18017"/>
                </a:cubicBezTo>
                <a:cubicBezTo>
                  <a:pt x="678108" y="18017"/>
                  <a:pt x="675682" y="18758"/>
                  <a:pt x="673460" y="20240"/>
                </a:cubicBezTo>
                <a:cubicBezTo>
                  <a:pt x="671238" y="21721"/>
                  <a:pt x="669550" y="23614"/>
                  <a:pt x="668398" y="25919"/>
                </a:cubicBezTo>
                <a:cubicBezTo>
                  <a:pt x="667248" y="28221"/>
                  <a:pt x="666467" y="30690"/>
                  <a:pt x="666055" y="33323"/>
                </a:cubicBezTo>
                <a:cubicBezTo>
                  <a:pt x="665644" y="35955"/>
                  <a:pt x="665438" y="38587"/>
                  <a:pt x="665438" y="41221"/>
                </a:cubicBezTo>
                <a:lnTo>
                  <a:pt x="665438" y="67381"/>
                </a:lnTo>
                <a:lnTo>
                  <a:pt x="706165" y="67381"/>
                </a:lnTo>
                <a:lnTo>
                  <a:pt x="706165" y="84909"/>
                </a:lnTo>
                <a:lnTo>
                  <a:pt x="665438" y="84909"/>
                </a:lnTo>
                <a:lnTo>
                  <a:pt x="665438" y="184130"/>
                </a:lnTo>
                <a:lnTo>
                  <a:pt x="646433" y="184130"/>
                </a:lnTo>
                <a:close/>
                <a:moveTo>
                  <a:pt x="769845" y="184130"/>
                </a:moveTo>
                <a:lnTo>
                  <a:pt x="769845" y="84660"/>
                </a:lnTo>
                <a:lnTo>
                  <a:pt x="742446" y="84660"/>
                </a:lnTo>
                <a:lnTo>
                  <a:pt x="742446" y="67381"/>
                </a:lnTo>
                <a:lnTo>
                  <a:pt x="769845" y="67381"/>
                </a:lnTo>
                <a:lnTo>
                  <a:pt x="769845" y="41221"/>
                </a:lnTo>
                <a:cubicBezTo>
                  <a:pt x="769845" y="37929"/>
                  <a:pt x="770050" y="34598"/>
                  <a:pt x="770459" y="31226"/>
                </a:cubicBezTo>
                <a:cubicBezTo>
                  <a:pt x="770871" y="27851"/>
                  <a:pt x="771694" y="24601"/>
                  <a:pt x="772930" y="21475"/>
                </a:cubicBezTo>
                <a:cubicBezTo>
                  <a:pt x="774165" y="18349"/>
                  <a:pt x="775769" y="15387"/>
                  <a:pt x="777743" y="12590"/>
                </a:cubicBezTo>
                <a:cubicBezTo>
                  <a:pt x="779716" y="9791"/>
                  <a:pt x="782143" y="7487"/>
                  <a:pt x="785023" y="5679"/>
                </a:cubicBezTo>
                <a:cubicBezTo>
                  <a:pt x="787903" y="3869"/>
                  <a:pt x="790989" y="2594"/>
                  <a:pt x="794280" y="1853"/>
                </a:cubicBezTo>
                <a:cubicBezTo>
                  <a:pt x="797572" y="1112"/>
                  <a:pt x="800862" y="742"/>
                  <a:pt x="804151" y="742"/>
                </a:cubicBezTo>
                <a:cubicBezTo>
                  <a:pt x="808759" y="742"/>
                  <a:pt x="813325" y="1441"/>
                  <a:pt x="817849" y="2840"/>
                </a:cubicBezTo>
                <a:cubicBezTo>
                  <a:pt x="822376" y="4238"/>
                  <a:pt x="826203" y="6625"/>
                  <a:pt x="829329" y="9999"/>
                </a:cubicBezTo>
                <a:cubicBezTo>
                  <a:pt x="832454" y="13371"/>
                  <a:pt x="834758" y="17279"/>
                  <a:pt x="836240" y="21723"/>
                </a:cubicBezTo>
                <a:cubicBezTo>
                  <a:pt x="837721" y="26165"/>
                  <a:pt x="838462" y="30690"/>
                  <a:pt x="838462" y="35297"/>
                </a:cubicBezTo>
                <a:cubicBezTo>
                  <a:pt x="838462" y="35626"/>
                  <a:pt x="838462" y="35955"/>
                  <a:pt x="838462" y="36284"/>
                </a:cubicBezTo>
                <a:cubicBezTo>
                  <a:pt x="838462" y="36612"/>
                  <a:pt x="838462" y="36941"/>
                  <a:pt x="838462" y="37270"/>
                </a:cubicBezTo>
                <a:lnTo>
                  <a:pt x="819209" y="37270"/>
                </a:lnTo>
                <a:cubicBezTo>
                  <a:pt x="819209" y="37107"/>
                  <a:pt x="819209" y="36943"/>
                  <a:pt x="819209" y="36777"/>
                </a:cubicBezTo>
                <a:cubicBezTo>
                  <a:pt x="819209" y="36611"/>
                  <a:pt x="819209" y="36447"/>
                  <a:pt x="819209" y="36284"/>
                </a:cubicBezTo>
                <a:cubicBezTo>
                  <a:pt x="819209" y="33979"/>
                  <a:pt x="818961" y="31716"/>
                  <a:pt x="818467" y="29497"/>
                </a:cubicBezTo>
                <a:cubicBezTo>
                  <a:pt x="817975" y="27275"/>
                  <a:pt x="817070" y="25259"/>
                  <a:pt x="815751" y="23448"/>
                </a:cubicBezTo>
                <a:cubicBezTo>
                  <a:pt x="814436" y="21638"/>
                  <a:pt x="812750" y="20281"/>
                  <a:pt x="810693" y="19377"/>
                </a:cubicBezTo>
                <a:cubicBezTo>
                  <a:pt x="808637" y="18471"/>
                  <a:pt x="806456" y="18017"/>
                  <a:pt x="804151" y="18017"/>
                </a:cubicBezTo>
                <a:cubicBezTo>
                  <a:pt x="801520" y="18017"/>
                  <a:pt x="799093" y="18758"/>
                  <a:pt x="796871" y="20240"/>
                </a:cubicBezTo>
                <a:cubicBezTo>
                  <a:pt x="794649" y="21721"/>
                  <a:pt x="792962" y="23614"/>
                  <a:pt x="791810" y="25919"/>
                </a:cubicBezTo>
                <a:cubicBezTo>
                  <a:pt x="790660" y="28221"/>
                  <a:pt x="789879" y="30690"/>
                  <a:pt x="789467" y="33323"/>
                </a:cubicBezTo>
                <a:cubicBezTo>
                  <a:pt x="789055" y="35955"/>
                  <a:pt x="788849" y="38587"/>
                  <a:pt x="788849" y="41221"/>
                </a:cubicBezTo>
                <a:lnTo>
                  <a:pt x="788849" y="67381"/>
                </a:lnTo>
                <a:lnTo>
                  <a:pt x="829577" y="67381"/>
                </a:lnTo>
                <a:lnTo>
                  <a:pt x="829577" y="84909"/>
                </a:lnTo>
                <a:lnTo>
                  <a:pt x="788849" y="84909"/>
                </a:lnTo>
                <a:lnTo>
                  <a:pt x="788849" y="184130"/>
                </a:lnTo>
                <a:lnTo>
                  <a:pt x="769845" y="184130"/>
                </a:lnTo>
                <a:close/>
                <a:moveTo>
                  <a:pt x="911768" y="186103"/>
                </a:moveTo>
                <a:cubicBezTo>
                  <a:pt x="907819" y="186103"/>
                  <a:pt x="903828" y="185816"/>
                  <a:pt x="899796" y="185241"/>
                </a:cubicBezTo>
                <a:cubicBezTo>
                  <a:pt x="895766" y="184666"/>
                  <a:pt x="891899" y="183556"/>
                  <a:pt x="888196" y="181911"/>
                </a:cubicBezTo>
                <a:cubicBezTo>
                  <a:pt x="884495" y="180264"/>
                  <a:pt x="881080" y="178125"/>
                  <a:pt x="877952" y="175494"/>
                </a:cubicBezTo>
                <a:cubicBezTo>
                  <a:pt x="874826" y="172860"/>
                  <a:pt x="872193" y="169815"/>
                  <a:pt x="870054" y="166361"/>
                </a:cubicBezTo>
                <a:cubicBezTo>
                  <a:pt x="867915" y="162903"/>
                  <a:pt x="866352" y="159241"/>
                  <a:pt x="865365" y="155375"/>
                </a:cubicBezTo>
                <a:cubicBezTo>
                  <a:pt x="864378" y="151508"/>
                  <a:pt x="863885" y="147518"/>
                  <a:pt x="863885" y="143406"/>
                </a:cubicBezTo>
                <a:cubicBezTo>
                  <a:pt x="863885" y="138138"/>
                  <a:pt x="864790" y="132913"/>
                  <a:pt x="866600" y="127731"/>
                </a:cubicBezTo>
                <a:cubicBezTo>
                  <a:pt x="868411" y="122548"/>
                  <a:pt x="870837" y="117777"/>
                  <a:pt x="873880" y="113415"/>
                </a:cubicBezTo>
                <a:cubicBezTo>
                  <a:pt x="876926" y="109054"/>
                  <a:pt x="880422" y="105064"/>
                  <a:pt x="884369" y="101446"/>
                </a:cubicBezTo>
                <a:cubicBezTo>
                  <a:pt x="888319" y="97826"/>
                  <a:pt x="892433" y="94370"/>
                  <a:pt x="896711" y="91078"/>
                </a:cubicBezTo>
                <a:cubicBezTo>
                  <a:pt x="892762" y="87952"/>
                  <a:pt x="889018" y="84662"/>
                  <a:pt x="885480" y="81207"/>
                </a:cubicBezTo>
                <a:cubicBezTo>
                  <a:pt x="881943" y="77749"/>
                  <a:pt x="878857" y="73923"/>
                  <a:pt x="876223" y="69727"/>
                </a:cubicBezTo>
                <a:cubicBezTo>
                  <a:pt x="873592" y="65532"/>
                  <a:pt x="871494" y="61049"/>
                  <a:pt x="869930" y="56278"/>
                </a:cubicBezTo>
                <a:cubicBezTo>
                  <a:pt x="868368" y="51505"/>
                  <a:pt x="867587" y="46651"/>
                  <a:pt x="867587" y="41714"/>
                </a:cubicBezTo>
                <a:cubicBezTo>
                  <a:pt x="867587" y="37928"/>
                  <a:pt x="868039" y="34185"/>
                  <a:pt x="868943" y="30484"/>
                </a:cubicBezTo>
                <a:cubicBezTo>
                  <a:pt x="869849" y="26780"/>
                  <a:pt x="871248" y="23284"/>
                  <a:pt x="873138" y="19995"/>
                </a:cubicBezTo>
                <a:cubicBezTo>
                  <a:pt x="875032" y="16703"/>
                  <a:pt x="877418" y="13782"/>
                  <a:pt x="880298" y="11231"/>
                </a:cubicBezTo>
                <a:cubicBezTo>
                  <a:pt x="883178" y="8680"/>
                  <a:pt x="886304" y="6623"/>
                  <a:pt x="889676" y="5062"/>
                </a:cubicBezTo>
                <a:cubicBezTo>
                  <a:pt x="893050" y="3498"/>
                  <a:pt x="896629" y="2387"/>
                  <a:pt x="900413" y="1729"/>
                </a:cubicBezTo>
                <a:cubicBezTo>
                  <a:pt x="904199" y="1071"/>
                  <a:pt x="907985" y="742"/>
                  <a:pt x="911768" y="742"/>
                </a:cubicBezTo>
                <a:cubicBezTo>
                  <a:pt x="915552" y="742"/>
                  <a:pt x="919336" y="1031"/>
                  <a:pt x="923120" y="1608"/>
                </a:cubicBezTo>
                <a:cubicBezTo>
                  <a:pt x="926906" y="2183"/>
                  <a:pt x="930485" y="3293"/>
                  <a:pt x="933857" y="4937"/>
                </a:cubicBezTo>
                <a:cubicBezTo>
                  <a:pt x="937232" y="6582"/>
                  <a:pt x="940359" y="8680"/>
                  <a:pt x="943239" y="11231"/>
                </a:cubicBezTo>
                <a:cubicBezTo>
                  <a:pt x="946119" y="13782"/>
                  <a:pt x="948504" y="16703"/>
                  <a:pt x="950394" y="19995"/>
                </a:cubicBezTo>
                <a:cubicBezTo>
                  <a:pt x="952288" y="23284"/>
                  <a:pt x="953686" y="26780"/>
                  <a:pt x="954590" y="30484"/>
                </a:cubicBezTo>
                <a:cubicBezTo>
                  <a:pt x="955496" y="34185"/>
                  <a:pt x="955950" y="37928"/>
                  <a:pt x="955950" y="41714"/>
                </a:cubicBezTo>
                <a:cubicBezTo>
                  <a:pt x="955950" y="46651"/>
                  <a:pt x="955167" y="51505"/>
                  <a:pt x="953603" y="56278"/>
                </a:cubicBezTo>
                <a:cubicBezTo>
                  <a:pt x="952042" y="61049"/>
                  <a:pt x="949944" y="65532"/>
                  <a:pt x="947310" y="69727"/>
                </a:cubicBezTo>
                <a:cubicBezTo>
                  <a:pt x="944679" y="73923"/>
                  <a:pt x="941594" y="77749"/>
                  <a:pt x="938056" y="81207"/>
                </a:cubicBezTo>
                <a:cubicBezTo>
                  <a:pt x="934519" y="84662"/>
                  <a:pt x="930775" y="87952"/>
                  <a:pt x="926826" y="91078"/>
                </a:cubicBezTo>
                <a:cubicBezTo>
                  <a:pt x="931104" y="94370"/>
                  <a:pt x="935217" y="97826"/>
                  <a:pt x="939164" y="101446"/>
                </a:cubicBezTo>
                <a:cubicBezTo>
                  <a:pt x="943113" y="105064"/>
                  <a:pt x="946609" y="109054"/>
                  <a:pt x="949653" y="113415"/>
                </a:cubicBezTo>
                <a:cubicBezTo>
                  <a:pt x="952698" y="117777"/>
                  <a:pt x="955126" y="122548"/>
                  <a:pt x="956936" y="127731"/>
                </a:cubicBezTo>
                <a:cubicBezTo>
                  <a:pt x="958747" y="132913"/>
                  <a:pt x="959652" y="138138"/>
                  <a:pt x="959652" y="143406"/>
                </a:cubicBezTo>
                <a:cubicBezTo>
                  <a:pt x="959652" y="147518"/>
                  <a:pt x="959158" y="151508"/>
                  <a:pt x="958172" y="155375"/>
                </a:cubicBezTo>
                <a:cubicBezTo>
                  <a:pt x="957185" y="159241"/>
                  <a:pt x="955622" y="162903"/>
                  <a:pt x="953483" y="166361"/>
                </a:cubicBezTo>
                <a:cubicBezTo>
                  <a:pt x="951344" y="169815"/>
                  <a:pt x="948710" y="172860"/>
                  <a:pt x="945581" y="175494"/>
                </a:cubicBezTo>
                <a:cubicBezTo>
                  <a:pt x="942455" y="178125"/>
                  <a:pt x="939041" y="180264"/>
                  <a:pt x="935337" y="181911"/>
                </a:cubicBezTo>
                <a:cubicBezTo>
                  <a:pt x="931636" y="183556"/>
                  <a:pt x="927770" y="184666"/>
                  <a:pt x="923737" y="185241"/>
                </a:cubicBezTo>
                <a:cubicBezTo>
                  <a:pt x="919707" y="185816"/>
                  <a:pt x="915718" y="186103"/>
                  <a:pt x="911768" y="186103"/>
                </a:cubicBezTo>
                <a:moveTo>
                  <a:pt x="911768" y="80216"/>
                </a:moveTo>
                <a:cubicBezTo>
                  <a:pt x="914894" y="77748"/>
                  <a:pt x="917937" y="75198"/>
                  <a:pt x="920898" y="72567"/>
                </a:cubicBezTo>
                <a:cubicBezTo>
                  <a:pt x="923860" y="69933"/>
                  <a:pt x="926493" y="67053"/>
                  <a:pt x="928795" y="63927"/>
                </a:cubicBezTo>
                <a:cubicBezTo>
                  <a:pt x="931100" y="60802"/>
                  <a:pt x="932993" y="57347"/>
                  <a:pt x="934475" y="53563"/>
                </a:cubicBezTo>
                <a:cubicBezTo>
                  <a:pt x="935956" y="49777"/>
                  <a:pt x="936697" y="45909"/>
                  <a:pt x="936697" y="41959"/>
                </a:cubicBezTo>
                <a:cubicBezTo>
                  <a:pt x="936697" y="38833"/>
                  <a:pt x="936121" y="35666"/>
                  <a:pt x="934968" y="32457"/>
                </a:cubicBezTo>
                <a:cubicBezTo>
                  <a:pt x="933818" y="29248"/>
                  <a:pt x="932091" y="26534"/>
                  <a:pt x="929786" y="24315"/>
                </a:cubicBezTo>
                <a:cubicBezTo>
                  <a:pt x="927483" y="22093"/>
                  <a:pt x="924728" y="20488"/>
                  <a:pt x="921519" y="19501"/>
                </a:cubicBezTo>
                <a:cubicBezTo>
                  <a:pt x="918310" y="18512"/>
                  <a:pt x="915060" y="18017"/>
                  <a:pt x="911768" y="18017"/>
                </a:cubicBezTo>
                <a:cubicBezTo>
                  <a:pt x="908477" y="18017"/>
                  <a:pt x="905226" y="18512"/>
                  <a:pt x="902018" y="19501"/>
                </a:cubicBezTo>
                <a:cubicBezTo>
                  <a:pt x="898809" y="20488"/>
                  <a:pt x="896052" y="22093"/>
                  <a:pt x="893747" y="24315"/>
                </a:cubicBezTo>
                <a:cubicBezTo>
                  <a:pt x="891445" y="26534"/>
                  <a:pt x="889717" y="29248"/>
                  <a:pt x="888565" y="32457"/>
                </a:cubicBezTo>
                <a:cubicBezTo>
                  <a:pt x="887415" y="35666"/>
                  <a:pt x="886840" y="38833"/>
                  <a:pt x="886840" y="41959"/>
                </a:cubicBezTo>
                <a:cubicBezTo>
                  <a:pt x="886840" y="45909"/>
                  <a:pt x="887581" y="49777"/>
                  <a:pt x="889062" y="53563"/>
                </a:cubicBezTo>
                <a:cubicBezTo>
                  <a:pt x="890543" y="57347"/>
                  <a:pt x="892435" y="60802"/>
                  <a:pt x="894738" y="63927"/>
                </a:cubicBezTo>
                <a:cubicBezTo>
                  <a:pt x="897042" y="67053"/>
                  <a:pt x="899675" y="69933"/>
                  <a:pt x="902635" y="72567"/>
                </a:cubicBezTo>
                <a:cubicBezTo>
                  <a:pt x="905598" y="75198"/>
                  <a:pt x="908642" y="77748"/>
                  <a:pt x="911768" y="80216"/>
                </a:cubicBezTo>
                <a:moveTo>
                  <a:pt x="911768" y="168827"/>
                </a:moveTo>
                <a:cubicBezTo>
                  <a:pt x="915389" y="168827"/>
                  <a:pt x="919008" y="168376"/>
                  <a:pt x="922626" y="167472"/>
                </a:cubicBezTo>
                <a:cubicBezTo>
                  <a:pt x="926247" y="166565"/>
                  <a:pt x="929414" y="164919"/>
                  <a:pt x="932128" y="162534"/>
                </a:cubicBezTo>
                <a:cubicBezTo>
                  <a:pt x="934845" y="160146"/>
                  <a:pt x="936903" y="157225"/>
                  <a:pt x="938301" y="153770"/>
                </a:cubicBezTo>
                <a:cubicBezTo>
                  <a:pt x="939700" y="150315"/>
                  <a:pt x="940399" y="146778"/>
                  <a:pt x="940399" y="143157"/>
                </a:cubicBezTo>
                <a:cubicBezTo>
                  <a:pt x="940399" y="138715"/>
                  <a:pt x="939535" y="134478"/>
                  <a:pt x="937808" y="130446"/>
                </a:cubicBezTo>
                <a:cubicBezTo>
                  <a:pt x="936080" y="126414"/>
                  <a:pt x="933858" y="122712"/>
                  <a:pt x="931142" y="119340"/>
                </a:cubicBezTo>
                <a:cubicBezTo>
                  <a:pt x="928427" y="115965"/>
                  <a:pt x="925383" y="112879"/>
                  <a:pt x="922009" y="110082"/>
                </a:cubicBezTo>
                <a:cubicBezTo>
                  <a:pt x="918637" y="107285"/>
                  <a:pt x="915223" y="104653"/>
                  <a:pt x="911768" y="102185"/>
                </a:cubicBezTo>
                <a:cubicBezTo>
                  <a:pt x="908313" y="104653"/>
                  <a:pt x="904899" y="107285"/>
                  <a:pt x="901524" y="110082"/>
                </a:cubicBezTo>
                <a:cubicBezTo>
                  <a:pt x="898152" y="112879"/>
                  <a:pt x="895108" y="115965"/>
                  <a:pt x="892391" y="119340"/>
                </a:cubicBezTo>
                <a:cubicBezTo>
                  <a:pt x="889677" y="122712"/>
                  <a:pt x="887456" y="126414"/>
                  <a:pt x="885729" y="130446"/>
                </a:cubicBezTo>
                <a:cubicBezTo>
                  <a:pt x="884001" y="134478"/>
                  <a:pt x="883138" y="138715"/>
                  <a:pt x="883138" y="143157"/>
                </a:cubicBezTo>
                <a:cubicBezTo>
                  <a:pt x="883138" y="146778"/>
                  <a:pt x="883837" y="150315"/>
                  <a:pt x="885235" y="153770"/>
                </a:cubicBezTo>
                <a:cubicBezTo>
                  <a:pt x="886634" y="157225"/>
                  <a:pt x="888690" y="160146"/>
                  <a:pt x="891404" y="162534"/>
                </a:cubicBezTo>
                <a:cubicBezTo>
                  <a:pt x="894121" y="164919"/>
                  <a:pt x="897289" y="166565"/>
                  <a:pt x="900907" y="167472"/>
                </a:cubicBezTo>
                <a:cubicBezTo>
                  <a:pt x="904527" y="168376"/>
                  <a:pt x="908148" y="168827"/>
                  <a:pt x="911768" y="1688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2A243-E740-4BFE-AEA7-EF332D3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101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3B5ED-D21F-48CE-B5A7-C3F24BD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101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C752A-9AB3-4948-B4F5-5F21312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23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2CF9C-B8C8-4781-A37A-492CD5D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23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65EC2-9194-4926-B9A0-D7C0829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44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EB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14E62-F92A-480C-B141-E043262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44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186" name="Text 01">
            <a:extLst xmlns:a="http://schemas.openxmlformats.org/drawingml/2006/main">
              <a:ext uri="{FF2B5EF4-FFF2-40B4-BE49-F238E27FC236}">
                <a16:creationId xmlns:a16="http://schemas.microsoft.com/office/drawing/2014/main" id="{7D47DD60-0948-4740-B66F-6C8B267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546" y="1152014"/>
            <a:ext cx="156938" cy="155086"/>
          </a:xfrm>
          <a:custGeom xmlns:a="http://schemas.openxmlformats.org/drawingml/2006/main">
            <a:pathLst>
              <a:path w="156938" h="155086">
                <a:moveTo>
                  <a:pt x="39903" y="155086"/>
                </a:moveTo>
                <a:cubicBezTo>
                  <a:pt x="36202" y="155086"/>
                  <a:pt x="32499" y="154708"/>
                  <a:pt x="28796" y="153953"/>
                </a:cubicBezTo>
                <a:cubicBezTo>
                  <a:pt x="25094" y="153200"/>
                  <a:pt x="21666" y="151932"/>
                  <a:pt x="18511" y="150149"/>
                </a:cubicBezTo>
                <a:cubicBezTo>
                  <a:pt x="15358" y="148366"/>
                  <a:pt x="12512" y="146070"/>
                  <a:pt x="9974" y="143260"/>
                </a:cubicBezTo>
                <a:cubicBezTo>
                  <a:pt x="7438" y="140448"/>
                  <a:pt x="5416" y="137363"/>
                  <a:pt x="3907" y="134005"/>
                </a:cubicBezTo>
                <a:cubicBezTo>
                  <a:pt x="2399" y="130644"/>
                  <a:pt x="1370" y="127113"/>
                  <a:pt x="822" y="123412"/>
                </a:cubicBezTo>
                <a:cubicBezTo>
                  <a:pt x="274" y="119709"/>
                  <a:pt x="0" y="116006"/>
                  <a:pt x="0" y="112305"/>
                </a:cubicBezTo>
                <a:lnTo>
                  <a:pt x="0" y="43399"/>
                </a:lnTo>
                <a:cubicBezTo>
                  <a:pt x="0" y="39698"/>
                  <a:pt x="274" y="35996"/>
                  <a:pt x="822" y="32295"/>
                </a:cubicBezTo>
                <a:cubicBezTo>
                  <a:pt x="1370" y="28592"/>
                  <a:pt x="2399" y="25061"/>
                  <a:pt x="3907" y="21703"/>
                </a:cubicBezTo>
                <a:cubicBezTo>
                  <a:pt x="5416" y="18342"/>
                  <a:pt x="7438" y="15257"/>
                  <a:pt x="9974" y="12447"/>
                </a:cubicBezTo>
                <a:cubicBezTo>
                  <a:pt x="12512" y="9635"/>
                  <a:pt x="15392" y="7338"/>
                  <a:pt x="18614" y="5555"/>
                </a:cubicBezTo>
                <a:cubicBezTo>
                  <a:pt x="21837" y="3772"/>
                  <a:pt x="25265" y="2401"/>
                  <a:pt x="28899" y="1441"/>
                </a:cubicBezTo>
                <a:cubicBezTo>
                  <a:pt x="32534" y="480"/>
                  <a:pt x="36202" y="0"/>
                  <a:pt x="39903" y="0"/>
                </a:cubicBezTo>
                <a:cubicBezTo>
                  <a:pt x="43604" y="0"/>
                  <a:pt x="47272" y="480"/>
                  <a:pt x="50906" y="1441"/>
                </a:cubicBezTo>
                <a:cubicBezTo>
                  <a:pt x="54541" y="2401"/>
                  <a:pt x="57969" y="3772"/>
                  <a:pt x="61191" y="5555"/>
                </a:cubicBezTo>
                <a:cubicBezTo>
                  <a:pt x="64414" y="7338"/>
                  <a:pt x="67293" y="9635"/>
                  <a:pt x="69828" y="12447"/>
                </a:cubicBezTo>
                <a:cubicBezTo>
                  <a:pt x="72366" y="15257"/>
                  <a:pt x="74390" y="18342"/>
                  <a:pt x="75898" y="21703"/>
                </a:cubicBezTo>
                <a:cubicBezTo>
                  <a:pt x="77407" y="25061"/>
                  <a:pt x="78435" y="28592"/>
                  <a:pt x="78984" y="32295"/>
                </a:cubicBezTo>
                <a:cubicBezTo>
                  <a:pt x="79532" y="35996"/>
                  <a:pt x="79806" y="39698"/>
                  <a:pt x="79806" y="43399"/>
                </a:cubicBezTo>
                <a:lnTo>
                  <a:pt x="79806" y="112305"/>
                </a:lnTo>
                <a:cubicBezTo>
                  <a:pt x="79806" y="116006"/>
                  <a:pt x="79532" y="119709"/>
                  <a:pt x="78984" y="123412"/>
                </a:cubicBezTo>
                <a:cubicBezTo>
                  <a:pt x="78435" y="127113"/>
                  <a:pt x="77407" y="130644"/>
                  <a:pt x="75898" y="134005"/>
                </a:cubicBezTo>
                <a:cubicBezTo>
                  <a:pt x="74390" y="137363"/>
                  <a:pt x="72366" y="140448"/>
                  <a:pt x="69828" y="143260"/>
                </a:cubicBezTo>
                <a:cubicBezTo>
                  <a:pt x="67293" y="146070"/>
                  <a:pt x="64447" y="148366"/>
                  <a:pt x="61292" y="150149"/>
                </a:cubicBezTo>
                <a:cubicBezTo>
                  <a:pt x="58139" y="151932"/>
                  <a:pt x="54710" y="153200"/>
                  <a:pt x="51007" y="153953"/>
                </a:cubicBezTo>
                <a:cubicBezTo>
                  <a:pt x="47306" y="154708"/>
                  <a:pt x="43604" y="155086"/>
                  <a:pt x="39903" y="155086"/>
                </a:cubicBezTo>
                <a:moveTo>
                  <a:pt x="16044" y="88035"/>
                </a:moveTo>
                <a:lnTo>
                  <a:pt x="63762" y="49981"/>
                </a:lnTo>
                <a:lnTo>
                  <a:pt x="63762" y="43399"/>
                </a:lnTo>
                <a:cubicBezTo>
                  <a:pt x="63762" y="41068"/>
                  <a:pt x="63625" y="38737"/>
                  <a:pt x="63351" y="36407"/>
                </a:cubicBezTo>
                <a:cubicBezTo>
                  <a:pt x="63077" y="34076"/>
                  <a:pt x="62494" y="31779"/>
                  <a:pt x="61602" y="29518"/>
                </a:cubicBezTo>
                <a:cubicBezTo>
                  <a:pt x="60711" y="27254"/>
                  <a:pt x="59579" y="25162"/>
                  <a:pt x="58207" y="23244"/>
                </a:cubicBezTo>
                <a:cubicBezTo>
                  <a:pt x="56836" y="21323"/>
                  <a:pt x="55157" y="19746"/>
                  <a:pt x="53169" y="18514"/>
                </a:cubicBezTo>
                <a:cubicBezTo>
                  <a:pt x="51182" y="17280"/>
                  <a:pt x="49022" y="16388"/>
                  <a:pt x="46691" y="15840"/>
                </a:cubicBezTo>
                <a:cubicBezTo>
                  <a:pt x="44361" y="15290"/>
                  <a:pt x="41961" y="15015"/>
                  <a:pt x="39492" y="15015"/>
                </a:cubicBezTo>
                <a:cubicBezTo>
                  <a:pt x="37161" y="15015"/>
                  <a:pt x="34864" y="15323"/>
                  <a:pt x="32600" y="15940"/>
                </a:cubicBezTo>
                <a:cubicBezTo>
                  <a:pt x="30338" y="16558"/>
                  <a:pt x="28247" y="17518"/>
                  <a:pt x="26326" y="18822"/>
                </a:cubicBezTo>
                <a:cubicBezTo>
                  <a:pt x="24407" y="20123"/>
                  <a:pt x="22761" y="21734"/>
                  <a:pt x="21389" y="23655"/>
                </a:cubicBezTo>
                <a:cubicBezTo>
                  <a:pt x="20018" y="25574"/>
                  <a:pt x="18922" y="27596"/>
                  <a:pt x="18100" y="29722"/>
                </a:cubicBezTo>
                <a:cubicBezTo>
                  <a:pt x="17277" y="31847"/>
                  <a:pt x="16729" y="34076"/>
                  <a:pt x="16455" y="36407"/>
                </a:cubicBezTo>
                <a:cubicBezTo>
                  <a:pt x="16181" y="38737"/>
                  <a:pt x="16044" y="41068"/>
                  <a:pt x="16044" y="43399"/>
                </a:cubicBezTo>
                <a:lnTo>
                  <a:pt x="16044" y="88035"/>
                </a:lnTo>
                <a:moveTo>
                  <a:pt x="39903" y="140690"/>
                </a:moveTo>
                <a:cubicBezTo>
                  <a:pt x="42234" y="140690"/>
                  <a:pt x="44565" y="140415"/>
                  <a:pt x="46895" y="139867"/>
                </a:cubicBezTo>
                <a:cubicBezTo>
                  <a:pt x="49226" y="139317"/>
                  <a:pt x="51351" y="138391"/>
                  <a:pt x="53270" y="137090"/>
                </a:cubicBezTo>
                <a:cubicBezTo>
                  <a:pt x="55191" y="135786"/>
                  <a:pt x="56871" y="134175"/>
                  <a:pt x="58310" y="132256"/>
                </a:cubicBezTo>
                <a:cubicBezTo>
                  <a:pt x="59752" y="130336"/>
                  <a:pt x="60884" y="128279"/>
                  <a:pt x="61706" y="126086"/>
                </a:cubicBezTo>
                <a:cubicBezTo>
                  <a:pt x="62528" y="123891"/>
                  <a:pt x="63077" y="121628"/>
                  <a:pt x="63351" y="119298"/>
                </a:cubicBezTo>
                <a:cubicBezTo>
                  <a:pt x="63625" y="116967"/>
                  <a:pt x="63762" y="114636"/>
                  <a:pt x="63762" y="112305"/>
                </a:cubicBezTo>
                <a:lnTo>
                  <a:pt x="63762" y="67669"/>
                </a:lnTo>
                <a:lnTo>
                  <a:pt x="16044" y="105724"/>
                </a:lnTo>
                <a:lnTo>
                  <a:pt x="16044" y="112305"/>
                </a:lnTo>
                <a:cubicBezTo>
                  <a:pt x="16044" y="114636"/>
                  <a:pt x="16181" y="116967"/>
                  <a:pt x="16455" y="119298"/>
                </a:cubicBezTo>
                <a:cubicBezTo>
                  <a:pt x="16729" y="121628"/>
                  <a:pt x="17277" y="123891"/>
                  <a:pt x="18100" y="126086"/>
                </a:cubicBezTo>
                <a:cubicBezTo>
                  <a:pt x="18922" y="128279"/>
                  <a:pt x="20053" y="130336"/>
                  <a:pt x="21492" y="132256"/>
                </a:cubicBezTo>
                <a:cubicBezTo>
                  <a:pt x="22934" y="134175"/>
                  <a:pt x="24614" y="135786"/>
                  <a:pt x="26533" y="137090"/>
                </a:cubicBezTo>
                <a:cubicBezTo>
                  <a:pt x="28454" y="138391"/>
                  <a:pt x="30579" y="139317"/>
                  <a:pt x="32910" y="139867"/>
                </a:cubicBezTo>
                <a:cubicBezTo>
                  <a:pt x="35241" y="140415"/>
                  <a:pt x="37572" y="140690"/>
                  <a:pt x="39903" y="140690"/>
                </a:cubicBezTo>
                <a:close/>
                <a:moveTo>
                  <a:pt x="140894" y="153441"/>
                </a:moveTo>
                <a:lnTo>
                  <a:pt x="140894" y="20570"/>
                </a:lnTo>
                <a:lnTo>
                  <a:pt x="112510" y="41136"/>
                </a:lnTo>
                <a:lnTo>
                  <a:pt x="103254" y="29414"/>
                </a:lnTo>
                <a:lnTo>
                  <a:pt x="140894" y="2263"/>
                </a:lnTo>
                <a:lnTo>
                  <a:pt x="156938" y="2263"/>
                </a:lnTo>
                <a:lnTo>
                  <a:pt x="156938" y="153441"/>
                </a:lnTo>
                <a:lnTo>
                  <a:pt x="140894" y="153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84FF7-BBFA-4A9A-B669-C30686CE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66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C28A8-266D-47E2-A874-23213F2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66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36B11-DA65-4CE5-BB0D-CD26286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8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202AD-40DF-4591-874E-4D73EDB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8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5A8EF-71C6-48D8-8346-7771B69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209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E15BB-4942-43F7-B47D-FCA37769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209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5AD5D-88D2-42C3-B96A-B73F7C66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031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A6B70-6C99-452C-A255-803DC73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031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35424-A088-45D1-A90F-73C606D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3" y="1110054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974BD-B8A2-4834-A550-9E06280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3" y="1110054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6B92F-9D21-486C-B1D7-310DAE9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101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05D44-09E8-470E-9BAF-512D324D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101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199" name="Text 0f">
            <a:extLst xmlns:a="http://schemas.openxmlformats.org/drawingml/2006/main">
              <a:ext uri="{FF2B5EF4-FFF2-40B4-BE49-F238E27FC236}">
                <a16:creationId xmlns:a16="http://schemas.microsoft.com/office/drawing/2014/main" id="{AEAC6DA2-2943-44E1-8202-4C770D2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903" y="1645657"/>
            <a:ext cx="184501" cy="155086"/>
          </a:xfrm>
          <a:custGeom xmlns:a="http://schemas.openxmlformats.org/drawingml/2006/main">
            <a:pathLst>
              <a:path w="184501" h="155086">
                <a:moveTo>
                  <a:pt x="39903" y="155086"/>
                </a:moveTo>
                <a:cubicBezTo>
                  <a:pt x="36202" y="155086"/>
                  <a:pt x="32499" y="154708"/>
                  <a:pt x="28796" y="153953"/>
                </a:cubicBezTo>
                <a:cubicBezTo>
                  <a:pt x="25094" y="153200"/>
                  <a:pt x="21666" y="151932"/>
                  <a:pt x="18511" y="150149"/>
                </a:cubicBezTo>
                <a:cubicBezTo>
                  <a:pt x="15358" y="148366"/>
                  <a:pt x="12512" y="146070"/>
                  <a:pt x="9974" y="143260"/>
                </a:cubicBezTo>
                <a:cubicBezTo>
                  <a:pt x="7438" y="140448"/>
                  <a:pt x="5416" y="137363"/>
                  <a:pt x="3907" y="134005"/>
                </a:cubicBezTo>
                <a:cubicBezTo>
                  <a:pt x="2399" y="130644"/>
                  <a:pt x="1370" y="127113"/>
                  <a:pt x="822" y="123412"/>
                </a:cubicBezTo>
                <a:cubicBezTo>
                  <a:pt x="274" y="119709"/>
                  <a:pt x="0" y="116006"/>
                  <a:pt x="0" y="112305"/>
                </a:cubicBezTo>
                <a:lnTo>
                  <a:pt x="0" y="43399"/>
                </a:lnTo>
                <a:cubicBezTo>
                  <a:pt x="0" y="39698"/>
                  <a:pt x="274" y="35996"/>
                  <a:pt x="822" y="32295"/>
                </a:cubicBezTo>
                <a:cubicBezTo>
                  <a:pt x="1370" y="28592"/>
                  <a:pt x="2399" y="25061"/>
                  <a:pt x="3907" y="21703"/>
                </a:cubicBezTo>
                <a:cubicBezTo>
                  <a:pt x="5416" y="18342"/>
                  <a:pt x="7438" y="15257"/>
                  <a:pt x="9974" y="12447"/>
                </a:cubicBezTo>
                <a:cubicBezTo>
                  <a:pt x="12512" y="9635"/>
                  <a:pt x="15392" y="7338"/>
                  <a:pt x="18614" y="5555"/>
                </a:cubicBezTo>
                <a:cubicBezTo>
                  <a:pt x="21837" y="3772"/>
                  <a:pt x="25265" y="2401"/>
                  <a:pt x="28899" y="1441"/>
                </a:cubicBezTo>
                <a:cubicBezTo>
                  <a:pt x="32534" y="480"/>
                  <a:pt x="36202" y="0"/>
                  <a:pt x="39903" y="0"/>
                </a:cubicBezTo>
                <a:cubicBezTo>
                  <a:pt x="43604" y="0"/>
                  <a:pt x="47272" y="480"/>
                  <a:pt x="50906" y="1441"/>
                </a:cubicBezTo>
                <a:cubicBezTo>
                  <a:pt x="54541" y="2401"/>
                  <a:pt x="57969" y="3772"/>
                  <a:pt x="61191" y="5555"/>
                </a:cubicBezTo>
                <a:cubicBezTo>
                  <a:pt x="64414" y="7338"/>
                  <a:pt x="67293" y="9635"/>
                  <a:pt x="69828" y="12447"/>
                </a:cubicBezTo>
                <a:cubicBezTo>
                  <a:pt x="72366" y="15257"/>
                  <a:pt x="74390" y="18342"/>
                  <a:pt x="75898" y="21703"/>
                </a:cubicBezTo>
                <a:cubicBezTo>
                  <a:pt x="77407" y="25061"/>
                  <a:pt x="78435" y="28592"/>
                  <a:pt x="78984" y="32295"/>
                </a:cubicBezTo>
                <a:cubicBezTo>
                  <a:pt x="79532" y="35996"/>
                  <a:pt x="79806" y="39698"/>
                  <a:pt x="79806" y="43399"/>
                </a:cubicBezTo>
                <a:lnTo>
                  <a:pt x="79806" y="112305"/>
                </a:lnTo>
                <a:cubicBezTo>
                  <a:pt x="79806" y="116006"/>
                  <a:pt x="79532" y="119709"/>
                  <a:pt x="78984" y="123412"/>
                </a:cubicBezTo>
                <a:cubicBezTo>
                  <a:pt x="78435" y="127113"/>
                  <a:pt x="77407" y="130644"/>
                  <a:pt x="75898" y="134005"/>
                </a:cubicBezTo>
                <a:cubicBezTo>
                  <a:pt x="74390" y="137363"/>
                  <a:pt x="72366" y="140448"/>
                  <a:pt x="69828" y="143260"/>
                </a:cubicBezTo>
                <a:cubicBezTo>
                  <a:pt x="67293" y="146070"/>
                  <a:pt x="64447" y="148366"/>
                  <a:pt x="61292" y="150149"/>
                </a:cubicBezTo>
                <a:cubicBezTo>
                  <a:pt x="58139" y="151932"/>
                  <a:pt x="54710" y="153200"/>
                  <a:pt x="51007" y="153953"/>
                </a:cubicBezTo>
                <a:cubicBezTo>
                  <a:pt x="47306" y="154708"/>
                  <a:pt x="43604" y="155086"/>
                  <a:pt x="39903" y="155086"/>
                </a:cubicBezTo>
                <a:moveTo>
                  <a:pt x="16044" y="88035"/>
                </a:moveTo>
                <a:lnTo>
                  <a:pt x="63762" y="49981"/>
                </a:lnTo>
                <a:lnTo>
                  <a:pt x="63762" y="43399"/>
                </a:lnTo>
                <a:cubicBezTo>
                  <a:pt x="63762" y="41068"/>
                  <a:pt x="63625" y="38737"/>
                  <a:pt x="63351" y="36407"/>
                </a:cubicBezTo>
                <a:cubicBezTo>
                  <a:pt x="63077" y="34076"/>
                  <a:pt x="62494" y="31779"/>
                  <a:pt x="61602" y="29518"/>
                </a:cubicBezTo>
                <a:cubicBezTo>
                  <a:pt x="60711" y="27254"/>
                  <a:pt x="59579" y="25162"/>
                  <a:pt x="58207" y="23244"/>
                </a:cubicBezTo>
                <a:cubicBezTo>
                  <a:pt x="56836" y="21323"/>
                  <a:pt x="55157" y="19746"/>
                  <a:pt x="53169" y="18514"/>
                </a:cubicBezTo>
                <a:cubicBezTo>
                  <a:pt x="51182" y="17280"/>
                  <a:pt x="49022" y="16388"/>
                  <a:pt x="46691" y="15840"/>
                </a:cubicBezTo>
                <a:cubicBezTo>
                  <a:pt x="44361" y="15290"/>
                  <a:pt x="41961" y="15015"/>
                  <a:pt x="39492" y="15015"/>
                </a:cubicBezTo>
                <a:cubicBezTo>
                  <a:pt x="37161" y="15015"/>
                  <a:pt x="34864" y="15323"/>
                  <a:pt x="32600" y="15940"/>
                </a:cubicBezTo>
                <a:cubicBezTo>
                  <a:pt x="30338" y="16558"/>
                  <a:pt x="28247" y="17518"/>
                  <a:pt x="26326" y="18822"/>
                </a:cubicBezTo>
                <a:cubicBezTo>
                  <a:pt x="24407" y="20123"/>
                  <a:pt x="22761" y="21734"/>
                  <a:pt x="21389" y="23655"/>
                </a:cubicBezTo>
                <a:cubicBezTo>
                  <a:pt x="20018" y="25574"/>
                  <a:pt x="18922" y="27596"/>
                  <a:pt x="18100" y="29722"/>
                </a:cubicBezTo>
                <a:cubicBezTo>
                  <a:pt x="17277" y="31847"/>
                  <a:pt x="16729" y="34076"/>
                  <a:pt x="16455" y="36407"/>
                </a:cubicBezTo>
                <a:cubicBezTo>
                  <a:pt x="16181" y="38737"/>
                  <a:pt x="16044" y="41068"/>
                  <a:pt x="16044" y="43399"/>
                </a:cubicBezTo>
                <a:lnTo>
                  <a:pt x="16044" y="88035"/>
                </a:lnTo>
                <a:moveTo>
                  <a:pt x="39903" y="140690"/>
                </a:moveTo>
                <a:cubicBezTo>
                  <a:pt x="42234" y="140690"/>
                  <a:pt x="44565" y="140415"/>
                  <a:pt x="46895" y="139867"/>
                </a:cubicBezTo>
                <a:cubicBezTo>
                  <a:pt x="49226" y="139317"/>
                  <a:pt x="51351" y="138391"/>
                  <a:pt x="53270" y="137090"/>
                </a:cubicBezTo>
                <a:cubicBezTo>
                  <a:pt x="55191" y="135786"/>
                  <a:pt x="56871" y="134175"/>
                  <a:pt x="58310" y="132256"/>
                </a:cubicBezTo>
                <a:cubicBezTo>
                  <a:pt x="59752" y="130336"/>
                  <a:pt x="60884" y="128279"/>
                  <a:pt x="61706" y="126086"/>
                </a:cubicBezTo>
                <a:cubicBezTo>
                  <a:pt x="62528" y="123891"/>
                  <a:pt x="63077" y="121628"/>
                  <a:pt x="63351" y="119298"/>
                </a:cubicBezTo>
                <a:cubicBezTo>
                  <a:pt x="63625" y="116967"/>
                  <a:pt x="63762" y="114636"/>
                  <a:pt x="63762" y="112305"/>
                </a:cubicBezTo>
                <a:lnTo>
                  <a:pt x="63762" y="67669"/>
                </a:lnTo>
                <a:lnTo>
                  <a:pt x="16044" y="105724"/>
                </a:lnTo>
                <a:lnTo>
                  <a:pt x="16044" y="112305"/>
                </a:lnTo>
                <a:cubicBezTo>
                  <a:pt x="16044" y="114636"/>
                  <a:pt x="16181" y="116967"/>
                  <a:pt x="16455" y="119298"/>
                </a:cubicBezTo>
                <a:cubicBezTo>
                  <a:pt x="16729" y="121628"/>
                  <a:pt x="17277" y="123891"/>
                  <a:pt x="18100" y="126086"/>
                </a:cubicBezTo>
                <a:cubicBezTo>
                  <a:pt x="18922" y="128279"/>
                  <a:pt x="20053" y="130336"/>
                  <a:pt x="21492" y="132256"/>
                </a:cubicBezTo>
                <a:cubicBezTo>
                  <a:pt x="22934" y="134175"/>
                  <a:pt x="24614" y="135786"/>
                  <a:pt x="26533" y="137090"/>
                </a:cubicBezTo>
                <a:cubicBezTo>
                  <a:pt x="28454" y="138391"/>
                  <a:pt x="30579" y="139317"/>
                  <a:pt x="32910" y="139867"/>
                </a:cubicBezTo>
                <a:cubicBezTo>
                  <a:pt x="35241" y="140415"/>
                  <a:pt x="37572" y="140690"/>
                  <a:pt x="39903" y="140690"/>
                </a:cubicBezTo>
                <a:close/>
                <a:moveTo>
                  <a:pt x="127321" y="153441"/>
                </a:moveTo>
                <a:lnTo>
                  <a:pt x="127321" y="70550"/>
                </a:lnTo>
                <a:lnTo>
                  <a:pt x="104488" y="70550"/>
                </a:lnTo>
                <a:lnTo>
                  <a:pt x="104488" y="56151"/>
                </a:lnTo>
                <a:lnTo>
                  <a:pt x="127321" y="56151"/>
                </a:lnTo>
                <a:lnTo>
                  <a:pt x="127321" y="34351"/>
                </a:lnTo>
                <a:cubicBezTo>
                  <a:pt x="127321" y="31608"/>
                  <a:pt x="127491" y="28831"/>
                  <a:pt x="127832" y="26021"/>
                </a:cubicBezTo>
                <a:cubicBezTo>
                  <a:pt x="128175" y="23209"/>
                  <a:pt x="128862" y="20501"/>
                  <a:pt x="129891" y="17896"/>
                </a:cubicBezTo>
                <a:cubicBezTo>
                  <a:pt x="130920" y="15291"/>
                  <a:pt x="132257" y="12823"/>
                  <a:pt x="133902" y="10492"/>
                </a:cubicBezTo>
                <a:cubicBezTo>
                  <a:pt x="135547" y="8159"/>
                  <a:pt x="137569" y="6239"/>
                  <a:pt x="139969" y="4733"/>
                </a:cubicBezTo>
                <a:cubicBezTo>
                  <a:pt x="142369" y="3224"/>
                  <a:pt x="144940" y="2161"/>
                  <a:pt x="147683" y="1544"/>
                </a:cubicBezTo>
                <a:cubicBezTo>
                  <a:pt x="150426" y="927"/>
                  <a:pt x="153168" y="618"/>
                  <a:pt x="155909" y="618"/>
                </a:cubicBezTo>
                <a:cubicBezTo>
                  <a:pt x="159749" y="618"/>
                  <a:pt x="163554" y="1201"/>
                  <a:pt x="167324" y="2366"/>
                </a:cubicBezTo>
                <a:cubicBezTo>
                  <a:pt x="171096" y="3532"/>
                  <a:pt x="174285" y="5521"/>
                  <a:pt x="176890" y="8333"/>
                </a:cubicBezTo>
                <a:cubicBezTo>
                  <a:pt x="179495" y="11143"/>
                  <a:pt x="181415" y="14399"/>
                  <a:pt x="182649" y="18103"/>
                </a:cubicBezTo>
                <a:cubicBezTo>
                  <a:pt x="183884" y="21804"/>
                  <a:pt x="184501" y="25575"/>
                  <a:pt x="184501" y="29414"/>
                </a:cubicBezTo>
                <a:cubicBezTo>
                  <a:pt x="184501" y="29688"/>
                  <a:pt x="184501" y="29962"/>
                  <a:pt x="184501" y="30236"/>
                </a:cubicBezTo>
                <a:cubicBezTo>
                  <a:pt x="184501" y="30510"/>
                  <a:pt x="184501" y="30785"/>
                  <a:pt x="184501" y="31059"/>
                </a:cubicBezTo>
                <a:lnTo>
                  <a:pt x="168457" y="31059"/>
                </a:lnTo>
                <a:cubicBezTo>
                  <a:pt x="168457" y="30923"/>
                  <a:pt x="168457" y="30786"/>
                  <a:pt x="168457" y="30647"/>
                </a:cubicBezTo>
                <a:cubicBezTo>
                  <a:pt x="168457" y="30509"/>
                  <a:pt x="168457" y="30372"/>
                  <a:pt x="168457" y="30236"/>
                </a:cubicBezTo>
                <a:cubicBezTo>
                  <a:pt x="168457" y="28316"/>
                  <a:pt x="168251" y="26430"/>
                  <a:pt x="167839" y="24581"/>
                </a:cubicBezTo>
                <a:cubicBezTo>
                  <a:pt x="167429" y="22729"/>
                  <a:pt x="166674" y="21049"/>
                  <a:pt x="165576" y="19540"/>
                </a:cubicBezTo>
                <a:cubicBezTo>
                  <a:pt x="164479" y="18032"/>
                  <a:pt x="163074" y="16901"/>
                  <a:pt x="161361" y="16148"/>
                </a:cubicBezTo>
                <a:cubicBezTo>
                  <a:pt x="159647" y="15392"/>
                  <a:pt x="157830" y="15015"/>
                  <a:pt x="155909" y="15015"/>
                </a:cubicBezTo>
                <a:cubicBezTo>
                  <a:pt x="153716" y="15015"/>
                  <a:pt x="151694" y="15632"/>
                  <a:pt x="149842" y="16866"/>
                </a:cubicBezTo>
                <a:cubicBezTo>
                  <a:pt x="147991" y="18101"/>
                  <a:pt x="146585" y="19678"/>
                  <a:pt x="145624" y="21599"/>
                </a:cubicBezTo>
                <a:cubicBezTo>
                  <a:pt x="144666" y="23518"/>
                  <a:pt x="144015" y="25575"/>
                  <a:pt x="143672" y="27769"/>
                </a:cubicBezTo>
                <a:cubicBezTo>
                  <a:pt x="143329" y="29962"/>
                  <a:pt x="143157" y="32156"/>
                  <a:pt x="143157" y="34351"/>
                </a:cubicBezTo>
                <a:lnTo>
                  <a:pt x="143157" y="56151"/>
                </a:lnTo>
                <a:lnTo>
                  <a:pt x="177097" y="56151"/>
                </a:lnTo>
                <a:lnTo>
                  <a:pt x="177097" y="70757"/>
                </a:lnTo>
                <a:lnTo>
                  <a:pt x="143157" y="70757"/>
                </a:lnTo>
                <a:lnTo>
                  <a:pt x="143157" y="153441"/>
                </a:lnTo>
                <a:lnTo>
                  <a:pt x="127321" y="153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BEDE6-346D-4191-8762-EB4D3EC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23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C30D2-9D81-4566-882B-0D27DDB7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23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474AB-C8EB-45A4-87D9-3D6D828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44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BCFE6-8D74-4019-86EC-CCFBED2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44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BDAFB-5290-4456-9BDA-33777B38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66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8D3D7-1A4A-46AE-B3C5-F2966CA4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66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9FBBC-B6A5-40A0-A1C8-9B273B0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8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F3B91-B4CD-4AFA-992F-1E619C07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8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EDBBE-5005-4B6E-AD1B-AB9083F0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209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8B485-64D4-45D4-82D3-D0E7306F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209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73649-83AC-4ACB-9CCB-98065227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031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B2ABA-AB64-42E5-AD22-7A2B89BE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031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36C32-E9FB-4D78-B858-EDC7806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3" y="1603698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E10BE-8BD7-4824-BA20-1A51C507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3" y="1603698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14" name="Text …">
            <a:extLst xmlns:a="http://schemas.openxmlformats.org/drawingml/2006/main">
              <a:ext uri="{FF2B5EF4-FFF2-40B4-BE49-F238E27FC236}">
                <a16:creationId xmlns:a16="http://schemas.microsoft.com/office/drawing/2014/main" id="{DF770D18-750A-43E3-8225-F4BE94D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739" y="1485224"/>
            <a:ext cx="110086" cy="27889"/>
          </a:xfrm>
          <a:custGeom xmlns:a="http://schemas.openxmlformats.org/drawingml/2006/main">
            <a:pathLst>
              <a:path w="110086" h="27889">
                <a:moveTo>
                  <a:pt x="96264" y="27889"/>
                </a:moveTo>
                <a:cubicBezTo>
                  <a:pt x="94288" y="27889"/>
                  <a:pt x="92395" y="27601"/>
                  <a:pt x="90585" y="27026"/>
                </a:cubicBezTo>
                <a:cubicBezTo>
                  <a:pt x="88774" y="26451"/>
                  <a:pt x="87211" y="25506"/>
                  <a:pt x="85896" y="24190"/>
                </a:cubicBezTo>
                <a:cubicBezTo>
                  <a:pt x="84580" y="22872"/>
                  <a:pt x="83634" y="21308"/>
                  <a:pt x="83056" y="19498"/>
                </a:cubicBezTo>
                <a:cubicBezTo>
                  <a:pt x="82481" y="17687"/>
                  <a:pt x="82194" y="15795"/>
                  <a:pt x="82194" y="13822"/>
                </a:cubicBezTo>
                <a:cubicBezTo>
                  <a:pt x="82194" y="12012"/>
                  <a:pt x="82481" y="10201"/>
                  <a:pt x="83056" y="8391"/>
                </a:cubicBezTo>
                <a:cubicBezTo>
                  <a:pt x="83634" y="6581"/>
                  <a:pt x="84580" y="5018"/>
                  <a:pt x="85896" y="3702"/>
                </a:cubicBezTo>
                <a:cubicBezTo>
                  <a:pt x="87211" y="2384"/>
                  <a:pt x="88774" y="1437"/>
                  <a:pt x="90585" y="862"/>
                </a:cubicBezTo>
                <a:cubicBezTo>
                  <a:pt x="92395" y="287"/>
                  <a:pt x="94288" y="0"/>
                  <a:pt x="96264" y="0"/>
                </a:cubicBezTo>
                <a:cubicBezTo>
                  <a:pt x="98072" y="0"/>
                  <a:pt x="99881" y="287"/>
                  <a:pt x="101691" y="862"/>
                </a:cubicBezTo>
                <a:cubicBezTo>
                  <a:pt x="103501" y="1437"/>
                  <a:pt x="105064" y="2384"/>
                  <a:pt x="106380" y="3702"/>
                </a:cubicBezTo>
                <a:cubicBezTo>
                  <a:pt x="107698" y="5018"/>
                  <a:pt x="108645" y="6581"/>
                  <a:pt x="109220" y="8391"/>
                </a:cubicBezTo>
                <a:cubicBezTo>
                  <a:pt x="109797" y="10201"/>
                  <a:pt x="110086" y="12012"/>
                  <a:pt x="110086" y="13822"/>
                </a:cubicBezTo>
                <a:cubicBezTo>
                  <a:pt x="110086" y="15795"/>
                  <a:pt x="109797" y="17687"/>
                  <a:pt x="109220" y="19498"/>
                </a:cubicBezTo>
                <a:cubicBezTo>
                  <a:pt x="108645" y="21308"/>
                  <a:pt x="107698" y="22872"/>
                  <a:pt x="106380" y="24190"/>
                </a:cubicBezTo>
                <a:cubicBezTo>
                  <a:pt x="105064" y="25506"/>
                  <a:pt x="103501" y="26451"/>
                  <a:pt x="101691" y="27026"/>
                </a:cubicBezTo>
                <a:cubicBezTo>
                  <a:pt x="99881" y="27601"/>
                  <a:pt x="98072" y="27889"/>
                  <a:pt x="96264" y="27889"/>
                </a:cubicBezTo>
                <a:moveTo>
                  <a:pt x="55043" y="27889"/>
                </a:moveTo>
                <a:cubicBezTo>
                  <a:pt x="53233" y="27889"/>
                  <a:pt x="51381" y="27601"/>
                  <a:pt x="49488" y="27026"/>
                </a:cubicBezTo>
                <a:cubicBezTo>
                  <a:pt x="47597" y="26451"/>
                  <a:pt x="45993" y="25506"/>
                  <a:pt x="44675" y="24190"/>
                </a:cubicBezTo>
                <a:cubicBezTo>
                  <a:pt x="43359" y="22872"/>
                  <a:pt x="42412" y="21308"/>
                  <a:pt x="41835" y="19498"/>
                </a:cubicBezTo>
                <a:cubicBezTo>
                  <a:pt x="41260" y="17687"/>
                  <a:pt x="40972" y="15795"/>
                  <a:pt x="40972" y="13822"/>
                </a:cubicBezTo>
                <a:cubicBezTo>
                  <a:pt x="40972" y="12012"/>
                  <a:pt x="41260" y="10201"/>
                  <a:pt x="41835" y="8391"/>
                </a:cubicBezTo>
                <a:cubicBezTo>
                  <a:pt x="42412" y="6581"/>
                  <a:pt x="43359" y="5018"/>
                  <a:pt x="44675" y="3702"/>
                </a:cubicBezTo>
                <a:cubicBezTo>
                  <a:pt x="45993" y="2384"/>
                  <a:pt x="47597" y="1437"/>
                  <a:pt x="49488" y="862"/>
                </a:cubicBezTo>
                <a:cubicBezTo>
                  <a:pt x="51381" y="287"/>
                  <a:pt x="53233" y="0"/>
                  <a:pt x="55043" y="0"/>
                </a:cubicBezTo>
                <a:cubicBezTo>
                  <a:pt x="56853" y="0"/>
                  <a:pt x="58704" y="287"/>
                  <a:pt x="60594" y="862"/>
                </a:cubicBezTo>
                <a:cubicBezTo>
                  <a:pt x="62488" y="1437"/>
                  <a:pt x="64092" y="2384"/>
                  <a:pt x="65408" y="3702"/>
                </a:cubicBezTo>
                <a:cubicBezTo>
                  <a:pt x="66726" y="5018"/>
                  <a:pt x="67672" y="6581"/>
                  <a:pt x="68247" y="8391"/>
                </a:cubicBezTo>
                <a:cubicBezTo>
                  <a:pt x="68825" y="10201"/>
                  <a:pt x="69114" y="12012"/>
                  <a:pt x="69114" y="13822"/>
                </a:cubicBezTo>
                <a:cubicBezTo>
                  <a:pt x="69114" y="15795"/>
                  <a:pt x="68825" y="17687"/>
                  <a:pt x="68247" y="19498"/>
                </a:cubicBezTo>
                <a:cubicBezTo>
                  <a:pt x="67672" y="21308"/>
                  <a:pt x="66726" y="22872"/>
                  <a:pt x="65408" y="24190"/>
                </a:cubicBezTo>
                <a:cubicBezTo>
                  <a:pt x="64092" y="25506"/>
                  <a:pt x="62488" y="26451"/>
                  <a:pt x="60594" y="27026"/>
                </a:cubicBezTo>
                <a:cubicBezTo>
                  <a:pt x="58704" y="27601"/>
                  <a:pt x="56853" y="27889"/>
                  <a:pt x="55043" y="27889"/>
                </a:cubicBezTo>
                <a:moveTo>
                  <a:pt x="13822" y="27889"/>
                </a:moveTo>
                <a:cubicBezTo>
                  <a:pt x="12014" y="27889"/>
                  <a:pt x="10205" y="27601"/>
                  <a:pt x="8395" y="27026"/>
                </a:cubicBezTo>
                <a:cubicBezTo>
                  <a:pt x="6585" y="26451"/>
                  <a:pt x="5020" y="25506"/>
                  <a:pt x="3702" y="24190"/>
                </a:cubicBezTo>
                <a:cubicBezTo>
                  <a:pt x="2387" y="22872"/>
                  <a:pt x="1440" y="21308"/>
                  <a:pt x="862" y="19498"/>
                </a:cubicBezTo>
                <a:cubicBezTo>
                  <a:pt x="287" y="17687"/>
                  <a:pt x="0" y="15795"/>
                  <a:pt x="0" y="13822"/>
                </a:cubicBezTo>
                <a:cubicBezTo>
                  <a:pt x="0" y="12012"/>
                  <a:pt x="287" y="10201"/>
                  <a:pt x="862" y="8391"/>
                </a:cubicBezTo>
                <a:cubicBezTo>
                  <a:pt x="1440" y="6581"/>
                  <a:pt x="2387" y="5018"/>
                  <a:pt x="3702" y="3702"/>
                </a:cubicBezTo>
                <a:cubicBezTo>
                  <a:pt x="5020" y="2384"/>
                  <a:pt x="6585" y="1437"/>
                  <a:pt x="8395" y="862"/>
                </a:cubicBezTo>
                <a:cubicBezTo>
                  <a:pt x="10205" y="287"/>
                  <a:pt x="12014" y="0"/>
                  <a:pt x="13822" y="0"/>
                </a:cubicBezTo>
                <a:cubicBezTo>
                  <a:pt x="15798" y="0"/>
                  <a:pt x="17691" y="287"/>
                  <a:pt x="19501" y="862"/>
                </a:cubicBezTo>
                <a:cubicBezTo>
                  <a:pt x="21312" y="1437"/>
                  <a:pt x="22875" y="2384"/>
                  <a:pt x="24190" y="3702"/>
                </a:cubicBezTo>
                <a:cubicBezTo>
                  <a:pt x="25506" y="5018"/>
                  <a:pt x="26451" y="6581"/>
                  <a:pt x="27026" y="8391"/>
                </a:cubicBezTo>
                <a:cubicBezTo>
                  <a:pt x="27604" y="10201"/>
                  <a:pt x="27892" y="12012"/>
                  <a:pt x="27892" y="13822"/>
                </a:cubicBezTo>
                <a:cubicBezTo>
                  <a:pt x="27892" y="15795"/>
                  <a:pt x="27604" y="17687"/>
                  <a:pt x="27026" y="19498"/>
                </a:cubicBezTo>
                <a:cubicBezTo>
                  <a:pt x="26451" y="21308"/>
                  <a:pt x="25506" y="22872"/>
                  <a:pt x="24190" y="24190"/>
                </a:cubicBezTo>
                <a:cubicBezTo>
                  <a:pt x="22875" y="25506"/>
                  <a:pt x="21312" y="26451"/>
                  <a:pt x="19501" y="27026"/>
                </a:cubicBezTo>
                <a:cubicBezTo>
                  <a:pt x="17691" y="27601"/>
                  <a:pt x="15798" y="27889"/>
                  <a:pt x="13822" y="278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45C76-B29B-4928-955A-B9A2CFCF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101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092FF-9280-47CB-ADB8-906C9142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101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D3B84-1147-4E77-8152-1F428E5D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23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86915-A6D7-4034-9C7A-291ECE90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23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A3605-7245-4BA4-ADD3-694950F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44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C072E-6E64-4BE3-9BEB-EBC63EFF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744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EFB0E-CC08-48D4-A15E-9343D7F4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66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40171-64B6-4BCA-8179-61ACC4B2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66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102B5-AD1C-44FF-8A1A-E083B15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8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76539-60CC-43A5-BFD3-E57ED464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8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67422-156A-4320-8172-5DB8A417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209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97202-3C82-4D5C-B605-8BC2A216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209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6DAA9-8689-4D31-BAB2-E365040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031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2C08E-1B8E-4E98-9964-E5DD8158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031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80ED1-A2B2-4A0D-9282-21F9990B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3" y="2097341"/>
            <a:ext cx="246822" cy="246822"/>
          </a:xfrm>
          <a:custGeom xmlns:a="http://schemas.openxmlformats.org/drawingml/2006/main">
            <a:pathLst>
              <a:path w="246822" h="246822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3C270-A3A6-4939-A05B-EE7D0FB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853" y="2097341"/>
            <a:ext cx="246822" cy="246822"/>
          </a:xfrm>
          <a:custGeom xmlns:a="http://schemas.openxmlformats.org/drawingml/2006/main">
            <a:pathLst>
              <a:path w="246822" h="246822" fill="none">
                <a:moveTo>
                  <a:pt x="0" y="0"/>
                </a:moveTo>
                <a:lnTo>
                  <a:pt x="246822" y="0"/>
                </a:lnTo>
                <a:lnTo>
                  <a:pt x="246822" y="246822"/>
                </a:lnTo>
                <a:lnTo>
                  <a:pt x="0" y="246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31" name="Text …">
            <a:extLst xmlns:a="http://schemas.openxmlformats.org/drawingml/2006/main">
              <a:ext uri="{FF2B5EF4-FFF2-40B4-BE49-F238E27FC236}">
                <a16:creationId xmlns:a16="http://schemas.microsoft.com/office/drawing/2014/main" id="{233F54F8-6016-4C1D-B54B-768A531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739" y="1978868"/>
            <a:ext cx="110086" cy="27889"/>
          </a:xfrm>
          <a:custGeom xmlns:a="http://schemas.openxmlformats.org/drawingml/2006/main">
            <a:pathLst>
              <a:path w="110086" h="27889">
                <a:moveTo>
                  <a:pt x="96264" y="27889"/>
                </a:moveTo>
                <a:cubicBezTo>
                  <a:pt x="94288" y="27889"/>
                  <a:pt x="92395" y="27601"/>
                  <a:pt x="90585" y="27026"/>
                </a:cubicBezTo>
                <a:cubicBezTo>
                  <a:pt x="88774" y="26451"/>
                  <a:pt x="87211" y="25506"/>
                  <a:pt x="85896" y="24190"/>
                </a:cubicBezTo>
                <a:cubicBezTo>
                  <a:pt x="84580" y="22872"/>
                  <a:pt x="83634" y="21308"/>
                  <a:pt x="83056" y="19498"/>
                </a:cubicBezTo>
                <a:cubicBezTo>
                  <a:pt x="82481" y="17687"/>
                  <a:pt x="82194" y="15795"/>
                  <a:pt x="82194" y="13822"/>
                </a:cubicBezTo>
                <a:cubicBezTo>
                  <a:pt x="82194" y="12012"/>
                  <a:pt x="82481" y="10201"/>
                  <a:pt x="83056" y="8391"/>
                </a:cubicBezTo>
                <a:cubicBezTo>
                  <a:pt x="83634" y="6581"/>
                  <a:pt x="84580" y="5018"/>
                  <a:pt x="85896" y="3702"/>
                </a:cubicBezTo>
                <a:cubicBezTo>
                  <a:pt x="87211" y="2384"/>
                  <a:pt x="88774" y="1437"/>
                  <a:pt x="90585" y="862"/>
                </a:cubicBezTo>
                <a:cubicBezTo>
                  <a:pt x="92395" y="287"/>
                  <a:pt x="94288" y="0"/>
                  <a:pt x="96264" y="0"/>
                </a:cubicBezTo>
                <a:cubicBezTo>
                  <a:pt x="98072" y="0"/>
                  <a:pt x="99881" y="287"/>
                  <a:pt x="101691" y="862"/>
                </a:cubicBezTo>
                <a:cubicBezTo>
                  <a:pt x="103501" y="1437"/>
                  <a:pt x="105064" y="2384"/>
                  <a:pt x="106380" y="3702"/>
                </a:cubicBezTo>
                <a:cubicBezTo>
                  <a:pt x="107698" y="5018"/>
                  <a:pt x="108645" y="6581"/>
                  <a:pt x="109220" y="8391"/>
                </a:cubicBezTo>
                <a:cubicBezTo>
                  <a:pt x="109797" y="10201"/>
                  <a:pt x="110086" y="12012"/>
                  <a:pt x="110086" y="13822"/>
                </a:cubicBezTo>
                <a:cubicBezTo>
                  <a:pt x="110086" y="15795"/>
                  <a:pt x="109797" y="17687"/>
                  <a:pt x="109220" y="19498"/>
                </a:cubicBezTo>
                <a:cubicBezTo>
                  <a:pt x="108645" y="21308"/>
                  <a:pt x="107698" y="22872"/>
                  <a:pt x="106380" y="24190"/>
                </a:cubicBezTo>
                <a:cubicBezTo>
                  <a:pt x="105064" y="25506"/>
                  <a:pt x="103501" y="26451"/>
                  <a:pt x="101691" y="27026"/>
                </a:cubicBezTo>
                <a:cubicBezTo>
                  <a:pt x="99881" y="27601"/>
                  <a:pt x="98072" y="27889"/>
                  <a:pt x="96264" y="27889"/>
                </a:cubicBezTo>
                <a:moveTo>
                  <a:pt x="55043" y="27889"/>
                </a:moveTo>
                <a:cubicBezTo>
                  <a:pt x="53233" y="27889"/>
                  <a:pt x="51381" y="27601"/>
                  <a:pt x="49488" y="27026"/>
                </a:cubicBezTo>
                <a:cubicBezTo>
                  <a:pt x="47597" y="26451"/>
                  <a:pt x="45993" y="25506"/>
                  <a:pt x="44675" y="24190"/>
                </a:cubicBezTo>
                <a:cubicBezTo>
                  <a:pt x="43359" y="22872"/>
                  <a:pt x="42412" y="21308"/>
                  <a:pt x="41835" y="19498"/>
                </a:cubicBezTo>
                <a:cubicBezTo>
                  <a:pt x="41260" y="17687"/>
                  <a:pt x="40972" y="15795"/>
                  <a:pt x="40972" y="13822"/>
                </a:cubicBezTo>
                <a:cubicBezTo>
                  <a:pt x="40972" y="12012"/>
                  <a:pt x="41260" y="10201"/>
                  <a:pt x="41835" y="8391"/>
                </a:cubicBezTo>
                <a:cubicBezTo>
                  <a:pt x="42412" y="6581"/>
                  <a:pt x="43359" y="5018"/>
                  <a:pt x="44675" y="3702"/>
                </a:cubicBezTo>
                <a:cubicBezTo>
                  <a:pt x="45993" y="2384"/>
                  <a:pt x="47597" y="1437"/>
                  <a:pt x="49488" y="862"/>
                </a:cubicBezTo>
                <a:cubicBezTo>
                  <a:pt x="51381" y="287"/>
                  <a:pt x="53233" y="0"/>
                  <a:pt x="55043" y="0"/>
                </a:cubicBezTo>
                <a:cubicBezTo>
                  <a:pt x="56853" y="0"/>
                  <a:pt x="58704" y="287"/>
                  <a:pt x="60594" y="862"/>
                </a:cubicBezTo>
                <a:cubicBezTo>
                  <a:pt x="62488" y="1437"/>
                  <a:pt x="64092" y="2384"/>
                  <a:pt x="65408" y="3702"/>
                </a:cubicBezTo>
                <a:cubicBezTo>
                  <a:pt x="66726" y="5018"/>
                  <a:pt x="67672" y="6581"/>
                  <a:pt x="68247" y="8391"/>
                </a:cubicBezTo>
                <a:cubicBezTo>
                  <a:pt x="68825" y="10201"/>
                  <a:pt x="69114" y="12012"/>
                  <a:pt x="69114" y="13822"/>
                </a:cubicBezTo>
                <a:cubicBezTo>
                  <a:pt x="69114" y="15795"/>
                  <a:pt x="68825" y="17687"/>
                  <a:pt x="68247" y="19498"/>
                </a:cubicBezTo>
                <a:cubicBezTo>
                  <a:pt x="67672" y="21308"/>
                  <a:pt x="66726" y="22872"/>
                  <a:pt x="65408" y="24190"/>
                </a:cubicBezTo>
                <a:cubicBezTo>
                  <a:pt x="64092" y="25506"/>
                  <a:pt x="62488" y="26451"/>
                  <a:pt x="60594" y="27026"/>
                </a:cubicBezTo>
                <a:cubicBezTo>
                  <a:pt x="58704" y="27601"/>
                  <a:pt x="56853" y="27889"/>
                  <a:pt x="55043" y="27889"/>
                </a:cubicBezTo>
                <a:moveTo>
                  <a:pt x="13822" y="27889"/>
                </a:moveTo>
                <a:cubicBezTo>
                  <a:pt x="12014" y="27889"/>
                  <a:pt x="10205" y="27601"/>
                  <a:pt x="8395" y="27026"/>
                </a:cubicBezTo>
                <a:cubicBezTo>
                  <a:pt x="6585" y="26451"/>
                  <a:pt x="5020" y="25506"/>
                  <a:pt x="3702" y="24190"/>
                </a:cubicBezTo>
                <a:cubicBezTo>
                  <a:pt x="2387" y="22872"/>
                  <a:pt x="1440" y="21308"/>
                  <a:pt x="862" y="19498"/>
                </a:cubicBezTo>
                <a:cubicBezTo>
                  <a:pt x="287" y="17687"/>
                  <a:pt x="0" y="15795"/>
                  <a:pt x="0" y="13822"/>
                </a:cubicBezTo>
                <a:cubicBezTo>
                  <a:pt x="0" y="12012"/>
                  <a:pt x="287" y="10201"/>
                  <a:pt x="862" y="8391"/>
                </a:cubicBezTo>
                <a:cubicBezTo>
                  <a:pt x="1440" y="6581"/>
                  <a:pt x="2387" y="5018"/>
                  <a:pt x="3702" y="3702"/>
                </a:cubicBezTo>
                <a:cubicBezTo>
                  <a:pt x="5020" y="2384"/>
                  <a:pt x="6585" y="1437"/>
                  <a:pt x="8395" y="862"/>
                </a:cubicBezTo>
                <a:cubicBezTo>
                  <a:pt x="10205" y="287"/>
                  <a:pt x="12014" y="0"/>
                  <a:pt x="13822" y="0"/>
                </a:cubicBezTo>
                <a:cubicBezTo>
                  <a:pt x="15798" y="0"/>
                  <a:pt x="17691" y="287"/>
                  <a:pt x="19501" y="862"/>
                </a:cubicBezTo>
                <a:cubicBezTo>
                  <a:pt x="21312" y="1437"/>
                  <a:pt x="22875" y="2384"/>
                  <a:pt x="24190" y="3702"/>
                </a:cubicBezTo>
                <a:cubicBezTo>
                  <a:pt x="25506" y="5018"/>
                  <a:pt x="26451" y="6581"/>
                  <a:pt x="27026" y="8391"/>
                </a:cubicBezTo>
                <a:cubicBezTo>
                  <a:pt x="27604" y="10201"/>
                  <a:pt x="27892" y="12012"/>
                  <a:pt x="27892" y="13822"/>
                </a:cubicBezTo>
                <a:cubicBezTo>
                  <a:pt x="27892" y="15795"/>
                  <a:pt x="27604" y="17687"/>
                  <a:pt x="27026" y="19498"/>
                </a:cubicBezTo>
                <a:cubicBezTo>
                  <a:pt x="26451" y="21308"/>
                  <a:pt x="25506" y="22872"/>
                  <a:pt x="24190" y="24190"/>
                </a:cubicBezTo>
                <a:cubicBezTo>
                  <a:pt x="22875" y="25506"/>
                  <a:pt x="21312" y="26451"/>
                  <a:pt x="19501" y="27026"/>
                </a:cubicBezTo>
                <a:cubicBezTo>
                  <a:pt x="17691" y="27601"/>
                  <a:pt x="15798" y="27889"/>
                  <a:pt x="13822" y="278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EF4B1-3E5F-4686-BCC6-0A8D957E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992" y="3053776"/>
            <a:ext cx="1750995" cy="20568"/>
          </a:xfrm>
          <a:custGeom xmlns:a="http://schemas.openxmlformats.org/drawingml/2006/main">
            <a:pathLst>
              <a:path w="1750995" h="20568">
                <a:moveTo>
                  <a:pt x="0" y="0"/>
                </a:moveTo>
                <a:lnTo>
                  <a:pt x="61705" y="0"/>
                </a:lnTo>
                <a:lnTo>
                  <a:pt x="61705" y="20568"/>
                </a:lnTo>
                <a:lnTo>
                  <a:pt x="0" y="20568"/>
                </a:lnTo>
                <a:moveTo>
                  <a:pt x="123411" y="0"/>
                </a:moveTo>
                <a:lnTo>
                  <a:pt x="185116" y="0"/>
                </a:lnTo>
                <a:lnTo>
                  <a:pt x="185116" y="20568"/>
                </a:lnTo>
                <a:lnTo>
                  <a:pt x="123411" y="20568"/>
                </a:lnTo>
                <a:moveTo>
                  <a:pt x="246822" y="0"/>
                </a:moveTo>
                <a:lnTo>
                  <a:pt x="308527" y="0"/>
                </a:lnTo>
                <a:lnTo>
                  <a:pt x="308527" y="20568"/>
                </a:lnTo>
                <a:lnTo>
                  <a:pt x="246822" y="20568"/>
                </a:lnTo>
                <a:moveTo>
                  <a:pt x="370233" y="0"/>
                </a:moveTo>
                <a:lnTo>
                  <a:pt x="431938" y="0"/>
                </a:lnTo>
                <a:lnTo>
                  <a:pt x="431938" y="20568"/>
                </a:lnTo>
                <a:lnTo>
                  <a:pt x="370233" y="20568"/>
                </a:lnTo>
                <a:moveTo>
                  <a:pt x="493643" y="0"/>
                </a:moveTo>
                <a:lnTo>
                  <a:pt x="555349" y="0"/>
                </a:lnTo>
                <a:lnTo>
                  <a:pt x="555349" y="20568"/>
                </a:lnTo>
                <a:lnTo>
                  <a:pt x="493643" y="20568"/>
                </a:lnTo>
                <a:moveTo>
                  <a:pt x="617054" y="0"/>
                </a:moveTo>
                <a:lnTo>
                  <a:pt x="678760" y="0"/>
                </a:lnTo>
                <a:lnTo>
                  <a:pt x="678760" y="20568"/>
                </a:lnTo>
                <a:lnTo>
                  <a:pt x="617054" y="20568"/>
                </a:lnTo>
                <a:moveTo>
                  <a:pt x="740465" y="0"/>
                </a:moveTo>
                <a:lnTo>
                  <a:pt x="802171" y="0"/>
                </a:lnTo>
                <a:lnTo>
                  <a:pt x="802171" y="20568"/>
                </a:lnTo>
                <a:lnTo>
                  <a:pt x="740465" y="20568"/>
                </a:lnTo>
                <a:moveTo>
                  <a:pt x="863876" y="0"/>
                </a:moveTo>
                <a:lnTo>
                  <a:pt x="925582" y="0"/>
                </a:lnTo>
                <a:lnTo>
                  <a:pt x="925582" y="20568"/>
                </a:lnTo>
                <a:lnTo>
                  <a:pt x="863876" y="20568"/>
                </a:lnTo>
                <a:moveTo>
                  <a:pt x="987287" y="0"/>
                </a:moveTo>
                <a:lnTo>
                  <a:pt x="1048992" y="0"/>
                </a:lnTo>
                <a:lnTo>
                  <a:pt x="1048992" y="20568"/>
                </a:lnTo>
                <a:lnTo>
                  <a:pt x="987287" y="20568"/>
                </a:lnTo>
                <a:moveTo>
                  <a:pt x="1110698" y="0"/>
                </a:moveTo>
                <a:lnTo>
                  <a:pt x="1172403" y="0"/>
                </a:lnTo>
                <a:lnTo>
                  <a:pt x="1172403" y="20568"/>
                </a:lnTo>
                <a:lnTo>
                  <a:pt x="1110698" y="20568"/>
                </a:lnTo>
                <a:moveTo>
                  <a:pt x="1234109" y="0"/>
                </a:moveTo>
                <a:lnTo>
                  <a:pt x="1295814" y="0"/>
                </a:lnTo>
                <a:lnTo>
                  <a:pt x="1295814" y="20568"/>
                </a:lnTo>
                <a:lnTo>
                  <a:pt x="1234109" y="20568"/>
                </a:lnTo>
                <a:moveTo>
                  <a:pt x="1357520" y="0"/>
                </a:moveTo>
                <a:lnTo>
                  <a:pt x="1419225" y="0"/>
                </a:lnTo>
                <a:lnTo>
                  <a:pt x="1419225" y="20568"/>
                </a:lnTo>
                <a:lnTo>
                  <a:pt x="1357520" y="20568"/>
                </a:lnTo>
                <a:moveTo>
                  <a:pt x="1480930" y="0"/>
                </a:moveTo>
                <a:lnTo>
                  <a:pt x="1542636" y="0"/>
                </a:lnTo>
                <a:lnTo>
                  <a:pt x="1542636" y="20568"/>
                </a:lnTo>
                <a:lnTo>
                  <a:pt x="1480930" y="20568"/>
                </a:lnTo>
                <a:moveTo>
                  <a:pt x="1604341" y="0"/>
                </a:moveTo>
                <a:lnTo>
                  <a:pt x="1666047" y="0"/>
                </a:lnTo>
                <a:lnTo>
                  <a:pt x="1666047" y="20568"/>
                </a:lnTo>
                <a:lnTo>
                  <a:pt x="1604341" y="20568"/>
                </a:lnTo>
                <a:moveTo>
                  <a:pt x="1727752" y="0"/>
                </a:moveTo>
                <a:lnTo>
                  <a:pt x="1750995" y="0"/>
                </a:lnTo>
                <a:lnTo>
                  <a:pt x="1750995" y="20568"/>
                </a:lnTo>
                <a:lnTo>
                  <a:pt x="1727752" y="205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94CF5-4BA9-4D8E-80AA-86731792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276" y="3012639"/>
            <a:ext cx="102842" cy="102842"/>
          </a:xfrm>
          <a:custGeom xmlns:a="http://schemas.openxmlformats.org/drawingml/2006/main">
            <a:pathLst>
              <a:path w="102842" h="102842">
                <a:moveTo>
                  <a:pt x="102842" y="51421"/>
                </a:moveTo>
                <a:lnTo>
                  <a:pt x="0" y="102842"/>
                </a:lnTo>
                <a:lnTo>
                  <a:pt x="25711" y="51421"/>
                </a:lnTo>
                <a:lnTo>
                  <a:pt x="0" y="0"/>
                </a:lnTo>
                <a:lnTo>
                  <a:pt x="102842" y="51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B7C52-AD66-4D31-9C30-C8AABBE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276" y="3012639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102842" y="51421"/>
                </a:moveTo>
                <a:lnTo>
                  <a:pt x="0" y="102842"/>
                </a:lnTo>
                <a:lnTo>
                  <a:pt x="25711" y="51421"/>
                </a:lnTo>
                <a:lnTo>
                  <a:pt x="0" y="0"/>
                </a:lnTo>
                <a:lnTo>
                  <a:pt x="102842" y="51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857E3-3144-4317-AEB5-E58FEB3B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589" y="2756355"/>
            <a:ext cx="191698" cy="191698"/>
          </a:xfrm>
          <a:custGeom xmlns:a="http://schemas.openxmlformats.org/drawingml/2006/main">
            <a:pathLst>
              <a:path w="191698" h="191698">
                <a:moveTo>
                  <a:pt x="95849" y="191698"/>
                </a:moveTo>
                <a:cubicBezTo>
                  <a:pt x="148299" y="191698"/>
                  <a:pt x="191698" y="149121"/>
                  <a:pt x="191698" y="95849"/>
                </a:cubicBezTo>
                <a:cubicBezTo>
                  <a:pt x="191698" y="42988"/>
                  <a:pt x="148710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lose/>
                <a:moveTo>
                  <a:pt x="95849" y="185116"/>
                </a:moveTo>
                <a:cubicBezTo>
                  <a:pt x="46485" y="185116"/>
                  <a:pt x="6582" y="145213"/>
                  <a:pt x="6582" y="95849"/>
                </a:cubicBezTo>
                <a:cubicBezTo>
                  <a:pt x="6582" y="46896"/>
                  <a:pt x="46073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ubicBezTo>
                  <a:pt x="185116" y="145213"/>
                  <a:pt x="145213" y="185116"/>
                  <a:pt x="95849" y="185116"/>
                </a:cubicBezTo>
                <a:close/>
                <a:moveTo>
                  <a:pt x="101608" y="147887"/>
                </a:moveTo>
                <a:lnTo>
                  <a:pt x="117652" y="147887"/>
                </a:lnTo>
                <a:lnTo>
                  <a:pt x="117652" y="119503"/>
                </a:lnTo>
                <a:lnTo>
                  <a:pt x="133489" y="119503"/>
                </a:lnTo>
                <a:lnTo>
                  <a:pt x="133489" y="106545"/>
                </a:lnTo>
                <a:lnTo>
                  <a:pt x="117652" y="106545"/>
                </a:lnTo>
                <a:lnTo>
                  <a:pt x="117652" y="41343"/>
                </a:lnTo>
                <a:lnTo>
                  <a:pt x="98317" y="41343"/>
                </a:lnTo>
                <a:lnTo>
                  <a:pt x="48953" y="108190"/>
                </a:lnTo>
                <a:lnTo>
                  <a:pt x="48953" y="119503"/>
                </a:lnTo>
                <a:lnTo>
                  <a:pt x="101608" y="119503"/>
                </a:lnTo>
                <a:lnTo>
                  <a:pt x="101608" y="147887"/>
                </a:lnTo>
                <a:close/>
                <a:moveTo>
                  <a:pt x="101608" y="106545"/>
                </a:moveTo>
                <a:lnTo>
                  <a:pt x="66436" y="106545"/>
                </a:lnTo>
                <a:lnTo>
                  <a:pt x="92147" y="72607"/>
                </a:lnTo>
                <a:cubicBezTo>
                  <a:pt x="95849" y="66848"/>
                  <a:pt x="98317" y="63762"/>
                  <a:pt x="101403" y="58003"/>
                </a:cubicBezTo>
                <a:lnTo>
                  <a:pt x="102225" y="58003"/>
                </a:lnTo>
                <a:cubicBezTo>
                  <a:pt x="101814" y="64174"/>
                  <a:pt x="101608" y="73429"/>
                  <a:pt x="101608" y="79394"/>
                </a:cubicBezTo>
                <a:lnTo>
                  <a:pt x="101608" y="1065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8CBD8-4CD7-4EF3-8AAC-318C6C47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391" y="2793173"/>
            <a:ext cx="111893" cy="139660"/>
          </a:xfrm>
          <a:custGeom xmlns:a="http://schemas.openxmlformats.org/drawingml/2006/main">
            <a:pathLst>
              <a:path w="111893" h="139660">
                <a:moveTo>
                  <a:pt x="55946" y="139660"/>
                </a:moveTo>
                <a:cubicBezTo>
                  <a:pt x="93175" y="139660"/>
                  <a:pt x="111893" y="117857"/>
                  <a:pt x="111893" y="83714"/>
                </a:cubicBezTo>
                <a:lnTo>
                  <a:pt x="111893" y="0"/>
                </a:lnTo>
                <a:lnTo>
                  <a:pt x="94821" y="0"/>
                </a:lnTo>
                <a:lnTo>
                  <a:pt x="94821" y="83508"/>
                </a:lnTo>
                <a:cubicBezTo>
                  <a:pt x="94821" y="108602"/>
                  <a:pt x="81245" y="124439"/>
                  <a:pt x="55946" y="124439"/>
                </a:cubicBezTo>
                <a:cubicBezTo>
                  <a:pt x="30647" y="124439"/>
                  <a:pt x="17072" y="108602"/>
                  <a:pt x="17072" y="83508"/>
                </a:cubicBezTo>
                <a:lnTo>
                  <a:pt x="17072" y="0"/>
                </a:lnTo>
                <a:lnTo>
                  <a:pt x="0" y="0"/>
                </a:lnTo>
                <a:lnTo>
                  <a:pt x="0" y="83919"/>
                </a:lnTo>
                <a:cubicBezTo>
                  <a:pt x="0" y="117652"/>
                  <a:pt x="18717" y="139660"/>
                  <a:pt x="55946" y="1396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B4B5B-320C-44B6-9D33-0E7A7455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753" y="2828551"/>
            <a:ext cx="93175" cy="139660"/>
          </a:xfrm>
          <a:custGeom xmlns:a="http://schemas.openxmlformats.org/drawingml/2006/main">
            <a:pathLst>
              <a:path w="93175" h="139660">
                <a:moveTo>
                  <a:pt x="48953" y="104282"/>
                </a:moveTo>
                <a:cubicBezTo>
                  <a:pt x="75075" y="104282"/>
                  <a:pt x="93175" y="84125"/>
                  <a:pt x="93175" y="52038"/>
                </a:cubicBezTo>
                <a:cubicBezTo>
                  <a:pt x="93175" y="19746"/>
                  <a:pt x="75075" y="0"/>
                  <a:pt x="48953" y="0"/>
                </a:cubicBezTo>
                <a:cubicBezTo>
                  <a:pt x="34966" y="0"/>
                  <a:pt x="22625" y="7199"/>
                  <a:pt x="15426" y="17278"/>
                </a:cubicBezTo>
                <a:lnTo>
                  <a:pt x="15426" y="2468"/>
                </a:lnTo>
                <a:lnTo>
                  <a:pt x="0" y="2468"/>
                </a:lnTo>
                <a:lnTo>
                  <a:pt x="0" y="139660"/>
                </a:lnTo>
                <a:lnTo>
                  <a:pt x="15426" y="139660"/>
                </a:lnTo>
                <a:lnTo>
                  <a:pt x="15426" y="86799"/>
                </a:lnTo>
                <a:cubicBezTo>
                  <a:pt x="23448" y="97906"/>
                  <a:pt x="35378" y="104282"/>
                  <a:pt x="48953" y="104282"/>
                </a:cubicBezTo>
                <a:close/>
                <a:moveTo>
                  <a:pt x="45045" y="90501"/>
                </a:moveTo>
                <a:cubicBezTo>
                  <a:pt x="32910" y="90501"/>
                  <a:pt x="20774" y="83097"/>
                  <a:pt x="15426" y="74458"/>
                </a:cubicBezTo>
                <a:lnTo>
                  <a:pt x="15426" y="29619"/>
                </a:lnTo>
                <a:cubicBezTo>
                  <a:pt x="20774" y="20980"/>
                  <a:pt x="32910" y="13781"/>
                  <a:pt x="45045" y="13781"/>
                </a:cubicBezTo>
                <a:cubicBezTo>
                  <a:pt x="64996" y="13781"/>
                  <a:pt x="76926" y="30030"/>
                  <a:pt x="76926" y="52038"/>
                </a:cubicBezTo>
                <a:cubicBezTo>
                  <a:pt x="76926" y="74047"/>
                  <a:pt x="64996" y="90501"/>
                  <a:pt x="45045" y="90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425C8-4412-4A8F-A81F-7B4EC3D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646" y="2793173"/>
            <a:ext cx="93175" cy="139660"/>
          </a:xfrm>
          <a:custGeom xmlns:a="http://schemas.openxmlformats.org/drawingml/2006/main">
            <a:pathLst>
              <a:path w="93175" h="139660">
                <a:moveTo>
                  <a:pt x="93175" y="137192"/>
                </a:moveTo>
                <a:lnTo>
                  <a:pt x="93175" y="0"/>
                </a:lnTo>
                <a:lnTo>
                  <a:pt x="77749" y="0"/>
                </a:lnTo>
                <a:lnTo>
                  <a:pt x="77749" y="52861"/>
                </a:lnTo>
                <a:cubicBezTo>
                  <a:pt x="69727" y="41960"/>
                  <a:pt x="57592" y="35378"/>
                  <a:pt x="44222" y="35378"/>
                </a:cubicBezTo>
                <a:cubicBezTo>
                  <a:pt x="18100" y="35378"/>
                  <a:pt x="0" y="55946"/>
                  <a:pt x="0" y="87622"/>
                </a:cubicBezTo>
                <a:cubicBezTo>
                  <a:pt x="0" y="119914"/>
                  <a:pt x="18306" y="139660"/>
                  <a:pt x="44222" y="139660"/>
                </a:cubicBezTo>
                <a:cubicBezTo>
                  <a:pt x="58209" y="139660"/>
                  <a:pt x="70344" y="132461"/>
                  <a:pt x="77749" y="122382"/>
                </a:cubicBezTo>
                <a:lnTo>
                  <a:pt x="77749" y="137192"/>
                </a:lnTo>
                <a:lnTo>
                  <a:pt x="93175" y="137192"/>
                </a:lnTo>
                <a:close/>
                <a:moveTo>
                  <a:pt x="47925" y="125879"/>
                </a:moveTo>
                <a:cubicBezTo>
                  <a:pt x="27973" y="125879"/>
                  <a:pt x="16043" y="109630"/>
                  <a:pt x="16043" y="87622"/>
                </a:cubicBezTo>
                <a:cubicBezTo>
                  <a:pt x="16043" y="65613"/>
                  <a:pt x="27973" y="49159"/>
                  <a:pt x="47925" y="49159"/>
                </a:cubicBezTo>
                <a:cubicBezTo>
                  <a:pt x="60266" y="49159"/>
                  <a:pt x="72195" y="56563"/>
                  <a:pt x="77749" y="65202"/>
                </a:cubicBezTo>
                <a:lnTo>
                  <a:pt x="77749" y="110247"/>
                </a:lnTo>
                <a:cubicBezTo>
                  <a:pt x="72195" y="118886"/>
                  <a:pt x="60266" y="125879"/>
                  <a:pt x="47925" y="125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14F5F-D071-4C2E-A538-18B2604E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21" y="2828551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45C3C-168D-49C8-AB4B-7667116E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701" y="2803868"/>
            <a:ext cx="56975" cy="128964"/>
          </a:xfrm>
          <a:custGeom xmlns:a="http://schemas.openxmlformats.org/drawingml/2006/main">
            <a:pathLst>
              <a:path w="56975" h="128964">
                <a:moveTo>
                  <a:pt x="38463" y="128964"/>
                </a:moveTo>
                <a:cubicBezTo>
                  <a:pt x="47513" y="128964"/>
                  <a:pt x="53067" y="126290"/>
                  <a:pt x="56975" y="122588"/>
                </a:cubicBezTo>
                <a:lnTo>
                  <a:pt x="52450" y="111070"/>
                </a:lnTo>
                <a:cubicBezTo>
                  <a:pt x="50393" y="113332"/>
                  <a:pt x="46279" y="115183"/>
                  <a:pt x="41960" y="115183"/>
                </a:cubicBezTo>
                <a:cubicBezTo>
                  <a:pt x="35172" y="115183"/>
                  <a:pt x="31881" y="109836"/>
                  <a:pt x="31881" y="102431"/>
                </a:cubicBezTo>
                <a:lnTo>
                  <a:pt x="31881" y="40726"/>
                </a:lnTo>
                <a:lnTo>
                  <a:pt x="52038" y="40726"/>
                </a:lnTo>
                <a:lnTo>
                  <a:pt x="52038" y="27150"/>
                </a:lnTo>
                <a:lnTo>
                  <a:pt x="31881" y="27150"/>
                </a:lnTo>
                <a:lnTo>
                  <a:pt x="31881" y="0"/>
                </a:lnTo>
                <a:lnTo>
                  <a:pt x="16455" y="0"/>
                </a:lnTo>
                <a:lnTo>
                  <a:pt x="16455" y="27150"/>
                </a:lnTo>
                <a:lnTo>
                  <a:pt x="0" y="27150"/>
                </a:lnTo>
                <a:lnTo>
                  <a:pt x="0" y="40726"/>
                </a:lnTo>
                <a:lnTo>
                  <a:pt x="16455" y="40726"/>
                </a:lnTo>
                <a:lnTo>
                  <a:pt x="16455" y="105722"/>
                </a:lnTo>
                <a:cubicBezTo>
                  <a:pt x="16455" y="120531"/>
                  <a:pt x="23859" y="128964"/>
                  <a:pt x="38463" y="128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3A027-6D1C-4037-86A8-13C5F30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783" y="2828551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2E540-62CE-41BE-A5A8-71A6CE8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161" y="1716825"/>
            <a:ext cx="1133940" cy="1151835"/>
          </a:xfrm>
          <a:custGeom xmlns:a="http://schemas.openxmlformats.org/drawingml/2006/main">
            <a:pathLst>
              <a:path w="1133940" h="1151835">
                <a:moveTo>
                  <a:pt x="1133940" y="20568"/>
                </a:moveTo>
                <a:lnTo>
                  <a:pt x="1072235" y="20568"/>
                </a:lnTo>
                <a:lnTo>
                  <a:pt x="1072235" y="0"/>
                </a:lnTo>
                <a:lnTo>
                  <a:pt x="1133940" y="0"/>
                </a:lnTo>
                <a:lnTo>
                  <a:pt x="1133940" y="20568"/>
                </a:lnTo>
                <a:close/>
                <a:moveTo>
                  <a:pt x="1010529" y="20568"/>
                </a:moveTo>
                <a:lnTo>
                  <a:pt x="948824" y="20568"/>
                </a:lnTo>
                <a:lnTo>
                  <a:pt x="948824" y="0"/>
                </a:lnTo>
                <a:lnTo>
                  <a:pt x="1010529" y="0"/>
                </a:lnTo>
                <a:lnTo>
                  <a:pt x="1010529" y="20568"/>
                </a:lnTo>
                <a:close/>
                <a:moveTo>
                  <a:pt x="887118" y="20568"/>
                </a:moveTo>
                <a:lnTo>
                  <a:pt x="825413" y="20568"/>
                </a:lnTo>
                <a:lnTo>
                  <a:pt x="825413" y="0"/>
                </a:lnTo>
                <a:lnTo>
                  <a:pt x="887118" y="0"/>
                </a:lnTo>
                <a:lnTo>
                  <a:pt x="887118" y="20568"/>
                </a:lnTo>
                <a:close/>
                <a:moveTo>
                  <a:pt x="763708" y="20568"/>
                </a:moveTo>
                <a:lnTo>
                  <a:pt x="722571" y="20568"/>
                </a:lnTo>
                <a:cubicBezTo>
                  <a:pt x="715018" y="20568"/>
                  <a:pt x="707685" y="20782"/>
                  <a:pt x="700574" y="21208"/>
                </a:cubicBezTo>
                <a:lnTo>
                  <a:pt x="699343" y="677"/>
                </a:lnTo>
                <a:cubicBezTo>
                  <a:pt x="706867" y="226"/>
                  <a:pt x="714611" y="0"/>
                  <a:pt x="722571" y="0"/>
                </a:cubicBezTo>
                <a:lnTo>
                  <a:pt x="763708" y="0"/>
                </a:lnTo>
                <a:lnTo>
                  <a:pt x="763708" y="20568"/>
                </a:lnTo>
                <a:close/>
                <a:moveTo>
                  <a:pt x="642906" y="30686"/>
                </a:moveTo>
                <a:cubicBezTo>
                  <a:pt x="622789" y="36569"/>
                  <a:pt x="605339" y="45020"/>
                  <a:pt x="590556" y="56037"/>
                </a:cubicBezTo>
                <a:lnTo>
                  <a:pt x="578266" y="39545"/>
                </a:lnTo>
                <a:cubicBezTo>
                  <a:pt x="595028" y="27054"/>
                  <a:pt x="614650" y="17520"/>
                  <a:pt x="637133" y="10944"/>
                </a:cubicBezTo>
                <a:lnTo>
                  <a:pt x="642906" y="30686"/>
                </a:lnTo>
                <a:close/>
                <a:moveTo>
                  <a:pt x="553512" y="97816"/>
                </a:moveTo>
                <a:cubicBezTo>
                  <a:pt x="544478" y="113387"/>
                  <a:pt x="537767" y="131378"/>
                  <a:pt x="533378" y="151789"/>
                </a:cubicBezTo>
                <a:lnTo>
                  <a:pt x="513270" y="147467"/>
                </a:lnTo>
                <a:cubicBezTo>
                  <a:pt x="518114" y="124930"/>
                  <a:pt x="525599" y="104939"/>
                  <a:pt x="535720" y="87493"/>
                </a:cubicBezTo>
                <a:lnTo>
                  <a:pt x="553512" y="97816"/>
                </a:lnTo>
                <a:close/>
                <a:moveTo>
                  <a:pt x="527182" y="213052"/>
                </a:moveTo>
                <a:lnTo>
                  <a:pt x="527170" y="216008"/>
                </a:lnTo>
                <a:lnTo>
                  <a:pt x="527170" y="275051"/>
                </a:lnTo>
                <a:lnTo>
                  <a:pt x="506602" y="275051"/>
                </a:lnTo>
                <a:lnTo>
                  <a:pt x="506602" y="215930"/>
                </a:lnTo>
                <a:lnTo>
                  <a:pt x="506613" y="212973"/>
                </a:lnTo>
                <a:lnTo>
                  <a:pt x="527182" y="213052"/>
                </a:lnTo>
                <a:close/>
                <a:moveTo>
                  <a:pt x="527170" y="336757"/>
                </a:moveTo>
                <a:lnTo>
                  <a:pt x="527170" y="398462"/>
                </a:lnTo>
                <a:lnTo>
                  <a:pt x="506602" y="398462"/>
                </a:lnTo>
                <a:lnTo>
                  <a:pt x="506602" y="336757"/>
                </a:lnTo>
                <a:lnTo>
                  <a:pt x="527170" y="336757"/>
                </a:lnTo>
                <a:close/>
                <a:moveTo>
                  <a:pt x="527170" y="460168"/>
                </a:moveTo>
                <a:lnTo>
                  <a:pt x="527170" y="521873"/>
                </a:lnTo>
                <a:lnTo>
                  <a:pt x="506602" y="521873"/>
                </a:lnTo>
                <a:lnTo>
                  <a:pt x="506602" y="460168"/>
                </a:lnTo>
                <a:lnTo>
                  <a:pt x="527170" y="460168"/>
                </a:lnTo>
                <a:close/>
                <a:moveTo>
                  <a:pt x="527170" y="583579"/>
                </a:moveTo>
                <a:lnTo>
                  <a:pt x="527170" y="645284"/>
                </a:lnTo>
                <a:lnTo>
                  <a:pt x="506602" y="645284"/>
                </a:lnTo>
                <a:lnTo>
                  <a:pt x="506602" y="583579"/>
                </a:lnTo>
                <a:lnTo>
                  <a:pt x="527170" y="583579"/>
                </a:lnTo>
                <a:close/>
                <a:moveTo>
                  <a:pt x="527170" y="706989"/>
                </a:moveTo>
                <a:lnTo>
                  <a:pt x="527170" y="768695"/>
                </a:lnTo>
                <a:lnTo>
                  <a:pt x="506602" y="768695"/>
                </a:lnTo>
                <a:lnTo>
                  <a:pt x="506602" y="706989"/>
                </a:lnTo>
                <a:lnTo>
                  <a:pt x="527170" y="706989"/>
                </a:lnTo>
                <a:close/>
                <a:moveTo>
                  <a:pt x="527170" y="830400"/>
                </a:moveTo>
                <a:lnTo>
                  <a:pt x="527170" y="892106"/>
                </a:lnTo>
                <a:lnTo>
                  <a:pt x="506602" y="892106"/>
                </a:lnTo>
                <a:lnTo>
                  <a:pt x="506602" y="830400"/>
                </a:lnTo>
                <a:lnTo>
                  <a:pt x="527170" y="830400"/>
                </a:lnTo>
                <a:close/>
                <a:moveTo>
                  <a:pt x="526656" y="956201"/>
                </a:moveTo>
                <a:cubicBezTo>
                  <a:pt x="525467" y="979095"/>
                  <a:pt x="522221" y="999991"/>
                  <a:pt x="516919" y="1018888"/>
                </a:cubicBezTo>
                <a:lnTo>
                  <a:pt x="497113" y="1013333"/>
                </a:lnTo>
                <a:cubicBezTo>
                  <a:pt x="502005" y="995901"/>
                  <a:pt x="505005" y="976502"/>
                  <a:pt x="506114" y="955135"/>
                </a:cubicBezTo>
                <a:lnTo>
                  <a:pt x="526656" y="956201"/>
                </a:lnTo>
                <a:close/>
                <a:moveTo>
                  <a:pt x="489250" y="1077951"/>
                </a:moveTo>
                <a:cubicBezTo>
                  <a:pt x="476621" y="1095511"/>
                  <a:pt x="460901" y="1109959"/>
                  <a:pt x="442084" y="1121293"/>
                </a:cubicBezTo>
                <a:lnTo>
                  <a:pt x="431471" y="1103674"/>
                </a:lnTo>
                <a:cubicBezTo>
                  <a:pt x="447872" y="1093793"/>
                  <a:pt x="461567" y="1081216"/>
                  <a:pt x="472551" y="1065943"/>
                </a:cubicBezTo>
                <a:lnTo>
                  <a:pt x="489250" y="1077951"/>
                </a:lnTo>
                <a:close/>
                <a:moveTo>
                  <a:pt x="382238" y="1144609"/>
                </a:moveTo>
                <a:cubicBezTo>
                  <a:pt x="362556" y="1149050"/>
                  <a:pt x="340893" y="1151444"/>
                  <a:pt x="317245" y="1151791"/>
                </a:cubicBezTo>
                <a:lnTo>
                  <a:pt x="316944" y="1131225"/>
                </a:lnTo>
                <a:cubicBezTo>
                  <a:pt x="339166" y="1130900"/>
                  <a:pt x="359422" y="1128673"/>
                  <a:pt x="377711" y="1124545"/>
                </a:cubicBezTo>
                <a:lnTo>
                  <a:pt x="382238" y="1144609"/>
                </a:lnTo>
                <a:close/>
                <a:moveTo>
                  <a:pt x="254742" y="1151835"/>
                </a:moveTo>
                <a:lnTo>
                  <a:pt x="193037" y="1151835"/>
                </a:lnTo>
                <a:lnTo>
                  <a:pt x="193037" y="1131266"/>
                </a:lnTo>
                <a:lnTo>
                  <a:pt x="254742" y="1131266"/>
                </a:lnTo>
                <a:lnTo>
                  <a:pt x="254742" y="1151835"/>
                </a:lnTo>
                <a:close/>
                <a:moveTo>
                  <a:pt x="131331" y="1151835"/>
                </a:moveTo>
                <a:lnTo>
                  <a:pt x="69626" y="1151835"/>
                </a:lnTo>
                <a:lnTo>
                  <a:pt x="69626" y="1131266"/>
                </a:lnTo>
                <a:lnTo>
                  <a:pt x="131331" y="1131266"/>
                </a:lnTo>
                <a:lnTo>
                  <a:pt x="131331" y="1151835"/>
                </a:lnTo>
                <a:close/>
                <a:moveTo>
                  <a:pt x="7921" y="1151835"/>
                </a:moveTo>
                <a:lnTo>
                  <a:pt x="0" y="1151835"/>
                </a:lnTo>
                <a:lnTo>
                  <a:pt x="0" y="1131266"/>
                </a:lnTo>
                <a:lnTo>
                  <a:pt x="7921" y="1131266"/>
                </a:lnTo>
                <a:lnTo>
                  <a:pt x="7921" y="11518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1D312-9133-4C5F-B93B-FB6D88A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029" y="2806954"/>
            <a:ext cx="102842" cy="102842"/>
          </a:xfrm>
          <a:custGeom xmlns:a="http://schemas.openxmlformats.org/drawingml/2006/main">
            <a:pathLst>
              <a:path w="102842" h="102842">
                <a:moveTo>
                  <a:pt x="0" y="51421"/>
                </a:moveTo>
                <a:lnTo>
                  <a:pt x="102842" y="0"/>
                </a:lnTo>
                <a:lnTo>
                  <a:pt x="77132" y="51421"/>
                </a:lnTo>
                <a:lnTo>
                  <a:pt x="102842" y="102842"/>
                </a:lnTo>
                <a:lnTo>
                  <a:pt x="0" y="51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6C595-CADF-4210-8BC9-72A533BD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029" y="2806954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0" y="51421"/>
                </a:moveTo>
                <a:lnTo>
                  <a:pt x="102842" y="0"/>
                </a:lnTo>
                <a:lnTo>
                  <a:pt x="77132" y="51421"/>
                </a:lnTo>
                <a:lnTo>
                  <a:pt x="102842" y="102842"/>
                </a:lnTo>
                <a:lnTo>
                  <a:pt x="0" y="51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4F096-E557-4A01-8990-455FBC81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6920" y="1860804"/>
            <a:ext cx="246822" cy="843308"/>
          </a:xfrm>
          <a:custGeom xmlns:a="http://schemas.openxmlformats.org/drawingml/2006/main">
            <a:pathLst>
              <a:path w="246822" h="843308">
                <a:moveTo>
                  <a:pt x="0" y="843308"/>
                </a:moveTo>
                <a:lnTo>
                  <a:pt x="0" y="0"/>
                </a:lnTo>
                <a:lnTo>
                  <a:pt x="246822" y="0"/>
                </a:lnTo>
                <a:lnTo>
                  <a:pt x="246822" y="843308"/>
                </a:lnTo>
                <a:lnTo>
                  <a:pt x="0" y="8433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38945-1D9C-4927-863C-4517D31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027" y="2512170"/>
            <a:ext cx="191698" cy="191698"/>
          </a:xfrm>
          <a:custGeom xmlns:a="http://schemas.openxmlformats.org/drawingml/2006/main">
            <a:pathLst>
              <a:path w="191698" h="191698">
                <a:moveTo>
                  <a:pt x="191698" y="95849"/>
                </a:moveTo>
                <a:cubicBezTo>
                  <a:pt x="191698" y="43399"/>
                  <a:pt x="149121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ubicBezTo>
                  <a:pt x="148710" y="191698"/>
                  <a:pt x="191698" y="148710"/>
                  <a:pt x="191698" y="95849"/>
                </a:cubicBezTo>
                <a:close/>
                <a:moveTo>
                  <a:pt x="185116" y="95849"/>
                </a:moveTo>
                <a:cubicBezTo>
                  <a:pt x="185116" y="145213"/>
                  <a:pt x="145213" y="185116"/>
                  <a:pt x="95849" y="185116"/>
                </a:cubicBezTo>
                <a:cubicBezTo>
                  <a:pt x="46896" y="185116"/>
                  <a:pt x="6582" y="145625"/>
                  <a:pt x="6582" y="95849"/>
                </a:cubicBezTo>
                <a:cubicBezTo>
                  <a:pt x="6582" y="46485"/>
                  <a:pt x="46485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lose/>
                <a:moveTo>
                  <a:pt x="150356" y="96878"/>
                </a:moveTo>
                <a:cubicBezTo>
                  <a:pt x="150356" y="74869"/>
                  <a:pt x="138632" y="57180"/>
                  <a:pt x="119503" y="57180"/>
                </a:cubicBezTo>
                <a:cubicBezTo>
                  <a:pt x="104899" y="57180"/>
                  <a:pt x="95849" y="68287"/>
                  <a:pt x="92352" y="82274"/>
                </a:cubicBezTo>
                <a:lnTo>
                  <a:pt x="91735" y="82274"/>
                </a:lnTo>
                <a:cubicBezTo>
                  <a:pt x="87210" y="69933"/>
                  <a:pt x="79394" y="61294"/>
                  <a:pt x="67053" y="61294"/>
                </a:cubicBezTo>
                <a:cubicBezTo>
                  <a:pt x="48953" y="61294"/>
                  <a:pt x="38874" y="76309"/>
                  <a:pt x="38874" y="97495"/>
                </a:cubicBezTo>
                <a:cubicBezTo>
                  <a:pt x="38874" y="111481"/>
                  <a:pt x="44222" y="122794"/>
                  <a:pt x="52450" y="131844"/>
                </a:cubicBezTo>
                <a:lnTo>
                  <a:pt x="62940" y="122999"/>
                </a:lnTo>
                <a:cubicBezTo>
                  <a:pt x="56152" y="116006"/>
                  <a:pt x="52244" y="107367"/>
                  <a:pt x="52244" y="97906"/>
                </a:cubicBezTo>
                <a:cubicBezTo>
                  <a:pt x="52244" y="85771"/>
                  <a:pt x="58209" y="78366"/>
                  <a:pt x="68082" y="78366"/>
                </a:cubicBezTo>
                <a:cubicBezTo>
                  <a:pt x="78777" y="78366"/>
                  <a:pt x="86388" y="87005"/>
                  <a:pt x="86388" y="111481"/>
                </a:cubicBezTo>
                <a:lnTo>
                  <a:pt x="98934" y="111481"/>
                </a:lnTo>
                <a:cubicBezTo>
                  <a:pt x="98934" y="83508"/>
                  <a:pt x="106750" y="74458"/>
                  <a:pt x="118680" y="74458"/>
                </a:cubicBezTo>
                <a:cubicBezTo>
                  <a:pt x="129581" y="74458"/>
                  <a:pt x="136780" y="83919"/>
                  <a:pt x="136780" y="97289"/>
                </a:cubicBezTo>
                <a:cubicBezTo>
                  <a:pt x="136780" y="111481"/>
                  <a:pt x="131021" y="120737"/>
                  <a:pt x="124234" y="127936"/>
                </a:cubicBezTo>
                <a:lnTo>
                  <a:pt x="135135" y="136163"/>
                </a:lnTo>
                <a:cubicBezTo>
                  <a:pt x="143568" y="128347"/>
                  <a:pt x="150356" y="115183"/>
                  <a:pt x="150356" y="968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47BB2-451C-4EAE-95B6-B0D3CB08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845" y="2318826"/>
            <a:ext cx="137192" cy="117240"/>
          </a:xfrm>
          <a:custGeom xmlns:a="http://schemas.openxmlformats.org/drawingml/2006/main">
            <a:pathLst>
              <a:path w="137192" h="117240">
                <a:moveTo>
                  <a:pt x="137192" y="70344"/>
                </a:moveTo>
                <a:cubicBezTo>
                  <a:pt x="137192" y="27767"/>
                  <a:pt x="107779" y="0"/>
                  <a:pt x="68699" y="0"/>
                </a:cubicBezTo>
                <a:cubicBezTo>
                  <a:pt x="29824" y="0"/>
                  <a:pt x="0" y="27767"/>
                  <a:pt x="0" y="70344"/>
                </a:cubicBezTo>
                <a:lnTo>
                  <a:pt x="0" y="117240"/>
                </a:lnTo>
                <a:lnTo>
                  <a:pt x="137192" y="117240"/>
                </a:lnTo>
                <a:lnTo>
                  <a:pt x="137192" y="70344"/>
                </a:lnTo>
                <a:close/>
                <a:moveTo>
                  <a:pt x="121971" y="70344"/>
                </a:moveTo>
                <a:lnTo>
                  <a:pt x="121971" y="100168"/>
                </a:lnTo>
                <a:lnTo>
                  <a:pt x="15221" y="100168"/>
                </a:lnTo>
                <a:lnTo>
                  <a:pt x="15221" y="70344"/>
                </a:lnTo>
                <a:cubicBezTo>
                  <a:pt x="15221" y="36406"/>
                  <a:pt x="39080" y="17689"/>
                  <a:pt x="68699" y="17689"/>
                </a:cubicBezTo>
                <a:cubicBezTo>
                  <a:pt x="98112" y="17689"/>
                  <a:pt x="121971" y="37023"/>
                  <a:pt x="121971" y="70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5168A-CA5A-461F-AB54-39FC83E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223" y="2201791"/>
            <a:ext cx="104282" cy="96672"/>
          </a:xfrm>
          <a:custGeom xmlns:a="http://schemas.openxmlformats.org/drawingml/2006/main">
            <a:pathLst>
              <a:path w="104282" h="96672">
                <a:moveTo>
                  <a:pt x="104282" y="46073"/>
                </a:moveTo>
                <a:cubicBezTo>
                  <a:pt x="104282" y="29824"/>
                  <a:pt x="98934" y="16455"/>
                  <a:pt x="89062" y="6582"/>
                </a:cubicBezTo>
                <a:lnTo>
                  <a:pt x="78983" y="13987"/>
                </a:lnTo>
                <a:cubicBezTo>
                  <a:pt x="87005" y="21803"/>
                  <a:pt x="91530" y="33321"/>
                  <a:pt x="91530" y="44634"/>
                </a:cubicBezTo>
                <a:cubicBezTo>
                  <a:pt x="91530" y="66025"/>
                  <a:pt x="75898" y="79189"/>
                  <a:pt x="57180" y="80423"/>
                </a:cubicBezTo>
                <a:lnTo>
                  <a:pt x="57180" y="0"/>
                </a:lnTo>
                <a:lnTo>
                  <a:pt x="53272" y="0"/>
                </a:lnTo>
                <a:cubicBezTo>
                  <a:pt x="23448" y="0"/>
                  <a:pt x="0" y="17689"/>
                  <a:pt x="0" y="47719"/>
                </a:cubicBezTo>
                <a:cubicBezTo>
                  <a:pt x="0" y="76103"/>
                  <a:pt x="23242" y="96672"/>
                  <a:pt x="52038" y="96672"/>
                </a:cubicBezTo>
                <a:cubicBezTo>
                  <a:pt x="83097" y="96672"/>
                  <a:pt x="104282" y="75486"/>
                  <a:pt x="104282" y="46073"/>
                </a:cubicBezTo>
                <a:close/>
                <a:moveTo>
                  <a:pt x="45868" y="15221"/>
                </a:moveTo>
                <a:lnTo>
                  <a:pt x="45868" y="80423"/>
                </a:lnTo>
                <a:cubicBezTo>
                  <a:pt x="30647" y="79600"/>
                  <a:pt x="12752" y="69110"/>
                  <a:pt x="12752" y="47925"/>
                </a:cubicBezTo>
                <a:cubicBezTo>
                  <a:pt x="12752" y="25299"/>
                  <a:pt x="31058" y="15426"/>
                  <a:pt x="45868" y="15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A3E16-C25E-4644-B0AF-150E179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541" y="2133298"/>
            <a:ext cx="128964" cy="56975"/>
          </a:xfrm>
          <a:custGeom xmlns:a="http://schemas.openxmlformats.org/drawingml/2006/main">
            <a:pathLst>
              <a:path w="128964" h="56975">
                <a:moveTo>
                  <a:pt x="128964" y="18512"/>
                </a:moveTo>
                <a:cubicBezTo>
                  <a:pt x="128964" y="9461"/>
                  <a:pt x="126290" y="3908"/>
                  <a:pt x="122588" y="0"/>
                </a:cubicBezTo>
                <a:lnTo>
                  <a:pt x="111070" y="4525"/>
                </a:lnTo>
                <a:cubicBezTo>
                  <a:pt x="113332" y="6582"/>
                  <a:pt x="115183" y="10696"/>
                  <a:pt x="115183" y="15015"/>
                </a:cubicBezTo>
                <a:cubicBezTo>
                  <a:pt x="115183" y="21803"/>
                  <a:pt x="109836" y="25094"/>
                  <a:pt x="102431" y="25094"/>
                </a:cubicBezTo>
                <a:lnTo>
                  <a:pt x="40726" y="25094"/>
                </a:lnTo>
                <a:lnTo>
                  <a:pt x="40726" y="4936"/>
                </a:lnTo>
                <a:lnTo>
                  <a:pt x="27150" y="4936"/>
                </a:lnTo>
                <a:lnTo>
                  <a:pt x="27150" y="25094"/>
                </a:lnTo>
                <a:lnTo>
                  <a:pt x="0" y="25094"/>
                </a:lnTo>
                <a:lnTo>
                  <a:pt x="0" y="40520"/>
                </a:lnTo>
                <a:lnTo>
                  <a:pt x="27150" y="40520"/>
                </a:lnTo>
                <a:lnTo>
                  <a:pt x="27150" y="56975"/>
                </a:lnTo>
                <a:lnTo>
                  <a:pt x="40726" y="56975"/>
                </a:lnTo>
                <a:lnTo>
                  <a:pt x="40726" y="40520"/>
                </a:lnTo>
                <a:lnTo>
                  <a:pt x="105722" y="40520"/>
                </a:lnTo>
                <a:cubicBezTo>
                  <a:pt x="120531" y="40520"/>
                  <a:pt x="128964" y="33115"/>
                  <a:pt x="128964" y="18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195E3-BA2C-4B3F-8F4F-E6869F97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223" y="2025519"/>
            <a:ext cx="104282" cy="96672"/>
          </a:xfrm>
          <a:custGeom xmlns:a="http://schemas.openxmlformats.org/drawingml/2006/main">
            <a:pathLst>
              <a:path w="104282" h="96672">
                <a:moveTo>
                  <a:pt x="104282" y="46073"/>
                </a:moveTo>
                <a:cubicBezTo>
                  <a:pt x="104282" y="29824"/>
                  <a:pt x="98934" y="16455"/>
                  <a:pt x="89062" y="6582"/>
                </a:cubicBezTo>
                <a:lnTo>
                  <a:pt x="78983" y="13987"/>
                </a:lnTo>
                <a:cubicBezTo>
                  <a:pt x="87005" y="21803"/>
                  <a:pt x="91530" y="33321"/>
                  <a:pt x="91530" y="44634"/>
                </a:cubicBezTo>
                <a:cubicBezTo>
                  <a:pt x="91530" y="66025"/>
                  <a:pt x="75898" y="79189"/>
                  <a:pt x="57180" y="80423"/>
                </a:cubicBezTo>
                <a:lnTo>
                  <a:pt x="57180" y="0"/>
                </a:lnTo>
                <a:lnTo>
                  <a:pt x="53272" y="0"/>
                </a:lnTo>
                <a:cubicBezTo>
                  <a:pt x="23448" y="0"/>
                  <a:pt x="0" y="17689"/>
                  <a:pt x="0" y="47719"/>
                </a:cubicBezTo>
                <a:cubicBezTo>
                  <a:pt x="0" y="76103"/>
                  <a:pt x="23242" y="96672"/>
                  <a:pt x="52038" y="96672"/>
                </a:cubicBezTo>
                <a:cubicBezTo>
                  <a:pt x="83097" y="96672"/>
                  <a:pt x="104282" y="75486"/>
                  <a:pt x="104282" y="46073"/>
                </a:cubicBezTo>
                <a:close/>
                <a:moveTo>
                  <a:pt x="45868" y="15221"/>
                </a:moveTo>
                <a:lnTo>
                  <a:pt x="45868" y="80423"/>
                </a:lnTo>
                <a:cubicBezTo>
                  <a:pt x="30647" y="79600"/>
                  <a:pt x="12752" y="69110"/>
                  <a:pt x="12752" y="47925"/>
                </a:cubicBezTo>
                <a:cubicBezTo>
                  <a:pt x="12752" y="25299"/>
                  <a:pt x="31058" y="15426"/>
                  <a:pt x="45868" y="15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76307-91FE-4632-A8E7-3A7397B1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223" y="1920414"/>
            <a:ext cx="104282" cy="85976"/>
          </a:xfrm>
          <a:custGeom xmlns:a="http://schemas.openxmlformats.org/drawingml/2006/main">
            <a:pathLst>
              <a:path w="104282" h="85976">
                <a:moveTo>
                  <a:pt x="104282" y="36406"/>
                </a:moveTo>
                <a:cubicBezTo>
                  <a:pt x="104282" y="18306"/>
                  <a:pt x="96878" y="7610"/>
                  <a:pt x="87005" y="0"/>
                </a:cubicBezTo>
                <a:lnTo>
                  <a:pt x="77543" y="10284"/>
                </a:lnTo>
                <a:cubicBezTo>
                  <a:pt x="86388" y="16866"/>
                  <a:pt x="90501" y="25299"/>
                  <a:pt x="90501" y="35583"/>
                </a:cubicBezTo>
                <a:cubicBezTo>
                  <a:pt x="90501" y="56769"/>
                  <a:pt x="74047" y="69933"/>
                  <a:pt x="52038" y="69933"/>
                </a:cubicBezTo>
                <a:cubicBezTo>
                  <a:pt x="30030" y="69933"/>
                  <a:pt x="13781" y="56769"/>
                  <a:pt x="13781" y="35583"/>
                </a:cubicBezTo>
                <a:cubicBezTo>
                  <a:pt x="13781" y="25299"/>
                  <a:pt x="17689" y="16866"/>
                  <a:pt x="26739" y="10284"/>
                </a:cubicBezTo>
                <a:lnTo>
                  <a:pt x="17278" y="0"/>
                </a:lnTo>
                <a:cubicBezTo>
                  <a:pt x="7405" y="7610"/>
                  <a:pt x="0" y="18306"/>
                  <a:pt x="0" y="36406"/>
                </a:cubicBezTo>
                <a:cubicBezTo>
                  <a:pt x="0" y="66025"/>
                  <a:pt x="22625" y="85976"/>
                  <a:pt x="52038" y="85976"/>
                </a:cubicBezTo>
                <a:cubicBezTo>
                  <a:pt x="81657" y="85976"/>
                  <a:pt x="104282" y="66025"/>
                  <a:pt x="104282" y="364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19453-65B3-4FDB-968A-DD78F423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541" y="1855212"/>
            <a:ext cx="128964" cy="56975"/>
          </a:xfrm>
          <a:custGeom xmlns:a="http://schemas.openxmlformats.org/drawingml/2006/main">
            <a:pathLst>
              <a:path w="128964" h="56975">
                <a:moveTo>
                  <a:pt x="128964" y="18512"/>
                </a:moveTo>
                <a:cubicBezTo>
                  <a:pt x="128964" y="9461"/>
                  <a:pt x="126290" y="3908"/>
                  <a:pt x="122588" y="0"/>
                </a:cubicBezTo>
                <a:lnTo>
                  <a:pt x="111070" y="4525"/>
                </a:lnTo>
                <a:cubicBezTo>
                  <a:pt x="113332" y="6582"/>
                  <a:pt x="115183" y="10696"/>
                  <a:pt x="115183" y="15015"/>
                </a:cubicBezTo>
                <a:cubicBezTo>
                  <a:pt x="115183" y="21803"/>
                  <a:pt x="109836" y="25094"/>
                  <a:pt x="102431" y="25094"/>
                </a:cubicBezTo>
                <a:lnTo>
                  <a:pt x="40726" y="25094"/>
                </a:lnTo>
                <a:lnTo>
                  <a:pt x="40726" y="4936"/>
                </a:lnTo>
                <a:lnTo>
                  <a:pt x="27150" y="4936"/>
                </a:lnTo>
                <a:lnTo>
                  <a:pt x="27150" y="25094"/>
                </a:lnTo>
                <a:lnTo>
                  <a:pt x="0" y="25094"/>
                </a:lnTo>
                <a:lnTo>
                  <a:pt x="0" y="40520"/>
                </a:lnTo>
                <a:lnTo>
                  <a:pt x="27150" y="40520"/>
                </a:lnTo>
                <a:lnTo>
                  <a:pt x="27150" y="56975"/>
                </a:lnTo>
                <a:lnTo>
                  <a:pt x="40726" y="56975"/>
                </a:lnTo>
                <a:lnTo>
                  <a:pt x="40726" y="40520"/>
                </a:lnTo>
                <a:lnTo>
                  <a:pt x="105722" y="40520"/>
                </a:lnTo>
                <a:cubicBezTo>
                  <a:pt x="120531" y="40520"/>
                  <a:pt x="128964" y="33115"/>
                  <a:pt x="128964" y="18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BD1B2-B833-4B2B-8BA4-ECCFC6A5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17" y="462147"/>
            <a:ext cx="1028424" cy="267390"/>
          </a:xfrm>
          <a:custGeom xmlns:a="http://schemas.openxmlformats.org/drawingml/2006/main">
            <a:pathLst>
              <a:path w="1028424" h="267390">
                <a:moveTo>
                  <a:pt x="0" y="0"/>
                </a:moveTo>
                <a:lnTo>
                  <a:pt x="1028424" y="0"/>
                </a:lnTo>
                <a:lnTo>
                  <a:pt x="1028424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trace_load">
            <a:extLst xmlns:a="http://schemas.openxmlformats.org/drawingml/2006/main">
              <a:ext uri="{FF2B5EF4-FFF2-40B4-BE49-F238E27FC236}">
                <a16:creationId xmlns:a16="http://schemas.microsoft.com/office/drawing/2014/main" id="{D14DB30E-E0A5-4A09-955D-0271A15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16" y="516654"/>
            <a:ext cx="1000862" cy="165578"/>
          </a:xfrm>
          <a:custGeom xmlns:a="http://schemas.openxmlformats.org/drawingml/2006/main">
            <a:pathLst>
              <a:path w="1000862" h="165578">
                <a:moveTo>
                  <a:pt x="50596" y="152823"/>
                </a:moveTo>
                <a:cubicBezTo>
                  <a:pt x="47581" y="152823"/>
                  <a:pt x="44530" y="152445"/>
                  <a:pt x="41444" y="151690"/>
                </a:cubicBezTo>
                <a:cubicBezTo>
                  <a:pt x="38358" y="150937"/>
                  <a:pt x="35547" y="149635"/>
                  <a:pt x="33011" y="147786"/>
                </a:cubicBezTo>
                <a:cubicBezTo>
                  <a:pt x="30475" y="145934"/>
                  <a:pt x="28316" y="143706"/>
                  <a:pt x="26533" y="141101"/>
                </a:cubicBezTo>
                <a:cubicBezTo>
                  <a:pt x="24750" y="138496"/>
                  <a:pt x="23344" y="135719"/>
                  <a:pt x="22315" y="132771"/>
                </a:cubicBezTo>
                <a:cubicBezTo>
                  <a:pt x="21287" y="129823"/>
                  <a:pt x="20602" y="126806"/>
                  <a:pt x="20259" y="123720"/>
                </a:cubicBezTo>
                <a:cubicBezTo>
                  <a:pt x="19916" y="120633"/>
                  <a:pt x="19744" y="117514"/>
                  <a:pt x="19744" y="114361"/>
                </a:cubicBezTo>
                <a:lnTo>
                  <a:pt x="19744" y="58621"/>
                </a:lnTo>
                <a:lnTo>
                  <a:pt x="0" y="58621"/>
                </a:lnTo>
                <a:lnTo>
                  <a:pt x="0" y="44221"/>
                </a:lnTo>
                <a:lnTo>
                  <a:pt x="19744" y="44221"/>
                </a:lnTo>
                <a:lnTo>
                  <a:pt x="19744" y="0"/>
                </a:lnTo>
                <a:lnTo>
                  <a:pt x="35788" y="0"/>
                </a:lnTo>
                <a:lnTo>
                  <a:pt x="35788" y="44221"/>
                </a:lnTo>
                <a:lnTo>
                  <a:pt x="71988" y="44221"/>
                </a:lnTo>
                <a:lnTo>
                  <a:pt x="71988" y="58621"/>
                </a:lnTo>
                <a:lnTo>
                  <a:pt x="35788" y="58621"/>
                </a:lnTo>
                <a:lnTo>
                  <a:pt x="35788" y="114361"/>
                </a:lnTo>
                <a:cubicBezTo>
                  <a:pt x="35788" y="116143"/>
                  <a:pt x="35856" y="117926"/>
                  <a:pt x="35992" y="119709"/>
                </a:cubicBezTo>
                <a:cubicBezTo>
                  <a:pt x="36130" y="121491"/>
                  <a:pt x="36405" y="123239"/>
                  <a:pt x="36815" y="124953"/>
                </a:cubicBezTo>
                <a:cubicBezTo>
                  <a:pt x="37227" y="126667"/>
                  <a:pt x="37775" y="128347"/>
                  <a:pt x="38459" y="129994"/>
                </a:cubicBezTo>
                <a:cubicBezTo>
                  <a:pt x="39145" y="131638"/>
                  <a:pt x="40071" y="133112"/>
                  <a:pt x="41237" y="134416"/>
                </a:cubicBezTo>
                <a:cubicBezTo>
                  <a:pt x="42404" y="135717"/>
                  <a:pt x="43845" y="136711"/>
                  <a:pt x="45558" y="137397"/>
                </a:cubicBezTo>
                <a:cubicBezTo>
                  <a:pt x="47272" y="138084"/>
                  <a:pt x="48951" y="138427"/>
                  <a:pt x="50596" y="138427"/>
                </a:cubicBezTo>
                <a:cubicBezTo>
                  <a:pt x="52242" y="138427"/>
                  <a:pt x="53854" y="138153"/>
                  <a:pt x="55429" y="137604"/>
                </a:cubicBezTo>
                <a:cubicBezTo>
                  <a:pt x="57007" y="137054"/>
                  <a:pt x="58378" y="136231"/>
                  <a:pt x="59544" y="135134"/>
                </a:cubicBezTo>
                <a:cubicBezTo>
                  <a:pt x="60709" y="134038"/>
                  <a:pt x="61668" y="132770"/>
                  <a:pt x="62422" y="131331"/>
                </a:cubicBezTo>
                <a:cubicBezTo>
                  <a:pt x="63177" y="129891"/>
                  <a:pt x="63794" y="128382"/>
                  <a:pt x="64273" y="126805"/>
                </a:cubicBezTo>
                <a:cubicBezTo>
                  <a:pt x="64755" y="125227"/>
                  <a:pt x="65098" y="123616"/>
                  <a:pt x="65303" y="121972"/>
                </a:cubicBezTo>
                <a:cubicBezTo>
                  <a:pt x="65510" y="120325"/>
                  <a:pt x="65613" y="118679"/>
                  <a:pt x="65613" y="117035"/>
                </a:cubicBezTo>
                <a:cubicBezTo>
                  <a:pt x="65613" y="116897"/>
                  <a:pt x="65613" y="116725"/>
                  <a:pt x="65613" y="116520"/>
                </a:cubicBezTo>
                <a:cubicBezTo>
                  <a:pt x="65613" y="116315"/>
                  <a:pt x="65613" y="116075"/>
                  <a:pt x="65613" y="115801"/>
                </a:cubicBezTo>
                <a:lnTo>
                  <a:pt x="81654" y="115801"/>
                </a:lnTo>
                <a:cubicBezTo>
                  <a:pt x="81654" y="116211"/>
                  <a:pt x="81654" y="116588"/>
                  <a:pt x="81654" y="116931"/>
                </a:cubicBezTo>
                <a:cubicBezTo>
                  <a:pt x="81654" y="117274"/>
                  <a:pt x="81654" y="117583"/>
                  <a:pt x="81654" y="117857"/>
                </a:cubicBezTo>
                <a:cubicBezTo>
                  <a:pt x="81654" y="120874"/>
                  <a:pt x="81380" y="123822"/>
                  <a:pt x="80832" y="126701"/>
                </a:cubicBezTo>
                <a:cubicBezTo>
                  <a:pt x="80284" y="129580"/>
                  <a:pt x="79461" y="132357"/>
                  <a:pt x="78362" y="135031"/>
                </a:cubicBezTo>
                <a:cubicBezTo>
                  <a:pt x="77266" y="137705"/>
                  <a:pt x="75792" y="140242"/>
                  <a:pt x="73940" y="142642"/>
                </a:cubicBezTo>
                <a:cubicBezTo>
                  <a:pt x="72090" y="145042"/>
                  <a:pt x="69931" y="147030"/>
                  <a:pt x="67462" y="148608"/>
                </a:cubicBezTo>
                <a:cubicBezTo>
                  <a:pt x="64995" y="150184"/>
                  <a:pt x="62321" y="151280"/>
                  <a:pt x="59440" y="151897"/>
                </a:cubicBezTo>
                <a:cubicBezTo>
                  <a:pt x="56561" y="152514"/>
                  <a:pt x="53613" y="152823"/>
                  <a:pt x="50596" y="152823"/>
                </a:cubicBezTo>
                <a:close/>
                <a:moveTo>
                  <a:pt x="113946" y="151178"/>
                </a:moveTo>
                <a:lnTo>
                  <a:pt x="113946" y="44221"/>
                </a:lnTo>
                <a:lnTo>
                  <a:pt x="129990" y="44221"/>
                </a:lnTo>
                <a:lnTo>
                  <a:pt x="129990" y="66436"/>
                </a:lnTo>
                <a:cubicBezTo>
                  <a:pt x="130813" y="63419"/>
                  <a:pt x="131978" y="60471"/>
                  <a:pt x="133487" y="57591"/>
                </a:cubicBezTo>
                <a:cubicBezTo>
                  <a:pt x="134995" y="54712"/>
                  <a:pt x="136846" y="52107"/>
                  <a:pt x="139039" y="49777"/>
                </a:cubicBezTo>
                <a:cubicBezTo>
                  <a:pt x="141233" y="47446"/>
                  <a:pt x="143839" y="45663"/>
                  <a:pt x="146857" y="44429"/>
                </a:cubicBezTo>
                <a:cubicBezTo>
                  <a:pt x="149874" y="43194"/>
                  <a:pt x="152959" y="42577"/>
                  <a:pt x="156112" y="42577"/>
                </a:cubicBezTo>
                <a:cubicBezTo>
                  <a:pt x="158719" y="42577"/>
                  <a:pt x="161291" y="42886"/>
                  <a:pt x="163826" y="43503"/>
                </a:cubicBezTo>
                <a:cubicBezTo>
                  <a:pt x="166362" y="44120"/>
                  <a:pt x="168659" y="45183"/>
                  <a:pt x="170715" y="46691"/>
                </a:cubicBezTo>
                <a:cubicBezTo>
                  <a:pt x="172772" y="48200"/>
                  <a:pt x="174520" y="50017"/>
                  <a:pt x="175960" y="52143"/>
                </a:cubicBezTo>
                <a:cubicBezTo>
                  <a:pt x="177402" y="54267"/>
                  <a:pt x="178499" y="56529"/>
                  <a:pt x="179252" y="58928"/>
                </a:cubicBezTo>
                <a:cubicBezTo>
                  <a:pt x="180008" y="61328"/>
                  <a:pt x="180522" y="63797"/>
                  <a:pt x="180796" y="66335"/>
                </a:cubicBezTo>
                <a:cubicBezTo>
                  <a:pt x="181070" y="68871"/>
                  <a:pt x="181207" y="71442"/>
                  <a:pt x="181207" y="74047"/>
                </a:cubicBezTo>
                <a:lnTo>
                  <a:pt x="165163" y="74047"/>
                </a:lnTo>
                <a:cubicBezTo>
                  <a:pt x="165163" y="71990"/>
                  <a:pt x="164992" y="69968"/>
                  <a:pt x="164649" y="67980"/>
                </a:cubicBezTo>
                <a:cubicBezTo>
                  <a:pt x="164306" y="65990"/>
                  <a:pt x="163619" y="64104"/>
                  <a:pt x="162590" y="62321"/>
                </a:cubicBezTo>
                <a:cubicBezTo>
                  <a:pt x="161563" y="60539"/>
                  <a:pt x="160123" y="59203"/>
                  <a:pt x="158271" y="58313"/>
                </a:cubicBezTo>
                <a:cubicBezTo>
                  <a:pt x="156422" y="57422"/>
                  <a:pt x="154468" y="56976"/>
                  <a:pt x="152412" y="56976"/>
                </a:cubicBezTo>
                <a:cubicBezTo>
                  <a:pt x="149669" y="56976"/>
                  <a:pt x="147028" y="57559"/>
                  <a:pt x="144490" y="58724"/>
                </a:cubicBezTo>
                <a:cubicBezTo>
                  <a:pt x="141954" y="59890"/>
                  <a:pt x="139829" y="61501"/>
                  <a:pt x="138116" y="63558"/>
                </a:cubicBezTo>
                <a:cubicBezTo>
                  <a:pt x="136402" y="65615"/>
                  <a:pt x="135031" y="67912"/>
                  <a:pt x="134001" y="70450"/>
                </a:cubicBezTo>
                <a:cubicBezTo>
                  <a:pt x="132974" y="72986"/>
                  <a:pt x="132152" y="75591"/>
                  <a:pt x="131534" y="78265"/>
                </a:cubicBezTo>
                <a:cubicBezTo>
                  <a:pt x="130917" y="80937"/>
                  <a:pt x="130505" y="83644"/>
                  <a:pt x="130298" y="86387"/>
                </a:cubicBezTo>
                <a:cubicBezTo>
                  <a:pt x="130093" y="89130"/>
                  <a:pt x="129990" y="91804"/>
                  <a:pt x="129990" y="94409"/>
                </a:cubicBezTo>
                <a:lnTo>
                  <a:pt x="129990" y="151178"/>
                </a:lnTo>
                <a:lnTo>
                  <a:pt x="113946" y="151178"/>
                </a:lnTo>
                <a:close/>
                <a:moveTo>
                  <a:pt x="232833" y="152823"/>
                </a:moveTo>
                <a:cubicBezTo>
                  <a:pt x="228719" y="152823"/>
                  <a:pt x="224674" y="152207"/>
                  <a:pt x="220696" y="150974"/>
                </a:cubicBezTo>
                <a:cubicBezTo>
                  <a:pt x="216721" y="149740"/>
                  <a:pt x="213327" y="147614"/>
                  <a:pt x="210515" y="144597"/>
                </a:cubicBezTo>
                <a:cubicBezTo>
                  <a:pt x="207705" y="141580"/>
                  <a:pt x="205717" y="138084"/>
                  <a:pt x="204552" y="134108"/>
                </a:cubicBezTo>
                <a:cubicBezTo>
                  <a:pt x="203386" y="130131"/>
                  <a:pt x="202804" y="126153"/>
                  <a:pt x="202804" y="122176"/>
                </a:cubicBezTo>
                <a:cubicBezTo>
                  <a:pt x="202804" y="118610"/>
                  <a:pt x="203249" y="115114"/>
                  <a:pt x="204141" y="111687"/>
                </a:cubicBezTo>
                <a:cubicBezTo>
                  <a:pt x="205032" y="108259"/>
                  <a:pt x="206541" y="105174"/>
                  <a:pt x="208666" y="102431"/>
                </a:cubicBezTo>
                <a:cubicBezTo>
                  <a:pt x="210792" y="99688"/>
                  <a:pt x="213363" y="97392"/>
                  <a:pt x="216378" y="95542"/>
                </a:cubicBezTo>
                <a:cubicBezTo>
                  <a:pt x="219395" y="93691"/>
                  <a:pt x="222582" y="92216"/>
                  <a:pt x="225941" y="91120"/>
                </a:cubicBezTo>
                <a:cubicBezTo>
                  <a:pt x="229301" y="90022"/>
                  <a:pt x="232695" y="89267"/>
                  <a:pt x="236122" y="88857"/>
                </a:cubicBezTo>
                <a:cubicBezTo>
                  <a:pt x="239551" y="88445"/>
                  <a:pt x="243049" y="88239"/>
                  <a:pt x="246614" y="88239"/>
                </a:cubicBezTo>
                <a:lnTo>
                  <a:pt x="264921" y="88239"/>
                </a:lnTo>
                <a:lnTo>
                  <a:pt x="264921" y="78161"/>
                </a:lnTo>
                <a:cubicBezTo>
                  <a:pt x="264921" y="75280"/>
                  <a:pt x="264441" y="72400"/>
                  <a:pt x="263480" y="69521"/>
                </a:cubicBezTo>
                <a:cubicBezTo>
                  <a:pt x="262520" y="66642"/>
                  <a:pt x="260942" y="64243"/>
                  <a:pt x="258747" y="62324"/>
                </a:cubicBezTo>
                <a:cubicBezTo>
                  <a:pt x="256555" y="60404"/>
                  <a:pt x="254019" y="59032"/>
                  <a:pt x="251140" y="58210"/>
                </a:cubicBezTo>
                <a:cubicBezTo>
                  <a:pt x="248261" y="57387"/>
                  <a:pt x="245381" y="56976"/>
                  <a:pt x="242499" y="56976"/>
                </a:cubicBezTo>
                <a:cubicBezTo>
                  <a:pt x="239758" y="56976"/>
                  <a:pt x="237051" y="57250"/>
                  <a:pt x="234377" y="57799"/>
                </a:cubicBezTo>
                <a:cubicBezTo>
                  <a:pt x="231703" y="58347"/>
                  <a:pt x="229269" y="59375"/>
                  <a:pt x="227074" y="60884"/>
                </a:cubicBezTo>
                <a:cubicBezTo>
                  <a:pt x="224881" y="62392"/>
                  <a:pt x="223167" y="64381"/>
                  <a:pt x="221933" y="66850"/>
                </a:cubicBezTo>
                <a:cubicBezTo>
                  <a:pt x="220698" y="69317"/>
                  <a:pt x="220081" y="71853"/>
                  <a:pt x="220081" y="74458"/>
                </a:cubicBezTo>
                <a:lnTo>
                  <a:pt x="204037" y="74458"/>
                </a:lnTo>
                <a:cubicBezTo>
                  <a:pt x="204037" y="71305"/>
                  <a:pt x="204483" y="68219"/>
                  <a:pt x="205374" y="65202"/>
                </a:cubicBezTo>
                <a:cubicBezTo>
                  <a:pt x="206265" y="62185"/>
                  <a:pt x="207602" y="59374"/>
                  <a:pt x="209385" y="56769"/>
                </a:cubicBezTo>
                <a:cubicBezTo>
                  <a:pt x="211168" y="54164"/>
                  <a:pt x="213327" y="51936"/>
                  <a:pt x="215863" y="50084"/>
                </a:cubicBezTo>
                <a:cubicBezTo>
                  <a:pt x="218401" y="48232"/>
                  <a:pt x="221109" y="46724"/>
                  <a:pt x="223988" y="45558"/>
                </a:cubicBezTo>
                <a:cubicBezTo>
                  <a:pt x="226868" y="44393"/>
                  <a:pt x="229884" y="43605"/>
                  <a:pt x="233037" y="43195"/>
                </a:cubicBezTo>
                <a:cubicBezTo>
                  <a:pt x="236192" y="42783"/>
                  <a:pt x="239346" y="42577"/>
                  <a:pt x="242499" y="42577"/>
                </a:cubicBezTo>
                <a:cubicBezTo>
                  <a:pt x="245791" y="42577"/>
                  <a:pt x="249082" y="42818"/>
                  <a:pt x="252373" y="43299"/>
                </a:cubicBezTo>
                <a:cubicBezTo>
                  <a:pt x="255664" y="43778"/>
                  <a:pt x="258819" y="44703"/>
                  <a:pt x="261836" y="46073"/>
                </a:cubicBezTo>
                <a:cubicBezTo>
                  <a:pt x="264853" y="47444"/>
                  <a:pt x="267629" y="49226"/>
                  <a:pt x="270165" y="51421"/>
                </a:cubicBezTo>
                <a:cubicBezTo>
                  <a:pt x="272701" y="53616"/>
                  <a:pt x="274791" y="56153"/>
                  <a:pt x="276436" y="59032"/>
                </a:cubicBezTo>
                <a:cubicBezTo>
                  <a:pt x="278083" y="61911"/>
                  <a:pt x="279249" y="64996"/>
                  <a:pt x="279935" y="68287"/>
                </a:cubicBezTo>
                <a:cubicBezTo>
                  <a:pt x="280622" y="71579"/>
                  <a:pt x="280965" y="74870"/>
                  <a:pt x="280965" y="78161"/>
                </a:cubicBezTo>
                <a:lnTo>
                  <a:pt x="280965" y="151178"/>
                </a:lnTo>
                <a:lnTo>
                  <a:pt x="264921" y="151178"/>
                </a:lnTo>
                <a:lnTo>
                  <a:pt x="264921" y="133490"/>
                </a:lnTo>
                <a:cubicBezTo>
                  <a:pt x="263686" y="136507"/>
                  <a:pt x="261937" y="139285"/>
                  <a:pt x="259673" y="141823"/>
                </a:cubicBezTo>
                <a:cubicBezTo>
                  <a:pt x="257411" y="144358"/>
                  <a:pt x="254841" y="146483"/>
                  <a:pt x="251962" y="148197"/>
                </a:cubicBezTo>
                <a:cubicBezTo>
                  <a:pt x="249083" y="149910"/>
                  <a:pt x="245998" y="151109"/>
                  <a:pt x="242707" y="151794"/>
                </a:cubicBezTo>
                <a:cubicBezTo>
                  <a:pt x="239415" y="152480"/>
                  <a:pt x="236124" y="152823"/>
                  <a:pt x="232833" y="152823"/>
                </a:cubicBezTo>
                <a:moveTo>
                  <a:pt x="239003" y="138427"/>
                </a:moveTo>
                <a:cubicBezTo>
                  <a:pt x="242294" y="138427"/>
                  <a:pt x="245619" y="137981"/>
                  <a:pt x="248977" y="137090"/>
                </a:cubicBezTo>
                <a:cubicBezTo>
                  <a:pt x="252338" y="136198"/>
                  <a:pt x="255252" y="134622"/>
                  <a:pt x="257721" y="132360"/>
                </a:cubicBezTo>
                <a:cubicBezTo>
                  <a:pt x="260190" y="130096"/>
                  <a:pt x="262007" y="127353"/>
                  <a:pt x="263173" y="124131"/>
                </a:cubicBezTo>
                <a:cubicBezTo>
                  <a:pt x="264338" y="120909"/>
                  <a:pt x="264921" y="117584"/>
                  <a:pt x="264921" y="114157"/>
                </a:cubicBezTo>
                <a:lnTo>
                  <a:pt x="264921" y="102638"/>
                </a:lnTo>
                <a:lnTo>
                  <a:pt x="246614" y="102638"/>
                </a:lnTo>
                <a:cubicBezTo>
                  <a:pt x="244557" y="102638"/>
                  <a:pt x="242466" y="102741"/>
                  <a:pt x="240340" y="102946"/>
                </a:cubicBezTo>
                <a:cubicBezTo>
                  <a:pt x="238216" y="103151"/>
                  <a:pt x="236160" y="103494"/>
                  <a:pt x="234170" y="103975"/>
                </a:cubicBezTo>
                <a:cubicBezTo>
                  <a:pt x="232182" y="104455"/>
                  <a:pt x="230228" y="105140"/>
                  <a:pt x="228307" y="106031"/>
                </a:cubicBezTo>
                <a:cubicBezTo>
                  <a:pt x="226388" y="106922"/>
                  <a:pt x="224675" y="108054"/>
                  <a:pt x="223166" y="109427"/>
                </a:cubicBezTo>
                <a:cubicBezTo>
                  <a:pt x="221658" y="110797"/>
                  <a:pt x="220560" y="112477"/>
                  <a:pt x="219874" y="114464"/>
                </a:cubicBezTo>
                <a:cubicBezTo>
                  <a:pt x="219190" y="116452"/>
                  <a:pt x="218848" y="118474"/>
                  <a:pt x="218848" y="120531"/>
                </a:cubicBezTo>
                <a:cubicBezTo>
                  <a:pt x="218848" y="123000"/>
                  <a:pt x="219327" y="125469"/>
                  <a:pt x="220285" y="127938"/>
                </a:cubicBezTo>
                <a:cubicBezTo>
                  <a:pt x="221245" y="130405"/>
                  <a:pt x="222685" y="132461"/>
                  <a:pt x="224604" y="134108"/>
                </a:cubicBezTo>
                <a:cubicBezTo>
                  <a:pt x="226524" y="135753"/>
                  <a:pt x="228753" y="136884"/>
                  <a:pt x="231289" y="137501"/>
                </a:cubicBezTo>
                <a:cubicBezTo>
                  <a:pt x="233827" y="138118"/>
                  <a:pt x="236398" y="138427"/>
                  <a:pt x="239003" y="138427"/>
                </a:cubicBezTo>
                <a:close/>
                <a:moveTo>
                  <a:pt x="344930" y="152823"/>
                </a:moveTo>
                <a:cubicBezTo>
                  <a:pt x="341365" y="152823"/>
                  <a:pt x="337732" y="152445"/>
                  <a:pt x="334030" y="151690"/>
                </a:cubicBezTo>
                <a:cubicBezTo>
                  <a:pt x="330329" y="150937"/>
                  <a:pt x="326901" y="149635"/>
                  <a:pt x="323746" y="147786"/>
                </a:cubicBezTo>
                <a:cubicBezTo>
                  <a:pt x="320592" y="145934"/>
                  <a:pt x="317816" y="143603"/>
                  <a:pt x="315416" y="140793"/>
                </a:cubicBezTo>
                <a:cubicBezTo>
                  <a:pt x="313016" y="137981"/>
                  <a:pt x="311062" y="134896"/>
                  <a:pt x="309553" y="131538"/>
                </a:cubicBezTo>
                <a:cubicBezTo>
                  <a:pt x="308045" y="128177"/>
                  <a:pt x="307016" y="124680"/>
                  <a:pt x="306468" y="121046"/>
                </a:cubicBezTo>
                <a:cubicBezTo>
                  <a:pt x="305920" y="117411"/>
                  <a:pt x="305646" y="113743"/>
                  <a:pt x="305646" y="110042"/>
                </a:cubicBezTo>
                <a:lnTo>
                  <a:pt x="305646" y="85358"/>
                </a:lnTo>
                <a:cubicBezTo>
                  <a:pt x="305646" y="81656"/>
                  <a:pt x="305920" y="77990"/>
                  <a:pt x="306468" y="74357"/>
                </a:cubicBezTo>
                <a:cubicBezTo>
                  <a:pt x="307016" y="70723"/>
                  <a:pt x="308045" y="67226"/>
                  <a:pt x="309553" y="63865"/>
                </a:cubicBezTo>
                <a:cubicBezTo>
                  <a:pt x="311062" y="60505"/>
                  <a:pt x="313016" y="57420"/>
                  <a:pt x="315416" y="54610"/>
                </a:cubicBezTo>
                <a:cubicBezTo>
                  <a:pt x="317816" y="51798"/>
                  <a:pt x="320592" y="49467"/>
                  <a:pt x="323746" y="47617"/>
                </a:cubicBezTo>
                <a:cubicBezTo>
                  <a:pt x="326901" y="45766"/>
                  <a:pt x="330329" y="44463"/>
                  <a:pt x="334030" y="43710"/>
                </a:cubicBezTo>
                <a:cubicBezTo>
                  <a:pt x="337732" y="42955"/>
                  <a:pt x="341365" y="42577"/>
                  <a:pt x="344930" y="42577"/>
                </a:cubicBezTo>
                <a:cubicBezTo>
                  <a:pt x="348360" y="42577"/>
                  <a:pt x="351788" y="42886"/>
                  <a:pt x="355215" y="43503"/>
                </a:cubicBezTo>
                <a:cubicBezTo>
                  <a:pt x="358645" y="44120"/>
                  <a:pt x="361901" y="45183"/>
                  <a:pt x="364986" y="46691"/>
                </a:cubicBezTo>
                <a:cubicBezTo>
                  <a:pt x="368072" y="48200"/>
                  <a:pt x="370848" y="50154"/>
                  <a:pt x="373315" y="52554"/>
                </a:cubicBezTo>
                <a:cubicBezTo>
                  <a:pt x="375784" y="54952"/>
                  <a:pt x="377841" y="57659"/>
                  <a:pt x="379485" y="60677"/>
                </a:cubicBezTo>
                <a:cubicBezTo>
                  <a:pt x="381132" y="63694"/>
                  <a:pt x="382332" y="66882"/>
                  <a:pt x="383085" y="70243"/>
                </a:cubicBezTo>
                <a:cubicBezTo>
                  <a:pt x="383841" y="73601"/>
                  <a:pt x="384218" y="76995"/>
                  <a:pt x="384218" y="80424"/>
                </a:cubicBezTo>
                <a:lnTo>
                  <a:pt x="384218" y="80528"/>
                </a:lnTo>
                <a:cubicBezTo>
                  <a:pt x="384218" y="80595"/>
                  <a:pt x="384218" y="80697"/>
                  <a:pt x="384218" y="80835"/>
                </a:cubicBezTo>
                <a:lnTo>
                  <a:pt x="368174" y="80835"/>
                </a:lnTo>
                <a:lnTo>
                  <a:pt x="368174" y="80732"/>
                </a:lnTo>
                <a:lnTo>
                  <a:pt x="368174" y="80628"/>
                </a:lnTo>
                <a:cubicBezTo>
                  <a:pt x="368174" y="77475"/>
                  <a:pt x="367694" y="74390"/>
                  <a:pt x="366734" y="71373"/>
                </a:cubicBezTo>
                <a:cubicBezTo>
                  <a:pt x="365773" y="68355"/>
                  <a:pt x="364196" y="65716"/>
                  <a:pt x="362001" y="63454"/>
                </a:cubicBezTo>
                <a:cubicBezTo>
                  <a:pt x="359808" y="61192"/>
                  <a:pt x="357203" y="59548"/>
                  <a:pt x="354186" y="58520"/>
                </a:cubicBezTo>
                <a:cubicBezTo>
                  <a:pt x="351171" y="57491"/>
                  <a:pt x="348086" y="56976"/>
                  <a:pt x="344930" y="56976"/>
                </a:cubicBezTo>
                <a:cubicBezTo>
                  <a:pt x="342600" y="56976"/>
                  <a:pt x="340303" y="57250"/>
                  <a:pt x="338041" y="57799"/>
                </a:cubicBezTo>
                <a:cubicBezTo>
                  <a:pt x="335780" y="58347"/>
                  <a:pt x="333688" y="59307"/>
                  <a:pt x="331768" y="60680"/>
                </a:cubicBezTo>
                <a:cubicBezTo>
                  <a:pt x="329849" y="62050"/>
                  <a:pt x="328238" y="63696"/>
                  <a:pt x="326934" y="65617"/>
                </a:cubicBezTo>
                <a:cubicBezTo>
                  <a:pt x="325631" y="67535"/>
                  <a:pt x="324568" y="69558"/>
                  <a:pt x="323746" y="71683"/>
                </a:cubicBezTo>
                <a:cubicBezTo>
                  <a:pt x="322923" y="73807"/>
                  <a:pt x="322375" y="76034"/>
                  <a:pt x="322101" y="78365"/>
                </a:cubicBezTo>
                <a:cubicBezTo>
                  <a:pt x="321827" y="80696"/>
                  <a:pt x="321690" y="83027"/>
                  <a:pt x="321690" y="85358"/>
                </a:cubicBezTo>
                <a:lnTo>
                  <a:pt x="321690" y="110042"/>
                </a:lnTo>
                <a:cubicBezTo>
                  <a:pt x="321690" y="112373"/>
                  <a:pt x="321827" y="114704"/>
                  <a:pt x="322101" y="117035"/>
                </a:cubicBezTo>
                <a:cubicBezTo>
                  <a:pt x="322375" y="119366"/>
                  <a:pt x="322923" y="121594"/>
                  <a:pt x="323746" y="123720"/>
                </a:cubicBezTo>
                <a:cubicBezTo>
                  <a:pt x="324568" y="125845"/>
                  <a:pt x="325631" y="127869"/>
                  <a:pt x="326934" y="129790"/>
                </a:cubicBezTo>
                <a:cubicBezTo>
                  <a:pt x="328238" y="131708"/>
                  <a:pt x="329849" y="133353"/>
                  <a:pt x="331768" y="134723"/>
                </a:cubicBezTo>
                <a:cubicBezTo>
                  <a:pt x="333688" y="136094"/>
                  <a:pt x="335780" y="137054"/>
                  <a:pt x="338041" y="137604"/>
                </a:cubicBezTo>
                <a:cubicBezTo>
                  <a:pt x="340303" y="138153"/>
                  <a:pt x="342600" y="138427"/>
                  <a:pt x="344930" y="138427"/>
                </a:cubicBezTo>
                <a:cubicBezTo>
                  <a:pt x="348086" y="138427"/>
                  <a:pt x="351171" y="137913"/>
                  <a:pt x="354186" y="136886"/>
                </a:cubicBezTo>
                <a:cubicBezTo>
                  <a:pt x="357203" y="135856"/>
                  <a:pt x="359808" y="134211"/>
                  <a:pt x="362001" y="131949"/>
                </a:cubicBezTo>
                <a:cubicBezTo>
                  <a:pt x="364196" y="129685"/>
                  <a:pt x="365773" y="127044"/>
                  <a:pt x="366734" y="124027"/>
                </a:cubicBezTo>
                <a:cubicBezTo>
                  <a:pt x="367694" y="121010"/>
                  <a:pt x="368174" y="117925"/>
                  <a:pt x="368174" y="114772"/>
                </a:cubicBezTo>
                <a:lnTo>
                  <a:pt x="368174" y="114671"/>
                </a:lnTo>
                <a:lnTo>
                  <a:pt x="368174" y="114568"/>
                </a:lnTo>
                <a:lnTo>
                  <a:pt x="384218" y="114568"/>
                </a:lnTo>
                <a:cubicBezTo>
                  <a:pt x="384218" y="114704"/>
                  <a:pt x="384218" y="114806"/>
                  <a:pt x="384218" y="114875"/>
                </a:cubicBezTo>
                <a:lnTo>
                  <a:pt x="384218" y="114979"/>
                </a:lnTo>
                <a:cubicBezTo>
                  <a:pt x="384218" y="118406"/>
                  <a:pt x="383841" y="121800"/>
                  <a:pt x="383085" y="125160"/>
                </a:cubicBezTo>
                <a:cubicBezTo>
                  <a:pt x="382332" y="128518"/>
                  <a:pt x="381132" y="131706"/>
                  <a:pt x="379485" y="134723"/>
                </a:cubicBezTo>
                <a:cubicBezTo>
                  <a:pt x="377841" y="137740"/>
                  <a:pt x="375784" y="140449"/>
                  <a:pt x="373315" y="142849"/>
                </a:cubicBezTo>
                <a:cubicBezTo>
                  <a:pt x="370848" y="145249"/>
                  <a:pt x="368072" y="147203"/>
                  <a:pt x="364986" y="148712"/>
                </a:cubicBezTo>
                <a:cubicBezTo>
                  <a:pt x="361901" y="150218"/>
                  <a:pt x="358645" y="151280"/>
                  <a:pt x="355215" y="151897"/>
                </a:cubicBezTo>
                <a:cubicBezTo>
                  <a:pt x="351788" y="152514"/>
                  <a:pt x="348360" y="152823"/>
                  <a:pt x="344930" y="152823"/>
                </a:cubicBezTo>
                <a:close/>
                <a:moveTo>
                  <a:pt x="448802" y="152823"/>
                </a:moveTo>
                <a:cubicBezTo>
                  <a:pt x="445101" y="152823"/>
                  <a:pt x="441399" y="152480"/>
                  <a:pt x="437695" y="151794"/>
                </a:cubicBezTo>
                <a:cubicBezTo>
                  <a:pt x="433994" y="151109"/>
                  <a:pt x="430531" y="149841"/>
                  <a:pt x="427307" y="147990"/>
                </a:cubicBezTo>
                <a:cubicBezTo>
                  <a:pt x="424085" y="146138"/>
                  <a:pt x="421206" y="143807"/>
                  <a:pt x="418670" y="140997"/>
                </a:cubicBezTo>
                <a:cubicBezTo>
                  <a:pt x="416134" y="138185"/>
                  <a:pt x="414077" y="135100"/>
                  <a:pt x="412499" y="131742"/>
                </a:cubicBezTo>
                <a:cubicBezTo>
                  <a:pt x="410922" y="128381"/>
                  <a:pt x="409859" y="124851"/>
                  <a:pt x="409311" y="121149"/>
                </a:cubicBezTo>
                <a:cubicBezTo>
                  <a:pt x="408762" y="117446"/>
                  <a:pt x="408488" y="113743"/>
                  <a:pt x="408488" y="110042"/>
                </a:cubicBezTo>
                <a:lnTo>
                  <a:pt x="408488" y="85358"/>
                </a:lnTo>
                <a:cubicBezTo>
                  <a:pt x="408488" y="81656"/>
                  <a:pt x="408762" y="77955"/>
                  <a:pt x="409311" y="74254"/>
                </a:cubicBezTo>
                <a:cubicBezTo>
                  <a:pt x="409859" y="70550"/>
                  <a:pt x="410887" y="67020"/>
                  <a:pt x="412396" y="63661"/>
                </a:cubicBezTo>
                <a:cubicBezTo>
                  <a:pt x="413904" y="60301"/>
                  <a:pt x="415927" y="57216"/>
                  <a:pt x="418462" y="54406"/>
                </a:cubicBezTo>
                <a:cubicBezTo>
                  <a:pt x="421000" y="51594"/>
                  <a:pt x="423846" y="49296"/>
                  <a:pt x="426999" y="47514"/>
                </a:cubicBezTo>
                <a:cubicBezTo>
                  <a:pt x="430154" y="45731"/>
                  <a:pt x="433583" y="44463"/>
                  <a:pt x="437284" y="43710"/>
                </a:cubicBezTo>
                <a:cubicBezTo>
                  <a:pt x="440988" y="42955"/>
                  <a:pt x="444690" y="42577"/>
                  <a:pt x="448391" y="42577"/>
                </a:cubicBezTo>
                <a:cubicBezTo>
                  <a:pt x="452093" y="42577"/>
                  <a:pt x="455794" y="42955"/>
                  <a:pt x="459495" y="43710"/>
                </a:cubicBezTo>
                <a:cubicBezTo>
                  <a:pt x="463199" y="44463"/>
                  <a:pt x="466627" y="45731"/>
                  <a:pt x="469780" y="47514"/>
                </a:cubicBezTo>
                <a:cubicBezTo>
                  <a:pt x="472935" y="49296"/>
                  <a:pt x="475781" y="51594"/>
                  <a:pt x="478317" y="54406"/>
                </a:cubicBezTo>
                <a:cubicBezTo>
                  <a:pt x="480855" y="57216"/>
                  <a:pt x="482878" y="60301"/>
                  <a:pt x="484387" y="63661"/>
                </a:cubicBezTo>
                <a:cubicBezTo>
                  <a:pt x="485895" y="67020"/>
                  <a:pt x="486924" y="70550"/>
                  <a:pt x="487472" y="74254"/>
                </a:cubicBezTo>
                <a:cubicBezTo>
                  <a:pt x="488020" y="77955"/>
                  <a:pt x="488294" y="81656"/>
                  <a:pt x="488294" y="85358"/>
                </a:cubicBezTo>
                <a:lnTo>
                  <a:pt x="488294" y="104898"/>
                </a:lnTo>
                <a:lnTo>
                  <a:pt x="424532" y="104898"/>
                </a:lnTo>
                <a:lnTo>
                  <a:pt x="424532" y="110042"/>
                </a:lnTo>
                <a:cubicBezTo>
                  <a:pt x="424532" y="112373"/>
                  <a:pt x="424669" y="114704"/>
                  <a:pt x="424943" y="117035"/>
                </a:cubicBezTo>
                <a:cubicBezTo>
                  <a:pt x="425218" y="119366"/>
                  <a:pt x="425800" y="121628"/>
                  <a:pt x="426692" y="123823"/>
                </a:cubicBezTo>
                <a:cubicBezTo>
                  <a:pt x="427583" y="126016"/>
                  <a:pt x="428748" y="128073"/>
                  <a:pt x="430188" y="129994"/>
                </a:cubicBezTo>
                <a:cubicBezTo>
                  <a:pt x="431627" y="131912"/>
                  <a:pt x="433341" y="133523"/>
                  <a:pt x="435329" y="134827"/>
                </a:cubicBezTo>
                <a:cubicBezTo>
                  <a:pt x="437319" y="136128"/>
                  <a:pt x="439479" y="137054"/>
                  <a:pt x="441810" y="137604"/>
                </a:cubicBezTo>
                <a:cubicBezTo>
                  <a:pt x="444141" y="138153"/>
                  <a:pt x="446472" y="138427"/>
                  <a:pt x="448802" y="138427"/>
                </a:cubicBezTo>
                <a:cubicBezTo>
                  <a:pt x="451407" y="138427"/>
                  <a:pt x="454047" y="138153"/>
                  <a:pt x="456721" y="137604"/>
                </a:cubicBezTo>
                <a:cubicBezTo>
                  <a:pt x="459395" y="137054"/>
                  <a:pt x="461828" y="136094"/>
                  <a:pt x="464021" y="134723"/>
                </a:cubicBezTo>
                <a:cubicBezTo>
                  <a:pt x="466216" y="133353"/>
                  <a:pt x="468033" y="131502"/>
                  <a:pt x="469473" y="129171"/>
                </a:cubicBezTo>
                <a:cubicBezTo>
                  <a:pt x="470914" y="126840"/>
                  <a:pt x="471703" y="124303"/>
                  <a:pt x="471839" y="121560"/>
                </a:cubicBezTo>
                <a:lnTo>
                  <a:pt x="487883" y="121560"/>
                </a:lnTo>
                <a:cubicBezTo>
                  <a:pt x="487745" y="124714"/>
                  <a:pt x="487161" y="127764"/>
                  <a:pt x="486132" y="130712"/>
                </a:cubicBezTo>
                <a:cubicBezTo>
                  <a:pt x="485104" y="133660"/>
                  <a:pt x="483665" y="136403"/>
                  <a:pt x="481813" y="138941"/>
                </a:cubicBezTo>
                <a:cubicBezTo>
                  <a:pt x="479963" y="141477"/>
                  <a:pt x="477770" y="143671"/>
                  <a:pt x="475232" y="145523"/>
                </a:cubicBezTo>
                <a:cubicBezTo>
                  <a:pt x="472696" y="147372"/>
                  <a:pt x="469988" y="148847"/>
                  <a:pt x="467109" y="149945"/>
                </a:cubicBezTo>
                <a:cubicBezTo>
                  <a:pt x="464230" y="151041"/>
                  <a:pt x="461213" y="151795"/>
                  <a:pt x="458058" y="152205"/>
                </a:cubicBezTo>
                <a:cubicBezTo>
                  <a:pt x="454905" y="152617"/>
                  <a:pt x="451820" y="152823"/>
                  <a:pt x="448802" y="152823"/>
                </a:cubicBezTo>
                <a:moveTo>
                  <a:pt x="472250" y="90502"/>
                </a:moveTo>
                <a:lnTo>
                  <a:pt x="472250" y="85358"/>
                </a:lnTo>
                <a:cubicBezTo>
                  <a:pt x="472250" y="83027"/>
                  <a:pt x="472113" y="80696"/>
                  <a:pt x="471839" y="78365"/>
                </a:cubicBezTo>
                <a:cubicBezTo>
                  <a:pt x="471565" y="76034"/>
                  <a:pt x="471017" y="73773"/>
                  <a:pt x="470194" y="71580"/>
                </a:cubicBezTo>
                <a:cubicBezTo>
                  <a:pt x="469372" y="69385"/>
                  <a:pt x="468240" y="67328"/>
                  <a:pt x="466799" y="65409"/>
                </a:cubicBezTo>
                <a:cubicBezTo>
                  <a:pt x="465359" y="63489"/>
                  <a:pt x="463679" y="61878"/>
                  <a:pt x="461758" y="60576"/>
                </a:cubicBezTo>
                <a:cubicBezTo>
                  <a:pt x="459839" y="59273"/>
                  <a:pt x="457715" y="58347"/>
                  <a:pt x="455384" y="57799"/>
                </a:cubicBezTo>
                <a:cubicBezTo>
                  <a:pt x="453053" y="57250"/>
                  <a:pt x="450722" y="56976"/>
                  <a:pt x="448391" y="56976"/>
                </a:cubicBezTo>
                <a:cubicBezTo>
                  <a:pt x="446060" y="56976"/>
                  <a:pt x="443730" y="57250"/>
                  <a:pt x="441399" y="57799"/>
                </a:cubicBezTo>
                <a:cubicBezTo>
                  <a:pt x="439068" y="58347"/>
                  <a:pt x="436942" y="59273"/>
                  <a:pt x="435021" y="60576"/>
                </a:cubicBezTo>
                <a:cubicBezTo>
                  <a:pt x="433103" y="61878"/>
                  <a:pt x="431422" y="63489"/>
                  <a:pt x="429981" y="65409"/>
                </a:cubicBezTo>
                <a:cubicBezTo>
                  <a:pt x="428541" y="67328"/>
                  <a:pt x="427410" y="69385"/>
                  <a:pt x="426588" y="71580"/>
                </a:cubicBezTo>
                <a:cubicBezTo>
                  <a:pt x="425766" y="73773"/>
                  <a:pt x="425218" y="76034"/>
                  <a:pt x="424943" y="78365"/>
                </a:cubicBezTo>
                <a:cubicBezTo>
                  <a:pt x="424669" y="80696"/>
                  <a:pt x="424532" y="83027"/>
                  <a:pt x="424532" y="85358"/>
                </a:cubicBezTo>
                <a:lnTo>
                  <a:pt x="424532" y="90502"/>
                </a:lnTo>
                <a:lnTo>
                  <a:pt x="472250" y="90502"/>
                </a:lnTo>
                <a:close/>
                <a:moveTo>
                  <a:pt x="512975" y="165578"/>
                </a:moveTo>
                <a:lnTo>
                  <a:pt x="512975" y="151178"/>
                </a:lnTo>
                <a:lnTo>
                  <a:pt x="589492" y="151178"/>
                </a:lnTo>
                <a:lnTo>
                  <a:pt x="589492" y="165578"/>
                </a:lnTo>
                <a:lnTo>
                  <a:pt x="512975" y="165578"/>
                </a:lnTo>
                <a:close/>
                <a:moveTo>
                  <a:pt x="618081" y="151178"/>
                </a:moveTo>
                <a:lnTo>
                  <a:pt x="618081" y="136779"/>
                </a:lnTo>
                <a:lnTo>
                  <a:pt x="647495" y="136779"/>
                </a:lnTo>
                <a:lnTo>
                  <a:pt x="647495" y="14399"/>
                </a:lnTo>
                <a:lnTo>
                  <a:pt x="620962" y="14399"/>
                </a:lnTo>
                <a:lnTo>
                  <a:pt x="620962" y="0"/>
                </a:lnTo>
                <a:lnTo>
                  <a:pt x="663539" y="0"/>
                </a:lnTo>
                <a:lnTo>
                  <a:pt x="663539" y="136779"/>
                </a:lnTo>
                <a:lnTo>
                  <a:pt x="690072" y="136779"/>
                </a:lnTo>
                <a:lnTo>
                  <a:pt x="690072" y="151178"/>
                </a:lnTo>
                <a:lnTo>
                  <a:pt x="618081" y="151178"/>
                </a:lnTo>
                <a:close/>
                <a:moveTo>
                  <a:pt x="756918" y="152823"/>
                </a:moveTo>
                <a:cubicBezTo>
                  <a:pt x="753217" y="152823"/>
                  <a:pt x="749515" y="152445"/>
                  <a:pt x="745811" y="151690"/>
                </a:cubicBezTo>
                <a:cubicBezTo>
                  <a:pt x="742110" y="150937"/>
                  <a:pt x="738682" y="149669"/>
                  <a:pt x="735526" y="147886"/>
                </a:cubicBezTo>
                <a:cubicBezTo>
                  <a:pt x="732373" y="146103"/>
                  <a:pt x="729528" y="143807"/>
                  <a:pt x="726990" y="140997"/>
                </a:cubicBezTo>
                <a:cubicBezTo>
                  <a:pt x="724454" y="138185"/>
                  <a:pt x="722431" y="135100"/>
                  <a:pt x="720923" y="131742"/>
                </a:cubicBezTo>
                <a:cubicBezTo>
                  <a:pt x="719414" y="128381"/>
                  <a:pt x="718386" y="124851"/>
                  <a:pt x="717838" y="121149"/>
                </a:cubicBezTo>
                <a:cubicBezTo>
                  <a:pt x="717290" y="117446"/>
                  <a:pt x="717015" y="113743"/>
                  <a:pt x="717015" y="110042"/>
                </a:cubicBezTo>
                <a:lnTo>
                  <a:pt x="717015" y="85358"/>
                </a:lnTo>
                <a:cubicBezTo>
                  <a:pt x="717015" y="81656"/>
                  <a:pt x="717290" y="77955"/>
                  <a:pt x="717838" y="74254"/>
                </a:cubicBezTo>
                <a:cubicBezTo>
                  <a:pt x="718386" y="70550"/>
                  <a:pt x="719414" y="67020"/>
                  <a:pt x="720923" y="63661"/>
                </a:cubicBezTo>
                <a:cubicBezTo>
                  <a:pt x="722431" y="60301"/>
                  <a:pt x="724454" y="57216"/>
                  <a:pt x="726990" y="54406"/>
                </a:cubicBezTo>
                <a:cubicBezTo>
                  <a:pt x="729528" y="51594"/>
                  <a:pt x="732408" y="49296"/>
                  <a:pt x="735630" y="47514"/>
                </a:cubicBezTo>
                <a:cubicBezTo>
                  <a:pt x="738852" y="45731"/>
                  <a:pt x="742280" y="44360"/>
                  <a:pt x="745915" y="43399"/>
                </a:cubicBezTo>
                <a:cubicBezTo>
                  <a:pt x="749549" y="42439"/>
                  <a:pt x="753217" y="41959"/>
                  <a:pt x="756918" y="41959"/>
                </a:cubicBezTo>
                <a:cubicBezTo>
                  <a:pt x="760620" y="41959"/>
                  <a:pt x="764288" y="42439"/>
                  <a:pt x="767922" y="43399"/>
                </a:cubicBezTo>
                <a:cubicBezTo>
                  <a:pt x="771556" y="44360"/>
                  <a:pt x="774985" y="45731"/>
                  <a:pt x="778207" y="47514"/>
                </a:cubicBezTo>
                <a:cubicBezTo>
                  <a:pt x="781429" y="49296"/>
                  <a:pt x="784308" y="51594"/>
                  <a:pt x="786844" y="54406"/>
                </a:cubicBezTo>
                <a:cubicBezTo>
                  <a:pt x="789382" y="57216"/>
                  <a:pt x="791405" y="60301"/>
                  <a:pt x="792914" y="63661"/>
                </a:cubicBezTo>
                <a:cubicBezTo>
                  <a:pt x="794422" y="67020"/>
                  <a:pt x="795451" y="70550"/>
                  <a:pt x="795999" y="74254"/>
                </a:cubicBezTo>
                <a:cubicBezTo>
                  <a:pt x="796547" y="77955"/>
                  <a:pt x="796821" y="81656"/>
                  <a:pt x="796821" y="85358"/>
                </a:cubicBezTo>
                <a:lnTo>
                  <a:pt x="796821" y="110042"/>
                </a:lnTo>
                <a:cubicBezTo>
                  <a:pt x="796821" y="113743"/>
                  <a:pt x="796547" y="117446"/>
                  <a:pt x="795999" y="121149"/>
                </a:cubicBezTo>
                <a:cubicBezTo>
                  <a:pt x="795451" y="124851"/>
                  <a:pt x="794422" y="128381"/>
                  <a:pt x="792914" y="131742"/>
                </a:cubicBezTo>
                <a:cubicBezTo>
                  <a:pt x="791405" y="135100"/>
                  <a:pt x="789382" y="138185"/>
                  <a:pt x="786844" y="140997"/>
                </a:cubicBezTo>
                <a:cubicBezTo>
                  <a:pt x="784308" y="143807"/>
                  <a:pt x="781462" y="146103"/>
                  <a:pt x="778307" y="147886"/>
                </a:cubicBezTo>
                <a:cubicBezTo>
                  <a:pt x="775154" y="149669"/>
                  <a:pt x="771726" y="150937"/>
                  <a:pt x="768022" y="151690"/>
                </a:cubicBezTo>
                <a:cubicBezTo>
                  <a:pt x="764321" y="152445"/>
                  <a:pt x="760620" y="152823"/>
                  <a:pt x="756918" y="152823"/>
                </a:cubicBezTo>
                <a:moveTo>
                  <a:pt x="756918" y="138427"/>
                </a:moveTo>
                <a:cubicBezTo>
                  <a:pt x="759249" y="138427"/>
                  <a:pt x="761580" y="138153"/>
                  <a:pt x="763911" y="137604"/>
                </a:cubicBezTo>
                <a:cubicBezTo>
                  <a:pt x="766242" y="137054"/>
                  <a:pt x="768367" y="136128"/>
                  <a:pt x="770285" y="134827"/>
                </a:cubicBezTo>
                <a:cubicBezTo>
                  <a:pt x="772206" y="133523"/>
                  <a:pt x="773886" y="131912"/>
                  <a:pt x="775326" y="129994"/>
                </a:cubicBezTo>
                <a:cubicBezTo>
                  <a:pt x="776767" y="128073"/>
                  <a:pt x="777899" y="126016"/>
                  <a:pt x="778721" y="123823"/>
                </a:cubicBezTo>
                <a:cubicBezTo>
                  <a:pt x="779544" y="121628"/>
                  <a:pt x="780092" y="119366"/>
                  <a:pt x="780366" y="117035"/>
                </a:cubicBezTo>
                <a:cubicBezTo>
                  <a:pt x="780640" y="114704"/>
                  <a:pt x="780777" y="112373"/>
                  <a:pt x="780777" y="110042"/>
                </a:cubicBezTo>
                <a:lnTo>
                  <a:pt x="780777" y="85358"/>
                </a:lnTo>
                <a:cubicBezTo>
                  <a:pt x="780777" y="83027"/>
                  <a:pt x="780640" y="80696"/>
                  <a:pt x="780366" y="78365"/>
                </a:cubicBezTo>
                <a:cubicBezTo>
                  <a:pt x="780092" y="76034"/>
                  <a:pt x="779509" y="73738"/>
                  <a:pt x="778618" y="71476"/>
                </a:cubicBezTo>
                <a:cubicBezTo>
                  <a:pt x="777727" y="69212"/>
                  <a:pt x="776595" y="67121"/>
                  <a:pt x="775222" y="65202"/>
                </a:cubicBezTo>
                <a:cubicBezTo>
                  <a:pt x="773852" y="63282"/>
                  <a:pt x="772172" y="61705"/>
                  <a:pt x="770185" y="60473"/>
                </a:cubicBezTo>
                <a:cubicBezTo>
                  <a:pt x="768197" y="59238"/>
                  <a:pt x="766038" y="58347"/>
                  <a:pt x="763707" y="57799"/>
                </a:cubicBezTo>
                <a:cubicBezTo>
                  <a:pt x="761376" y="57250"/>
                  <a:pt x="758976" y="56976"/>
                  <a:pt x="756507" y="56976"/>
                </a:cubicBezTo>
                <a:cubicBezTo>
                  <a:pt x="754176" y="56976"/>
                  <a:pt x="751879" y="57285"/>
                  <a:pt x="749615" y="57902"/>
                </a:cubicBezTo>
                <a:cubicBezTo>
                  <a:pt x="747353" y="58517"/>
                  <a:pt x="745262" y="59477"/>
                  <a:pt x="743341" y="60780"/>
                </a:cubicBezTo>
                <a:cubicBezTo>
                  <a:pt x="741423" y="62084"/>
                  <a:pt x="739777" y="63696"/>
                  <a:pt x="738404" y="65617"/>
                </a:cubicBezTo>
                <a:cubicBezTo>
                  <a:pt x="737034" y="67535"/>
                  <a:pt x="735937" y="69558"/>
                  <a:pt x="735115" y="71683"/>
                </a:cubicBezTo>
                <a:cubicBezTo>
                  <a:pt x="734293" y="73807"/>
                  <a:pt x="733745" y="76034"/>
                  <a:pt x="733471" y="78365"/>
                </a:cubicBezTo>
                <a:cubicBezTo>
                  <a:pt x="733196" y="80696"/>
                  <a:pt x="733059" y="83027"/>
                  <a:pt x="733059" y="85358"/>
                </a:cubicBezTo>
                <a:lnTo>
                  <a:pt x="733059" y="110042"/>
                </a:lnTo>
                <a:cubicBezTo>
                  <a:pt x="733059" y="112373"/>
                  <a:pt x="733196" y="114704"/>
                  <a:pt x="733471" y="117035"/>
                </a:cubicBezTo>
                <a:cubicBezTo>
                  <a:pt x="733745" y="119366"/>
                  <a:pt x="734293" y="121628"/>
                  <a:pt x="735115" y="123823"/>
                </a:cubicBezTo>
                <a:cubicBezTo>
                  <a:pt x="735937" y="126016"/>
                  <a:pt x="737068" y="128073"/>
                  <a:pt x="738508" y="129994"/>
                </a:cubicBezTo>
                <a:cubicBezTo>
                  <a:pt x="739949" y="131912"/>
                  <a:pt x="741630" y="133523"/>
                  <a:pt x="743548" y="134827"/>
                </a:cubicBezTo>
                <a:cubicBezTo>
                  <a:pt x="745469" y="136128"/>
                  <a:pt x="747595" y="137054"/>
                  <a:pt x="749926" y="137604"/>
                </a:cubicBezTo>
                <a:cubicBezTo>
                  <a:pt x="752257" y="138153"/>
                  <a:pt x="754587" y="138427"/>
                  <a:pt x="756918" y="138427"/>
                </a:cubicBezTo>
                <a:close/>
                <a:moveTo>
                  <a:pt x="849887" y="152823"/>
                </a:moveTo>
                <a:cubicBezTo>
                  <a:pt x="845774" y="152823"/>
                  <a:pt x="841728" y="152207"/>
                  <a:pt x="837751" y="150974"/>
                </a:cubicBezTo>
                <a:cubicBezTo>
                  <a:pt x="833775" y="149740"/>
                  <a:pt x="830381" y="147614"/>
                  <a:pt x="827569" y="144597"/>
                </a:cubicBezTo>
                <a:cubicBezTo>
                  <a:pt x="824759" y="141580"/>
                  <a:pt x="822771" y="138084"/>
                  <a:pt x="821606" y="134108"/>
                </a:cubicBezTo>
                <a:cubicBezTo>
                  <a:pt x="820441" y="130131"/>
                  <a:pt x="819858" y="126153"/>
                  <a:pt x="819858" y="122176"/>
                </a:cubicBezTo>
                <a:cubicBezTo>
                  <a:pt x="819858" y="118610"/>
                  <a:pt x="820304" y="115114"/>
                  <a:pt x="821195" y="111687"/>
                </a:cubicBezTo>
                <a:cubicBezTo>
                  <a:pt x="822086" y="108259"/>
                  <a:pt x="823595" y="105174"/>
                  <a:pt x="825721" y="102431"/>
                </a:cubicBezTo>
                <a:cubicBezTo>
                  <a:pt x="827846" y="99688"/>
                  <a:pt x="830417" y="97392"/>
                  <a:pt x="833432" y="95542"/>
                </a:cubicBezTo>
                <a:cubicBezTo>
                  <a:pt x="836449" y="93691"/>
                  <a:pt x="839637" y="92216"/>
                  <a:pt x="842995" y="91120"/>
                </a:cubicBezTo>
                <a:cubicBezTo>
                  <a:pt x="846355" y="90022"/>
                  <a:pt x="849749" y="89267"/>
                  <a:pt x="853176" y="88857"/>
                </a:cubicBezTo>
                <a:cubicBezTo>
                  <a:pt x="856606" y="88445"/>
                  <a:pt x="860103" y="88239"/>
                  <a:pt x="863668" y="88239"/>
                </a:cubicBezTo>
                <a:lnTo>
                  <a:pt x="881975" y="88239"/>
                </a:lnTo>
                <a:lnTo>
                  <a:pt x="881975" y="78161"/>
                </a:lnTo>
                <a:cubicBezTo>
                  <a:pt x="881975" y="75280"/>
                  <a:pt x="881495" y="72400"/>
                  <a:pt x="880535" y="69521"/>
                </a:cubicBezTo>
                <a:cubicBezTo>
                  <a:pt x="879574" y="66642"/>
                  <a:pt x="877997" y="64243"/>
                  <a:pt x="875802" y="62324"/>
                </a:cubicBezTo>
                <a:cubicBezTo>
                  <a:pt x="873609" y="60404"/>
                  <a:pt x="871073" y="59032"/>
                  <a:pt x="868194" y="58210"/>
                </a:cubicBezTo>
                <a:cubicBezTo>
                  <a:pt x="865315" y="57387"/>
                  <a:pt x="862435" y="56976"/>
                  <a:pt x="859554" y="56976"/>
                </a:cubicBezTo>
                <a:cubicBezTo>
                  <a:pt x="856813" y="56976"/>
                  <a:pt x="854105" y="57250"/>
                  <a:pt x="851431" y="57799"/>
                </a:cubicBezTo>
                <a:cubicBezTo>
                  <a:pt x="848757" y="58347"/>
                  <a:pt x="846323" y="59375"/>
                  <a:pt x="844128" y="60884"/>
                </a:cubicBezTo>
                <a:cubicBezTo>
                  <a:pt x="841935" y="62392"/>
                  <a:pt x="840222" y="64381"/>
                  <a:pt x="838987" y="66850"/>
                </a:cubicBezTo>
                <a:cubicBezTo>
                  <a:pt x="837753" y="69317"/>
                  <a:pt x="837135" y="71853"/>
                  <a:pt x="837135" y="74458"/>
                </a:cubicBezTo>
                <a:lnTo>
                  <a:pt x="821091" y="74458"/>
                </a:lnTo>
                <a:cubicBezTo>
                  <a:pt x="821091" y="71305"/>
                  <a:pt x="821537" y="68219"/>
                  <a:pt x="822428" y="65202"/>
                </a:cubicBezTo>
                <a:cubicBezTo>
                  <a:pt x="823320" y="62185"/>
                  <a:pt x="824657" y="59374"/>
                  <a:pt x="826439" y="56769"/>
                </a:cubicBezTo>
                <a:cubicBezTo>
                  <a:pt x="828222" y="54164"/>
                  <a:pt x="830381" y="51936"/>
                  <a:pt x="832917" y="50084"/>
                </a:cubicBezTo>
                <a:cubicBezTo>
                  <a:pt x="835455" y="48232"/>
                  <a:pt x="838164" y="46724"/>
                  <a:pt x="841043" y="45558"/>
                </a:cubicBezTo>
                <a:cubicBezTo>
                  <a:pt x="843922" y="44393"/>
                  <a:pt x="846938" y="43605"/>
                  <a:pt x="850091" y="43195"/>
                </a:cubicBezTo>
                <a:cubicBezTo>
                  <a:pt x="853246" y="42783"/>
                  <a:pt x="856401" y="42577"/>
                  <a:pt x="859554" y="42577"/>
                </a:cubicBezTo>
                <a:cubicBezTo>
                  <a:pt x="862845" y="42577"/>
                  <a:pt x="866136" y="42818"/>
                  <a:pt x="869427" y="43299"/>
                </a:cubicBezTo>
                <a:cubicBezTo>
                  <a:pt x="872719" y="43778"/>
                  <a:pt x="875873" y="44703"/>
                  <a:pt x="878890" y="46073"/>
                </a:cubicBezTo>
                <a:cubicBezTo>
                  <a:pt x="881907" y="47444"/>
                  <a:pt x="884684" y="49226"/>
                  <a:pt x="887220" y="51421"/>
                </a:cubicBezTo>
                <a:cubicBezTo>
                  <a:pt x="889755" y="53616"/>
                  <a:pt x="891846" y="56153"/>
                  <a:pt x="893490" y="59032"/>
                </a:cubicBezTo>
                <a:cubicBezTo>
                  <a:pt x="895137" y="61911"/>
                  <a:pt x="896303" y="64996"/>
                  <a:pt x="896990" y="68287"/>
                </a:cubicBezTo>
                <a:cubicBezTo>
                  <a:pt x="897676" y="71579"/>
                  <a:pt x="898019" y="74870"/>
                  <a:pt x="898019" y="78161"/>
                </a:cubicBezTo>
                <a:lnTo>
                  <a:pt x="898019" y="151178"/>
                </a:lnTo>
                <a:lnTo>
                  <a:pt x="881975" y="151178"/>
                </a:lnTo>
                <a:lnTo>
                  <a:pt x="881975" y="133490"/>
                </a:lnTo>
                <a:cubicBezTo>
                  <a:pt x="880741" y="136507"/>
                  <a:pt x="878991" y="139285"/>
                  <a:pt x="876728" y="141823"/>
                </a:cubicBezTo>
                <a:cubicBezTo>
                  <a:pt x="874466" y="144358"/>
                  <a:pt x="871895" y="146483"/>
                  <a:pt x="869016" y="148197"/>
                </a:cubicBezTo>
                <a:cubicBezTo>
                  <a:pt x="866137" y="149910"/>
                  <a:pt x="863052" y="151109"/>
                  <a:pt x="859761" y="151794"/>
                </a:cubicBezTo>
                <a:cubicBezTo>
                  <a:pt x="856470" y="152480"/>
                  <a:pt x="853178" y="152823"/>
                  <a:pt x="849887" y="152823"/>
                </a:cubicBezTo>
                <a:moveTo>
                  <a:pt x="856057" y="138427"/>
                </a:moveTo>
                <a:cubicBezTo>
                  <a:pt x="859349" y="138427"/>
                  <a:pt x="862673" y="137981"/>
                  <a:pt x="866032" y="137090"/>
                </a:cubicBezTo>
                <a:cubicBezTo>
                  <a:pt x="869392" y="136198"/>
                  <a:pt x="872306" y="134622"/>
                  <a:pt x="874775" y="132360"/>
                </a:cubicBezTo>
                <a:cubicBezTo>
                  <a:pt x="877244" y="130096"/>
                  <a:pt x="879062" y="127353"/>
                  <a:pt x="880227" y="124131"/>
                </a:cubicBezTo>
                <a:cubicBezTo>
                  <a:pt x="881392" y="120909"/>
                  <a:pt x="881975" y="117584"/>
                  <a:pt x="881975" y="114157"/>
                </a:cubicBezTo>
                <a:lnTo>
                  <a:pt x="881975" y="102638"/>
                </a:lnTo>
                <a:lnTo>
                  <a:pt x="863668" y="102638"/>
                </a:lnTo>
                <a:cubicBezTo>
                  <a:pt x="861611" y="102638"/>
                  <a:pt x="859520" y="102741"/>
                  <a:pt x="857394" y="102946"/>
                </a:cubicBezTo>
                <a:cubicBezTo>
                  <a:pt x="855271" y="103151"/>
                  <a:pt x="853214" y="103494"/>
                  <a:pt x="851224" y="103975"/>
                </a:cubicBezTo>
                <a:cubicBezTo>
                  <a:pt x="849236" y="104455"/>
                  <a:pt x="847282" y="105140"/>
                  <a:pt x="845361" y="106031"/>
                </a:cubicBezTo>
                <a:cubicBezTo>
                  <a:pt x="843443" y="106922"/>
                  <a:pt x="841729" y="108054"/>
                  <a:pt x="840221" y="109427"/>
                </a:cubicBezTo>
                <a:cubicBezTo>
                  <a:pt x="838712" y="110797"/>
                  <a:pt x="837615" y="112477"/>
                  <a:pt x="836928" y="114464"/>
                </a:cubicBezTo>
                <a:cubicBezTo>
                  <a:pt x="836244" y="116452"/>
                  <a:pt x="835902" y="118474"/>
                  <a:pt x="835902" y="120531"/>
                </a:cubicBezTo>
                <a:cubicBezTo>
                  <a:pt x="835902" y="123000"/>
                  <a:pt x="836381" y="125469"/>
                  <a:pt x="837339" y="127938"/>
                </a:cubicBezTo>
                <a:cubicBezTo>
                  <a:pt x="838300" y="130405"/>
                  <a:pt x="839739" y="132461"/>
                  <a:pt x="841658" y="134108"/>
                </a:cubicBezTo>
                <a:cubicBezTo>
                  <a:pt x="843579" y="135753"/>
                  <a:pt x="845807" y="136884"/>
                  <a:pt x="848343" y="137501"/>
                </a:cubicBezTo>
                <a:cubicBezTo>
                  <a:pt x="850881" y="138118"/>
                  <a:pt x="853452" y="138427"/>
                  <a:pt x="856057" y="138427"/>
                </a:cubicBezTo>
                <a:close/>
                <a:moveTo>
                  <a:pt x="956226" y="152823"/>
                </a:moveTo>
                <a:cubicBezTo>
                  <a:pt x="952799" y="152823"/>
                  <a:pt x="949405" y="152343"/>
                  <a:pt x="946044" y="151382"/>
                </a:cubicBezTo>
                <a:cubicBezTo>
                  <a:pt x="942686" y="150424"/>
                  <a:pt x="939636" y="148917"/>
                  <a:pt x="936893" y="146860"/>
                </a:cubicBezTo>
                <a:cubicBezTo>
                  <a:pt x="934150" y="144803"/>
                  <a:pt x="931852" y="142335"/>
                  <a:pt x="930000" y="139456"/>
                </a:cubicBezTo>
                <a:cubicBezTo>
                  <a:pt x="928151" y="136575"/>
                  <a:pt x="926677" y="133523"/>
                  <a:pt x="925578" y="130301"/>
                </a:cubicBezTo>
                <a:cubicBezTo>
                  <a:pt x="924482" y="127079"/>
                  <a:pt x="923728" y="123754"/>
                  <a:pt x="923315" y="120327"/>
                </a:cubicBezTo>
                <a:cubicBezTo>
                  <a:pt x="922905" y="116898"/>
                  <a:pt x="922700" y="113469"/>
                  <a:pt x="922700" y="110042"/>
                </a:cubicBezTo>
                <a:lnTo>
                  <a:pt x="922700" y="85358"/>
                </a:lnTo>
                <a:cubicBezTo>
                  <a:pt x="922700" y="81931"/>
                  <a:pt x="922905" y="78503"/>
                  <a:pt x="923315" y="75076"/>
                </a:cubicBezTo>
                <a:cubicBezTo>
                  <a:pt x="923728" y="71647"/>
                  <a:pt x="924482" y="68321"/>
                  <a:pt x="925578" y="65099"/>
                </a:cubicBezTo>
                <a:cubicBezTo>
                  <a:pt x="926677" y="61877"/>
                  <a:pt x="928151" y="58826"/>
                  <a:pt x="930000" y="55947"/>
                </a:cubicBezTo>
                <a:cubicBezTo>
                  <a:pt x="931852" y="53068"/>
                  <a:pt x="934150" y="50600"/>
                  <a:pt x="936893" y="48543"/>
                </a:cubicBezTo>
                <a:cubicBezTo>
                  <a:pt x="939636" y="46484"/>
                  <a:pt x="942686" y="44976"/>
                  <a:pt x="946044" y="44017"/>
                </a:cubicBezTo>
                <a:cubicBezTo>
                  <a:pt x="949405" y="43057"/>
                  <a:pt x="952799" y="42577"/>
                  <a:pt x="956226" y="42577"/>
                </a:cubicBezTo>
                <a:cubicBezTo>
                  <a:pt x="959381" y="42577"/>
                  <a:pt x="962501" y="42988"/>
                  <a:pt x="965585" y="43810"/>
                </a:cubicBezTo>
                <a:cubicBezTo>
                  <a:pt x="968671" y="44633"/>
                  <a:pt x="971482" y="45970"/>
                  <a:pt x="974018" y="47821"/>
                </a:cubicBezTo>
                <a:cubicBezTo>
                  <a:pt x="976556" y="49673"/>
                  <a:pt x="978716" y="51936"/>
                  <a:pt x="980499" y="54610"/>
                </a:cubicBezTo>
                <a:cubicBezTo>
                  <a:pt x="982282" y="57284"/>
                  <a:pt x="983721" y="60060"/>
                  <a:pt x="984818" y="62939"/>
                </a:cubicBezTo>
                <a:lnTo>
                  <a:pt x="984818" y="0"/>
                </a:lnTo>
                <a:lnTo>
                  <a:pt x="1000862" y="0"/>
                </a:lnTo>
                <a:lnTo>
                  <a:pt x="1000862" y="151178"/>
                </a:lnTo>
                <a:lnTo>
                  <a:pt x="984818" y="151178"/>
                </a:lnTo>
                <a:lnTo>
                  <a:pt x="984818" y="132460"/>
                </a:lnTo>
                <a:cubicBezTo>
                  <a:pt x="983721" y="135339"/>
                  <a:pt x="982282" y="138116"/>
                  <a:pt x="980499" y="140790"/>
                </a:cubicBezTo>
                <a:cubicBezTo>
                  <a:pt x="978716" y="143464"/>
                  <a:pt x="976556" y="145727"/>
                  <a:pt x="974018" y="147579"/>
                </a:cubicBezTo>
                <a:cubicBezTo>
                  <a:pt x="971482" y="149430"/>
                  <a:pt x="968671" y="150767"/>
                  <a:pt x="965585" y="151590"/>
                </a:cubicBezTo>
                <a:cubicBezTo>
                  <a:pt x="962501" y="152412"/>
                  <a:pt x="959381" y="152823"/>
                  <a:pt x="956226" y="152823"/>
                </a:cubicBezTo>
                <a:moveTo>
                  <a:pt x="962396" y="138427"/>
                </a:moveTo>
                <a:lnTo>
                  <a:pt x="962396" y="138427"/>
                </a:lnTo>
                <a:cubicBezTo>
                  <a:pt x="964729" y="138427"/>
                  <a:pt x="967026" y="138118"/>
                  <a:pt x="969288" y="137501"/>
                </a:cubicBezTo>
                <a:cubicBezTo>
                  <a:pt x="971550" y="136884"/>
                  <a:pt x="973572" y="135890"/>
                  <a:pt x="975355" y="134519"/>
                </a:cubicBezTo>
                <a:cubicBezTo>
                  <a:pt x="977138" y="133147"/>
                  <a:pt x="978680" y="131501"/>
                  <a:pt x="979981" y="129582"/>
                </a:cubicBezTo>
                <a:cubicBezTo>
                  <a:pt x="981285" y="127662"/>
                  <a:pt x="982280" y="125639"/>
                  <a:pt x="982966" y="123516"/>
                </a:cubicBezTo>
                <a:cubicBezTo>
                  <a:pt x="983652" y="121390"/>
                  <a:pt x="984132" y="119196"/>
                  <a:pt x="984406" y="116934"/>
                </a:cubicBezTo>
                <a:cubicBezTo>
                  <a:pt x="984680" y="114670"/>
                  <a:pt x="984818" y="112373"/>
                  <a:pt x="984818" y="110042"/>
                </a:cubicBezTo>
                <a:lnTo>
                  <a:pt x="984818" y="85358"/>
                </a:lnTo>
                <a:cubicBezTo>
                  <a:pt x="984818" y="83027"/>
                  <a:pt x="984680" y="80731"/>
                  <a:pt x="984406" y="78469"/>
                </a:cubicBezTo>
                <a:cubicBezTo>
                  <a:pt x="984132" y="76207"/>
                  <a:pt x="983652" y="74013"/>
                  <a:pt x="982966" y="71887"/>
                </a:cubicBezTo>
                <a:cubicBezTo>
                  <a:pt x="982280" y="69762"/>
                  <a:pt x="981285" y="67705"/>
                  <a:pt x="979981" y="65717"/>
                </a:cubicBezTo>
                <a:cubicBezTo>
                  <a:pt x="978680" y="63729"/>
                  <a:pt x="977138" y="62050"/>
                  <a:pt x="975355" y="60680"/>
                </a:cubicBezTo>
                <a:cubicBezTo>
                  <a:pt x="973572" y="59307"/>
                  <a:pt x="971550" y="58347"/>
                  <a:pt x="969288" y="57799"/>
                </a:cubicBezTo>
                <a:cubicBezTo>
                  <a:pt x="967026" y="57250"/>
                  <a:pt x="964729" y="56976"/>
                  <a:pt x="962396" y="56976"/>
                </a:cubicBezTo>
                <a:cubicBezTo>
                  <a:pt x="960065" y="56976"/>
                  <a:pt x="957769" y="57250"/>
                  <a:pt x="955507" y="57799"/>
                </a:cubicBezTo>
                <a:cubicBezTo>
                  <a:pt x="953245" y="58347"/>
                  <a:pt x="951154" y="59273"/>
                  <a:pt x="949233" y="60576"/>
                </a:cubicBezTo>
                <a:cubicBezTo>
                  <a:pt x="947315" y="61878"/>
                  <a:pt x="945634" y="63489"/>
                  <a:pt x="944193" y="65409"/>
                </a:cubicBezTo>
                <a:cubicBezTo>
                  <a:pt x="942753" y="67328"/>
                  <a:pt x="941622" y="69385"/>
                  <a:pt x="940800" y="71580"/>
                </a:cubicBezTo>
                <a:cubicBezTo>
                  <a:pt x="939978" y="73773"/>
                  <a:pt x="939430" y="76034"/>
                  <a:pt x="939155" y="78365"/>
                </a:cubicBezTo>
                <a:cubicBezTo>
                  <a:pt x="938881" y="80696"/>
                  <a:pt x="938744" y="83027"/>
                  <a:pt x="938744" y="85358"/>
                </a:cubicBezTo>
                <a:lnTo>
                  <a:pt x="938744" y="110042"/>
                </a:lnTo>
                <a:cubicBezTo>
                  <a:pt x="938744" y="112373"/>
                  <a:pt x="938881" y="114704"/>
                  <a:pt x="939155" y="117035"/>
                </a:cubicBezTo>
                <a:cubicBezTo>
                  <a:pt x="939430" y="119366"/>
                  <a:pt x="939978" y="121628"/>
                  <a:pt x="940800" y="123823"/>
                </a:cubicBezTo>
                <a:cubicBezTo>
                  <a:pt x="941622" y="126016"/>
                  <a:pt x="942753" y="128073"/>
                  <a:pt x="944193" y="129994"/>
                </a:cubicBezTo>
                <a:cubicBezTo>
                  <a:pt x="945634" y="131912"/>
                  <a:pt x="947315" y="133523"/>
                  <a:pt x="949233" y="134827"/>
                </a:cubicBezTo>
                <a:cubicBezTo>
                  <a:pt x="951154" y="136128"/>
                  <a:pt x="953245" y="137054"/>
                  <a:pt x="955507" y="137604"/>
                </a:cubicBezTo>
                <a:cubicBezTo>
                  <a:pt x="957769" y="138153"/>
                  <a:pt x="960065" y="138427"/>
                  <a:pt x="962396" y="1384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D07A1-AF72-49EC-8DE8-EE6356E5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41" y="462147"/>
            <a:ext cx="205685" cy="267390"/>
          </a:xfrm>
          <a:custGeom xmlns:a="http://schemas.openxmlformats.org/drawingml/2006/main">
            <a:pathLst>
              <a:path w="205685" h="267390">
                <a:moveTo>
                  <a:pt x="0" y="0"/>
                </a:moveTo>
                <a:lnTo>
                  <a:pt x="205685" y="0"/>
                </a:lnTo>
                <a:lnTo>
                  <a:pt x="205685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16(y,yptr);">
            <a:extLst xmlns:a="http://schemas.openxmlformats.org/drawingml/2006/main">
              <a:ext uri="{FF2B5EF4-FFF2-40B4-BE49-F238E27FC236}">
                <a16:creationId xmlns:a16="http://schemas.microsoft.com/office/drawing/2014/main" id="{2AC06A41-663F-4904-A48D-CE91038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70" y="494850"/>
            <a:ext cx="1186802" cy="217203"/>
          </a:xfrm>
          <a:custGeom xmlns:a="http://schemas.openxmlformats.org/drawingml/2006/main">
            <a:pathLst>
              <a:path w="1186802" h="217203">
                <a:moveTo>
                  <a:pt x="37640" y="172982"/>
                </a:moveTo>
                <a:lnTo>
                  <a:pt x="37640" y="40110"/>
                </a:lnTo>
                <a:lnTo>
                  <a:pt x="9255" y="60677"/>
                </a:lnTo>
                <a:lnTo>
                  <a:pt x="0" y="48954"/>
                </a:lnTo>
                <a:lnTo>
                  <a:pt x="37640" y="21803"/>
                </a:lnTo>
                <a:lnTo>
                  <a:pt x="53684" y="21803"/>
                </a:lnTo>
                <a:lnTo>
                  <a:pt x="53684" y="172982"/>
                </a:lnTo>
                <a:lnTo>
                  <a:pt x="37640" y="172982"/>
                </a:lnTo>
                <a:close/>
                <a:moveTo>
                  <a:pt x="142334" y="174626"/>
                </a:moveTo>
                <a:cubicBezTo>
                  <a:pt x="138221" y="174626"/>
                  <a:pt x="134175" y="174078"/>
                  <a:pt x="130198" y="172982"/>
                </a:cubicBezTo>
                <a:cubicBezTo>
                  <a:pt x="126222" y="171885"/>
                  <a:pt x="122623" y="170103"/>
                  <a:pt x="119401" y="167634"/>
                </a:cubicBezTo>
                <a:cubicBezTo>
                  <a:pt x="116179" y="165165"/>
                  <a:pt x="113436" y="162182"/>
                  <a:pt x="111172" y="158686"/>
                </a:cubicBezTo>
                <a:cubicBezTo>
                  <a:pt x="108910" y="155189"/>
                  <a:pt x="107128" y="151522"/>
                  <a:pt x="105824" y="147682"/>
                </a:cubicBezTo>
                <a:cubicBezTo>
                  <a:pt x="104523" y="143843"/>
                  <a:pt x="103631" y="139866"/>
                  <a:pt x="103150" y="135753"/>
                </a:cubicBezTo>
                <a:cubicBezTo>
                  <a:pt x="102671" y="131639"/>
                  <a:pt x="102431" y="127526"/>
                  <a:pt x="102431" y="123412"/>
                </a:cubicBezTo>
                <a:cubicBezTo>
                  <a:pt x="102431" y="117516"/>
                  <a:pt x="103049" y="111689"/>
                  <a:pt x="104283" y="105931"/>
                </a:cubicBezTo>
                <a:cubicBezTo>
                  <a:pt x="105518" y="100170"/>
                  <a:pt x="107197" y="94514"/>
                  <a:pt x="109320" y="88961"/>
                </a:cubicBezTo>
                <a:cubicBezTo>
                  <a:pt x="111446" y="83406"/>
                  <a:pt x="113812" y="77989"/>
                  <a:pt x="116417" y="72710"/>
                </a:cubicBezTo>
                <a:cubicBezTo>
                  <a:pt x="119024" y="67431"/>
                  <a:pt x="121698" y="62186"/>
                  <a:pt x="124439" y="56976"/>
                </a:cubicBezTo>
                <a:lnTo>
                  <a:pt x="141923" y="21803"/>
                </a:lnTo>
                <a:lnTo>
                  <a:pt x="159612" y="21803"/>
                </a:lnTo>
                <a:lnTo>
                  <a:pt x="138631" y="63351"/>
                </a:lnTo>
                <a:cubicBezTo>
                  <a:pt x="136986" y="66642"/>
                  <a:pt x="135273" y="69933"/>
                  <a:pt x="133490" y="73224"/>
                </a:cubicBezTo>
                <a:cubicBezTo>
                  <a:pt x="131707" y="76516"/>
                  <a:pt x="129856" y="79807"/>
                  <a:pt x="127935" y="83098"/>
                </a:cubicBezTo>
                <a:lnTo>
                  <a:pt x="127731" y="83509"/>
                </a:lnTo>
                <a:lnTo>
                  <a:pt x="127524" y="83920"/>
                </a:lnTo>
                <a:cubicBezTo>
                  <a:pt x="129993" y="82824"/>
                  <a:pt x="132495" y="82070"/>
                  <a:pt x="135031" y="81657"/>
                </a:cubicBezTo>
                <a:cubicBezTo>
                  <a:pt x="137569" y="81245"/>
                  <a:pt x="140141" y="81039"/>
                  <a:pt x="142745" y="81039"/>
                </a:cubicBezTo>
                <a:cubicBezTo>
                  <a:pt x="146585" y="81039"/>
                  <a:pt x="150424" y="81485"/>
                  <a:pt x="154264" y="82376"/>
                </a:cubicBezTo>
                <a:cubicBezTo>
                  <a:pt x="158103" y="83268"/>
                  <a:pt x="161599" y="84811"/>
                  <a:pt x="164753" y="87006"/>
                </a:cubicBezTo>
                <a:cubicBezTo>
                  <a:pt x="167908" y="89200"/>
                  <a:pt x="170685" y="91874"/>
                  <a:pt x="173085" y="95028"/>
                </a:cubicBezTo>
                <a:cubicBezTo>
                  <a:pt x="175485" y="98181"/>
                  <a:pt x="177370" y="101540"/>
                  <a:pt x="178741" y="105105"/>
                </a:cubicBezTo>
                <a:cubicBezTo>
                  <a:pt x="180111" y="108671"/>
                  <a:pt x="181036" y="112373"/>
                  <a:pt x="181515" y="116212"/>
                </a:cubicBezTo>
                <a:cubicBezTo>
                  <a:pt x="181997" y="120052"/>
                  <a:pt x="182237" y="123891"/>
                  <a:pt x="182237" y="127731"/>
                </a:cubicBezTo>
                <a:cubicBezTo>
                  <a:pt x="182237" y="131708"/>
                  <a:pt x="181963" y="135617"/>
                  <a:pt x="181415" y="139456"/>
                </a:cubicBezTo>
                <a:cubicBezTo>
                  <a:pt x="180867" y="143296"/>
                  <a:pt x="179906" y="147032"/>
                  <a:pt x="178534" y="150667"/>
                </a:cubicBezTo>
                <a:cubicBezTo>
                  <a:pt x="177163" y="154299"/>
                  <a:pt x="175278" y="157693"/>
                  <a:pt x="172878" y="160848"/>
                </a:cubicBezTo>
                <a:cubicBezTo>
                  <a:pt x="170478" y="164001"/>
                  <a:pt x="167667" y="166641"/>
                  <a:pt x="164445" y="168767"/>
                </a:cubicBezTo>
                <a:cubicBezTo>
                  <a:pt x="161223" y="170890"/>
                  <a:pt x="157692" y="172398"/>
                  <a:pt x="153853" y="173289"/>
                </a:cubicBezTo>
                <a:cubicBezTo>
                  <a:pt x="150013" y="174180"/>
                  <a:pt x="146174" y="174626"/>
                  <a:pt x="142334" y="174626"/>
                </a:cubicBezTo>
                <a:moveTo>
                  <a:pt x="142334" y="160230"/>
                </a:moveTo>
                <a:cubicBezTo>
                  <a:pt x="144803" y="160230"/>
                  <a:pt x="147271" y="159853"/>
                  <a:pt x="149738" y="159100"/>
                </a:cubicBezTo>
                <a:cubicBezTo>
                  <a:pt x="152207" y="158345"/>
                  <a:pt x="154435" y="157145"/>
                  <a:pt x="156423" y="155500"/>
                </a:cubicBezTo>
                <a:cubicBezTo>
                  <a:pt x="158411" y="153853"/>
                  <a:pt x="160056" y="151934"/>
                  <a:pt x="161360" y="149741"/>
                </a:cubicBezTo>
                <a:cubicBezTo>
                  <a:pt x="162663" y="147546"/>
                  <a:pt x="163657" y="145249"/>
                  <a:pt x="164341" y="142849"/>
                </a:cubicBezTo>
                <a:cubicBezTo>
                  <a:pt x="165028" y="140449"/>
                  <a:pt x="165508" y="137981"/>
                  <a:pt x="165782" y="135445"/>
                </a:cubicBezTo>
                <a:cubicBezTo>
                  <a:pt x="166056" y="132907"/>
                  <a:pt x="166193" y="130336"/>
                  <a:pt x="166193" y="127731"/>
                </a:cubicBezTo>
                <a:cubicBezTo>
                  <a:pt x="166193" y="125262"/>
                  <a:pt x="166056" y="122759"/>
                  <a:pt x="165782" y="120223"/>
                </a:cubicBezTo>
                <a:cubicBezTo>
                  <a:pt x="165508" y="117687"/>
                  <a:pt x="165028" y="115220"/>
                  <a:pt x="164341" y="112820"/>
                </a:cubicBezTo>
                <a:cubicBezTo>
                  <a:pt x="163657" y="110420"/>
                  <a:pt x="162663" y="108123"/>
                  <a:pt x="161360" y="105931"/>
                </a:cubicBezTo>
                <a:cubicBezTo>
                  <a:pt x="160056" y="103736"/>
                  <a:pt x="158444" y="101816"/>
                  <a:pt x="156523" y="100172"/>
                </a:cubicBezTo>
                <a:cubicBezTo>
                  <a:pt x="154605" y="98525"/>
                  <a:pt x="152411" y="97325"/>
                  <a:pt x="149942" y="96572"/>
                </a:cubicBezTo>
                <a:cubicBezTo>
                  <a:pt x="147475" y="95816"/>
                  <a:pt x="144939" y="95439"/>
                  <a:pt x="142334" y="95439"/>
                </a:cubicBezTo>
                <a:cubicBezTo>
                  <a:pt x="139865" y="95439"/>
                  <a:pt x="137396" y="95816"/>
                  <a:pt x="134927" y="96572"/>
                </a:cubicBezTo>
                <a:cubicBezTo>
                  <a:pt x="132461" y="97325"/>
                  <a:pt x="130267" y="98490"/>
                  <a:pt x="128346" y="100068"/>
                </a:cubicBezTo>
                <a:cubicBezTo>
                  <a:pt x="126427" y="101643"/>
                  <a:pt x="124816" y="103563"/>
                  <a:pt x="123513" y="105827"/>
                </a:cubicBezTo>
                <a:cubicBezTo>
                  <a:pt x="122211" y="108089"/>
                  <a:pt x="121183" y="110420"/>
                  <a:pt x="120428" y="112820"/>
                </a:cubicBezTo>
                <a:cubicBezTo>
                  <a:pt x="119674" y="115220"/>
                  <a:pt x="119161" y="117687"/>
                  <a:pt x="118887" y="120223"/>
                </a:cubicBezTo>
                <a:cubicBezTo>
                  <a:pt x="118612" y="122759"/>
                  <a:pt x="118475" y="125262"/>
                  <a:pt x="118475" y="127731"/>
                </a:cubicBezTo>
                <a:cubicBezTo>
                  <a:pt x="118475" y="130336"/>
                  <a:pt x="118612" y="132907"/>
                  <a:pt x="118887" y="135445"/>
                </a:cubicBezTo>
                <a:cubicBezTo>
                  <a:pt x="119161" y="137981"/>
                  <a:pt x="119640" y="140449"/>
                  <a:pt x="120324" y="142849"/>
                </a:cubicBezTo>
                <a:cubicBezTo>
                  <a:pt x="121010" y="145249"/>
                  <a:pt x="122005" y="147546"/>
                  <a:pt x="123309" y="149741"/>
                </a:cubicBezTo>
                <a:cubicBezTo>
                  <a:pt x="124612" y="151934"/>
                  <a:pt x="126258" y="153853"/>
                  <a:pt x="128246" y="155500"/>
                </a:cubicBezTo>
                <a:cubicBezTo>
                  <a:pt x="130233" y="157145"/>
                  <a:pt x="132461" y="158345"/>
                  <a:pt x="134927" y="159100"/>
                </a:cubicBezTo>
                <a:cubicBezTo>
                  <a:pt x="137396" y="159853"/>
                  <a:pt x="139865" y="160230"/>
                  <a:pt x="142334" y="160230"/>
                </a:cubicBezTo>
                <a:close/>
                <a:moveTo>
                  <a:pt x="275824" y="206096"/>
                </a:moveTo>
                <a:cubicBezTo>
                  <a:pt x="269790" y="202805"/>
                  <a:pt x="264201" y="198931"/>
                  <a:pt x="259058" y="194474"/>
                </a:cubicBezTo>
                <a:cubicBezTo>
                  <a:pt x="253917" y="190019"/>
                  <a:pt x="249290" y="185084"/>
                  <a:pt x="245177" y="179667"/>
                </a:cubicBezTo>
                <a:cubicBezTo>
                  <a:pt x="241063" y="174250"/>
                  <a:pt x="237498" y="168490"/>
                  <a:pt x="234481" y="162389"/>
                </a:cubicBezTo>
                <a:cubicBezTo>
                  <a:pt x="231463" y="156288"/>
                  <a:pt x="229064" y="149946"/>
                  <a:pt x="227281" y="143364"/>
                </a:cubicBezTo>
                <a:cubicBezTo>
                  <a:pt x="225498" y="136781"/>
                  <a:pt x="224196" y="130131"/>
                  <a:pt x="223373" y="123412"/>
                </a:cubicBezTo>
                <a:cubicBezTo>
                  <a:pt x="222551" y="116694"/>
                  <a:pt x="222140" y="109906"/>
                  <a:pt x="222140" y="103050"/>
                </a:cubicBezTo>
                <a:cubicBezTo>
                  <a:pt x="222140" y="96193"/>
                  <a:pt x="222551" y="89405"/>
                  <a:pt x="223373" y="82687"/>
                </a:cubicBezTo>
                <a:cubicBezTo>
                  <a:pt x="224196" y="75966"/>
                  <a:pt x="225498" y="69316"/>
                  <a:pt x="227281" y="62735"/>
                </a:cubicBezTo>
                <a:cubicBezTo>
                  <a:pt x="229064" y="56153"/>
                  <a:pt x="231463" y="49811"/>
                  <a:pt x="234481" y="43710"/>
                </a:cubicBezTo>
                <a:cubicBezTo>
                  <a:pt x="237498" y="37607"/>
                  <a:pt x="241063" y="31847"/>
                  <a:pt x="245177" y="26432"/>
                </a:cubicBezTo>
                <a:cubicBezTo>
                  <a:pt x="249290" y="21015"/>
                  <a:pt x="253917" y="16079"/>
                  <a:pt x="259058" y="11622"/>
                </a:cubicBezTo>
                <a:cubicBezTo>
                  <a:pt x="264201" y="7165"/>
                  <a:pt x="269790" y="3291"/>
                  <a:pt x="275824" y="0"/>
                </a:cubicBezTo>
                <a:lnTo>
                  <a:pt x="283639" y="12548"/>
                </a:lnTo>
                <a:cubicBezTo>
                  <a:pt x="275960" y="16935"/>
                  <a:pt x="269103" y="22489"/>
                  <a:pt x="263069" y="29210"/>
                </a:cubicBezTo>
                <a:cubicBezTo>
                  <a:pt x="257037" y="35929"/>
                  <a:pt x="252136" y="43299"/>
                  <a:pt x="248365" y="51321"/>
                </a:cubicBezTo>
                <a:cubicBezTo>
                  <a:pt x="244595" y="59341"/>
                  <a:pt x="241955" y="67739"/>
                  <a:pt x="240447" y="76517"/>
                </a:cubicBezTo>
                <a:cubicBezTo>
                  <a:pt x="238938" y="85292"/>
                  <a:pt x="238184" y="94136"/>
                  <a:pt x="238184" y="103050"/>
                </a:cubicBezTo>
                <a:cubicBezTo>
                  <a:pt x="238184" y="111963"/>
                  <a:pt x="238938" y="120807"/>
                  <a:pt x="240447" y="129582"/>
                </a:cubicBezTo>
                <a:cubicBezTo>
                  <a:pt x="241955" y="138358"/>
                  <a:pt x="244595" y="146756"/>
                  <a:pt x="248365" y="154778"/>
                </a:cubicBezTo>
                <a:cubicBezTo>
                  <a:pt x="252136" y="162800"/>
                  <a:pt x="257037" y="170171"/>
                  <a:pt x="263069" y="176889"/>
                </a:cubicBezTo>
                <a:cubicBezTo>
                  <a:pt x="269103" y="183608"/>
                  <a:pt x="275960" y="189162"/>
                  <a:pt x="283639" y="193551"/>
                </a:cubicBezTo>
                <a:lnTo>
                  <a:pt x="275824" y="206096"/>
                </a:lnTo>
                <a:close/>
                <a:moveTo>
                  <a:pt x="327657" y="217203"/>
                </a:moveTo>
                <a:cubicBezTo>
                  <a:pt x="328891" y="213090"/>
                  <a:pt x="330124" y="208941"/>
                  <a:pt x="331357" y="204759"/>
                </a:cubicBezTo>
                <a:cubicBezTo>
                  <a:pt x="332591" y="200576"/>
                  <a:pt x="333826" y="196428"/>
                  <a:pt x="335060" y="192315"/>
                </a:cubicBezTo>
                <a:lnTo>
                  <a:pt x="339793" y="176067"/>
                </a:lnTo>
                <a:lnTo>
                  <a:pt x="307087" y="66025"/>
                </a:lnTo>
                <a:lnTo>
                  <a:pt x="323749" y="66025"/>
                </a:lnTo>
                <a:lnTo>
                  <a:pt x="348226" y="151386"/>
                </a:lnTo>
                <a:lnTo>
                  <a:pt x="372289" y="66025"/>
                </a:lnTo>
                <a:lnTo>
                  <a:pt x="388951" y="66025"/>
                </a:lnTo>
                <a:lnTo>
                  <a:pt x="344316" y="217203"/>
                </a:lnTo>
                <a:lnTo>
                  <a:pt x="327657" y="217203"/>
                </a:lnTo>
                <a:close/>
                <a:moveTo>
                  <a:pt x="443662" y="217203"/>
                </a:moveTo>
                <a:lnTo>
                  <a:pt x="431528" y="207948"/>
                </a:lnTo>
                <a:cubicBezTo>
                  <a:pt x="435916" y="203012"/>
                  <a:pt x="439926" y="197801"/>
                  <a:pt x="443558" y="192315"/>
                </a:cubicBezTo>
                <a:cubicBezTo>
                  <a:pt x="447192" y="186831"/>
                  <a:pt x="449901" y="180935"/>
                  <a:pt x="451684" y="174626"/>
                </a:cubicBezTo>
                <a:cubicBezTo>
                  <a:pt x="451548" y="174626"/>
                  <a:pt x="451376" y="174626"/>
                  <a:pt x="451169" y="174626"/>
                </a:cubicBezTo>
                <a:cubicBezTo>
                  <a:pt x="450964" y="174626"/>
                  <a:pt x="450792" y="174626"/>
                  <a:pt x="450654" y="174626"/>
                </a:cubicBezTo>
                <a:cubicBezTo>
                  <a:pt x="448597" y="174626"/>
                  <a:pt x="446506" y="174283"/>
                  <a:pt x="444380" y="173597"/>
                </a:cubicBezTo>
                <a:cubicBezTo>
                  <a:pt x="442257" y="172913"/>
                  <a:pt x="440441" y="171816"/>
                  <a:pt x="438932" y="170308"/>
                </a:cubicBezTo>
                <a:cubicBezTo>
                  <a:pt x="437423" y="168799"/>
                  <a:pt x="436360" y="167016"/>
                  <a:pt x="435743" y="164960"/>
                </a:cubicBezTo>
                <a:cubicBezTo>
                  <a:pt x="435126" y="162903"/>
                  <a:pt x="434817" y="160777"/>
                  <a:pt x="434817" y="158582"/>
                </a:cubicBezTo>
                <a:cubicBezTo>
                  <a:pt x="434817" y="156389"/>
                  <a:pt x="435126" y="154265"/>
                  <a:pt x="435743" y="152208"/>
                </a:cubicBezTo>
                <a:cubicBezTo>
                  <a:pt x="436360" y="150151"/>
                  <a:pt x="437457" y="148334"/>
                  <a:pt x="439032" y="146756"/>
                </a:cubicBezTo>
                <a:cubicBezTo>
                  <a:pt x="440610" y="145179"/>
                  <a:pt x="442427" y="144082"/>
                  <a:pt x="444484" y="143467"/>
                </a:cubicBezTo>
                <a:cubicBezTo>
                  <a:pt x="446541" y="142850"/>
                  <a:pt x="448667" y="142541"/>
                  <a:pt x="450861" y="142541"/>
                </a:cubicBezTo>
                <a:cubicBezTo>
                  <a:pt x="453056" y="142541"/>
                  <a:pt x="455250" y="142884"/>
                  <a:pt x="457443" y="143571"/>
                </a:cubicBezTo>
                <a:cubicBezTo>
                  <a:pt x="459638" y="144255"/>
                  <a:pt x="461489" y="145386"/>
                  <a:pt x="462998" y="146963"/>
                </a:cubicBezTo>
                <a:cubicBezTo>
                  <a:pt x="464507" y="148539"/>
                  <a:pt x="465535" y="150424"/>
                  <a:pt x="466083" y="152619"/>
                </a:cubicBezTo>
                <a:cubicBezTo>
                  <a:pt x="466631" y="154814"/>
                  <a:pt x="466905" y="157008"/>
                  <a:pt x="466905" y="159200"/>
                </a:cubicBezTo>
                <a:cubicBezTo>
                  <a:pt x="466905" y="164548"/>
                  <a:pt x="466288" y="169827"/>
                  <a:pt x="465054" y="175037"/>
                </a:cubicBezTo>
                <a:cubicBezTo>
                  <a:pt x="463819" y="180249"/>
                  <a:pt x="462174" y="185289"/>
                  <a:pt x="460117" y="190155"/>
                </a:cubicBezTo>
                <a:cubicBezTo>
                  <a:pt x="458060" y="195024"/>
                  <a:pt x="455626" y="199721"/>
                  <a:pt x="452814" y="204244"/>
                </a:cubicBezTo>
                <a:cubicBezTo>
                  <a:pt x="450004" y="208770"/>
                  <a:pt x="446953" y="213090"/>
                  <a:pt x="443662" y="217203"/>
                </a:cubicBezTo>
                <a:close/>
                <a:moveTo>
                  <a:pt x="636183" y="217203"/>
                </a:moveTo>
                <a:cubicBezTo>
                  <a:pt x="637418" y="213090"/>
                  <a:pt x="638651" y="208941"/>
                  <a:pt x="639884" y="204759"/>
                </a:cubicBezTo>
                <a:cubicBezTo>
                  <a:pt x="641118" y="200576"/>
                  <a:pt x="642353" y="196428"/>
                  <a:pt x="643587" y="192315"/>
                </a:cubicBezTo>
                <a:lnTo>
                  <a:pt x="648320" y="176067"/>
                </a:lnTo>
                <a:lnTo>
                  <a:pt x="615614" y="66025"/>
                </a:lnTo>
                <a:lnTo>
                  <a:pt x="632276" y="66025"/>
                </a:lnTo>
                <a:lnTo>
                  <a:pt x="656753" y="151386"/>
                </a:lnTo>
                <a:lnTo>
                  <a:pt x="680816" y="66025"/>
                </a:lnTo>
                <a:lnTo>
                  <a:pt x="697478" y="66025"/>
                </a:lnTo>
                <a:lnTo>
                  <a:pt x="652843" y="217203"/>
                </a:lnTo>
                <a:lnTo>
                  <a:pt x="636183" y="217203"/>
                </a:lnTo>
                <a:close/>
                <a:moveTo>
                  <a:pt x="721130" y="217203"/>
                </a:moveTo>
                <a:lnTo>
                  <a:pt x="721130" y="66025"/>
                </a:lnTo>
                <a:lnTo>
                  <a:pt x="737174" y="66025"/>
                </a:lnTo>
                <a:lnTo>
                  <a:pt x="737174" y="84743"/>
                </a:lnTo>
                <a:cubicBezTo>
                  <a:pt x="738271" y="81864"/>
                  <a:pt x="739710" y="79087"/>
                  <a:pt x="741493" y="76413"/>
                </a:cubicBezTo>
                <a:cubicBezTo>
                  <a:pt x="743276" y="73739"/>
                  <a:pt x="745435" y="71476"/>
                  <a:pt x="747971" y="69624"/>
                </a:cubicBezTo>
                <a:cubicBezTo>
                  <a:pt x="750509" y="67773"/>
                  <a:pt x="753320" y="66436"/>
                  <a:pt x="756404" y="65613"/>
                </a:cubicBezTo>
                <a:cubicBezTo>
                  <a:pt x="759490" y="64791"/>
                  <a:pt x="762611" y="64380"/>
                  <a:pt x="765766" y="64380"/>
                </a:cubicBezTo>
                <a:cubicBezTo>
                  <a:pt x="769193" y="64380"/>
                  <a:pt x="772586" y="64860"/>
                  <a:pt x="775944" y="65821"/>
                </a:cubicBezTo>
                <a:cubicBezTo>
                  <a:pt x="779304" y="66779"/>
                  <a:pt x="782356" y="68287"/>
                  <a:pt x="785099" y="70346"/>
                </a:cubicBezTo>
                <a:cubicBezTo>
                  <a:pt x="787842" y="72403"/>
                  <a:pt x="790139" y="74871"/>
                  <a:pt x="791988" y="77750"/>
                </a:cubicBezTo>
                <a:cubicBezTo>
                  <a:pt x="793840" y="80629"/>
                  <a:pt x="795314" y="83680"/>
                  <a:pt x="796410" y="86902"/>
                </a:cubicBezTo>
                <a:cubicBezTo>
                  <a:pt x="797509" y="90124"/>
                  <a:pt x="798263" y="93450"/>
                  <a:pt x="798673" y="96879"/>
                </a:cubicBezTo>
                <a:cubicBezTo>
                  <a:pt x="799085" y="100306"/>
                  <a:pt x="799291" y="103734"/>
                  <a:pt x="799291" y="107161"/>
                </a:cubicBezTo>
                <a:lnTo>
                  <a:pt x="799291" y="131845"/>
                </a:lnTo>
                <a:cubicBezTo>
                  <a:pt x="799291" y="135273"/>
                  <a:pt x="799085" y="138701"/>
                  <a:pt x="798673" y="142130"/>
                </a:cubicBezTo>
                <a:cubicBezTo>
                  <a:pt x="798263" y="145557"/>
                  <a:pt x="797509" y="148882"/>
                  <a:pt x="796410" y="152104"/>
                </a:cubicBezTo>
                <a:cubicBezTo>
                  <a:pt x="795314" y="155326"/>
                  <a:pt x="793840" y="158378"/>
                  <a:pt x="791988" y="161259"/>
                </a:cubicBezTo>
                <a:cubicBezTo>
                  <a:pt x="790139" y="164138"/>
                  <a:pt x="787842" y="166606"/>
                  <a:pt x="785099" y="168663"/>
                </a:cubicBezTo>
                <a:cubicBezTo>
                  <a:pt x="782356" y="170720"/>
                  <a:pt x="779304" y="172227"/>
                  <a:pt x="775944" y="173186"/>
                </a:cubicBezTo>
                <a:cubicBezTo>
                  <a:pt x="772586" y="174146"/>
                  <a:pt x="769193" y="174626"/>
                  <a:pt x="765766" y="174626"/>
                </a:cubicBezTo>
                <a:cubicBezTo>
                  <a:pt x="762611" y="174626"/>
                  <a:pt x="759490" y="174215"/>
                  <a:pt x="756404" y="173393"/>
                </a:cubicBezTo>
                <a:cubicBezTo>
                  <a:pt x="753320" y="172570"/>
                  <a:pt x="750509" y="171233"/>
                  <a:pt x="747971" y="169382"/>
                </a:cubicBezTo>
                <a:cubicBezTo>
                  <a:pt x="745435" y="167530"/>
                  <a:pt x="743276" y="165267"/>
                  <a:pt x="741493" y="162593"/>
                </a:cubicBezTo>
                <a:cubicBezTo>
                  <a:pt x="739710" y="159919"/>
                  <a:pt x="738271" y="157143"/>
                  <a:pt x="737174" y="154264"/>
                </a:cubicBezTo>
                <a:lnTo>
                  <a:pt x="737174" y="217203"/>
                </a:lnTo>
                <a:lnTo>
                  <a:pt x="721130" y="217203"/>
                </a:lnTo>
                <a:moveTo>
                  <a:pt x="759596" y="160230"/>
                </a:moveTo>
                <a:cubicBezTo>
                  <a:pt x="761927" y="160230"/>
                  <a:pt x="764223" y="159956"/>
                  <a:pt x="766485" y="159408"/>
                </a:cubicBezTo>
                <a:cubicBezTo>
                  <a:pt x="768747" y="158857"/>
                  <a:pt x="770837" y="157931"/>
                  <a:pt x="772755" y="156630"/>
                </a:cubicBezTo>
                <a:cubicBezTo>
                  <a:pt x="774676" y="155326"/>
                  <a:pt x="776356" y="153715"/>
                  <a:pt x="777796" y="151797"/>
                </a:cubicBezTo>
                <a:cubicBezTo>
                  <a:pt x="779238" y="149876"/>
                  <a:pt x="780369" y="147819"/>
                  <a:pt x="781192" y="145626"/>
                </a:cubicBezTo>
                <a:cubicBezTo>
                  <a:pt x="782014" y="143432"/>
                  <a:pt x="782562" y="141169"/>
                  <a:pt x="782836" y="138838"/>
                </a:cubicBezTo>
                <a:cubicBezTo>
                  <a:pt x="783110" y="136507"/>
                  <a:pt x="783247" y="134176"/>
                  <a:pt x="783247" y="131845"/>
                </a:cubicBezTo>
                <a:lnTo>
                  <a:pt x="783247" y="107161"/>
                </a:lnTo>
                <a:cubicBezTo>
                  <a:pt x="783247" y="104830"/>
                  <a:pt x="783110" y="102499"/>
                  <a:pt x="782836" y="100168"/>
                </a:cubicBezTo>
                <a:cubicBezTo>
                  <a:pt x="782562" y="97838"/>
                  <a:pt x="782014" y="95576"/>
                  <a:pt x="781192" y="93383"/>
                </a:cubicBezTo>
                <a:cubicBezTo>
                  <a:pt x="780369" y="91188"/>
                  <a:pt x="779238" y="89131"/>
                  <a:pt x="777796" y="87213"/>
                </a:cubicBezTo>
                <a:cubicBezTo>
                  <a:pt x="776356" y="85292"/>
                  <a:pt x="774676" y="83681"/>
                  <a:pt x="772755" y="82379"/>
                </a:cubicBezTo>
                <a:cubicBezTo>
                  <a:pt x="770837" y="81076"/>
                  <a:pt x="768747" y="80150"/>
                  <a:pt x="766485" y="79602"/>
                </a:cubicBezTo>
                <a:cubicBezTo>
                  <a:pt x="764223" y="79054"/>
                  <a:pt x="761927" y="78779"/>
                  <a:pt x="759596" y="78779"/>
                </a:cubicBezTo>
                <a:cubicBezTo>
                  <a:pt x="757263" y="78779"/>
                  <a:pt x="754965" y="79054"/>
                  <a:pt x="752704" y="79602"/>
                </a:cubicBezTo>
                <a:cubicBezTo>
                  <a:pt x="750442" y="80150"/>
                  <a:pt x="748420" y="81110"/>
                  <a:pt x="746637" y="82483"/>
                </a:cubicBezTo>
                <a:cubicBezTo>
                  <a:pt x="744854" y="83853"/>
                  <a:pt x="743311" y="85532"/>
                  <a:pt x="742008" y="87520"/>
                </a:cubicBezTo>
                <a:cubicBezTo>
                  <a:pt x="740706" y="89508"/>
                  <a:pt x="739712" y="91565"/>
                  <a:pt x="739026" y="93691"/>
                </a:cubicBezTo>
                <a:cubicBezTo>
                  <a:pt x="738340" y="95816"/>
                  <a:pt x="737860" y="98010"/>
                  <a:pt x="737585" y="100272"/>
                </a:cubicBezTo>
                <a:cubicBezTo>
                  <a:pt x="737311" y="102534"/>
                  <a:pt x="737174" y="104830"/>
                  <a:pt x="737174" y="107161"/>
                </a:cubicBezTo>
                <a:lnTo>
                  <a:pt x="737174" y="131845"/>
                </a:lnTo>
                <a:cubicBezTo>
                  <a:pt x="737174" y="134176"/>
                  <a:pt x="737311" y="136474"/>
                  <a:pt x="737585" y="138737"/>
                </a:cubicBezTo>
                <a:cubicBezTo>
                  <a:pt x="737860" y="140999"/>
                  <a:pt x="738340" y="143193"/>
                  <a:pt x="739026" y="145319"/>
                </a:cubicBezTo>
                <a:cubicBezTo>
                  <a:pt x="739712" y="147443"/>
                  <a:pt x="740706" y="149499"/>
                  <a:pt x="742008" y="151489"/>
                </a:cubicBezTo>
                <a:cubicBezTo>
                  <a:pt x="743311" y="153477"/>
                  <a:pt x="744854" y="155156"/>
                  <a:pt x="746637" y="156526"/>
                </a:cubicBezTo>
                <a:cubicBezTo>
                  <a:pt x="748420" y="157897"/>
                  <a:pt x="750442" y="158857"/>
                  <a:pt x="752704" y="159408"/>
                </a:cubicBezTo>
                <a:cubicBezTo>
                  <a:pt x="754965" y="159956"/>
                  <a:pt x="757263" y="160230"/>
                  <a:pt x="759596" y="160230"/>
                </a:cubicBezTo>
                <a:close/>
                <a:moveTo>
                  <a:pt x="875805" y="174626"/>
                </a:moveTo>
                <a:cubicBezTo>
                  <a:pt x="872790" y="174626"/>
                  <a:pt x="869739" y="174248"/>
                  <a:pt x="866653" y="173493"/>
                </a:cubicBezTo>
                <a:cubicBezTo>
                  <a:pt x="863567" y="172740"/>
                  <a:pt x="860756" y="171438"/>
                  <a:pt x="858220" y="169589"/>
                </a:cubicBezTo>
                <a:cubicBezTo>
                  <a:pt x="855684" y="167737"/>
                  <a:pt x="853525" y="165509"/>
                  <a:pt x="851742" y="162904"/>
                </a:cubicBezTo>
                <a:cubicBezTo>
                  <a:pt x="849960" y="160299"/>
                  <a:pt x="848554" y="157522"/>
                  <a:pt x="847524" y="154574"/>
                </a:cubicBezTo>
                <a:cubicBezTo>
                  <a:pt x="846497" y="151626"/>
                  <a:pt x="845812" y="148609"/>
                  <a:pt x="845468" y="145523"/>
                </a:cubicBezTo>
                <a:cubicBezTo>
                  <a:pt x="845125" y="142437"/>
                  <a:pt x="844954" y="139317"/>
                  <a:pt x="844954" y="136164"/>
                </a:cubicBezTo>
                <a:lnTo>
                  <a:pt x="844954" y="80424"/>
                </a:lnTo>
                <a:lnTo>
                  <a:pt x="825209" y="80424"/>
                </a:lnTo>
                <a:lnTo>
                  <a:pt x="825209" y="66025"/>
                </a:lnTo>
                <a:lnTo>
                  <a:pt x="844954" y="66025"/>
                </a:lnTo>
                <a:lnTo>
                  <a:pt x="844954" y="21803"/>
                </a:lnTo>
                <a:lnTo>
                  <a:pt x="860998" y="21803"/>
                </a:lnTo>
                <a:lnTo>
                  <a:pt x="860998" y="66025"/>
                </a:lnTo>
                <a:lnTo>
                  <a:pt x="897197" y="66025"/>
                </a:lnTo>
                <a:lnTo>
                  <a:pt x="897197" y="80424"/>
                </a:lnTo>
                <a:lnTo>
                  <a:pt x="860998" y="80424"/>
                </a:lnTo>
                <a:lnTo>
                  <a:pt x="860998" y="136164"/>
                </a:lnTo>
                <a:cubicBezTo>
                  <a:pt x="860998" y="137947"/>
                  <a:pt x="861066" y="139729"/>
                  <a:pt x="861202" y="141512"/>
                </a:cubicBezTo>
                <a:cubicBezTo>
                  <a:pt x="861340" y="143295"/>
                  <a:pt x="861614" y="145043"/>
                  <a:pt x="862024" y="146756"/>
                </a:cubicBezTo>
                <a:cubicBezTo>
                  <a:pt x="862436" y="148470"/>
                  <a:pt x="862984" y="150150"/>
                  <a:pt x="863669" y="151797"/>
                </a:cubicBezTo>
                <a:cubicBezTo>
                  <a:pt x="864355" y="153441"/>
                  <a:pt x="865281" y="154915"/>
                  <a:pt x="866446" y="156219"/>
                </a:cubicBezTo>
                <a:cubicBezTo>
                  <a:pt x="867614" y="157520"/>
                  <a:pt x="869054" y="158514"/>
                  <a:pt x="870768" y="159200"/>
                </a:cubicBezTo>
                <a:cubicBezTo>
                  <a:pt x="872481" y="159887"/>
                  <a:pt x="874161" y="160230"/>
                  <a:pt x="875805" y="160230"/>
                </a:cubicBezTo>
                <a:cubicBezTo>
                  <a:pt x="877452" y="160230"/>
                  <a:pt x="879063" y="159956"/>
                  <a:pt x="880638" y="159408"/>
                </a:cubicBezTo>
                <a:cubicBezTo>
                  <a:pt x="882216" y="158857"/>
                  <a:pt x="883588" y="158034"/>
                  <a:pt x="884753" y="156938"/>
                </a:cubicBezTo>
                <a:cubicBezTo>
                  <a:pt x="885918" y="155841"/>
                  <a:pt x="886878" y="154573"/>
                  <a:pt x="887631" y="153134"/>
                </a:cubicBezTo>
                <a:cubicBezTo>
                  <a:pt x="888386" y="151694"/>
                  <a:pt x="889004" y="150186"/>
                  <a:pt x="889483" y="148608"/>
                </a:cubicBezTo>
                <a:cubicBezTo>
                  <a:pt x="889964" y="147030"/>
                  <a:pt x="890307" y="145419"/>
                  <a:pt x="890512" y="143775"/>
                </a:cubicBezTo>
                <a:cubicBezTo>
                  <a:pt x="890719" y="142128"/>
                  <a:pt x="890823" y="140482"/>
                  <a:pt x="890823" y="138838"/>
                </a:cubicBezTo>
                <a:cubicBezTo>
                  <a:pt x="890823" y="138700"/>
                  <a:pt x="890823" y="138528"/>
                  <a:pt x="890823" y="138323"/>
                </a:cubicBezTo>
                <a:cubicBezTo>
                  <a:pt x="890823" y="138118"/>
                  <a:pt x="890823" y="137879"/>
                  <a:pt x="890823" y="137604"/>
                </a:cubicBezTo>
                <a:lnTo>
                  <a:pt x="906864" y="137604"/>
                </a:lnTo>
                <a:cubicBezTo>
                  <a:pt x="906864" y="138015"/>
                  <a:pt x="906864" y="138391"/>
                  <a:pt x="906864" y="138734"/>
                </a:cubicBezTo>
                <a:cubicBezTo>
                  <a:pt x="906864" y="139077"/>
                  <a:pt x="906864" y="139386"/>
                  <a:pt x="906864" y="139660"/>
                </a:cubicBezTo>
                <a:cubicBezTo>
                  <a:pt x="906864" y="142677"/>
                  <a:pt x="906590" y="145625"/>
                  <a:pt x="906041" y="148504"/>
                </a:cubicBezTo>
                <a:cubicBezTo>
                  <a:pt x="905493" y="151383"/>
                  <a:pt x="904670" y="154160"/>
                  <a:pt x="903571" y="156834"/>
                </a:cubicBezTo>
                <a:cubicBezTo>
                  <a:pt x="902475" y="159508"/>
                  <a:pt x="901001" y="162045"/>
                  <a:pt x="899149" y="164445"/>
                </a:cubicBezTo>
                <a:cubicBezTo>
                  <a:pt x="897300" y="166845"/>
                  <a:pt x="895140" y="168834"/>
                  <a:pt x="892671" y="170411"/>
                </a:cubicBezTo>
                <a:cubicBezTo>
                  <a:pt x="890205" y="171987"/>
                  <a:pt x="887531" y="173083"/>
                  <a:pt x="884649" y="173700"/>
                </a:cubicBezTo>
                <a:cubicBezTo>
                  <a:pt x="881770" y="174318"/>
                  <a:pt x="878822" y="174626"/>
                  <a:pt x="875805" y="174626"/>
                </a:cubicBezTo>
                <a:close/>
                <a:moveTo>
                  <a:pt x="939156" y="172982"/>
                </a:moveTo>
                <a:lnTo>
                  <a:pt x="939156" y="66025"/>
                </a:lnTo>
                <a:lnTo>
                  <a:pt x="955200" y="66025"/>
                </a:lnTo>
                <a:lnTo>
                  <a:pt x="955200" y="88239"/>
                </a:lnTo>
                <a:cubicBezTo>
                  <a:pt x="956022" y="85222"/>
                  <a:pt x="957187" y="82274"/>
                  <a:pt x="958696" y="79395"/>
                </a:cubicBezTo>
                <a:cubicBezTo>
                  <a:pt x="960205" y="76516"/>
                  <a:pt x="962055" y="73911"/>
                  <a:pt x="964248" y="71580"/>
                </a:cubicBezTo>
                <a:cubicBezTo>
                  <a:pt x="966443" y="69249"/>
                  <a:pt x="969049" y="67466"/>
                  <a:pt x="972066" y="66232"/>
                </a:cubicBezTo>
                <a:cubicBezTo>
                  <a:pt x="975083" y="64997"/>
                  <a:pt x="978168" y="64380"/>
                  <a:pt x="981321" y="64380"/>
                </a:cubicBezTo>
                <a:cubicBezTo>
                  <a:pt x="983928" y="64380"/>
                  <a:pt x="986500" y="64689"/>
                  <a:pt x="989036" y="65306"/>
                </a:cubicBezTo>
                <a:cubicBezTo>
                  <a:pt x="991572" y="65923"/>
                  <a:pt x="993868" y="66986"/>
                  <a:pt x="995925" y="68495"/>
                </a:cubicBezTo>
                <a:cubicBezTo>
                  <a:pt x="997982" y="70003"/>
                  <a:pt x="999730" y="71820"/>
                  <a:pt x="1001169" y="73946"/>
                </a:cubicBezTo>
                <a:cubicBezTo>
                  <a:pt x="1002611" y="76070"/>
                  <a:pt x="1003708" y="78332"/>
                  <a:pt x="1004462" y="80732"/>
                </a:cubicBezTo>
                <a:cubicBezTo>
                  <a:pt x="1005217" y="83132"/>
                  <a:pt x="1005732" y="85601"/>
                  <a:pt x="1006006" y="88139"/>
                </a:cubicBezTo>
                <a:cubicBezTo>
                  <a:pt x="1006280" y="90674"/>
                  <a:pt x="1006417" y="93245"/>
                  <a:pt x="1006417" y="95850"/>
                </a:cubicBezTo>
                <a:lnTo>
                  <a:pt x="990373" y="95850"/>
                </a:lnTo>
                <a:cubicBezTo>
                  <a:pt x="990373" y="93793"/>
                  <a:pt x="990201" y="91771"/>
                  <a:pt x="989858" y="89783"/>
                </a:cubicBezTo>
                <a:cubicBezTo>
                  <a:pt x="989515" y="87793"/>
                  <a:pt x="988829" y="85907"/>
                  <a:pt x="987799" y="84124"/>
                </a:cubicBezTo>
                <a:cubicBezTo>
                  <a:pt x="986772" y="82342"/>
                  <a:pt x="985332" y="81006"/>
                  <a:pt x="983481" y="80116"/>
                </a:cubicBezTo>
                <a:cubicBezTo>
                  <a:pt x="981631" y="79225"/>
                  <a:pt x="979678" y="78779"/>
                  <a:pt x="977621" y="78779"/>
                </a:cubicBezTo>
                <a:cubicBezTo>
                  <a:pt x="974878" y="78779"/>
                  <a:pt x="972238" y="79362"/>
                  <a:pt x="969700" y="80528"/>
                </a:cubicBezTo>
                <a:cubicBezTo>
                  <a:pt x="967164" y="81693"/>
                  <a:pt x="965039" y="83304"/>
                  <a:pt x="963325" y="85361"/>
                </a:cubicBezTo>
                <a:cubicBezTo>
                  <a:pt x="961612" y="87418"/>
                  <a:pt x="960240" y="89715"/>
                  <a:pt x="959211" y="92253"/>
                </a:cubicBezTo>
                <a:cubicBezTo>
                  <a:pt x="958183" y="94789"/>
                  <a:pt x="957361" y="97394"/>
                  <a:pt x="956744" y="100068"/>
                </a:cubicBezTo>
                <a:cubicBezTo>
                  <a:pt x="956127" y="102740"/>
                  <a:pt x="955714" y="105447"/>
                  <a:pt x="955507" y="108190"/>
                </a:cubicBezTo>
                <a:cubicBezTo>
                  <a:pt x="955302" y="110933"/>
                  <a:pt x="955200" y="113607"/>
                  <a:pt x="955200" y="116212"/>
                </a:cubicBezTo>
                <a:lnTo>
                  <a:pt x="955200" y="172982"/>
                </a:lnTo>
                <a:lnTo>
                  <a:pt x="939156" y="172982"/>
                </a:lnTo>
                <a:close/>
                <a:moveTo>
                  <a:pt x="1037268" y="206096"/>
                </a:moveTo>
                <a:lnTo>
                  <a:pt x="1029453" y="193551"/>
                </a:lnTo>
                <a:cubicBezTo>
                  <a:pt x="1037132" y="189162"/>
                  <a:pt x="1043988" y="183608"/>
                  <a:pt x="1050020" y="176889"/>
                </a:cubicBezTo>
                <a:cubicBezTo>
                  <a:pt x="1056054" y="170171"/>
                  <a:pt x="1060957" y="162800"/>
                  <a:pt x="1064727" y="154778"/>
                </a:cubicBezTo>
                <a:cubicBezTo>
                  <a:pt x="1068497" y="146756"/>
                  <a:pt x="1071137" y="138358"/>
                  <a:pt x="1072645" y="129582"/>
                </a:cubicBezTo>
                <a:cubicBezTo>
                  <a:pt x="1074154" y="120807"/>
                  <a:pt x="1074908" y="111963"/>
                  <a:pt x="1074908" y="103050"/>
                </a:cubicBezTo>
                <a:cubicBezTo>
                  <a:pt x="1074908" y="94136"/>
                  <a:pt x="1074154" y="85292"/>
                  <a:pt x="1072645" y="76517"/>
                </a:cubicBezTo>
                <a:cubicBezTo>
                  <a:pt x="1071137" y="67739"/>
                  <a:pt x="1068497" y="59341"/>
                  <a:pt x="1064727" y="51321"/>
                </a:cubicBezTo>
                <a:cubicBezTo>
                  <a:pt x="1060957" y="43299"/>
                  <a:pt x="1056054" y="35929"/>
                  <a:pt x="1050020" y="29210"/>
                </a:cubicBezTo>
                <a:cubicBezTo>
                  <a:pt x="1043988" y="22489"/>
                  <a:pt x="1037132" y="16935"/>
                  <a:pt x="1029453" y="12548"/>
                </a:cubicBezTo>
                <a:lnTo>
                  <a:pt x="1037268" y="0"/>
                </a:lnTo>
                <a:cubicBezTo>
                  <a:pt x="1043302" y="3291"/>
                  <a:pt x="1048890" y="7165"/>
                  <a:pt x="1054031" y="11622"/>
                </a:cubicBezTo>
                <a:cubicBezTo>
                  <a:pt x="1059174" y="16079"/>
                  <a:pt x="1063802" y="21015"/>
                  <a:pt x="1067916" y="26432"/>
                </a:cubicBezTo>
                <a:cubicBezTo>
                  <a:pt x="1072029" y="31847"/>
                  <a:pt x="1075595" y="37607"/>
                  <a:pt x="1078612" y="43710"/>
                </a:cubicBezTo>
                <a:cubicBezTo>
                  <a:pt x="1081629" y="49811"/>
                  <a:pt x="1084029" y="56153"/>
                  <a:pt x="1085811" y="62735"/>
                </a:cubicBezTo>
                <a:cubicBezTo>
                  <a:pt x="1087594" y="69316"/>
                  <a:pt x="1088897" y="75966"/>
                  <a:pt x="1089719" y="82687"/>
                </a:cubicBezTo>
                <a:cubicBezTo>
                  <a:pt x="1090541" y="89405"/>
                  <a:pt x="1090952" y="96193"/>
                  <a:pt x="1090952" y="103050"/>
                </a:cubicBezTo>
                <a:cubicBezTo>
                  <a:pt x="1090952" y="109906"/>
                  <a:pt x="1090541" y="116694"/>
                  <a:pt x="1089719" y="123412"/>
                </a:cubicBezTo>
                <a:cubicBezTo>
                  <a:pt x="1088897" y="130131"/>
                  <a:pt x="1087594" y="136781"/>
                  <a:pt x="1085811" y="143364"/>
                </a:cubicBezTo>
                <a:cubicBezTo>
                  <a:pt x="1084029" y="149946"/>
                  <a:pt x="1081629" y="156288"/>
                  <a:pt x="1078612" y="162389"/>
                </a:cubicBezTo>
                <a:cubicBezTo>
                  <a:pt x="1075595" y="168490"/>
                  <a:pt x="1072029" y="174250"/>
                  <a:pt x="1067916" y="179667"/>
                </a:cubicBezTo>
                <a:cubicBezTo>
                  <a:pt x="1063802" y="185084"/>
                  <a:pt x="1059174" y="190019"/>
                  <a:pt x="1054031" y="194474"/>
                </a:cubicBezTo>
                <a:cubicBezTo>
                  <a:pt x="1048890" y="198931"/>
                  <a:pt x="1043302" y="202805"/>
                  <a:pt x="1037268" y="206096"/>
                </a:cubicBezTo>
                <a:close/>
                <a:moveTo>
                  <a:pt x="1170758" y="96468"/>
                </a:moveTo>
                <a:cubicBezTo>
                  <a:pt x="1168563" y="96468"/>
                  <a:pt x="1166438" y="96159"/>
                  <a:pt x="1164381" y="95542"/>
                </a:cubicBezTo>
                <a:cubicBezTo>
                  <a:pt x="1162324" y="94925"/>
                  <a:pt x="1160507" y="93828"/>
                  <a:pt x="1158929" y="92250"/>
                </a:cubicBezTo>
                <a:cubicBezTo>
                  <a:pt x="1157354" y="90672"/>
                  <a:pt x="1156257" y="88855"/>
                  <a:pt x="1155640" y="86798"/>
                </a:cubicBezTo>
                <a:cubicBezTo>
                  <a:pt x="1155023" y="84742"/>
                  <a:pt x="1154714" y="82617"/>
                  <a:pt x="1154714" y="80424"/>
                </a:cubicBezTo>
                <a:cubicBezTo>
                  <a:pt x="1154714" y="78229"/>
                  <a:pt x="1155023" y="76103"/>
                  <a:pt x="1155640" y="74047"/>
                </a:cubicBezTo>
                <a:cubicBezTo>
                  <a:pt x="1156257" y="71990"/>
                  <a:pt x="1157354" y="70174"/>
                  <a:pt x="1158929" y="68598"/>
                </a:cubicBezTo>
                <a:cubicBezTo>
                  <a:pt x="1160507" y="67021"/>
                  <a:pt x="1162324" y="65923"/>
                  <a:pt x="1164381" y="65306"/>
                </a:cubicBezTo>
                <a:cubicBezTo>
                  <a:pt x="1166438" y="64689"/>
                  <a:pt x="1168563" y="64380"/>
                  <a:pt x="1170758" y="64380"/>
                </a:cubicBezTo>
                <a:cubicBezTo>
                  <a:pt x="1172953" y="64380"/>
                  <a:pt x="1175079" y="64689"/>
                  <a:pt x="1177136" y="65306"/>
                </a:cubicBezTo>
                <a:cubicBezTo>
                  <a:pt x="1179192" y="65923"/>
                  <a:pt x="1181009" y="67021"/>
                  <a:pt x="1182584" y="68598"/>
                </a:cubicBezTo>
                <a:cubicBezTo>
                  <a:pt x="1184162" y="70174"/>
                  <a:pt x="1185259" y="71990"/>
                  <a:pt x="1185876" y="74047"/>
                </a:cubicBezTo>
                <a:cubicBezTo>
                  <a:pt x="1186494" y="76103"/>
                  <a:pt x="1186802" y="78229"/>
                  <a:pt x="1186802" y="80424"/>
                </a:cubicBezTo>
                <a:cubicBezTo>
                  <a:pt x="1186802" y="82617"/>
                  <a:pt x="1186494" y="84742"/>
                  <a:pt x="1185876" y="86798"/>
                </a:cubicBezTo>
                <a:cubicBezTo>
                  <a:pt x="1185259" y="88855"/>
                  <a:pt x="1184162" y="90672"/>
                  <a:pt x="1182584" y="92250"/>
                </a:cubicBezTo>
                <a:cubicBezTo>
                  <a:pt x="1181009" y="93828"/>
                  <a:pt x="1179192" y="94925"/>
                  <a:pt x="1177136" y="95542"/>
                </a:cubicBezTo>
                <a:cubicBezTo>
                  <a:pt x="1175079" y="96159"/>
                  <a:pt x="1172953" y="96468"/>
                  <a:pt x="1170758" y="96468"/>
                </a:cubicBezTo>
                <a:moveTo>
                  <a:pt x="1163559" y="217203"/>
                </a:moveTo>
                <a:lnTo>
                  <a:pt x="1151425" y="207948"/>
                </a:lnTo>
                <a:cubicBezTo>
                  <a:pt x="1155813" y="203012"/>
                  <a:pt x="1159823" y="197801"/>
                  <a:pt x="1163455" y="192315"/>
                </a:cubicBezTo>
                <a:cubicBezTo>
                  <a:pt x="1167089" y="186831"/>
                  <a:pt x="1169798" y="180935"/>
                  <a:pt x="1171581" y="174626"/>
                </a:cubicBezTo>
                <a:cubicBezTo>
                  <a:pt x="1171445" y="174626"/>
                  <a:pt x="1171273" y="174626"/>
                  <a:pt x="1171066" y="174626"/>
                </a:cubicBezTo>
                <a:cubicBezTo>
                  <a:pt x="1170861" y="174626"/>
                  <a:pt x="1170689" y="174626"/>
                  <a:pt x="1170551" y="174626"/>
                </a:cubicBezTo>
                <a:cubicBezTo>
                  <a:pt x="1168494" y="174626"/>
                  <a:pt x="1166403" y="174283"/>
                  <a:pt x="1164277" y="173597"/>
                </a:cubicBezTo>
                <a:cubicBezTo>
                  <a:pt x="1162154" y="172913"/>
                  <a:pt x="1160337" y="171816"/>
                  <a:pt x="1158829" y="170308"/>
                </a:cubicBezTo>
                <a:cubicBezTo>
                  <a:pt x="1157320" y="168799"/>
                  <a:pt x="1156257" y="167016"/>
                  <a:pt x="1155640" y="164960"/>
                </a:cubicBezTo>
                <a:cubicBezTo>
                  <a:pt x="1155023" y="162903"/>
                  <a:pt x="1154714" y="160777"/>
                  <a:pt x="1154714" y="158582"/>
                </a:cubicBezTo>
                <a:cubicBezTo>
                  <a:pt x="1154714" y="156389"/>
                  <a:pt x="1155023" y="154265"/>
                  <a:pt x="1155640" y="152208"/>
                </a:cubicBezTo>
                <a:cubicBezTo>
                  <a:pt x="1156257" y="150151"/>
                  <a:pt x="1157354" y="148334"/>
                  <a:pt x="1158929" y="146756"/>
                </a:cubicBezTo>
                <a:cubicBezTo>
                  <a:pt x="1160507" y="145179"/>
                  <a:pt x="1162324" y="144082"/>
                  <a:pt x="1164381" y="143467"/>
                </a:cubicBezTo>
                <a:cubicBezTo>
                  <a:pt x="1166438" y="142850"/>
                  <a:pt x="1168563" y="142541"/>
                  <a:pt x="1170758" y="142541"/>
                </a:cubicBezTo>
                <a:cubicBezTo>
                  <a:pt x="1172953" y="142541"/>
                  <a:pt x="1175147" y="142884"/>
                  <a:pt x="1177340" y="143571"/>
                </a:cubicBezTo>
                <a:cubicBezTo>
                  <a:pt x="1179535" y="144255"/>
                  <a:pt x="1181386" y="145386"/>
                  <a:pt x="1182895" y="146963"/>
                </a:cubicBezTo>
                <a:cubicBezTo>
                  <a:pt x="1184403" y="148539"/>
                  <a:pt x="1185432" y="150424"/>
                  <a:pt x="1185980" y="152619"/>
                </a:cubicBezTo>
                <a:cubicBezTo>
                  <a:pt x="1186528" y="154814"/>
                  <a:pt x="1186802" y="157008"/>
                  <a:pt x="1186802" y="159200"/>
                </a:cubicBezTo>
                <a:cubicBezTo>
                  <a:pt x="1186802" y="164548"/>
                  <a:pt x="1186185" y="169827"/>
                  <a:pt x="1184951" y="175037"/>
                </a:cubicBezTo>
                <a:cubicBezTo>
                  <a:pt x="1183716" y="180249"/>
                  <a:pt x="1182070" y="185289"/>
                  <a:pt x="1180014" y="190155"/>
                </a:cubicBezTo>
                <a:cubicBezTo>
                  <a:pt x="1177957" y="195024"/>
                  <a:pt x="1175523" y="199721"/>
                  <a:pt x="1172710" y="204244"/>
                </a:cubicBezTo>
                <a:cubicBezTo>
                  <a:pt x="1169900" y="208770"/>
                  <a:pt x="1166850" y="213090"/>
                  <a:pt x="1163559" y="217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4A8EB-A234-4A64-A107-FD2A5E7D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17" y="729537"/>
            <a:ext cx="1234109" cy="267390"/>
          </a:xfrm>
          <a:custGeom xmlns:a="http://schemas.openxmlformats.org/drawingml/2006/main">
            <a:pathLst>
              <a:path w="1234109" h="267390">
                <a:moveTo>
                  <a:pt x="0" y="0"/>
                </a:moveTo>
                <a:lnTo>
                  <a:pt x="1234109" y="0"/>
                </a:lnTo>
                <a:lnTo>
                  <a:pt x="1234109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trace_switch">
            <a:extLst xmlns:a="http://schemas.openxmlformats.org/drawingml/2006/main">
              <a:ext uri="{FF2B5EF4-FFF2-40B4-BE49-F238E27FC236}">
                <a16:creationId xmlns:a16="http://schemas.microsoft.com/office/drawing/2014/main" id="{BE8431FC-1451-4903-8248-584A340A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16" y="784044"/>
            <a:ext cx="1206546" cy="165578"/>
          </a:xfrm>
          <a:custGeom xmlns:a="http://schemas.openxmlformats.org/drawingml/2006/main">
            <a:pathLst>
              <a:path w="1206546" h="165578">
                <a:moveTo>
                  <a:pt x="50596" y="152823"/>
                </a:moveTo>
                <a:cubicBezTo>
                  <a:pt x="47581" y="152823"/>
                  <a:pt x="44530" y="152445"/>
                  <a:pt x="41444" y="151690"/>
                </a:cubicBezTo>
                <a:cubicBezTo>
                  <a:pt x="38358" y="150937"/>
                  <a:pt x="35547" y="149635"/>
                  <a:pt x="33011" y="147786"/>
                </a:cubicBezTo>
                <a:cubicBezTo>
                  <a:pt x="30475" y="145934"/>
                  <a:pt x="28316" y="143706"/>
                  <a:pt x="26533" y="141101"/>
                </a:cubicBezTo>
                <a:cubicBezTo>
                  <a:pt x="24750" y="138496"/>
                  <a:pt x="23344" y="135719"/>
                  <a:pt x="22315" y="132771"/>
                </a:cubicBezTo>
                <a:cubicBezTo>
                  <a:pt x="21287" y="129823"/>
                  <a:pt x="20602" y="126806"/>
                  <a:pt x="20259" y="123720"/>
                </a:cubicBezTo>
                <a:cubicBezTo>
                  <a:pt x="19916" y="120633"/>
                  <a:pt x="19744" y="117514"/>
                  <a:pt x="19744" y="114361"/>
                </a:cubicBezTo>
                <a:lnTo>
                  <a:pt x="19744" y="58621"/>
                </a:lnTo>
                <a:lnTo>
                  <a:pt x="0" y="58621"/>
                </a:lnTo>
                <a:lnTo>
                  <a:pt x="0" y="44221"/>
                </a:lnTo>
                <a:lnTo>
                  <a:pt x="19744" y="44221"/>
                </a:lnTo>
                <a:lnTo>
                  <a:pt x="19744" y="0"/>
                </a:lnTo>
                <a:lnTo>
                  <a:pt x="35788" y="0"/>
                </a:lnTo>
                <a:lnTo>
                  <a:pt x="35788" y="44221"/>
                </a:lnTo>
                <a:lnTo>
                  <a:pt x="71988" y="44221"/>
                </a:lnTo>
                <a:lnTo>
                  <a:pt x="71988" y="58621"/>
                </a:lnTo>
                <a:lnTo>
                  <a:pt x="35788" y="58621"/>
                </a:lnTo>
                <a:lnTo>
                  <a:pt x="35788" y="114361"/>
                </a:lnTo>
                <a:cubicBezTo>
                  <a:pt x="35788" y="116143"/>
                  <a:pt x="35856" y="117926"/>
                  <a:pt x="35992" y="119709"/>
                </a:cubicBezTo>
                <a:cubicBezTo>
                  <a:pt x="36130" y="121491"/>
                  <a:pt x="36405" y="123239"/>
                  <a:pt x="36815" y="124953"/>
                </a:cubicBezTo>
                <a:cubicBezTo>
                  <a:pt x="37227" y="126667"/>
                  <a:pt x="37775" y="128347"/>
                  <a:pt x="38459" y="129994"/>
                </a:cubicBezTo>
                <a:cubicBezTo>
                  <a:pt x="39145" y="131638"/>
                  <a:pt x="40071" y="133112"/>
                  <a:pt x="41237" y="134416"/>
                </a:cubicBezTo>
                <a:cubicBezTo>
                  <a:pt x="42404" y="135717"/>
                  <a:pt x="43845" y="136711"/>
                  <a:pt x="45558" y="137397"/>
                </a:cubicBezTo>
                <a:cubicBezTo>
                  <a:pt x="47272" y="138084"/>
                  <a:pt x="48951" y="138427"/>
                  <a:pt x="50596" y="138427"/>
                </a:cubicBezTo>
                <a:cubicBezTo>
                  <a:pt x="52242" y="138427"/>
                  <a:pt x="53854" y="138153"/>
                  <a:pt x="55429" y="137604"/>
                </a:cubicBezTo>
                <a:cubicBezTo>
                  <a:pt x="57007" y="137054"/>
                  <a:pt x="58378" y="136231"/>
                  <a:pt x="59544" y="135134"/>
                </a:cubicBezTo>
                <a:cubicBezTo>
                  <a:pt x="60709" y="134038"/>
                  <a:pt x="61668" y="132770"/>
                  <a:pt x="62422" y="131331"/>
                </a:cubicBezTo>
                <a:cubicBezTo>
                  <a:pt x="63177" y="129891"/>
                  <a:pt x="63794" y="128382"/>
                  <a:pt x="64273" y="126805"/>
                </a:cubicBezTo>
                <a:cubicBezTo>
                  <a:pt x="64755" y="125227"/>
                  <a:pt x="65098" y="123616"/>
                  <a:pt x="65303" y="121972"/>
                </a:cubicBezTo>
                <a:cubicBezTo>
                  <a:pt x="65510" y="120325"/>
                  <a:pt x="65613" y="118679"/>
                  <a:pt x="65613" y="117035"/>
                </a:cubicBezTo>
                <a:cubicBezTo>
                  <a:pt x="65613" y="116897"/>
                  <a:pt x="65613" y="116725"/>
                  <a:pt x="65613" y="116520"/>
                </a:cubicBezTo>
                <a:cubicBezTo>
                  <a:pt x="65613" y="116315"/>
                  <a:pt x="65613" y="116075"/>
                  <a:pt x="65613" y="115801"/>
                </a:cubicBezTo>
                <a:lnTo>
                  <a:pt x="81654" y="115801"/>
                </a:lnTo>
                <a:cubicBezTo>
                  <a:pt x="81654" y="116211"/>
                  <a:pt x="81654" y="116588"/>
                  <a:pt x="81654" y="116931"/>
                </a:cubicBezTo>
                <a:cubicBezTo>
                  <a:pt x="81654" y="117274"/>
                  <a:pt x="81654" y="117583"/>
                  <a:pt x="81654" y="117857"/>
                </a:cubicBezTo>
                <a:cubicBezTo>
                  <a:pt x="81654" y="120874"/>
                  <a:pt x="81380" y="123822"/>
                  <a:pt x="80832" y="126701"/>
                </a:cubicBezTo>
                <a:cubicBezTo>
                  <a:pt x="80284" y="129580"/>
                  <a:pt x="79461" y="132357"/>
                  <a:pt x="78362" y="135031"/>
                </a:cubicBezTo>
                <a:cubicBezTo>
                  <a:pt x="77266" y="137705"/>
                  <a:pt x="75792" y="140242"/>
                  <a:pt x="73940" y="142642"/>
                </a:cubicBezTo>
                <a:cubicBezTo>
                  <a:pt x="72090" y="145042"/>
                  <a:pt x="69931" y="147030"/>
                  <a:pt x="67462" y="148608"/>
                </a:cubicBezTo>
                <a:cubicBezTo>
                  <a:pt x="64995" y="150184"/>
                  <a:pt x="62321" y="151280"/>
                  <a:pt x="59440" y="151897"/>
                </a:cubicBezTo>
                <a:cubicBezTo>
                  <a:pt x="56561" y="152514"/>
                  <a:pt x="53613" y="152823"/>
                  <a:pt x="50596" y="152823"/>
                </a:cubicBezTo>
                <a:close/>
                <a:moveTo>
                  <a:pt x="113946" y="151178"/>
                </a:moveTo>
                <a:lnTo>
                  <a:pt x="113946" y="44221"/>
                </a:lnTo>
                <a:lnTo>
                  <a:pt x="129990" y="44221"/>
                </a:lnTo>
                <a:lnTo>
                  <a:pt x="129990" y="66436"/>
                </a:lnTo>
                <a:cubicBezTo>
                  <a:pt x="130813" y="63419"/>
                  <a:pt x="131978" y="60471"/>
                  <a:pt x="133487" y="57591"/>
                </a:cubicBezTo>
                <a:cubicBezTo>
                  <a:pt x="134995" y="54712"/>
                  <a:pt x="136846" y="52107"/>
                  <a:pt x="139039" y="49777"/>
                </a:cubicBezTo>
                <a:cubicBezTo>
                  <a:pt x="141233" y="47446"/>
                  <a:pt x="143839" y="45663"/>
                  <a:pt x="146857" y="44429"/>
                </a:cubicBezTo>
                <a:cubicBezTo>
                  <a:pt x="149874" y="43194"/>
                  <a:pt x="152959" y="42577"/>
                  <a:pt x="156112" y="42577"/>
                </a:cubicBezTo>
                <a:cubicBezTo>
                  <a:pt x="158719" y="42577"/>
                  <a:pt x="161291" y="42886"/>
                  <a:pt x="163826" y="43503"/>
                </a:cubicBezTo>
                <a:cubicBezTo>
                  <a:pt x="166362" y="44120"/>
                  <a:pt x="168659" y="45183"/>
                  <a:pt x="170715" y="46691"/>
                </a:cubicBezTo>
                <a:cubicBezTo>
                  <a:pt x="172772" y="48200"/>
                  <a:pt x="174520" y="50017"/>
                  <a:pt x="175960" y="52143"/>
                </a:cubicBezTo>
                <a:cubicBezTo>
                  <a:pt x="177402" y="54267"/>
                  <a:pt x="178499" y="56529"/>
                  <a:pt x="179252" y="58928"/>
                </a:cubicBezTo>
                <a:cubicBezTo>
                  <a:pt x="180008" y="61328"/>
                  <a:pt x="180522" y="63797"/>
                  <a:pt x="180796" y="66335"/>
                </a:cubicBezTo>
                <a:cubicBezTo>
                  <a:pt x="181070" y="68871"/>
                  <a:pt x="181207" y="71442"/>
                  <a:pt x="181207" y="74047"/>
                </a:cubicBezTo>
                <a:lnTo>
                  <a:pt x="165163" y="74047"/>
                </a:lnTo>
                <a:cubicBezTo>
                  <a:pt x="165163" y="71990"/>
                  <a:pt x="164992" y="69968"/>
                  <a:pt x="164649" y="67980"/>
                </a:cubicBezTo>
                <a:cubicBezTo>
                  <a:pt x="164306" y="65990"/>
                  <a:pt x="163619" y="64104"/>
                  <a:pt x="162590" y="62321"/>
                </a:cubicBezTo>
                <a:cubicBezTo>
                  <a:pt x="161563" y="60539"/>
                  <a:pt x="160123" y="59203"/>
                  <a:pt x="158271" y="58313"/>
                </a:cubicBezTo>
                <a:cubicBezTo>
                  <a:pt x="156422" y="57422"/>
                  <a:pt x="154468" y="56976"/>
                  <a:pt x="152412" y="56976"/>
                </a:cubicBezTo>
                <a:cubicBezTo>
                  <a:pt x="149669" y="56976"/>
                  <a:pt x="147028" y="57559"/>
                  <a:pt x="144490" y="58724"/>
                </a:cubicBezTo>
                <a:cubicBezTo>
                  <a:pt x="141954" y="59890"/>
                  <a:pt x="139829" y="61501"/>
                  <a:pt x="138116" y="63558"/>
                </a:cubicBezTo>
                <a:cubicBezTo>
                  <a:pt x="136402" y="65615"/>
                  <a:pt x="135031" y="67912"/>
                  <a:pt x="134001" y="70450"/>
                </a:cubicBezTo>
                <a:cubicBezTo>
                  <a:pt x="132974" y="72986"/>
                  <a:pt x="132152" y="75591"/>
                  <a:pt x="131534" y="78265"/>
                </a:cubicBezTo>
                <a:cubicBezTo>
                  <a:pt x="130917" y="80937"/>
                  <a:pt x="130505" y="83644"/>
                  <a:pt x="130298" y="86387"/>
                </a:cubicBezTo>
                <a:cubicBezTo>
                  <a:pt x="130093" y="89130"/>
                  <a:pt x="129990" y="91804"/>
                  <a:pt x="129990" y="94409"/>
                </a:cubicBezTo>
                <a:lnTo>
                  <a:pt x="129990" y="151178"/>
                </a:lnTo>
                <a:lnTo>
                  <a:pt x="113946" y="151178"/>
                </a:lnTo>
                <a:close/>
                <a:moveTo>
                  <a:pt x="232833" y="152823"/>
                </a:moveTo>
                <a:cubicBezTo>
                  <a:pt x="228719" y="152823"/>
                  <a:pt x="224674" y="152207"/>
                  <a:pt x="220696" y="150974"/>
                </a:cubicBezTo>
                <a:cubicBezTo>
                  <a:pt x="216721" y="149740"/>
                  <a:pt x="213327" y="147614"/>
                  <a:pt x="210515" y="144597"/>
                </a:cubicBezTo>
                <a:cubicBezTo>
                  <a:pt x="207705" y="141580"/>
                  <a:pt x="205717" y="138084"/>
                  <a:pt x="204552" y="134108"/>
                </a:cubicBezTo>
                <a:cubicBezTo>
                  <a:pt x="203386" y="130131"/>
                  <a:pt x="202804" y="126153"/>
                  <a:pt x="202804" y="122176"/>
                </a:cubicBezTo>
                <a:cubicBezTo>
                  <a:pt x="202804" y="118610"/>
                  <a:pt x="203249" y="115114"/>
                  <a:pt x="204141" y="111687"/>
                </a:cubicBezTo>
                <a:cubicBezTo>
                  <a:pt x="205032" y="108259"/>
                  <a:pt x="206541" y="105174"/>
                  <a:pt x="208666" y="102431"/>
                </a:cubicBezTo>
                <a:cubicBezTo>
                  <a:pt x="210792" y="99688"/>
                  <a:pt x="213363" y="97392"/>
                  <a:pt x="216378" y="95542"/>
                </a:cubicBezTo>
                <a:cubicBezTo>
                  <a:pt x="219395" y="93691"/>
                  <a:pt x="222582" y="92216"/>
                  <a:pt x="225941" y="91120"/>
                </a:cubicBezTo>
                <a:cubicBezTo>
                  <a:pt x="229301" y="90022"/>
                  <a:pt x="232695" y="89267"/>
                  <a:pt x="236122" y="88857"/>
                </a:cubicBezTo>
                <a:cubicBezTo>
                  <a:pt x="239551" y="88445"/>
                  <a:pt x="243049" y="88239"/>
                  <a:pt x="246614" y="88239"/>
                </a:cubicBezTo>
                <a:lnTo>
                  <a:pt x="264921" y="88239"/>
                </a:lnTo>
                <a:lnTo>
                  <a:pt x="264921" y="78161"/>
                </a:lnTo>
                <a:cubicBezTo>
                  <a:pt x="264921" y="75280"/>
                  <a:pt x="264441" y="72400"/>
                  <a:pt x="263480" y="69521"/>
                </a:cubicBezTo>
                <a:cubicBezTo>
                  <a:pt x="262520" y="66642"/>
                  <a:pt x="260942" y="64243"/>
                  <a:pt x="258747" y="62324"/>
                </a:cubicBezTo>
                <a:cubicBezTo>
                  <a:pt x="256555" y="60404"/>
                  <a:pt x="254019" y="59032"/>
                  <a:pt x="251140" y="58210"/>
                </a:cubicBezTo>
                <a:cubicBezTo>
                  <a:pt x="248261" y="57387"/>
                  <a:pt x="245381" y="56976"/>
                  <a:pt x="242499" y="56976"/>
                </a:cubicBezTo>
                <a:cubicBezTo>
                  <a:pt x="239758" y="56976"/>
                  <a:pt x="237051" y="57250"/>
                  <a:pt x="234377" y="57799"/>
                </a:cubicBezTo>
                <a:cubicBezTo>
                  <a:pt x="231703" y="58347"/>
                  <a:pt x="229269" y="59375"/>
                  <a:pt x="227074" y="60884"/>
                </a:cubicBezTo>
                <a:cubicBezTo>
                  <a:pt x="224881" y="62392"/>
                  <a:pt x="223167" y="64381"/>
                  <a:pt x="221933" y="66850"/>
                </a:cubicBezTo>
                <a:cubicBezTo>
                  <a:pt x="220698" y="69317"/>
                  <a:pt x="220081" y="71853"/>
                  <a:pt x="220081" y="74458"/>
                </a:cubicBezTo>
                <a:lnTo>
                  <a:pt x="204037" y="74458"/>
                </a:lnTo>
                <a:cubicBezTo>
                  <a:pt x="204037" y="71305"/>
                  <a:pt x="204483" y="68219"/>
                  <a:pt x="205374" y="65202"/>
                </a:cubicBezTo>
                <a:cubicBezTo>
                  <a:pt x="206265" y="62185"/>
                  <a:pt x="207602" y="59374"/>
                  <a:pt x="209385" y="56769"/>
                </a:cubicBezTo>
                <a:cubicBezTo>
                  <a:pt x="211168" y="54164"/>
                  <a:pt x="213327" y="51936"/>
                  <a:pt x="215863" y="50084"/>
                </a:cubicBezTo>
                <a:cubicBezTo>
                  <a:pt x="218401" y="48232"/>
                  <a:pt x="221109" y="46724"/>
                  <a:pt x="223988" y="45558"/>
                </a:cubicBezTo>
                <a:cubicBezTo>
                  <a:pt x="226868" y="44393"/>
                  <a:pt x="229884" y="43605"/>
                  <a:pt x="233037" y="43195"/>
                </a:cubicBezTo>
                <a:cubicBezTo>
                  <a:pt x="236192" y="42783"/>
                  <a:pt x="239346" y="42577"/>
                  <a:pt x="242499" y="42577"/>
                </a:cubicBezTo>
                <a:cubicBezTo>
                  <a:pt x="245791" y="42577"/>
                  <a:pt x="249082" y="42818"/>
                  <a:pt x="252373" y="43299"/>
                </a:cubicBezTo>
                <a:cubicBezTo>
                  <a:pt x="255664" y="43778"/>
                  <a:pt x="258819" y="44703"/>
                  <a:pt x="261836" y="46073"/>
                </a:cubicBezTo>
                <a:cubicBezTo>
                  <a:pt x="264853" y="47444"/>
                  <a:pt x="267629" y="49226"/>
                  <a:pt x="270165" y="51421"/>
                </a:cubicBezTo>
                <a:cubicBezTo>
                  <a:pt x="272701" y="53616"/>
                  <a:pt x="274791" y="56153"/>
                  <a:pt x="276436" y="59032"/>
                </a:cubicBezTo>
                <a:cubicBezTo>
                  <a:pt x="278083" y="61911"/>
                  <a:pt x="279249" y="64996"/>
                  <a:pt x="279935" y="68287"/>
                </a:cubicBezTo>
                <a:cubicBezTo>
                  <a:pt x="280622" y="71579"/>
                  <a:pt x="280965" y="74870"/>
                  <a:pt x="280965" y="78161"/>
                </a:cubicBezTo>
                <a:lnTo>
                  <a:pt x="280965" y="151178"/>
                </a:lnTo>
                <a:lnTo>
                  <a:pt x="264921" y="151178"/>
                </a:lnTo>
                <a:lnTo>
                  <a:pt x="264921" y="133490"/>
                </a:lnTo>
                <a:cubicBezTo>
                  <a:pt x="263686" y="136507"/>
                  <a:pt x="261937" y="139285"/>
                  <a:pt x="259673" y="141823"/>
                </a:cubicBezTo>
                <a:cubicBezTo>
                  <a:pt x="257411" y="144358"/>
                  <a:pt x="254841" y="146483"/>
                  <a:pt x="251962" y="148197"/>
                </a:cubicBezTo>
                <a:cubicBezTo>
                  <a:pt x="249083" y="149910"/>
                  <a:pt x="245998" y="151109"/>
                  <a:pt x="242707" y="151794"/>
                </a:cubicBezTo>
                <a:cubicBezTo>
                  <a:pt x="239415" y="152480"/>
                  <a:pt x="236124" y="152823"/>
                  <a:pt x="232833" y="152823"/>
                </a:cubicBezTo>
                <a:moveTo>
                  <a:pt x="239003" y="138427"/>
                </a:moveTo>
                <a:cubicBezTo>
                  <a:pt x="242294" y="138427"/>
                  <a:pt x="245619" y="137981"/>
                  <a:pt x="248977" y="137090"/>
                </a:cubicBezTo>
                <a:cubicBezTo>
                  <a:pt x="252338" y="136198"/>
                  <a:pt x="255252" y="134622"/>
                  <a:pt x="257721" y="132360"/>
                </a:cubicBezTo>
                <a:cubicBezTo>
                  <a:pt x="260190" y="130096"/>
                  <a:pt x="262007" y="127353"/>
                  <a:pt x="263173" y="124131"/>
                </a:cubicBezTo>
                <a:cubicBezTo>
                  <a:pt x="264338" y="120909"/>
                  <a:pt x="264921" y="117584"/>
                  <a:pt x="264921" y="114157"/>
                </a:cubicBezTo>
                <a:lnTo>
                  <a:pt x="264921" y="102638"/>
                </a:lnTo>
                <a:lnTo>
                  <a:pt x="246614" y="102638"/>
                </a:lnTo>
                <a:cubicBezTo>
                  <a:pt x="244557" y="102638"/>
                  <a:pt x="242466" y="102741"/>
                  <a:pt x="240340" y="102946"/>
                </a:cubicBezTo>
                <a:cubicBezTo>
                  <a:pt x="238216" y="103151"/>
                  <a:pt x="236160" y="103494"/>
                  <a:pt x="234170" y="103975"/>
                </a:cubicBezTo>
                <a:cubicBezTo>
                  <a:pt x="232182" y="104455"/>
                  <a:pt x="230228" y="105140"/>
                  <a:pt x="228307" y="106031"/>
                </a:cubicBezTo>
                <a:cubicBezTo>
                  <a:pt x="226388" y="106922"/>
                  <a:pt x="224675" y="108054"/>
                  <a:pt x="223166" y="109427"/>
                </a:cubicBezTo>
                <a:cubicBezTo>
                  <a:pt x="221658" y="110797"/>
                  <a:pt x="220560" y="112477"/>
                  <a:pt x="219874" y="114464"/>
                </a:cubicBezTo>
                <a:cubicBezTo>
                  <a:pt x="219190" y="116452"/>
                  <a:pt x="218848" y="118474"/>
                  <a:pt x="218848" y="120531"/>
                </a:cubicBezTo>
                <a:cubicBezTo>
                  <a:pt x="218848" y="123000"/>
                  <a:pt x="219327" y="125469"/>
                  <a:pt x="220285" y="127938"/>
                </a:cubicBezTo>
                <a:cubicBezTo>
                  <a:pt x="221245" y="130405"/>
                  <a:pt x="222685" y="132461"/>
                  <a:pt x="224604" y="134108"/>
                </a:cubicBezTo>
                <a:cubicBezTo>
                  <a:pt x="226524" y="135753"/>
                  <a:pt x="228753" y="136884"/>
                  <a:pt x="231289" y="137501"/>
                </a:cubicBezTo>
                <a:cubicBezTo>
                  <a:pt x="233827" y="138118"/>
                  <a:pt x="236398" y="138427"/>
                  <a:pt x="239003" y="138427"/>
                </a:cubicBezTo>
                <a:close/>
                <a:moveTo>
                  <a:pt x="344930" y="152823"/>
                </a:moveTo>
                <a:cubicBezTo>
                  <a:pt x="341365" y="152823"/>
                  <a:pt x="337732" y="152445"/>
                  <a:pt x="334030" y="151690"/>
                </a:cubicBezTo>
                <a:cubicBezTo>
                  <a:pt x="330329" y="150937"/>
                  <a:pt x="326901" y="149635"/>
                  <a:pt x="323746" y="147786"/>
                </a:cubicBezTo>
                <a:cubicBezTo>
                  <a:pt x="320592" y="145934"/>
                  <a:pt x="317816" y="143603"/>
                  <a:pt x="315416" y="140793"/>
                </a:cubicBezTo>
                <a:cubicBezTo>
                  <a:pt x="313016" y="137981"/>
                  <a:pt x="311062" y="134896"/>
                  <a:pt x="309553" y="131538"/>
                </a:cubicBezTo>
                <a:cubicBezTo>
                  <a:pt x="308045" y="128177"/>
                  <a:pt x="307016" y="124680"/>
                  <a:pt x="306468" y="121046"/>
                </a:cubicBezTo>
                <a:cubicBezTo>
                  <a:pt x="305920" y="117411"/>
                  <a:pt x="305646" y="113743"/>
                  <a:pt x="305646" y="110042"/>
                </a:cubicBezTo>
                <a:lnTo>
                  <a:pt x="305646" y="85358"/>
                </a:lnTo>
                <a:cubicBezTo>
                  <a:pt x="305646" y="81656"/>
                  <a:pt x="305920" y="77990"/>
                  <a:pt x="306468" y="74357"/>
                </a:cubicBezTo>
                <a:cubicBezTo>
                  <a:pt x="307016" y="70723"/>
                  <a:pt x="308045" y="67226"/>
                  <a:pt x="309553" y="63865"/>
                </a:cubicBezTo>
                <a:cubicBezTo>
                  <a:pt x="311062" y="60505"/>
                  <a:pt x="313016" y="57420"/>
                  <a:pt x="315416" y="54610"/>
                </a:cubicBezTo>
                <a:cubicBezTo>
                  <a:pt x="317816" y="51798"/>
                  <a:pt x="320592" y="49467"/>
                  <a:pt x="323746" y="47617"/>
                </a:cubicBezTo>
                <a:cubicBezTo>
                  <a:pt x="326901" y="45766"/>
                  <a:pt x="330329" y="44463"/>
                  <a:pt x="334030" y="43710"/>
                </a:cubicBezTo>
                <a:cubicBezTo>
                  <a:pt x="337732" y="42955"/>
                  <a:pt x="341365" y="42577"/>
                  <a:pt x="344930" y="42577"/>
                </a:cubicBezTo>
                <a:cubicBezTo>
                  <a:pt x="348360" y="42577"/>
                  <a:pt x="351788" y="42886"/>
                  <a:pt x="355215" y="43503"/>
                </a:cubicBezTo>
                <a:cubicBezTo>
                  <a:pt x="358645" y="44120"/>
                  <a:pt x="361901" y="45183"/>
                  <a:pt x="364986" y="46691"/>
                </a:cubicBezTo>
                <a:cubicBezTo>
                  <a:pt x="368072" y="48200"/>
                  <a:pt x="370848" y="50154"/>
                  <a:pt x="373315" y="52554"/>
                </a:cubicBezTo>
                <a:cubicBezTo>
                  <a:pt x="375784" y="54952"/>
                  <a:pt x="377841" y="57659"/>
                  <a:pt x="379485" y="60677"/>
                </a:cubicBezTo>
                <a:cubicBezTo>
                  <a:pt x="381132" y="63694"/>
                  <a:pt x="382332" y="66882"/>
                  <a:pt x="383085" y="70243"/>
                </a:cubicBezTo>
                <a:cubicBezTo>
                  <a:pt x="383841" y="73601"/>
                  <a:pt x="384218" y="76995"/>
                  <a:pt x="384218" y="80424"/>
                </a:cubicBezTo>
                <a:lnTo>
                  <a:pt x="384218" y="80528"/>
                </a:lnTo>
                <a:cubicBezTo>
                  <a:pt x="384218" y="80595"/>
                  <a:pt x="384218" y="80697"/>
                  <a:pt x="384218" y="80835"/>
                </a:cubicBezTo>
                <a:lnTo>
                  <a:pt x="368174" y="80835"/>
                </a:lnTo>
                <a:lnTo>
                  <a:pt x="368174" y="80732"/>
                </a:lnTo>
                <a:lnTo>
                  <a:pt x="368174" y="80628"/>
                </a:lnTo>
                <a:cubicBezTo>
                  <a:pt x="368174" y="77475"/>
                  <a:pt x="367694" y="74390"/>
                  <a:pt x="366734" y="71373"/>
                </a:cubicBezTo>
                <a:cubicBezTo>
                  <a:pt x="365773" y="68355"/>
                  <a:pt x="364196" y="65716"/>
                  <a:pt x="362001" y="63454"/>
                </a:cubicBezTo>
                <a:cubicBezTo>
                  <a:pt x="359808" y="61192"/>
                  <a:pt x="357203" y="59548"/>
                  <a:pt x="354186" y="58520"/>
                </a:cubicBezTo>
                <a:cubicBezTo>
                  <a:pt x="351171" y="57491"/>
                  <a:pt x="348086" y="56976"/>
                  <a:pt x="344930" y="56976"/>
                </a:cubicBezTo>
                <a:cubicBezTo>
                  <a:pt x="342600" y="56976"/>
                  <a:pt x="340303" y="57250"/>
                  <a:pt x="338041" y="57799"/>
                </a:cubicBezTo>
                <a:cubicBezTo>
                  <a:pt x="335780" y="58347"/>
                  <a:pt x="333688" y="59307"/>
                  <a:pt x="331768" y="60680"/>
                </a:cubicBezTo>
                <a:cubicBezTo>
                  <a:pt x="329849" y="62050"/>
                  <a:pt x="328238" y="63696"/>
                  <a:pt x="326934" y="65617"/>
                </a:cubicBezTo>
                <a:cubicBezTo>
                  <a:pt x="325631" y="67535"/>
                  <a:pt x="324568" y="69558"/>
                  <a:pt x="323746" y="71683"/>
                </a:cubicBezTo>
                <a:cubicBezTo>
                  <a:pt x="322923" y="73807"/>
                  <a:pt x="322375" y="76034"/>
                  <a:pt x="322101" y="78365"/>
                </a:cubicBezTo>
                <a:cubicBezTo>
                  <a:pt x="321827" y="80696"/>
                  <a:pt x="321690" y="83027"/>
                  <a:pt x="321690" y="85358"/>
                </a:cubicBezTo>
                <a:lnTo>
                  <a:pt x="321690" y="110042"/>
                </a:lnTo>
                <a:cubicBezTo>
                  <a:pt x="321690" y="112373"/>
                  <a:pt x="321827" y="114704"/>
                  <a:pt x="322101" y="117035"/>
                </a:cubicBezTo>
                <a:cubicBezTo>
                  <a:pt x="322375" y="119366"/>
                  <a:pt x="322923" y="121594"/>
                  <a:pt x="323746" y="123720"/>
                </a:cubicBezTo>
                <a:cubicBezTo>
                  <a:pt x="324568" y="125845"/>
                  <a:pt x="325631" y="127869"/>
                  <a:pt x="326934" y="129790"/>
                </a:cubicBezTo>
                <a:cubicBezTo>
                  <a:pt x="328238" y="131708"/>
                  <a:pt x="329849" y="133353"/>
                  <a:pt x="331768" y="134723"/>
                </a:cubicBezTo>
                <a:cubicBezTo>
                  <a:pt x="333688" y="136094"/>
                  <a:pt x="335780" y="137054"/>
                  <a:pt x="338041" y="137604"/>
                </a:cubicBezTo>
                <a:cubicBezTo>
                  <a:pt x="340303" y="138153"/>
                  <a:pt x="342600" y="138427"/>
                  <a:pt x="344930" y="138427"/>
                </a:cubicBezTo>
                <a:cubicBezTo>
                  <a:pt x="348086" y="138427"/>
                  <a:pt x="351171" y="137913"/>
                  <a:pt x="354186" y="136886"/>
                </a:cubicBezTo>
                <a:cubicBezTo>
                  <a:pt x="357203" y="135856"/>
                  <a:pt x="359808" y="134211"/>
                  <a:pt x="362001" y="131949"/>
                </a:cubicBezTo>
                <a:cubicBezTo>
                  <a:pt x="364196" y="129685"/>
                  <a:pt x="365773" y="127044"/>
                  <a:pt x="366734" y="124027"/>
                </a:cubicBezTo>
                <a:cubicBezTo>
                  <a:pt x="367694" y="121010"/>
                  <a:pt x="368174" y="117925"/>
                  <a:pt x="368174" y="114772"/>
                </a:cubicBezTo>
                <a:lnTo>
                  <a:pt x="368174" y="114671"/>
                </a:lnTo>
                <a:lnTo>
                  <a:pt x="368174" y="114568"/>
                </a:lnTo>
                <a:lnTo>
                  <a:pt x="384218" y="114568"/>
                </a:lnTo>
                <a:cubicBezTo>
                  <a:pt x="384218" y="114704"/>
                  <a:pt x="384218" y="114806"/>
                  <a:pt x="384218" y="114875"/>
                </a:cubicBezTo>
                <a:lnTo>
                  <a:pt x="384218" y="114979"/>
                </a:lnTo>
                <a:cubicBezTo>
                  <a:pt x="384218" y="118406"/>
                  <a:pt x="383841" y="121800"/>
                  <a:pt x="383085" y="125160"/>
                </a:cubicBezTo>
                <a:cubicBezTo>
                  <a:pt x="382332" y="128518"/>
                  <a:pt x="381132" y="131706"/>
                  <a:pt x="379485" y="134723"/>
                </a:cubicBezTo>
                <a:cubicBezTo>
                  <a:pt x="377841" y="137740"/>
                  <a:pt x="375784" y="140449"/>
                  <a:pt x="373315" y="142849"/>
                </a:cubicBezTo>
                <a:cubicBezTo>
                  <a:pt x="370848" y="145249"/>
                  <a:pt x="368072" y="147203"/>
                  <a:pt x="364986" y="148712"/>
                </a:cubicBezTo>
                <a:cubicBezTo>
                  <a:pt x="361901" y="150218"/>
                  <a:pt x="358645" y="151280"/>
                  <a:pt x="355215" y="151897"/>
                </a:cubicBezTo>
                <a:cubicBezTo>
                  <a:pt x="351788" y="152514"/>
                  <a:pt x="348360" y="152823"/>
                  <a:pt x="344930" y="152823"/>
                </a:cubicBezTo>
                <a:close/>
                <a:moveTo>
                  <a:pt x="448802" y="152823"/>
                </a:moveTo>
                <a:cubicBezTo>
                  <a:pt x="445101" y="152823"/>
                  <a:pt x="441399" y="152480"/>
                  <a:pt x="437695" y="151794"/>
                </a:cubicBezTo>
                <a:cubicBezTo>
                  <a:pt x="433994" y="151109"/>
                  <a:pt x="430531" y="149841"/>
                  <a:pt x="427307" y="147990"/>
                </a:cubicBezTo>
                <a:cubicBezTo>
                  <a:pt x="424085" y="146138"/>
                  <a:pt x="421206" y="143807"/>
                  <a:pt x="418670" y="140997"/>
                </a:cubicBezTo>
                <a:cubicBezTo>
                  <a:pt x="416134" y="138185"/>
                  <a:pt x="414077" y="135100"/>
                  <a:pt x="412499" y="131742"/>
                </a:cubicBezTo>
                <a:cubicBezTo>
                  <a:pt x="410922" y="128381"/>
                  <a:pt x="409859" y="124851"/>
                  <a:pt x="409311" y="121149"/>
                </a:cubicBezTo>
                <a:cubicBezTo>
                  <a:pt x="408762" y="117446"/>
                  <a:pt x="408488" y="113743"/>
                  <a:pt x="408488" y="110042"/>
                </a:cubicBezTo>
                <a:lnTo>
                  <a:pt x="408488" y="85358"/>
                </a:lnTo>
                <a:cubicBezTo>
                  <a:pt x="408488" y="81656"/>
                  <a:pt x="408762" y="77955"/>
                  <a:pt x="409311" y="74254"/>
                </a:cubicBezTo>
                <a:cubicBezTo>
                  <a:pt x="409859" y="70550"/>
                  <a:pt x="410887" y="67020"/>
                  <a:pt x="412396" y="63661"/>
                </a:cubicBezTo>
                <a:cubicBezTo>
                  <a:pt x="413904" y="60301"/>
                  <a:pt x="415927" y="57216"/>
                  <a:pt x="418462" y="54406"/>
                </a:cubicBezTo>
                <a:cubicBezTo>
                  <a:pt x="421000" y="51594"/>
                  <a:pt x="423846" y="49296"/>
                  <a:pt x="426999" y="47514"/>
                </a:cubicBezTo>
                <a:cubicBezTo>
                  <a:pt x="430154" y="45731"/>
                  <a:pt x="433583" y="44463"/>
                  <a:pt x="437284" y="43710"/>
                </a:cubicBezTo>
                <a:cubicBezTo>
                  <a:pt x="440988" y="42955"/>
                  <a:pt x="444690" y="42577"/>
                  <a:pt x="448391" y="42577"/>
                </a:cubicBezTo>
                <a:cubicBezTo>
                  <a:pt x="452093" y="42577"/>
                  <a:pt x="455794" y="42955"/>
                  <a:pt x="459495" y="43710"/>
                </a:cubicBezTo>
                <a:cubicBezTo>
                  <a:pt x="463199" y="44463"/>
                  <a:pt x="466627" y="45731"/>
                  <a:pt x="469780" y="47514"/>
                </a:cubicBezTo>
                <a:cubicBezTo>
                  <a:pt x="472935" y="49296"/>
                  <a:pt x="475781" y="51594"/>
                  <a:pt x="478317" y="54406"/>
                </a:cubicBezTo>
                <a:cubicBezTo>
                  <a:pt x="480855" y="57216"/>
                  <a:pt x="482878" y="60301"/>
                  <a:pt x="484387" y="63661"/>
                </a:cubicBezTo>
                <a:cubicBezTo>
                  <a:pt x="485895" y="67020"/>
                  <a:pt x="486924" y="70550"/>
                  <a:pt x="487472" y="74254"/>
                </a:cubicBezTo>
                <a:cubicBezTo>
                  <a:pt x="488020" y="77955"/>
                  <a:pt x="488294" y="81656"/>
                  <a:pt x="488294" y="85358"/>
                </a:cubicBezTo>
                <a:lnTo>
                  <a:pt x="488294" y="104898"/>
                </a:lnTo>
                <a:lnTo>
                  <a:pt x="424532" y="104898"/>
                </a:lnTo>
                <a:lnTo>
                  <a:pt x="424532" y="110042"/>
                </a:lnTo>
                <a:cubicBezTo>
                  <a:pt x="424532" y="112373"/>
                  <a:pt x="424669" y="114704"/>
                  <a:pt x="424943" y="117035"/>
                </a:cubicBezTo>
                <a:cubicBezTo>
                  <a:pt x="425218" y="119366"/>
                  <a:pt x="425800" y="121628"/>
                  <a:pt x="426692" y="123823"/>
                </a:cubicBezTo>
                <a:cubicBezTo>
                  <a:pt x="427583" y="126016"/>
                  <a:pt x="428748" y="128073"/>
                  <a:pt x="430188" y="129994"/>
                </a:cubicBezTo>
                <a:cubicBezTo>
                  <a:pt x="431627" y="131912"/>
                  <a:pt x="433341" y="133523"/>
                  <a:pt x="435329" y="134827"/>
                </a:cubicBezTo>
                <a:cubicBezTo>
                  <a:pt x="437319" y="136128"/>
                  <a:pt x="439479" y="137054"/>
                  <a:pt x="441810" y="137604"/>
                </a:cubicBezTo>
                <a:cubicBezTo>
                  <a:pt x="444141" y="138153"/>
                  <a:pt x="446472" y="138427"/>
                  <a:pt x="448802" y="138427"/>
                </a:cubicBezTo>
                <a:cubicBezTo>
                  <a:pt x="451407" y="138427"/>
                  <a:pt x="454047" y="138153"/>
                  <a:pt x="456721" y="137604"/>
                </a:cubicBezTo>
                <a:cubicBezTo>
                  <a:pt x="459395" y="137054"/>
                  <a:pt x="461828" y="136094"/>
                  <a:pt x="464021" y="134723"/>
                </a:cubicBezTo>
                <a:cubicBezTo>
                  <a:pt x="466216" y="133353"/>
                  <a:pt x="468033" y="131502"/>
                  <a:pt x="469473" y="129171"/>
                </a:cubicBezTo>
                <a:cubicBezTo>
                  <a:pt x="470914" y="126840"/>
                  <a:pt x="471703" y="124303"/>
                  <a:pt x="471839" y="121560"/>
                </a:cubicBezTo>
                <a:lnTo>
                  <a:pt x="487883" y="121560"/>
                </a:lnTo>
                <a:cubicBezTo>
                  <a:pt x="487745" y="124714"/>
                  <a:pt x="487161" y="127764"/>
                  <a:pt x="486132" y="130712"/>
                </a:cubicBezTo>
                <a:cubicBezTo>
                  <a:pt x="485104" y="133660"/>
                  <a:pt x="483665" y="136403"/>
                  <a:pt x="481813" y="138941"/>
                </a:cubicBezTo>
                <a:cubicBezTo>
                  <a:pt x="479963" y="141477"/>
                  <a:pt x="477770" y="143671"/>
                  <a:pt x="475232" y="145523"/>
                </a:cubicBezTo>
                <a:cubicBezTo>
                  <a:pt x="472696" y="147372"/>
                  <a:pt x="469988" y="148847"/>
                  <a:pt x="467109" y="149945"/>
                </a:cubicBezTo>
                <a:cubicBezTo>
                  <a:pt x="464230" y="151041"/>
                  <a:pt x="461213" y="151795"/>
                  <a:pt x="458058" y="152205"/>
                </a:cubicBezTo>
                <a:cubicBezTo>
                  <a:pt x="454905" y="152617"/>
                  <a:pt x="451820" y="152823"/>
                  <a:pt x="448802" y="152823"/>
                </a:cubicBezTo>
                <a:moveTo>
                  <a:pt x="472250" y="90502"/>
                </a:moveTo>
                <a:lnTo>
                  <a:pt x="472250" y="85358"/>
                </a:lnTo>
                <a:cubicBezTo>
                  <a:pt x="472250" y="83027"/>
                  <a:pt x="472113" y="80696"/>
                  <a:pt x="471839" y="78365"/>
                </a:cubicBezTo>
                <a:cubicBezTo>
                  <a:pt x="471565" y="76034"/>
                  <a:pt x="471017" y="73773"/>
                  <a:pt x="470194" y="71580"/>
                </a:cubicBezTo>
                <a:cubicBezTo>
                  <a:pt x="469372" y="69385"/>
                  <a:pt x="468240" y="67328"/>
                  <a:pt x="466799" y="65409"/>
                </a:cubicBezTo>
                <a:cubicBezTo>
                  <a:pt x="465359" y="63489"/>
                  <a:pt x="463679" y="61878"/>
                  <a:pt x="461758" y="60576"/>
                </a:cubicBezTo>
                <a:cubicBezTo>
                  <a:pt x="459839" y="59273"/>
                  <a:pt x="457715" y="58347"/>
                  <a:pt x="455384" y="57799"/>
                </a:cubicBezTo>
                <a:cubicBezTo>
                  <a:pt x="453053" y="57250"/>
                  <a:pt x="450722" y="56976"/>
                  <a:pt x="448391" y="56976"/>
                </a:cubicBezTo>
                <a:cubicBezTo>
                  <a:pt x="446060" y="56976"/>
                  <a:pt x="443730" y="57250"/>
                  <a:pt x="441399" y="57799"/>
                </a:cubicBezTo>
                <a:cubicBezTo>
                  <a:pt x="439068" y="58347"/>
                  <a:pt x="436942" y="59273"/>
                  <a:pt x="435021" y="60576"/>
                </a:cubicBezTo>
                <a:cubicBezTo>
                  <a:pt x="433103" y="61878"/>
                  <a:pt x="431422" y="63489"/>
                  <a:pt x="429981" y="65409"/>
                </a:cubicBezTo>
                <a:cubicBezTo>
                  <a:pt x="428541" y="67328"/>
                  <a:pt x="427410" y="69385"/>
                  <a:pt x="426588" y="71580"/>
                </a:cubicBezTo>
                <a:cubicBezTo>
                  <a:pt x="425766" y="73773"/>
                  <a:pt x="425218" y="76034"/>
                  <a:pt x="424943" y="78365"/>
                </a:cubicBezTo>
                <a:cubicBezTo>
                  <a:pt x="424669" y="80696"/>
                  <a:pt x="424532" y="83027"/>
                  <a:pt x="424532" y="85358"/>
                </a:cubicBezTo>
                <a:lnTo>
                  <a:pt x="424532" y="90502"/>
                </a:lnTo>
                <a:lnTo>
                  <a:pt x="472250" y="90502"/>
                </a:lnTo>
                <a:close/>
                <a:moveTo>
                  <a:pt x="512975" y="165578"/>
                </a:moveTo>
                <a:lnTo>
                  <a:pt x="512975" y="151178"/>
                </a:lnTo>
                <a:lnTo>
                  <a:pt x="589492" y="151178"/>
                </a:lnTo>
                <a:lnTo>
                  <a:pt x="589492" y="165578"/>
                </a:lnTo>
                <a:lnTo>
                  <a:pt x="512975" y="165578"/>
                </a:lnTo>
                <a:close/>
                <a:moveTo>
                  <a:pt x="653869" y="152823"/>
                </a:moveTo>
                <a:cubicBezTo>
                  <a:pt x="650716" y="152823"/>
                  <a:pt x="647631" y="152651"/>
                  <a:pt x="644613" y="152308"/>
                </a:cubicBezTo>
                <a:cubicBezTo>
                  <a:pt x="641598" y="151967"/>
                  <a:pt x="638650" y="151283"/>
                  <a:pt x="635769" y="150256"/>
                </a:cubicBezTo>
                <a:cubicBezTo>
                  <a:pt x="632890" y="149226"/>
                  <a:pt x="630182" y="147820"/>
                  <a:pt x="627644" y="146038"/>
                </a:cubicBezTo>
                <a:cubicBezTo>
                  <a:pt x="625108" y="144255"/>
                  <a:pt x="622914" y="142164"/>
                  <a:pt x="621062" y="139764"/>
                </a:cubicBezTo>
                <a:cubicBezTo>
                  <a:pt x="619213" y="137364"/>
                  <a:pt x="617808" y="134690"/>
                  <a:pt x="616847" y="131742"/>
                </a:cubicBezTo>
                <a:cubicBezTo>
                  <a:pt x="615887" y="128794"/>
                  <a:pt x="615407" y="125811"/>
                  <a:pt x="615407" y="122794"/>
                </a:cubicBezTo>
                <a:lnTo>
                  <a:pt x="615407" y="122587"/>
                </a:lnTo>
                <a:lnTo>
                  <a:pt x="615407" y="122383"/>
                </a:lnTo>
                <a:lnTo>
                  <a:pt x="631451" y="122383"/>
                </a:lnTo>
                <a:lnTo>
                  <a:pt x="631451" y="122486"/>
                </a:lnTo>
                <a:lnTo>
                  <a:pt x="631451" y="122587"/>
                </a:lnTo>
                <a:cubicBezTo>
                  <a:pt x="631451" y="125194"/>
                  <a:pt x="632136" y="127628"/>
                  <a:pt x="633506" y="129890"/>
                </a:cubicBezTo>
                <a:cubicBezTo>
                  <a:pt x="634879" y="132152"/>
                  <a:pt x="636696" y="133900"/>
                  <a:pt x="638958" y="135134"/>
                </a:cubicBezTo>
                <a:cubicBezTo>
                  <a:pt x="641220" y="136369"/>
                  <a:pt x="643619" y="137227"/>
                  <a:pt x="646154" y="137708"/>
                </a:cubicBezTo>
                <a:cubicBezTo>
                  <a:pt x="648692" y="138187"/>
                  <a:pt x="651264" y="138427"/>
                  <a:pt x="653869" y="138427"/>
                </a:cubicBezTo>
                <a:cubicBezTo>
                  <a:pt x="656338" y="138427"/>
                  <a:pt x="658875" y="138222"/>
                  <a:pt x="661480" y="137812"/>
                </a:cubicBezTo>
                <a:cubicBezTo>
                  <a:pt x="664085" y="137399"/>
                  <a:pt x="666485" y="136542"/>
                  <a:pt x="668679" y="135238"/>
                </a:cubicBezTo>
                <a:cubicBezTo>
                  <a:pt x="670874" y="133934"/>
                  <a:pt x="672725" y="132152"/>
                  <a:pt x="674231" y="129890"/>
                </a:cubicBezTo>
                <a:cubicBezTo>
                  <a:pt x="675740" y="127628"/>
                  <a:pt x="676494" y="125194"/>
                  <a:pt x="676494" y="122587"/>
                </a:cubicBezTo>
                <a:cubicBezTo>
                  <a:pt x="676494" y="120668"/>
                  <a:pt x="675980" y="118784"/>
                  <a:pt x="674950" y="116934"/>
                </a:cubicBezTo>
                <a:cubicBezTo>
                  <a:pt x="673923" y="115083"/>
                  <a:pt x="672620" y="113539"/>
                  <a:pt x="671043" y="112305"/>
                </a:cubicBezTo>
                <a:cubicBezTo>
                  <a:pt x="669467" y="111070"/>
                  <a:pt x="667719" y="110145"/>
                  <a:pt x="665798" y="109527"/>
                </a:cubicBezTo>
                <a:cubicBezTo>
                  <a:pt x="663880" y="108910"/>
                  <a:pt x="661961" y="108327"/>
                  <a:pt x="660042" y="107779"/>
                </a:cubicBezTo>
                <a:lnTo>
                  <a:pt x="659835" y="107779"/>
                </a:lnTo>
                <a:cubicBezTo>
                  <a:pt x="656682" y="106819"/>
                  <a:pt x="653493" y="105860"/>
                  <a:pt x="650269" y="104901"/>
                </a:cubicBezTo>
                <a:cubicBezTo>
                  <a:pt x="647047" y="103941"/>
                  <a:pt x="643927" y="102878"/>
                  <a:pt x="640910" y="101713"/>
                </a:cubicBezTo>
                <a:cubicBezTo>
                  <a:pt x="637895" y="100547"/>
                  <a:pt x="634947" y="99073"/>
                  <a:pt x="632066" y="97290"/>
                </a:cubicBezTo>
                <a:cubicBezTo>
                  <a:pt x="629187" y="95508"/>
                  <a:pt x="626650" y="93382"/>
                  <a:pt x="624455" y="90913"/>
                </a:cubicBezTo>
                <a:cubicBezTo>
                  <a:pt x="622262" y="88444"/>
                  <a:pt x="620548" y="85633"/>
                  <a:pt x="619314" y="82480"/>
                </a:cubicBezTo>
                <a:cubicBezTo>
                  <a:pt x="618082" y="79327"/>
                  <a:pt x="617465" y="76104"/>
                  <a:pt x="617465" y="72813"/>
                </a:cubicBezTo>
                <a:cubicBezTo>
                  <a:pt x="617465" y="69796"/>
                  <a:pt x="617911" y="66848"/>
                  <a:pt x="618802" y="63969"/>
                </a:cubicBezTo>
                <a:cubicBezTo>
                  <a:pt x="619694" y="61088"/>
                  <a:pt x="620996" y="58414"/>
                  <a:pt x="622710" y="55947"/>
                </a:cubicBezTo>
                <a:cubicBezTo>
                  <a:pt x="624423" y="53478"/>
                  <a:pt x="626480" y="51352"/>
                  <a:pt x="628880" y="49569"/>
                </a:cubicBezTo>
                <a:cubicBezTo>
                  <a:pt x="631280" y="47787"/>
                  <a:pt x="633885" y="46382"/>
                  <a:pt x="636695" y="45354"/>
                </a:cubicBezTo>
                <a:cubicBezTo>
                  <a:pt x="639507" y="44325"/>
                  <a:pt x="642421" y="43605"/>
                  <a:pt x="645436" y="43195"/>
                </a:cubicBezTo>
                <a:cubicBezTo>
                  <a:pt x="648453" y="42783"/>
                  <a:pt x="651402" y="42577"/>
                  <a:pt x="654283" y="42577"/>
                </a:cubicBezTo>
                <a:cubicBezTo>
                  <a:pt x="657298" y="42577"/>
                  <a:pt x="660280" y="42783"/>
                  <a:pt x="663228" y="43195"/>
                </a:cubicBezTo>
                <a:cubicBezTo>
                  <a:pt x="666176" y="43605"/>
                  <a:pt x="669022" y="44325"/>
                  <a:pt x="671765" y="45354"/>
                </a:cubicBezTo>
                <a:cubicBezTo>
                  <a:pt x="674508" y="46382"/>
                  <a:pt x="677113" y="47753"/>
                  <a:pt x="679580" y="49469"/>
                </a:cubicBezTo>
                <a:cubicBezTo>
                  <a:pt x="682048" y="51183"/>
                  <a:pt x="684140" y="53239"/>
                  <a:pt x="685853" y="55639"/>
                </a:cubicBezTo>
                <a:cubicBezTo>
                  <a:pt x="687569" y="58037"/>
                  <a:pt x="688872" y="60677"/>
                  <a:pt x="689761" y="63558"/>
                </a:cubicBezTo>
                <a:cubicBezTo>
                  <a:pt x="690652" y="66437"/>
                  <a:pt x="691098" y="69385"/>
                  <a:pt x="691098" y="72402"/>
                </a:cubicBezTo>
                <a:lnTo>
                  <a:pt x="691098" y="72506"/>
                </a:lnTo>
                <a:lnTo>
                  <a:pt x="691098" y="72606"/>
                </a:lnTo>
                <a:lnTo>
                  <a:pt x="675057" y="72606"/>
                </a:lnTo>
                <a:lnTo>
                  <a:pt x="675057" y="72506"/>
                </a:lnTo>
                <a:lnTo>
                  <a:pt x="675057" y="72402"/>
                </a:lnTo>
                <a:cubicBezTo>
                  <a:pt x="675057" y="70071"/>
                  <a:pt x="674440" y="67808"/>
                  <a:pt x="673205" y="65613"/>
                </a:cubicBezTo>
                <a:cubicBezTo>
                  <a:pt x="671971" y="63419"/>
                  <a:pt x="670325" y="61670"/>
                  <a:pt x="668268" y="60369"/>
                </a:cubicBezTo>
                <a:cubicBezTo>
                  <a:pt x="666212" y="59066"/>
                  <a:pt x="663983" y="58174"/>
                  <a:pt x="661583" y="57695"/>
                </a:cubicBezTo>
                <a:cubicBezTo>
                  <a:pt x="659183" y="57216"/>
                  <a:pt x="656750" y="56976"/>
                  <a:pt x="654283" y="56976"/>
                </a:cubicBezTo>
                <a:cubicBezTo>
                  <a:pt x="651814" y="56976"/>
                  <a:pt x="649380" y="57216"/>
                  <a:pt x="646980" y="57695"/>
                </a:cubicBezTo>
                <a:cubicBezTo>
                  <a:pt x="644580" y="58174"/>
                  <a:pt x="642352" y="59066"/>
                  <a:pt x="640295" y="60369"/>
                </a:cubicBezTo>
                <a:cubicBezTo>
                  <a:pt x="638238" y="61670"/>
                  <a:pt x="636558" y="63453"/>
                  <a:pt x="635254" y="65717"/>
                </a:cubicBezTo>
                <a:cubicBezTo>
                  <a:pt x="633953" y="67979"/>
                  <a:pt x="633302" y="70275"/>
                  <a:pt x="633302" y="72606"/>
                </a:cubicBezTo>
                <a:cubicBezTo>
                  <a:pt x="633302" y="74937"/>
                  <a:pt x="633953" y="77131"/>
                  <a:pt x="635254" y="79188"/>
                </a:cubicBezTo>
                <a:cubicBezTo>
                  <a:pt x="636558" y="81244"/>
                  <a:pt x="638204" y="82890"/>
                  <a:pt x="640191" y="84124"/>
                </a:cubicBezTo>
                <a:cubicBezTo>
                  <a:pt x="642181" y="85359"/>
                  <a:pt x="644307" y="86285"/>
                  <a:pt x="646569" y="86902"/>
                </a:cubicBezTo>
                <a:cubicBezTo>
                  <a:pt x="648831" y="87519"/>
                  <a:pt x="651092" y="88136"/>
                  <a:pt x="653354" y="88754"/>
                </a:cubicBezTo>
                <a:cubicBezTo>
                  <a:pt x="655618" y="89371"/>
                  <a:pt x="657881" y="90023"/>
                  <a:pt x="660143" y="90709"/>
                </a:cubicBezTo>
                <a:cubicBezTo>
                  <a:pt x="662407" y="91393"/>
                  <a:pt x="664635" y="92113"/>
                  <a:pt x="666828" y="92868"/>
                </a:cubicBezTo>
                <a:cubicBezTo>
                  <a:pt x="669023" y="93621"/>
                  <a:pt x="671148" y="94513"/>
                  <a:pt x="673205" y="95542"/>
                </a:cubicBezTo>
                <a:cubicBezTo>
                  <a:pt x="675262" y="96570"/>
                  <a:pt x="677250" y="97735"/>
                  <a:pt x="679168" y="99039"/>
                </a:cubicBezTo>
                <a:cubicBezTo>
                  <a:pt x="681089" y="100340"/>
                  <a:pt x="682872" y="101849"/>
                  <a:pt x="684516" y="103564"/>
                </a:cubicBezTo>
                <a:cubicBezTo>
                  <a:pt x="686163" y="105278"/>
                  <a:pt x="687569" y="107129"/>
                  <a:pt x="688735" y="109116"/>
                </a:cubicBezTo>
                <a:cubicBezTo>
                  <a:pt x="689900" y="111104"/>
                  <a:pt x="690791" y="113263"/>
                  <a:pt x="691409" y="115594"/>
                </a:cubicBezTo>
                <a:cubicBezTo>
                  <a:pt x="692026" y="117925"/>
                  <a:pt x="692334" y="120256"/>
                  <a:pt x="692334" y="122587"/>
                </a:cubicBezTo>
                <a:cubicBezTo>
                  <a:pt x="692334" y="125604"/>
                  <a:pt x="691854" y="128586"/>
                  <a:pt x="690894" y="131535"/>
                </a:cubicBezTo>
                <a:cubicBezTo>
                  <a:pt x="689933" y="134483"/>
                  <a:pt x="688527" y="137191"/>
                  <a:pt x="686676" y="139660"/>
                </a:cubicBezTo>
                <a:cubicBezTo>
                  <a:pt x="684826" y="142129"/>
                  <a:pt x="682632" y="144220"/>
                  <a:pt x="680094" y="145934"/>
                </a:cubicBezTo>
                <a:cubicBezTo>
                  <a:pt x="677558" y="147648"/>
                  <a:pt x="674850" y="149019"/>
                  <a:pt x="671969" y="150049"/>
                </a:cubicBezTo>
                <a:cubicBezTo>
                  <a:pt x="669090" y="151076"/>
                  <a:pt x="666107" y="151795"/>
                  <a:pt x="663021" y="152205"/>
                </a:cubicBezTo>
                <a:cubicBezTo>
                  <a:pt x="659937" y="152617"/>
                  <a:pt x="656886" y="152823"/>
                  <a:pt x="653869" y="152823"/>
                </a:cubicBezTo>
                <a:close/>
                <a:moveTo>
                  <a:pt x="729563" y="151178"/>
                </a:moveTo>
                <a:lnTo>
                  <a:pt x="712079" y="44221"/>
                </a:lnTo>
                <a:lnTo>
                  <a:pt x="728327" y="44221"/>
                </a:lnTo>
                <a:lnTo>
                  <a:pt x="737996" y="135546"/>
                </a:lnTo>
                <a:lnTo>
                  <a:pt x="748896" y="74254"/>
                </a:lnTo>
                <a:lnTo>
                  <a:pt x="764940" y="74254"/>
                </a:lnTo>
                <a:lnTo>
                  <a:pt x="775840" y="135546"/>
                </a:lnTo>
                <a:lnTo>
                  <a:pt x="785510" y="44221"/>
                </a:lnTo>
                <a:lnTo>
                  <a:pt x="801758" y="44221"/>
                </a:lnTo>
                <a:lnTo>
                  <a:pt x="784273" y="151178"/>
                </a:lnTo>
                <a:lnTo>
                  <a:pt x="768437" y="151178"/>
                </a:lnTo>
                <a:lnTo>
                  <a:pt x="756918" y="93998"/>
                </a:lnTo>
                <a:lnTo>
                  <a:pt x="745400" y="151178"/>
                </a:lnTo>
                <a:lnTo>
                  <a:pt x="729563" y="151178"/>
                </a:lnTo>
                <a:close/>
                <a:moveTo>
                  <a:pt x="823765" y="151178"/>
                </a:moveTo>
                <a:lnTo>
                  <a:pt x="823765" y="136779"/>
                </a:lnTo>
                <a:lnTo>
                  <a:pt x="853179" y="136779"/>
                </a:lnTo>
                <a:lnTo>
                  <a:pt x="853179" y="58621"/>
                </a:lnTo>
                <a:lnTo>
                  <a:pt x="826646" y="58621"/>
                </a:lnTo>
                <a:lnTo>
                  <a:pt x="826646" y="44221"/>
                </a:lnTo>
                <a:lnTo>
                  <a:pt x="869223" y="44221"/>
                </a:lnTo>
                <a:lnTo>
                  <a:pt x="869223" y="136779"/>
                </a:lnTo>
                <a:lnTo>
                  <a:pt x="895756" y="136779"/>
                </a:lnTo>
                <a:lnTo>
                  <a:pt x="895756" y="151178"/>
                </a:lnTo>
                <a:lnTo>
                  <a:pt x="823765" y="151178"/>
                </a:lnTo>
                <a:moveTo>
                  <a:pt x="859761" y="26122"/>
                </a:moveTo>
                <a:cubicBezTo>
                  <a:pt x="857978" y="26122"/>
                  <a:pt x="856263" y="25882"/>
                  <a:pt x="854617" y="25403"/>
                </a:cubicBezTo>
                <a:cubicBezTo>
                  <a:pt x="852972" y="24922"/>
                  <a:pt x="851533" y="24065"/>
                  <a:pt x="850298" y="22833"/>
                </a:cubicBezTo>
                <a:cubicBezTo>
                  <a:pt x="849066" y="21598"/>
                  <a:pt x="848209" y="20159"/>
                  <a:pt x="847728" y="18514"/>
                </a:cubicBezTo>
                <a:cubicBezTo>
                  <a:pt x="847249" y="16867"/>
                  <a:pt x="847009" y="15153"/>
                  <a:pt x="847009" y="13370"/>
                </a:cubicBezTo>
                <a:cubicBezTo>
                  <a:pt x="847009" y="11587"/>
                  <a:pt x="847249" y="9874"/>
                  <a:pt x="847728" y="8229"/>
                </a:cubicBezTo>
                <a:cubicBezTo>
                  <a:pt x="848209" y="6582"/>
                  <a:pt x="849066" y="5142"/>
                  <a:pt x="850298" y="3907"/>
                </a:cubicBezTo>
                <a:cubicBezTo>
                  <a:pt x="851533" y="2673"/>
                  <a:pt x="852972" y="1782"/>
                  <a:pt x="854617" y="1233"/>
                </a:cubicBezTo>
                <a:cubicBezTo>
                  <a:pt x="856263" y="685"/>
                  <a:pt x="857978" y="411"/>
                  <a:pt x="859761" y="411"/>
                </a:cubicBezTo>
                <a:cubicBezTo>
                  <a:pt x="861543" y="411"/>
                  <a:pt x="863257" y="685"/>
                  <a:pt x="864902" y="1233"/>
                </a:cubicBezTo>
                <a:cubicBezTo>
                  <a:pt x="866548" y="1782"/>
                  <a:pt x="867988" y="2673"/>
                  <a:pt x="869220" y="3907"/>
                </a:cubicBezTo>
                <a:cubicBezTo>
                  <a:pt x="870455" y="5142"/>
                  <a:pt x="871346" y="6582"/>
                  <a:pt x="871894" y="8229"/>
                </a:cubicBezTo>
                <a:cubicBezTo>
                  <a:pt x="872445" y="9874"/>
                  <a:pt x="872720" y="11587"/>
                  <a:pt x="872720" y="13370"/>
                </a:cubicBezTo>
                <a:cubicBezTo>
                  <a:pt x="872720" y="15153"/>
                  <a:pt x="872445" y="16867"/>
                  <a:pt x="871894" y="18514"/>
                </a:cubicBezTo>
                <a:cubicBezTo>
                  <a:pt x="871346" y="20159"/>
                  <a:pt x="870455" y="21598"/>
                  <a:pt x="869220" y="22833"/>
                </a:cubicBezTo>
                <a:cubicBezTo>
                  <a:pt x="867988" y="24065"/>
                  <a:pt x="866548" y="24922"/>
                  <a:pt x="864902" y="25403"/>
                </a:cubicBezTo>
                <a:cubicBezTo>
                  <a:pt x="863257" y="25882"/>
                  <a:pt x="861543" y="26122"/>
                  <a:pt x="859761" y="26122"/>
                </a:cubicBezTo>
                <a:close/>
                <a:moveTo>
                  <a:pt x="976177" y="152823"/>
                </a:moveTo>
                <a:cubicBezTo>
                  <a:pt x="973162" y="152823"/>
                  <a:pt x="970112" y="152445"/>
                  <a:pt x="967025" y="151690"/>
                </a:cubicBezTo>
                <a:cubicBezTo>
                  <a:pt x="963939" y="150937"/>
                  <a:pt x="961128" y="149635"/>
                  <a:pt x="958592" y="147786"/>
                </a:cubicBezTo>
                <a:cubicBezTo>
                  <a:pt x="956056" y="145934"/>
                  <a:pt x="953897" y="143706"/>
                  <a:pt x="952114" y="141101"/>
                </a:cubicBezTo>
                <a:cubicBezTo>
                  <a:pt x="950332" y="138496"/>
                  <a:pt x="948926" y="135719"/>
                  <a:pt x="947896" y="132771"/>
                </a:cubicBezTo>
                <a:cubicBezTo>
                  <a:pt x="946869" y="129823"/>
                  <a:pt x="946184" y="126806"/>
                  <a:pt x="945840" y="123720"/>
                </a:cubicBezTo>
                <a:cubicBezTo>
                  <a:pt x="945497" y="120633"/>
                  <a:pt x="945326" y="117514"/>
                  <a:pt x="945326" y="114361"/>
                </a:cubicBezTo>
                <a:lnTo>
                  <a:pt x="945326" y="58621"/>
                </a:lnTo>
                <a:lnTo>
                  <a:pt x="925581" y="58621"/>
                </a:lnTo>
                <a:lnTo>
                  <a:pt x="925581" y="44221"/>
                </a:lnTo>
                <a:lnTo>
                  <a:pt x="945326" y="44221"/>
                </a:lnTo>
                <a:lnTo>
                  <a:pt x="945326" y="0"/>
                </a:lnTo>
                <a:lnTo>
                  <a:pt x="961370" y="0"/>
                </a:lnTo>
                <a:lnTo>
                  <a:pt x="961370" y="44221"/>
                </a:lnTo>
                <a:lnTo>
                  <a:pt x="997569" y="44221"/>
                </a:lnTo>
                <a:lnTo>
                  <a:pt x="997569" y="58621"/>
                </a:lnTo>
                <a:lnTo>
                  <a:pt x="961370" y="58621"/>
                </a:lnTo>
                <a:lnTo>
                  <a:pt x="961370" y="114361"/>
                </a:lnTo>
                <a:cubicBezTo>
                  <a:pt x="961370" y="116143"/>
                  <a:pt x="961438" y="117926"/>
                  <a:pt x="961574" y="119709"/>
                </a:cubicBezTo>
                <a:cubicBezTo>
                  <a:pt x="961712" y="121491"/>
                  <a:pt x="961986" y="123239"/>
                  <a:pt x="962396" y="124953"/>
                </a:cubicBezTo>
                <a:cubicBezTo>
                  <a:pt x="962808" y="126667"/>
                  <a:pt x="963356" y="128347"/>
                  <a:pt x="964041" y="129994"/>
                </a:cubicBezTo>
                <a:cubicBezTo>
                  <a:pt x="964727" y="131638"/>
                  <a:pt x="965653" y="133112"/>
                  <a:pt x="966818" y="134416"/>
                </a:cubicBezTo>
                <a:cubicBezTo>
                  <a:pt x="967986" y="135717"/>
                  <a:pt x="969426" y="136711"/>
                  <a:pt x="971140" y="137397"/>
                </a:cubicBezTo>
                <a:cubicBezTo>
                  <a:pt x="972854" y="138084"/>
                  <a:pt x="974533" y="138427"/>
                  <a:pt x="976177" y="138427"/>
                </a:cubicBezTo>
                <a:cubicBezTo>
                  <a:pt x="977824" y="138427"/>
                  <a:pt x="979435" y="138153"/>
                  <a:pt x="981011" y="137604"/>
                </a:cubicBezTo>
                <a:cubicBezTo>
                  <a:pt x="982588" y="137054"/>
                  <a:pt x="983960" y="136231"/>
                  <a:pt x="985125" y="135134"/>
                </a:cubicBezTo>
                <a:cubicBezTo>
                  <a:pt x="986291" y="134038"/>
                  <a:pt x="987250" y="132770"/>
                  <a:pt x="988003" y="131331"/>
                </a:cubicBezTo>
                <a:cubicBezTo>
                  <a:pt x="988758" y="129891"/>
                  <a:pt x="989376" y="128382"/>
                  <a:pt x="989855" y="126805"/>
                </a:cubicBezTo>
                <a:cubicBezTo>
                  <a:pt x="990336" y="125227"/>
                  <a:pt x="990679" y="123616"/>
                  <a:pt x="990884" y="121972"/>
                </a:cubicBezTo>
                <a:cubicBezTo>
                  <a:pt x="991091" y="120325"/>
                  <a:pt x="991195" y="118679"/>
                  <a:pt x="991195" y="117035"/>
                </a:cubicBezTo>
                <a:cubicBezTo>
                  <a:pt x="991195" y="116897"/>
                  <a:pt x="991195" y="116725"/>
                  <a:pt x="991195" y="116520"/>
                </a:cubicBezTo>
                <a:cubicBezTo>
                  <a:pt x="991195" y="116315"/>
                  <a:pt x="991195" y="116075"/>
                  <a:pt x="991195" y="115801"/>
                </a:cubicBezTo>
                <a:lnTo>
                  <a:pt x="1007236" y="115801"/>
                </a:lnTo>
                <a:cubicBezTo>
                  <a:pt x="1007236" y="116211"/>
                  <a:pt x="1007236" y="116588"/>
                  <a:pt x="1007236" y="116931"/>
                </a:cubicBezTo>
                <a:cubicBezTo>
                  <a:pt x="1007236" y="117274"/>
                  <a:pt x="1007236" y="117583"/>
                  <a:pt x="1007236" y="117857"/>
                </a:cubicBezTo>
                <a:cubicBezTo>
                  <a:pt x="1007236" y="120874"/>
                  <a:pt x="1006962" y="123822"/>
                  <a:pt x="1006414" y="126701"/>
                </a:cubicBezTo>
                <a:cubicBezTo>
                  <a:pt x="1005865" y="129580"/>
                  <a:pt x="1005042" y="132357"/>
                  <a:pt x="1003944" y="135031"/>
                </a:cubicBezTo>
                <a:cubicBezTo>
                  <a:pt x="1002847" y="137705"/>
                  <a:pt x="1001373" y="140242"/>
                  <a:pt x="999521" y="142642"/>
                </a:cubicBezTo>
                <a:cubicBezTo>
                  <a:pt x="997672" y="145042"/>
                  <a:pt x="995512" y="147030"/>
                  <a:pt x="993044" y="148608"/>
                </a:cubicBezTo>
                <a:cubicBezTo>
                  <a:pt x="990577" y="150184"/>
                  <a:pt x="987903" y="151280"/>
                  <a:pt x="985022" y="151897"/>
                </a:cubicBezTo>
                <a:cubicBezTo>
                  <a:pt x="982142" y="152514"/>
                  <a:pt x="979194" y="152823"/>
                  <a:pt x="976177" y="152823"/>
                </a:cubicBezTo>
                <a:close/>
                <a:moveTo>
                  <a:pt x="1064827" y="152823"/>
                </a:moveTo>
                <a:cubicBezTo>
                  <a:pt x="1061262" y="152823"/>
                  <a:pt x="1057629" y="152445"/>
                  <a:pt x="1053927" y="151690"/>
                </a:cubicBezTo>
                <a:cubicBezTo>
                  <a:pt x="1050226" y="150937"/>
                  <a:pt x="1046798" y="149635"/>
                  <a:pt x="1043642" y="147786"/>
                </a:cubicBezTo>
                <a:cubicBezTo>
                  <a:pt x="1040489" y="145934"/>
                  <a:pt x="1037713" y="143603"/>
                  <a:pt x="1035313" y="140793"/>
                </a:cubicBezTo>
                <a:cubicBezTo>
                  <a:pt x="1032913" y="137981"/>
                  <a:pt x="1030959" y="134896"/>
                  <a:pt x="1029450" y="131538"/>
                </a:cubicBezTo>
                <a:cubicBezTo>
                  <a:pt x="1027941" y="128177"/>
                  <a:pt x="1026913" y="124680"/>
                  <a:pt x="1026365" y="121046"/>
                </a:cubicBezTo>
                <a:cubicBezTo>
                  <a:pt x="1025817" y="117411"/>
                  <a:pt x="1025543" y="113743"/>
                  <a:pt x="1025543" y="110042"/>
                </a:cubicBezTo>
                <a:lnTo>
                  <a:pt x="1025543" y="85358"/>
                </a:lnTo>
                <a:cubicBezTo>
                  <a:pt x="1025543" y="81656"/>
                  <a:pt x="1025817" y="77990"/>
                  <a:pt x="1026365" y="74357"/>
                </a:cubicBezTo>
                <a:cubicBezTo>
                  <a:pt x="1026913" y="70723"/>
                  <a:pt x="1027941" y="67226"/>
                  <a:pt x="1029450" y="63865"/>
                </a:cubicBezTo>
                <a:cubicBezTo>
                  <a:pt x="1030959" y="60505"/>
                  <a:pt x="1032913" y="57420"/>
                  <a:pt x="1035313" y="54610"/>
                </a:cubicBezTo>
                <a:cubicBezTo>
                  <a:pt x="1037713" y="51798"/>
                  <a:pt x="1040489" y="49467"/>
                  <a:pt x="1043642" y="47617"/>
                </a:cubicBezTo>
                <a:cubicBezTo>
                  <a:pt x="1046798" y="45766"/>
                  <a:pt x="1050226" y="44463"/>
                  <a:pt x="1053927" y="43710"/>
                </a:cubicBezTo>
                <a:cubicBezTo>
                  <a:pt x="1057629" y="42955"/>
                  <a:pt x="1061262" y="42577"/>
                  <a:pt x="1064827" y="42577"/>
                </a:cubicBezTo>
                <a:cubicBezTo>
                  <a:pt x="1068257" y="42577"/>
                  <a:pt x="1071685" y="42886"/>
                  <a:pt x="1075112" y="43503"/>
                </a:cubicBezTo>
                <a:cubicBezTo>
                  <a:pt x="1078541" y="44120"/>
                  <a:pt x="1081798" y="45183"/>
                  <a:pt x="1084882" y="46691"/>
                </a:cubicBezTo>
                <a:cubicBezTo>
                  <a:pt x="1087968" y="48200"/>
                  <a:pt x="1090745" y="50154"/>
                  <a:pt x="1093212" y="52554"/>
                </a:cubicBezTo>
                <a:cubicBezTo>
                  <a:pt x="1095681" y="54952"/>
                  <a:pt x="1097738" y="57659"/>
                  <a:pt x="1099382" y="60677"/>
                </a:cubicBezTo>
                <a:cubicBezTo>
                  <a:pt x="1101029" y="63694"/>
                  <a:pt x="1102229" y="66882"/>
                  <a:pt x="1102982" y="70243"/>
                </a:cubicBezTo>
                <a:cubicBezTo>
                  <a:pt x="1103737" y="73601"/>
                  <a:pt x="1104115" y="76995"/>
                  <a:pt x="1104115" y="80424"/>
                </a:cubicBezTo>
                <a:lnTo>
                  <a:pt x="1104115" y="80528"/>
                </a:lnTo>
                <a:cubicBezTo>
                  <a:pt x="1104115" y="80595"/>
                  <a:pt x="1104115" y="80697"/>
                  <a:pt x="1104115" y="80835"/>
                </a:cubicBezTo>
                <a:lnTo>
                  <a:pt x="1088071" y="80835"/>
                </a:lnTo>
                <a:lnTo>
                  <a:pt x="1088071" y="80732"/>
                </a:lnTo>
                <a:lnTo>
                  <a:pt x="1088071" y="80628"/>
                </a:lnTo>
                <a:cubicBezTo>
                  <a:pt x="1088071" y="77475"/>
                  <a:pt x="1087591" y="74390"/>
                  <a:pt x="1086630" y="71373"/>
                </a:cubicBezTo>
                <a:cubicBezTo>
                  <a:pt x="1085670" y="68355"/>
                  <a:pt x="1084092" y="65716"/>
                  <a:pt x="1081898" y="63454"/>
                </a:cubicBezTo>
                <a:cubicBezTo>
                  <a:pt x="1079705" y="61192"/>
                  <a:pt x="1077100" y="59548"/>
                  <a:pt x="1074083" y="58520"/>
                </a:cubicBezTo>
                <a:cubicBezTo>
                  <a:pt x="1071068" y="57491"/>
                  <a:pt x="1067982" y="56976"/>
                  <a:pt x="1064827" y="56976"/>
                </a:cubicBezTo>
                <a:cubicBezTo>
                  <a:pt x="1062496" y="56976"/>
                  <a:pt x="1060200" y="57250"/>
                  <a:pt x="1057938" y="57799"/>
                </a:cubicBezTo>
                <a:cubicBezTo>
                  <a:pt x="1055676" y="58347"/>
                  <a:pt x="1053585" y="59307"/>
                  <a:pt x="1051664" y="60680"/>
                </a:cubicBezTo>
                <a:cubicBezTo>
                  <a:pt x="1049746" y="62050"/>
                  <a:pt x="1048135" y="63696"/>
                  <a:pt x="1046831" y="65617"/>
                </a:cubicBezTo>
                <a:cubicBezTo>
                  <a:pt x="1045528" y="67535"/>
                  <a:pt x="1044465" y="69558"/>
                  <a:pt x="1043642" y="71683"/>
                </a:cubicBezTo>
                <a:cubicBezTo>
                  <a:pt x="1042820" y="73807"/>
                  <a:pt x="1042272" y="76034"/>
                  <a:pt x="1041998" y="78365"/>
                </a:cubicBezTo>
                <a:cubicBezTo>
                  <a:pt x="1041724" y="80696"/>
                  <a:pt x="1041587" y="83027"/>
                  <a:pt x="1041587" y="85358"/>
                </a:cubicBezTo>
                <a:lnTo>
                  <a:pt x="1041587" y="110042"/>
                </a:lnTo>
                <a:cubicBezTo>
                  <a:pt x="1041587" y="112373"/>
                  <a:pt x="1041724" y="114704"/>
                  <a:pt x="1041998" y="117035"/>
                </a:cubicBezTo>
                <a:cubicBezTo>
                  <a:pt x="1042272" y="119366"/>
                  <a:pt x="1042820" y="121594"/>
                  <a:pt x="1043642" y="123720"/>
                </a:cubicBezTo>
                <a:cubicBezTo>
                  <a:pt x="1044465" y="125845"/>
                  <a:pt x="1045528" y="127869"/>
                  <a:pt x="1046831" y="129790"/>
                </a:cubicBezTo>
                <a:cubicBezTo>
                  <a:pt x="1048135" y="131708"/>
                  <a:pt x="1049746" y="133353"/>
                  <a:pt x="1051664" y="134723"/>
                </a:cubicBezTo>
                <a:cubicBezTo>
                  <a:pt x="1053585" y="136094"/>
                  <a:pt x="1055676" y="137054"/>
                  <a:pt x="1057938" y="137604"/>
                </a:cubicBezTo>
                <a:cubicBezTo>
                  <a:pt x="1060200" y="138153"/>
                  <a:pt x="1062496" y="138427"/>
                  <a:pt x="1064827" y="138427"/>
                </a:cubicBezTo>
                <a:cubicBezTo>
                  <a:pt x="1067982" y="138427"/>
                  <a:pt x="1071068" y="137913"/>
                  <a:pt x="1074083" y="136886"/>
                </a:cubicBezTo>
                <a:cubicBezTo>
                  <a:pt x="1077100" y="135856"/>
                  <a:pt x="1079705" y="134211"/>
                  <a:pt x="1081898" y="131949"/>
                </a:cubicBezTo>
                <a:cubicBezTo>
                  <a:pt x="1084092" y="129685"/>
                  <a:pt x="1085670" y="127044"/>
                  <a:pt x="1086630" y="124027"/>
                </a:cubicBezTo>
                <a:cubicBezTo>
                  <a:pt x="1087591" y="121010"/>
                  <a:pt x="1088071" y="117925"/>
                  <a:pt x="1088071" y="114772"/>
                </a:cubicBezTo>
                <a:lnTo>
                  <a:pt x="1088071" y="114671"/>
                </a:lnTo>
                <a:lnTo>
                  <a:pt x="1088071" y="114568"/>
                </a:lnTo>
                <a:lnTo>
                  <a:pt x="1104115" y="114568"/>
                </a:lnTo>
                <a:cubicBezTo>
                  <a:pt x="1104115" y="114704"/>
                  <a:pt x="1104115" y="114806"/>
                  <a:pt x="1104115" y="114875"/>
                </a:cubicBezTo>
                <a:lnTo>
                  <a:pt x="1104115" y="114979"/>
                </a:lnTo>
                <a:cubicBezTo>
                  <a:pt x="1104115" y="118406"/>
                  <a:pt x="1103737" y="121800"/>
                  <a:pt x="1102982" y="125160"/>
                </a:cubicBezTo>
                <a:cubicBezTo>
                  <a:pt x="1102229" y="128518"/>
                  <a:pt x="1101029" y="131706"/>
                  <a:pt x="1099382" y="134723"/>
                </a:cubicBezTo>
                <a:cubicBezTo>
                  <a:pt x="1097738" y="137740"/>
                  <a:pt x="1095681" y="140449"/>
                  <a:pt x="1093212" y="142849"/>
                </a:cubicBezTo>
                <a:cubicBezTo>
                  <a:pt x="1090745" y="145249"/>
                  <a:pt x="1087968" y="147203"/>
                  <a:pt x="1084882" y="148712"/>
                </a:cubicBezTo>
                <a:cubicBezTo>
                  <a:pt x="1081798" y="150218"/>
                  <a:pt x="1078541" y="151280"/>
                  <a:pt x="1075112" y="151897"/>
                </a:cubicBezTo>
                <a:cubicBezTo>
                  <a:pt x="1071685" y="152514"/>
                  <a:pt x="1068257" y="152823"/>
                  <a:pt x="1064827" y="152823"/>
                </a:cubicBezTo>
                <a:close/>
                <a:moveTo>
                  <a:pt x="1130030" y="151178"/>
                </a:moveTo>
                <a:lnTo>
                  <a:pt x="1130030" y="0"/>
                </a:lnTo>
                <a:lnTo>
                  <a:pt x="1146074" y="0"/>
                </a:lnTo>
                <a:lnTo>
                  <a:pt x="1146074" y="62939"/>
                </a:lnTo>
                <a:cubicBezTo>
                  <a:pt x="1147170" y="60060"/>
                  <a:pt x="1148610" y="57318"/>
                  <a:pt x="1150392" y="54713"/>
                </a:cubicBezTo>
                <a:cubicBezTo>
                  <a:pt x="1152175" y="52106"/>
                  <a:pt x="1154334" y="49844"/>
                  <a:pt x="1156870" y="47925"/>
                </a:cubicBezTo>
                <a:cubicBezTo>
                  <a:pt x="1159408" y="46004"/>
                  <a:pt x="1162219" y="44633"/>
                  <a:pt x="1165303" y="43810"/>
                </a:cubicBezTo>
                <a:cubicBezTo>
                  <a:pt x="1168390" y="42988"/>
                  <a:pt x="1171441" y="42577"/>
                  <a:pt x="1174458" y="42577"/>
                </a:cubicBezTo>
                <a:cubicBezTo>
                  <a:pt x="1177886" y="42577"/>
                  <a:pt x="1181245" y="43057"/>
                  <a:pt x="1184536" y="44017"/>
                </a:cubicBezTo>
                <a:cubicBezTo>
                  <a:pt x="1187827" y="44976"/>
                  <a:pt x="1190741" y="46518"/>
                  <a:pt x="1193277" y="48644"/>
                </a:cubicBezTo>
                <a:cubicBezTo>
                  <a:pt x="1195815" y="50769"/>
                  <a:pt x="1197975" y="53306"/>
                  <a:pt x="1199758" y="56254"/>
                </a:cubicBezTo>
                <a:cubicBezTo>
                  <a:pt x="1201540" y="59203"/>
                  <a:pt x="1202945" y="62288"/>
                  <a:pt x="1203973" y="65510"/>
                </a:cubicBezTo>
                <a:cubicBezTo>
                  <a:pt x="1205002" y="68732"/>
                  <a:pt x="1205689" y="72023"/>
                  <a:pt x="1206032" y="75384"/>
                </a:cubicBezTo>
                <a:cubicBezTo>
                  <a:pt x="1206375" y="78744"/>
                  <a:pt x="1206546" y="82069"/>
                  <a:pt x="1206546" y="85358"/>
                </a:cubicBezTo>
                <a:lnTo>
                  <a:pt x="1206546" y="151178"/>
                </a:lnTo>
                <a:lnTo>
                  <a:pt x="1190502" y="151178"/>
                </a:lnTo>
                <a:lnTo>
                  <a:pt x="1190502" y="85358"/>
                </a:lnTo>
                <a:cubicBezTo>
                  <a:pt x="1190502" y="83027"/>
                  <a:pt x="1190365" y="80731"/>
                  <a:pt x="1190091" y="78469"/>
                </a:cubicBezTo>
                <a:cubicBezTo>
                  <a:pt x="1189817" y="76207"/>
                  <a:pt x="1189337" y="74013"/>
                  <a:pt x="1188651" y="71887"/>
                </a:cubicBezTo>
                <a:cubicBezTo>
                  <a:pt x="1187964" y="69762"/>
                  <a:pt x="1186969" y="67739"/>
                  <a:pt x="1185666" y="65821"/>
                </a:cubicBezTo>
                <a:cubicBezTo>
                  <a:pt x="1184365" y="63900"/>
                  <a:pt x="1182822" y="62254"/>
                  <a:pt x="1181040" y="60884"/>
                </a:cubicBezTo>
                <a:cubicBezTo>
                  <a:pt x="1179257" y="59511"/>
                  <a:pt x="1177268" y="58517"/>
                  <a:pt x="1175073" y="57902"/>
                </a:cubicBezTo>
                <a:cubicBezTo>
                  <a:pt x="1172881" y="57285"/>
                  <a:pt x="1170619" y="56976"/>
                  <a:pt x="1168288" y="56976"/>
                </a:cubicBezTo>
                <a:cubicBezTo>
                  <a:pt x="1165957" y="56976"/>
                  <a:pt x="1163694" y="57285"/>
                  <a:pt x="1161499" y="57902"/>
                </a:cubicBezTo>
                <a:cubicBezTo>
                  <a:pt x="1159307" y="58517"/>
                  <a:pt x="1157319" y="59511"/>
                  <a:pt x="1155536" y="60884"/>
                </a:cubicBezTo>
                <a:cubicBezTo>
                  <a:pt x="1153754" y="62254"/>
                  <a:pt x="1152211" y="63900"/>
                  <a:pt x="1150907" y="65821"/>
                </a:cubicBezTo>
                <a:cubicBezTo>
                  <a:pt x="1149606" y="67739"/>
                  <a:pt x="1148612" y="69762"/>
                  <a:pt x="1147925" y="71887"/>
                </a:cubicBezTo>
                <a:cubicBezTo>
                  <a:pt x="1147239" y="74013"/>
                  <a:pt x="1146759" y="76207"/>
                  <a:pt x="1146485" y="78469"/>
                </a:cubicBezTo>
                <a:cubicBezTo>
                  <a:pt x="1146211" y="80731"/>
                  <a:pt x="1146074" y="83027"/>
                  <a:pt x="1146074" y="85358"/>
                </a:cubicBezTo>
                <a:lnTo>
                  <a:pt x="1146074" y="151178"/>
                </a:lnTo>
                <a:lnTo>
                  <a:pt x="1130030" y="151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66C73-BD84-496D-B3A7-12FECD1D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425" y="729537"/>
            <a:ext cx="205685" cy="267390"/>
          </a:xfrm>
          <a:custGeom xmlns:a="http://schemas.openxmlformats.org/drawingml/2006/main">
            <a:pathLst>
              <a:path w="205685" h="267390">
                <a:moveTo>
                  <a:pt x="0" y="0"/>
                </a:moveTo>
                <a:lnTo>
                  <a:pt x="205685" y="0"/>
                </a:lnTo>
                <a:lnTo>
                  <a:pt x="205685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16(y,CASES);">
            <a:extLst xmlns:a="http://schemas.openxmlformats.org/drawingml/2006/main">
              <a:ext uri="{FF2B5EF4-FFF2-40B4-BE49-F238E27FC236}">
                <a16:creationId xmlns:a16="http://schemas.microsoft.com/office/drawing/2014/main" id="{6686D7F9-C098-4418-A62A-DD9E4F0A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355" y="762241"/>
            <a:ext cx="1289644" cy="217203"/>
          </a:xfrm>
          <a:custGeom xmlns:a="http://schemas.openxmlformats.org/drawingml/2006/main">
            <a:pathLst>
              <a:path w="1289644" h="217203">
                <a:moveTo>
                  <a:pt x="37640" y="172982"/>
                </a:moveTo>
                <a:lnTo>
                  <a:pt x="37640" y="40110"/>
                </a:lnTo>
                <a:lnTo>
                  <a:pt x="9255" y="60677"/>
                </a:lnTo>
                <a:lnTo>
                  <a:pt x="0" y="48954"/>
                </a:lnTo>
                <a:lnTo>
                  <a:pt x="37640" y="21803"/>
                </a:lnTo>
                <a:lnTo>
                  <a:pt x="53684" y="21803"/>
                </a:lnTo>
                <a:lnTo>
                  <a:pt x="53684" y="172982"/>
                </a:lnTo>
                <a:lnTo>
                  <a:pt x="37640" y="172982"/>
                </a:lnTo>
                <a:close/>
                <a:moveTo>
                  <a:pt x="142334" y="174626"/>
                </a:moveTo>
                <a:cubicBezTo>
                  <a:pt x="138221" y="174626"/>
                  <a:pt x="134175" y="174078"/>
                  <a:pt x="130198" y="172982"/>
                </a:cubicBezTo>
                <a:cubicBezTo>
                  <a:pt x="126222" y="171885"/>
                  <a:pt x="122623" y="170103"/>
                  <a:pt x="119401" y="167634"/>
                </a:cubicBezTo>
                <a:cubicBezTo>
                  <a:pt x="116179" y="165165"/>
                  <a:pt x="113436" y="162182"/>
                  <a:pt x="111172" y="158686"/>
                </a:cubicBezTo>
                <a:cubicBezTo>
                  <a:pt x="108910" y="155189"/>
                  <a:pt x="107128" y="151522"/>
                  <a:pt x="105824" y="147682"/>
                </a:cubicBezTo>
                <a:cubicBezTo>
                  <a:pt x="104523" y="143843"/>
                  <a:pt x="103631" y="139866"/>
                  <a:pt x="103150" y="135753"/>
                </a:cubicBezTo>
                <a:cubicBezTo>
                  <a:pt x="102671" y="131639"/>
                  <a:pt x="102431" y="127526"/>
                  <a:pt x="102431" y="123412"/>
                </a:cubicBezTo>
                <a:cubicBezTo>
                  <a:pt x="102431" y="117516"/>
                  <a:pt x="103049" y="111689"/>
                  <a:pt x="104283" y="105931"/>
                </a:cubicBezTo>
                <a:cubicBezTo>
                  <a:pt x="105518" y="100170"/>
                  <a:pt x="107197" y="94514"/>
                  <a:pt x="109320" y="88961"/>
                </a:cubicBezTo>
                <a:cubicBezTo>
                  <a:pt x="111446" y="83406"/>
                  <a:pt x="113812" y="77989"/>
                  <a:pt x="116417" y="72710"/>
                </a:cubicBezTo>
                <a:cubicBezTo>
                  <a:pt x="119024" y="67431"/>
                  <a:pt x="121698" y="62186"/>
                  <a:pt x="124439" y="56976"/>
                </a:cubicBezTo>
                <a:lnTo>
                  <a:pt x="141923" y="21803"/>
                </a:lnTo>
                <a:lnTo>
                  <a:pt x="159612" y="21803"/>
                </a:lnTo>
                <a:lnTo>
                  <a:pt x="138631" y="63351"/>
                </a:lnTo>
                <a:cubicBezTo>
                  <a:pt x="136986" y="66642"/>
                  <a:pt x="135273" y="69933"/>
                  <a:pt x="133490" y="73224"/>
                </a:cubicBezTo>
                <a:cubicBezTo>
                  <a:pt x="131707" y="76516"/>
                  <a:pt x="129856" y="79807"/>
                  <a:pt x="127935" y="83098"/>
                </a:cubicBezTo>
                <a:lnTo>
                  <a:pt x="127731" y="83509"/>
                </a:lnTo>
                <a:lnTo>
                  <a:pt x="127524" y="83920"/>
                </a:lnTo>
                <a:cubicBezTo>
                  <a:pt x="129993" y="82824"/>
                  <a:pt x="132495" y="82070"/>
                  <a:pt x="135031" y="81657"/>
                </a:cubicBezTo>
                <a:cubicBezTo>
                  <a:pt x="137569" y="81245"/>
                  <a:pt x="140140" y="81039"/>
                  <a:pt x="142745" y="81039"/>
                </a:cubicBezTo>
                <a:cubicBezTo>
                  <a:pt x="146585" y="81039"/>
                  <a:pt x="150424" y="81485"/>
                  <a:pt x="154264" y="82376"/>
                </a:cubicBezTo>
                <a:cubicBezTo>
                  <a:pt x="158103" y="83268"/>
                  <a:pt x="161599" y="84811"/>
                  <a:pt x="164753" y="87006"/>
                </a:cubicBezTo>
                <a:cubicBezTo>
                  <a:pt x="167908" y="89200"/>
                  <a:pt x="170685" y="91874"/>
                  <a:pt x="173085" y="95028"/>
                </a:cubicBezTo>
                <a:cubicBezTo>
                  <a:pt x="175485" y="98181"/>
                  <a:pt x="177370" y="101540"/>
                  <a:pt x="178741" y="105105"/>
                </a:cubicBezTo>
                <a:cubicBezTo>
                  <a:pt x="180111" y="108671"/>
                  <a:pt x="181036" y="112373"/>
                  <a:pt x="181515" y="116212"/>
                </a:cubicBezTo>
                <a:cubicBezTo>
                  <a:pt x="181997" y="120052"/>
                  <a:pt x="182237" y="123891"/>
                  <a:pt x="182237" y="127731"/>
                </a:cubicBezTo>
                <a:cubicBezTo>
                  <a:pt x="182237" y="131708"/>
                  <a:pt x="181963" y="135617"/>
                  <a:pt x="181415" y="139456"/>
                </a:cubicBezTo>
                <a:cubicBezTo>
                  <a:pt x="180867" y="143296"/>
                  <a:pt x="179906" y="147032"/>
                  <a:pt x="178534" y="150667"/>
                </a:cubicBezTo>
                <a:cubicBezTo>
                  <a:pt x="177163" y="154299"/>
                  <a:pt x="175278" y="157693"/>
                  <a:pt x="172878" y="160848"/>
                </a:cubicBezTo>
                <a:cubicBezTo>
                  <a:pt x="170478" y="164001"/>
                  <a:pt x="167667" y="166641"/>
                  <a:pt x="164445" y="168767"/>
                </a:cubicBezTo>
                <a:cubicBezTo>
                  <a:pt x="161223" y="170890"/>
                  <a:pt x="157692" y="172398"/>
                  <a:pt x="153853" y="173289"/>
                </a:cubicBezTo>
                <a:cubicBezTo>
                  <a:pt x="150013" y="174180"/>
                  <a:pt x="146174" y="174626"/>
                  <a:pt x="142334" y="174626"/>
                </a:cubicBezTo>
                <a:moveTo>
                  <a:pt x="142334" y="160230"/>
                </a:moveTo>
                <a:cubicBezTo>
                  <a:pt x="144803" y="160230"/>
                  <a:pt x="147271" y="159853"/>
                  <a:pt x="149738" y="159100"/>
                </a:cubicBezTo>
                <a:cubicBezTo>
                  <a:pt x="152207" y="158345"/>
                  <a:pt x="154435" y="157145"/>
                  <a:pt x="156423" y="155500"/>
                </a:cubicBezTo>
                <a:cubicBezTo>
                  <a:pt x="158411" y="153853"/>
                  <a:pt x="160056" y="151934"/>
                  <a:pt x="161360" y="149741"/>
                </a:cubicBezTo>
                <a:cubicBezTo>
                  <a:pt x="162663" y="147546"/>
                  <a:pt x="163657" y="145249"/>
                  <a:pt x="164341" y="142849"/>
                </a:cubicBezTo>
                <a:cubicBezTo>
                  <a:pt x="165028" y="140449"/>
                  <a:pt x="165508" y="137981"/>
                  <a:pt x="165782" y="135445"/>
                </a:cubicBezTo>
                <a:cubicBezTo>
                  <a:pt x="166056" y="132907"/>
                  <a:pt x="166193" y="130336"/>
                  <a:pt x="166193" y="127731"/>
                </a:cubicBezTo>
                <a:cubicBezTo>
                  <a:pt x="166193" y="125262"/>
                  <a:pt x="166056" y="122759"/>
                  <a:pt x="165782" y="120223"/>
                </a:cubicBezTo>
                <a:cubicBezTo>
                  <a:pt x="165508" y="117687"/>
                  <a:pt x="165028" y="115220"/>
                  <a:pt x="164341" y="112820"/>
                </a:cubicBezTo>
                <a:cubicBezTo>
                  <a:pt x="163657" y="110420"/>
                  <a:pt x="162663" y="108123"/>
                  <a:pt x="161360" y="105931"/>
                </a:cubicBezTo>
                <a:cubicBezTo>
                  <a:pt x="160056" y="103736"/>
                  <a:pt x="158444" y="101816"/>
                  <a:pt x="156523" y="100172"/>
                </a:cubicBezTo>
                <a:cubicBezTo>
                  <a:pt x="154605" y="98525"/>
                  <a:pt x="152411" y="97325"/>
                  <a:pt x="149942" y="96572"/>
                </a:cubicBezTo>
                <a:cubicBezTo>
                  <a:pt x="147475" y="95816"/>
                  <a:pt x="144939" y="95439"/>
                  <a:pt x="142334" y="95439"/>
                </a:cubicBezTo>
                <a:cubicBezTo>
                  <a:pt x="139865" y="95439"/>
                  <a:pt x="137396" y="95816"/>
                  <a:pt x="134927" y="96572"/>
                </a:cubicBezTo>
                <a:cubicBezTo>
                  <a:pt x="132461" y="97325"/>
                  <a:pt x="130267" y="98490"/>
                  <a:pt x="128346" y="100068"/>
                </a:cubicBezTo>
                <a:cubicBezTo>
                  <a:pt x="126427" y="101643"/>
                  <a:pt x="124816" y="103563"/>
                  <a:pt x="123513" y="105827"/>
                </a:cubicBezTo>
                <a:cubicBezTo>
                  <a:pt x="122211" y="108089"/>
                  <a:pt x="121183" y="110420"/>
                  <a:pt x="120428" y="112820"/>
                </a:cubicBezTo>
                <a:cubicBezTo>
                  <a:pt x="119674" y="115220"/>
                  <a:pt x="119161" y="117687"/>
                  <a:pt x="118887" y="120223"/>
                </a:cubicBezTo>
                <a:cubicBezTo>
                  <a:pt x="118612" y="122759"/>
                  <a:pt x="118475" y="125262"/>
                  <a:pt x="118475" y="127731"/>
                </a:cubicBezTo>
                <a:cubicBezTo>
                  <a:pt x="118475" y="130336"/>
                  <a:pt x="118612" y="132907"/>
                  <a:pt x="118887" y="135445"/>
                </a:cubicBezTo>
                <a:cubicBezTo>
                  <a:pt x="119161" y="137981"/>
                  <a:pt x="119640" y="140449"/>
                  <a:pt x="120324" y="142849"/>
                </a:cubicBezTo>
                <a:cubicBezTo>
                  <a:pt x="121010" y="145249"/>
                  <a:pt x="122005" y="147546"/>
                  <a:pt x="123309" y="149741"/>
                </a:cubicBezTo>
                <a:cubicBezTo>
                  <a:pt x="124612" y="151934"/>
                  <a:pt x="126258" y="153853"/>
                  <a:pt x="128246" y="155500"/>
                </a:cubicBezTo>
                <a:cubicBezTo>
                  <a:pt x="130233" y="157145"/>
                  <a:pt x="132461" y="158345"/>
                  <a:pt x="134927" y="159100"/>
                </a:cubicBezTo>
                <a:cubicBezTo>
                  <a:pt x="137396" y="159853"/>
                  <a:pt x="139865" y="160230"/>
                  <a:pt x="142334" y="160230"/>
                </a:cubicBezTo>
                <a:close/>
                <a:moveTo>
                  <a:pt x="275824" y="206096"/>
                </a:moveTo>
                <a:cubicBezTo>
                  <a:pt x="269790" y="202805"/>
                  <a:pt x="264201" y="198931"/>
                  <a:pt x="259058" y="194474"/>
                </a:cubicBezTo>
                <a:cubicBezTo>
                  <a:pt x="253917" y="190019"/>
                  <a:pt x="249290" y="185084"/>
                  <a:pt x="245177" y="179667"/>
                </a:cubicBezTo>
                <a:cubicBezTo>
                  <a:pt x="241063" y="174250"/>
                  <a:pt x="237498" y="168490"/>
                  <a:pt x="234481" y="162389"/>
                </a:cubicBezTo>
                <a:cubicBezTo>
                  <a:pt x="231463" y="156288"/>
                  <a:pt x="229064" y="149946"/>
                  <a:pt x="227281" y="143364"/>
                </a:cubicBezTo>
                <a:cubicBezTo>
                  <a:pt x="225498" y="136781"/>
                  <a:pt x="224196" y="130131"/>
                  <a:pt x="223373" y="123412"/>
                </a:cubicBezTo>
                <a:cubicBezTo>
                  <a:pt x="222551" y="116694"/>
                  <a:pt x="222140" y="109906"/>
                  <a:pt x="222140" y="103050"/>
                </a:cubicBezTo>
                <a:cubicBezTo>
                  <a:pt x="222140" y="96193"/>
                  <a:pt x="222551" y="89405"/>
                  <a:pt x="223373" y="82687"/>
                </a:cubicBezTo>
                <a:cubicBezTo>
                  <a:pt x="224196" y="75966"/>
                  <a:pt x="225498" y="69316"/>
                  <a:pt x="227281" y="62735"/>
                </a:cubicBezTo>
                <a:cubicBezTo>
                  <a:pt x="229064" y="56153"/>
                  <a:pt x="231463" y="49811"/>
                  <a:pt x="234481" y="43710"/>
                </a:cubicBezTo>
                <a:cubicBezTo>
                  <a:pt x="237498" y="37607"/>
                  <a:pt x="241063" y="31847"/>
                  <a:pt x="245177" y="26432"/>
                </a:cubicBezTo>
                <a:cubicBezTo>
                  <a:pt x="249290" y="21015"/>
                  <a:pt x="253917" y="16079"/>
                  <a:pt x="259058" y="11622"/>
                </a:cubicBezTo>
                <a:cubicBezTo>
                  <a:pt x="264201" y="7165"/>
                  <a:pt x="269790" y="3291"/>
                  <a:pt x="275824" y="0"/>
                </a:cubicBezTo>
                <a:lnTo>
                  <a:pt x="283639" y="12548"/>
                </a:lnTo>
                <a:cubicBezTo>
                  <a:pt x="275960" y="16935"/>
                  <a:pt x="269103" y="22489"/>
                  <a:pt x="263069" y="29210"/>
                </a:cubicBezTo>
                <a:cubicBezTo>
                  <a:pt x="257037" y="35929"/>
                  <a:pt x="252136" y="43299"/>
                  <a:pt x="248365" y="51321"/>
                </a:cubicBezTo>
                <a:cubicBezTo>
                  <a:pt x="244595" y="59341"/>
                  <a:pt x="241955" y="67739"/>
                  <a:pt x="240447" y="76517"/>
                </a:cubicBezTo>
                <a:cubicBezTo>
                  <a:pt x="238938" y="85292"/>
                  <a:pt x="238184" y="94136"/>
                  <a:pt x="238184" y="103050"/>
                </a:cubicBezTo>
                <a:cubicBezTo>
                  <a:pt x="238184" y="111963"/>
                  <a:pt x="238938" y="120807"/>
                  <a:pt x="240447" y="129582"/>
                </a:cubicBezTo>
                <a:cubicBezTo>
                  <a:pt x="241955" y="138358"/>
                  <a:pt x="244595" y="146756"/>
                  <a:pt x="248365" y="154778"/>
                </a:cubicBezTo>
                <a:cubicBezTo>
                  <a:pt x="252136" y="162800"/>
                  <a:pt x="257037" y="170171"/>
                  <a:pt x="263069" y="176889"/>
                </a:cubicBezTo>
                <a:cubicBezTo>
                  <a:pt x="269103" y="183608"/>
                  <a:pt x="275960" y="189162"/>
                  <a:pt x="283639" y="193551"/>
                </a:cubicBezTo>
                <a:lnTo>
                  <a:pt x="275824" y="206096"/>
                </a:lnTo>
                <a:close/>
                <a:moveTo>
                  <a:pt x="327656" y="217203"/>
                </a:moveTo>
                <a:cubicBezTo>
                  <a:pt x="328891" y="213090"/>
                  <a:pt x="330124" y="208941"/>
                  <a:pt x="331357" y="204759"/>
                </a:cubicBezTo>
                <a:cubicBezTo>
                  <a:pt x="332591" y="200576"/>
                  <a:pt x="333826" y="196428"/>
                  <a:pt x="335060" y="192315"/>
                </a:cubicBezTo>
                <a:lnTo>
                  <a:pt x="339793" y="176067"/>
                </a:lnTo>
                <a:lnTo>
                  <a:pt x="307087" y="66025"/>
                </a:lnTo>
                <a:lnTo>
                  <a:pt x="323749" y="66025"/>
                </a:lnTo>
                <a:lnTo>
                  <a:pt x="348226" y="151386"/>
                </a:lnTo>
                <a:lnTo>
                  <a:pt x="372289" y="66025"/>
                </a:lnTo>
                <a:lnTo>
                  <a:pt x="388951" y="66025"/>
                </a:lnTo>
                <a:lnTo>
                  <a:pt x="344315" y="217203"/>
                </a:lnTo>
                <a:lnTo>
                  <a:pt x="327656" y="217203"/>
                </a:lnTo>
                <a:close/>
                <a:moveTo>
                  <a:pt x="443661" y="217203"/>
                </a:moveTo>
                <a:lnTo>
                  <a:pt x="431528" y="207948"/>
                </a:lnTo>
                <a:cubicBezTo>
                  <a:pt x="435916" y="203012"/>
                  <a:pt x="439926" y="197801"/>
                  <a:pt x="443558" y="192315"/>
                </a:cubicBezTo>
                <a:cubicBezTo>
                  <a:pt x="447192" y="186831"/>
                  <a:pt x="449901" y="180935"/>
                  <a:pt x="451683" y="174626"/>
                </a:cubicBezTo>
                <a:cubicBezTo>
                  <a:pt x="451547" y="174626"/>
                  <a:pt x="451376" y="174626"/>
                  <a:pt x="451169" y="174626"/>
                </a:cubicBezTo>
                <a:cubicBezTo>
                  <a:pt x="450964" y="174626"/>
                  <a:pt x="450792" y="174626"/>
                  <a:pt x="450654" y="174626"/>
                </a:cubicBezTo>
                <a:cubicBezTo>
                  <a:pt x="448597" y="174626"/>
                  <a:pt x="446506" y="174283"/>
                  <a:pt x="444380" y="173597"/>
                </a:cubicBezTo>
                <a:cubicBezTo>
                  <a:pt x="442256" y="172913"/>
                  <a:pt x="440440" y="171816"/>
                  <a:pt x="438932" y="170308"/>
                </a:cubicBezTo>
                <a:cubicBezTo>
                  <a:pt x="437423" y="168799"/>
                  <a:pt x="436360" y="167016"/>
                  <a:pt x="435743" y="164960"/>
                </a:cubicBezTo>
                <a:cubicBezTo>
                  <a:pt x="435126" y="162903"/>
                  <a:pt x="434817" y="160777"/>
                  <a:pt x="434817" y="158582"/>
                </a:cubicBezTo>
                <a:cubicBezTo>
                  <a:pt x="434817" y="156389"/>
                  <a:pt x="435126" y="154265"/>
                  <a:pt x="435743" y="152208"/>
                </a:cubicBezTo>
                <a:cubicBezTo>
                  <a:pt x="436360" y="150151"/>
                  <a:pt x="437457" y="148334"/>
                  <a:pt x="439032" y="146756"/>
                </a:cubicBezTo>
                <a:cubicBezTo>
                  <a:pt x="440610" y="145179"/>
                  <a:pt x="442427" y="144082"/>
                  <a:pt x="444484" y="143467"/>
                </a:cubicBezTo>
                <a:cubicBezTo>
                  <a:pt x="446541" y="142850"/>
                  <a:pt x="448666" y="142541"/>
                  <a:pt x="450861" y="142541"/>
                </a:cubicBezTo>
                <a:cubicBezTo>
                  <a:pt x="453056" y="142541"/>
                  <a:pt x="455250" y="142884"/>
                  <a:pt x="457443" y="143571"/>
                </a:cubicBezTo>
                <a:cubicBezTo>
                  <a:pt x="459637" y="144255"/>
                  <a:pt x="461489" y="145386"/>
                  <a:pt x="462998" y="146963"/>
                </a:cubicBezTo>
                <a:cubicBezTo>
                  <a:pt x="464506" y="148539"/>
                  <a:pt x="465535" y="150424"/>
                  <a:pt x="466083" y="152619"/>
                </a:cubicBezTo>
                <a:cubicBezTo>
                  <a:pt x="466631" y="154814"/>
                  <a:pt x="466905" y="157008"/>
                  <a:pt x="466905" y="159200"/>
                </a:cubicBezTo>
                <a:cubicBezTo>
                  <a:pt x="466905" y="164548"/>
                  <a:pt x="466288" y="169827"/>
                  <a:pt x="465053" y="175037"/>
                </a:cubicBezTo>
                <a:cubicBezTo>
                  <a:pt x="463819" y="180249"/>
                  <a:pt x="462173" y="185289"/>
                  <a:pt x="460117" y="190155"/>
                </a:cubicBezTo>
                <a:cubicBezTo>
                  <a:pt x="458060" y="195024"/>
                  <a:pt x="455625" y="199721"/>
                  <a:pt x="452813" y="204244"/>
                </a:cubicBezTo>
                <a:cubicBezTo>
                  <a:pt x="450003" y="208770"/>
                  <a:pt x="446953" y="213090"/>
                  <a:pt x="443661" y="217203"/>
                </a:cubicBezTo>
                <a:close/>
                <a:moveTo>
                  <a:pt x="655928" y="174626"/>
                </a:moveTo>
                <a:cubicBezTo>
                  <a:pt x="652363" y="174626"/>
                  <a:pt x="648763" y="174283"/>
                  <a:pt x="645128" y="173597"/>
                </a:cubicBezTo>
                <a:cubicBezTo>
                  <a:pt x="641496" y="172913"/>
                  <a:pt x="638102" y="171679"/>
                  <a:pt x="634947" y="169896"/>
                </a:cubicBezTo>
                <a:cubicBezTo>
                  <a:pt x="631794" y="168114"/>
                  <a:pt x="628983" y="165852"/>
                  <a:pt x="626514" y="163111"/>
                </a:cubicBezTo>
                <a:cubicBezTo>
                  <a:pt x="624047" y="160368"/>
                  <a:pt x="622059" y="157351"/>
                  <a:pt x="620551" y="154060"/>
                </a:cubicBezTo>
                <a:cubicBezTo>
                  <a:pt x="619042" y="150768"/>
                  <a:pt x="618014" y="147306"/>
                  <a:pt x="617466" y="143671"/>
                </a:cubicBezTo>
                <a:cubicBezTo>
                  <a:pt x="616918" y="140037"/>
                  <a:pt x="616643" y="136437"/>
                  <a:pt x="616643" y="132872"/>
                </a:cubicBezTo>
                <a:lnTo>
                  <a:pt x="616643" y="61913"/>
                </a:lnTo>
                <a:cubicBezTo>
                  <a:pt x="616643" y="58348"/>
                  <a:pt x="616918" y="54748"/>
                  <a:pt x="617466" y="51114"/>
                </a:cubicBezTo>
                <a:cubicBezTo>
                  <a:pt x="618014" y="47479"/>
                  <a:pt x="619042" y="44016"/>
                  <a:pt x="620551" y="40725"/>
                </a:cubicBezTo>
                <a:cubicBezTo>
                  <a:pt x="622059" y="37434"/>
                  <a:pt x="624047" y="34418"/>
                  <a:pt x="626514" y="31677"/>
                </a:cubicBezTo>
                <a:cubicBezTo>
                  <a:pt x="628983" y="28934"/>
                  <a:pt x="631794" y="26671"/>
                  <a:pt x="634947" y="24888"/>
                </a:cubicBezTo>
                <a:cubicBezTo>
                  <a:pt x="638102" y="23106"/>
                  <a:pt x="641496" y="21872"/>
                  <a:pt x="645128" y="21188"/>
                </a:cubicBezTo>
                <a:cubicBezTo>
                  <a:pt x="648763" y="20502"/>
                  <a:pt x="652363" y="20159"/>
                  <a:pt x="655928" y="20159"/>
                </a:cubicBezTo>
                <a:cubicBezTo>
                  <a:pt x="659357" y="20159"/>
                  <a:pt x="662751" y="20433"/>
                  <a:pt x="666109" y="20981"/>
                </a:cubicBezTo>
                <a:cubicBezTo>
                  <a:pt x="669470" y="21529"/>
                  <a:pt x="672692" y="22557"/>
                  <a:pt x="675776" y="24066"/>
                </a:cubicBezTo>
                <a:cubicBezTo>
                  <a:pt x="678862" y="25575"/>
                  <a:pt x="681673" y="27494"/>
                  <a:pt x="684209" y="29825"/>
                </a:cubicBezTo>
                <a:cubicBezTo>
                  <a:pt x="686747" y="32156"/>
                  <a:pt x="688804" y="34830"/>
                  <a:pt x="690379" y="37847"/>
                </a:cubicBezTo>
                <a:cubicBezTo>
                  <a:pt x="691957" y="40864"/>
                  <a:pt x="693157" y="44019"/>
                  <a:pt x="693979" y="47310"/>
                </a:cubicBezTo>
                <a:cubicBezTo>
                  <a:pt x="694804" y="50599"/>
                  <a:pt x="695216" y="53958"/>
                  <a:pt x="695216" y="57387"/>
                </a:cubicBezTo>
                <a:cubicBezTo>
                  <a:pt x="695216" y="57523"/>
                  <a:pt x="695216" y="57626"/>
                  <a:pt x="695216" y="57695"/>
                </a:cubicBezTo>
                <a:cubicBezTo>
                  <a:pt x="695216" y="57764"/>
                  <a:pt x="695216" y="57867"/>
                  <a:pt x="695216" y="58003"/>
                </a:cubicBezTo>
                <a:lnTo>
                  <a:pt x="679172" y="58003"/>
                </a:lnTo>
                <a:lnTo>
                  <a:pt x="679172" y="57902"/>
                </a:lnTo>
                <a:cubicBezTo>
                  <a:pt x="679172" y="57833"/>
                  <a:pt x="679172" y="57730"/>
                  <a:pt x="679172" y="57591"/>
                </a:cubicBezTo>
                <a:cubicBezTo>
                  <a:pt x="679172" y="54576"/>
                  <a:pt x="678657" y="51560"/>
                  <a:pt x="677628" y="48543"/>
                </a:cubicBezTo>
                <a:cubicBezTo>
                  <a:pt x="676600" y="45526"/>
                  <a:pt x="675024" y="42921"/>
                  <a:pt x="672898" y="40728"/>
                </a:cubicBezTo>
                <a:cubicBezTo>
                  <a:pt x="670772" y="38533"/>
                  <a:pt x="668201" y="36956"/>
                  <a:pt x="665183" y="35995"/>
                </a:cubicBezTo>
                <a:cubicBezTo>
                  <a:pt x="662168" y="35035"/>
                  <a:pt x="659083" y="34555"/>
                  <a:pt x="655928" y="34555"/>
                </a:cubicBezTo>
                <a:cubicBezTo>
                  <a:pt x="652501" y="34555"/>
                  <a:pt x="649176" y="35207"/>
                  <a:pt x="645954" y="36510"/>
                </a:cubicBezTo>
                <a:cubicBezTo>
                  <a:pt x="642732" y="37812"/>
                  <a:pt x="640092" y="39834"/>
                  <a:pt x="638035" y="42577"/>
                </a:cubicBezTo>
                <a:cubicBezTo>
                  <a:pt x="635979" y="45320"/>
                  <a:pt x="634573" y="48372"/>
                  <a:pt x="633817" y="51732"/>
                </a:cubicBezTo>
                <a:cubicBezTo>
                  <a:pt x="633064" y="55090"/>
                  <a:pt x="632687" y="58484"/>
                  <a:pt x="632687" y="61913"/>
                </a:cubicBezTo>
                <a:lnTo>
                  <a:pt x="632687" y="132872"/>
                </a:lnTo>
                <a:cubicBezTo>
                  <a:pt x="632687" y="136301"/>
                  <a:pt x="633064" y="139696"/>
                  <a:pt x="633817" y="143056"/>
                </a:cubicBezTo>
                <a:cubicBezTo>
                  <a:pt x="634573" y="146414"/>
                  <a:pt x="635979" y="149465"/>
                  <a:pt x="638035" y="152208"/>
                </a:cubicBezTo>
                <a:cubicBezTo>
                  <a:pt x="640092" y="154951"/>
                  <a:pt x="642732" y="156974"/>
                  <a:pt x="645954" y="158278"/>
                </a:cubicBezTo>
                <a:cubicBezTo>
                  <a:pt x="649176" y="159579"/>
                  <a:pt x="652501" y="160230"/>
                  <a:pt x="655928" y="160230"/>
                </a:cubicBezTo>
                <a:cubicBezTo>
                  <a:pt x="659083" y="160230"/>
                  <a:pt x="662168" y="159750"/>
                  <a:pt x="665183" y="158789"/>
                </a:cubicBezTo>
                <a:cubicBezTo>
                  <a:pt x="668201" y="157829"/>
                  <a:pt x="670772" y="156252"/>
                  <a:pt x="672898" y="154060"/>
                </a:cubicBezTo>
                <a:cubicBezTo>
                  <a:pt x="675024" y="151865"/>
                  <a:pt x="676600" y="149260"/>
                  <a:pt x="677628" y="146245"/>
                </a:cubicBezTo>
                <a:cubicBezTo>
                  <a:pt x="678657" y="143228"/>
                  <a:pt x="679172" y="140210"/>
                  <a:pt x="679172" y="137193"/>
                </a:cubicBezTo>
                <a:cubicBezTo>
                  <a:pt x="679172" y="137055"/>
                  <a:pt x="679172" y="136953"/>
                  <a:pt x="679172" y="136886"/>
                </a:cubicBezTo>
                <a:lnTo>
                  <a:pt x="679172" y="136782"/>
                </a:lnTo>
                <a:lnTo>
                  <a:pt x="695216" y="136782"/>
                </a:lnTo>
                <a:cubicBezTo>
                  <a:pt x="695216" y="136918"/>
                  <a:pt x="695216" y="137021"/>
                  <a:pt x="695216" y="137090"/>
                </a:cubicBezTo>
                <a:cubicBezTo>
                  <a:pt x="695216" y="137159"/>
                  <a:pt x="695216" y="137261"/>
                  <a:pt x="695216" y="137397"/>
                </a:cubicBezTo>
                <a:cubicBezTo>
                  <a:pt x="695216" y="140827"/>
                  <a:pt x="694804" y="144187"/>
                  <a:pt x="693979" y="147478"/>
                </a:cubicBezTo>
                <a:cubicBezTo>
                  <a:pt x="693157" y="150767"/>
                  <a:pt x="691957" y="153920"/>
                  <a:pt x="690379" y="156938"/>
                </a:cubicBezTo>
                <a:cubicBezTo>
                  <a:pt x="688804" y="159955"/>
                  <a:pt x="686747" y="162629"/>
                  <a:pt x="684209" y="164960"/>
                </a:cubicBezTo>
                <a:cubicBezTo>
                  <a:pt x="681673" y="167290"/>
                  <a:pt x="678862" y="169210"/>
                  <a:pt x="675776" y="170719"/>
                </a:cubicBezTo>
                <a:cubicBezTo>
                  <a:pt x="672692" y="172227"/>
                  <a:pt x="669470" y="173256"/>
                  <a:pt x="666109" y="173804"/>
                </a:cubicBezTo>
                <a:cubicBezTo>
                  <a:pt x="662751" y="174352"/>
                  <a:pt x="659357" y="174626"/>
                  <a:pt x="655928" y="174626"/>
                </a:cubicBezTo>
                <a:close/>
                <a:moveTo>
                  <a:pt x="717019" y="172982"/>
                </a:moveTo>
                <a:lnTo>
                  <a:pt x="750133" y="21803"/>
                </a:lnTo>
                <a:lnTo>
                  <a:pt x="768644" y="21803"/>
                </a:lnTo>
                <a:lnTo>
                  <a:pt x="779751" y="72195"/>
                </a:lnTo>
                <a:lnTo>
                  <a:pt x="801758" y="172982"/>
                </a:lnTo>
                <a:lnTo>
                  <a:pt x="785306" y="172982"/>
                </a:lnTo>
                <a:lnTo>
                  <a:pt x="777284" y="133901"/>
                </a:lnTo>
                <a:lnTo>
                  <a:pt x="741493" y="133901"/>
                </a:lnTo>
                <a:lnTo>
                  <a:pt x="733471" y="172982"/>
                </a:lnTo>
                <a:lnTo>
                  <a:pt x="717019" y="172982"/>
                </a:lnTo>
                <a:moveTo>
                  <a:pt x="774403" y="119505"/>
                </a:moveTo>
                <a:lnTo>
                  <a:pt x="764737" y="72195"/>
                </a:lnTo>
                <a:cubicBezTo>
                  <a:pt x="763776" y="67807"/>
                  <a:pt x="762850" y="63420"/>
                  <a:pt x="761959" y="59032"/>
                </a:cubicBezTo>
                <a:cubicBezTo>
                  <a:pt x="761068" y="54644"/>
                  <a:pt x="760211" y="50257"/>
                  <a:pt x="759389" y="45869"/>
                </a:cubicBezTo>
                <a:cubicBezTo>
                  <a:pt x="758566" y="50257"/>
                  <a:pt x="757709" y="54644"/>
                  <a:pt x="756818" y="59032"/>
                </a:cubicBezTo>
                <a:cubicBezTo>
                  <a:pt x="755927" y="63420"/>
                  <a:pt x="755001" y="67807"/>
                  <a:pt x="754041" y="72195"/>
                </a:cubicBezTo>
                <a:lnTo>
                  <a:pt x="744374" y="119505"/>
                </a:lnTo>
                <a:lnTo>
                  <a:pt x="774403" y="119505"/>
                </a:lnTo>
                <a:close/>
                <a:moveTo>
                  <a:pt x="862024" y="174626"/>
                </a:moveTo>
                <a:cubicBezTo>
                  <a:pt x="858596" y="174626"/>
                  <a:pt x="855168" y="174352"/>
                  <a:pt x="851739" y="173804"/>
                </a:cubicBezTo>
                <a:cubicBezTo>
                  <a:pt x="848312" y="173256"/>
                  <a:pt x="845055" y="172262"/>
                  <a:pt x="841969" y="170822"/>
                </a:cubicBezTo>
                <a:cubicBezTo>
                  <a:pt x="838885" y="169383"/>
                  <a:pt x="836040" y="167498"/>
                  <a:pt x="833435" y="165167"/>
                </a:cubicBezTo>
                <a:cubicBezTo>
                  <a:pt x="830830" y="162836"/>
                  <a:pt x="828670" y="160196"/>
                  <a:pt x="826954" y="157248"/>
                </a:cubicBezTo>
                <a:cubicBezTo>
                  <a:pt x="825240" y="154298"/>
                  <a:pt x="823973" y="151144"/>
                  <a:pt x="823150" y="147786"/>
                </a:cubicBezTo>
                <a:cubicBezTo>
                  <a:pt x="822328" y="144425"/>
                  <a:pt x="821917" y="141032"/>
                  <a:pt x="821917" y="137604"/>
                </a:cubicBezTo>
                <a:cubicBezTo>
                  <a:pt x="821917" y="137466"/>
                  <a:pt x="821917" y="137364"/>
                  <a:pt x="821917" y="137297"/>
                </a:cubicBezTo>
                <a:cubicBezTo>
                  <a:pt x="821917" y="137228"/>
                  <a:pt x="821917" y="137124"/>
                  <a:pt x="821917" y="136986"/>
                </a:cubicBezTo>
                <a:lnTo>
                  <a:pt x="837961" y="136986"/>
                </a:lnTo>
                <a:lnTo>
                  <a:pt x="837961" y="137090"/>
                </a:lnTo>
                <a:cubicBezTo>
                  <a:pt x="837961" y="137159"/>
                  <a:pt x="837961" y="137261"/>
                  <a:pt x="837961" y="137397"/>
                </a:cubicBezTo>
                <a:cubicBezTo>
                  <a:pt x="837961" y="140414"/>
                  <a:pt x="838509" y="143432"/>
                  <a:pt x="839605" y="146449"/>
                </a:cubicBezTo>
                <a:cubicBezTo>
                  <a:pt x="840702" y="149466"/>
                  <a:pt x="842381" y="152072"/>
                  <a:pt x="844643" y="154267"/>
                </a:cubicBezTo>
                <a:cubicBezTo>
                  <a:pt x="846907" y="156459"/>
                  <a:pt x="849581" y="158002"/>
                  <a:pt x="852665" y="158893"/>
                </a:cubicBezTo>
                <a:cubicBezTo>
                  <a:pt x="855751" y="159784"/>
                  <a:pt x="858871" y="160230"/>
                  <a:pt x="862024" y="160230"/>
                </a:cubicBezTo>
                <a:cubicBezTo>
                  <a:pt x="865179" y="160230"/>
                  <a:pt x="868368" y="159716"/>
                  <a:pt x="871590" y="158689"/>
                </a:cubicBezTo>
                <a:cubicBezTo>
                  <a:pt x="874812" y="157659"/>
                  <a:pt x="877520" y="155945"/>
                  <a:pt x="879712" y="153545"/>
                </a:cubicBezTo>
                <a:cubicBezTo>
                  <a:pt x="881907" y="151145"/>
                  <a:pt x="883553" y="148368"/>
                  <a:pt x="884649" y="145215"/>
                </a:cubicBezTo>
                <a:cubicBezTo>
                  <a:pt x="885748" y="142060"/>
                  <a:pt x="886297" y="138837"/>
                  <a:pt x="886297" y="135546"/>
                </a:cubicBezTo>
                <a:cubicBezTo>
                  <a:pt x="886297" y="132118"/>
                  <a:pt x="885576" y="128759"/>
                  <a:pt x="884134" y="125468"/>
                </a:cubicBezTo>
                <a:cubicBezTo>
                  <a:pt x="882695" y="122177"/>
                  <a:pt x="880775" y="119263"/>
                  <a:pt x="878375" y="116727"/>
                </a:cubicBezTo>
                <a:cubicBezTo>
                  <a:pt x="875977" y="114189"/>
                  <a:pt x="873235" y="112063"/>
                  <a:pt x="870149" y="110350"/>
                </a:cubicBezTo>
                <a:cubicBezTo>
                  <a:pt x="867065" y="108636"/>
                  <a:pt x="863946" y="107025"/>
                  <a:pt x="860790" y="105516"/>
                </a:cubicBezTo>
                <a:cubicBezTo>
                  <a:pt x="857637" y="104008"/>
                  <a:pt x="854552" y="102397"/>
                  <a:pt x="851535" y="100683"/>
                </a:cubicBezTo>
                <a:cubicBezTo>
                  <a:pt x="848518" y="98969"/>
                  <a:pt x="845603" y="97016"/>
                  <a:pt x="842791" y="94824"/>
                </a:cubicBezTo>
                <a:cubicBezTo>
                  <a:pt x="839981" y="92629"/>
                  <a:pt x="837411" y="90229"/>
                  <a:pt x="835080" y="87624"/>
                </a:cubicBezTo>
                <a:cubicBezTo>
                  <a:pt x="832749" y="85017"/>
                  <a:pt x="830727" y="82206"/>
                  <a:pt x="829013" y="79191"/>
                </a:cubicBezTo>
                <a:cubicBezTo>
                  <a:pt x="827299" y="76173"/>
                  <a:pt x="826030" y="72951"/>
                  <a:pt x="825206" y="69524"/>
                </a:cubicBezTo>
                <a:cubicBezTo>
                  <a:pt x="824384" y="66095"/>
                  <a:pt x="823973" y="62666"/>
                  <a:pt x="823973" y="59239"/>
                </a:cubicBezTo>
                <a:cubicBezTo>
                  <a:pt x="823973" y="55674"/>
                  <a:pt x="824349" y="52211"/>
                  <a:pt x="825102" y="48851"/>
                </a:cubicBezTo>
                <a:cubicBezTo>
                  <a:pt x="825858" y="45490"/>
                  <a:pt x="826990" y="42268"/>
                  <a:pt x="828498" y="39184"/>
                </a:cubicBezTo>
                <a:cubicBezTo>
                  <a:pt x="830007" y="36098"/>
                  <a:pt x="831961" y="33287"/>
                  <a:pt x="834361" y="30751"/>
                </a:cubicBezTo>
                <a:cubicBezTo>
                  <a:pt x="836761" y="28213"/>
                  <a:pt x="839468" y="26122"/>
                  <a:pt x="842483" y="24477"/>
                </a:cubicBezTo>
                <a:cubicBezTo>
                  <a:pt x="845501" y="22833"/>
                  <a:pt x="848723" y="21702"/>
                  <a:pt x="852150" y="21084"/>
                </a:cubicBezTo>
                <a:cubicBezTo>
                  <a:pt x="855579" y="20467"/>
                  <a:pt x="859009" y="20159"/>
                  <a:pt x="862438" y="20159"/>
                </a:cubicBezTo>
                <a:cubicBezTo>
                  <a:pt x="865865" y="20159"/>
                  <a:pt x="869224" y="20433"/>
                  <a:pt x="872516" y="20981"/>
                </a:cubicBezTo>
                <a:cubicBezTo>
                  <a:pt x="875807" y="21529"/>
                  <a:pt x="878960" y="22557"/>
                  <a:pt x="881975" y="24066"/>
                </a:cubicBezTo>
                <a:cubicBezTo>
                  <a:pt x="884992" y="25575"/>
                  <a:pt x="887735" y="27529"/>
                  <a:pt x="890204" y="29929"/>
                </a:cubicBezTo>
                <a:cubicBezTo>
                  <a:pt x="892673" y="32329"/>
                  <a:pt x="894695" y="35003"/>
                  <a:pt x="896271" y="37951"/>
                </a:cubicBezTo>
                <a:cubicBezTo>
                  <a:pt x="897849" y="40899"/>
                  <a:pt x="899014" y="44019"/>
                  <a:pt x="899767" y="47310"/>
                </a:cubicBezTo>
                <a:cubicBezTo>
                  <a:pt x="900523" y="50599"/>
                  <a:pt x="900900" y="53958"/>
                  <a:pt x="900900" y="57387"/>
                </a:cubicBezTo>
                <a:lnTo>
                  <a:pt x="900900" y="57595"/>
                </a:lnTo>
                <a:cubicBezTo>
                  <a:pt x="900900" y="57731"/>
                  <a:pt x="900900" y="57867"/>
                  <a:pt x="900900" y="58003"/>
                </a:cubicBezTo>
                <a:lnTo>
                  <a:pt x="884856" y="58003"/>
                </a:lnTo>
                <a:cubicBezTo>
                  <a:pt x="884856" y="57867"/>
                  <a:pt x="884856" y="57764"/>
                  <a:pt x="884856" y="57695"/>
                </a:cubicBezTo>
                <a:lnTo>
                  <a:pt x="884856" y="57591"/>
                </a:lnTo>
                <a:cubicBezTo>
                  <a:pt x="884856" y="54576"/>
                  <a:pt x="884376" y="51595"/>
                  <a:pt x="883416" y="48647"/>
                </a:cubicBezTo>
                <a:cubicBezTo>
                  <a:pt x="882455" y="45697"/>
                  <a:pt x="880947" y="43125"/>
                  <a:pt x="878890" y="40932"/>
                </a:cubicBezTo>
                <a:cubicBezTo>
                  <a:pt x="876833" y="38737"/>
                  <a:pt x="874331" y="37126"/>
                  <a:pt x="871383" y="36099"/>
                </a:cubicBezTo>
                <a:cubicBezTo>
                  <a:pt x="868435" y="35070"/>
                  <a:pt x="865453" y="34555"/>
                  <a:pt x="862438" y="34555"/>
                </a:cubicBezTo>
                <a:cubicBezTo>
                  <a:pt x="859283" y="34555"/>
                  <a:pt x="856197" y="35138"/>
                  <a:pt x="853179" y="36303"/>
                </a:cubicBezTo>
                <a:cubicBezTo>
                  <a:pt x="850164" y="37468"/>
                  <a:pt x="847662" y="39251"/>
                  <a:pt x="845672" y="41651"/>
                </a:cubicBezTo>
                <a:cubicBezTo>
                  <a:pt x="843684" y="44051"/>
                  <a:pt x="842210" y="46794"/>
                  <a:pt x="841250" y="49880"/>
                </a:cubicBezTo>
                <a:cubicBezTo>
                  <a:pt x="840292" y="52964"/>
                  <a:pt x="839813" y="56015"/>
                  <a:pt x="839813" y="59032"/>
                </a:cubicBezTo>
                <a:cubicBezTo>
                  <a:pt x="839813" y="62597"/>
                  <a:pt x="840532" y="66026"/>
                  <a:pt x="841972" y="69317"/>
                </a:cubicBezTo>
                <a:cubicBezTo>
                  <a:pt x="843411" y="72608"/>
                  <a:pt x="845331" y="75523"/>
                  <a:pt x="847731" y="78061"/>
                </a:cubicBezTo>
                <a:cubicBezTo>
                  <a:pt x="850131" y="80597"/>
                  <a:pt x="852873" y="82721"/>
                  <a:pt x="855957" y="84435"/>
                </a:cubicBezTo>
                <a:cubicBezTo>
                  <a:pt x="859043" y="86149"/>
                  <a:pt x="862128" y="87760"/>
                  <a:pt x="865212" y="89268"/>
                </a:cubicBezTo>
                <a:cubicBezTo>
                  <a:pt x="868299" y="90777"/>
                  <a:pt x="871384" y="92388"/>
                  <a:pt x="874468" y="94102"/>
                </a:cubicBezTo>
                <a:cubicBezTo>
                  <a:pt x="877554" y="95815"/>
                  <a:pt x="880468" y="97735"/>
                  <a:pt x="883209" y="99861"/>
                </a:cubicBezTo>
                <a:cubicBezTo>
                  <a:pt x="885952" y="101987"/>
                  <a:pt x="888523" y="104352"/>
                  <a:pt x="890923" y="106957"/>
                </a:cubicBezTo>
                <a:cubicBezTo>
                  <a:pt x="893323" y="109562"/>
                  <a:pt x="895345" y="112407"/>
                  <a:pt x="896990" y="115494"/>
                </a:cubicBezTo>
                <a:cubicBezTo>
                  <a:pt x="898636" y="118578"/>
                  <a:pt x="899905" y="121834"/>
                  <a:pt x="900797" y="125264"/>
                </a:cubicBezTo>
                <a:cubicBezTo>
                  <a:pt x="901688" y="128691"/>
                  <a:pt x="902134" y="132118"/>
                  <a:pt x="902134" y="135546"/>
                </a:cubicBezTo>
                <a:cubicBezTo>
                  <a:pt x="902134" y="139111"/>
                  <a:pt x="901723" y="142608"/>
                  <a:pt x="900900" y="146038"/>
                </a:cubicBezTo>
                <a:cubicBezTo>
                  <a:pt x="900078" y="149465"/>
                  <a:pt x="898844" y="152756"/>
                  <a:pt x="897197" y="155911"/>
                </a:cubicBezTo>
                <a:cubicBezTo>
                  <a:pt x="895552" y="159064"/>
                  <a:pt x="893461" y="161875"/>
                  <a:pt x="890923" y="164344"/>
                </a:cubicBezTo>
                <a:cubicBezTo>
                  <a:pt x="888387" y="166811"/>
                  <a:pt x="885542" y="168834"/>
                  <a:pt x="882386" y="170411"/>
                </a:cubicBezTo>
                <a:cubicBezTo>
                  <a:pt x="879233" y="171987"/>
                  <a:pt x="875908" y="173083"/>
                  <a:pt x="872412" y="173700"/>
                </a:cubicBezTo>
                <a:cubicBezTo>
                  <a:pt x="868916" y="174318"/>
                  <a:pt x="865453" y="174626"/>
                  <a:pt x="862024" y="174626"/>
                </a:cubicBezTo>
                <a:close/>
                <a:moveTo>
                  <a:pt x="928463" y="172982"/>
                </a:moveTo>
                <a:lnTo>
                  <a:pt x="928463" y="21803"/>
                </a:lnTo>
                <a:lnTo>
                  <a:pt x="1003332" y="21803"/>
                </a:lnTo>
                <a:lnTo>
                  <a:pt x="1003332" y="36203"/>
                </a:lnTo>
                <a:lnTo>
                  <a:pt x="944504" y="36203"/>
                </a:lnTo>
                <a:lnTo>
                  <a:pt x="944504" y="87210"/>
                </a:lnTo>
                <a:lnTo>
                  <a:pt x="991813" y="87210"/>
                </a:lnTo>
                <a:lnTo>
                  <a:pt x="991813" y="101609"/>
                </a:lnTo>
                <a:lnTo>
                  <a:pt x="944504" y="101609"/>
                </a:lnTo>
                <a:lnTo>
                  <a:pt x="944504" y="158582"/>
                </a:lnTo>
                <a:lnTo>
                  <a:pt x="1003332" y="158582"/>
                </a:lnTo>
                <a:lnTo>
                  <a:pt x="1003332" y="172982"/>
                </a:lnTo>
                <a:lnTo>
                  <a:pt x="928463" y="172982"/>
                </a:lnTo>
                <a:close/>
                <a:moveTo>
                  <a:pt x="1067709" y="174626"/>
                </a:moveTo>
                <a:cubicBezTo>
                  <a:pt x="1064281" y="174626"/>
                  <a:pt x="1060853" y="174352"/>
                  <a:pt x="1057424" y="173804"/>
                </a:cubicBezTo>
                <a:cubicBezTo>
                  <a:pt x="1053996" y="173256"/>
                  <a:pt x="1050740" y="172262"/>
                  <a:pt x="1047654" y="170822"/>
                </a:cubicBezTo>
                <a:cubicBezTo>
                  <a:pt x="1044569" y="169383"/>
                  <a:pt x="1041725" y="167498"/>
                  <a:pt x="1039120" y="165167"/>
                </a:cubicBezTo>
                <a:cubicBezTo>
                  <a:pt x="1036515" y="162836"/>
                  <a:pt x="1034355" y="160196"/>
                  <a:pt x="1032639" y="157248"/>
                </a:cubicBezTo>
                <a:cubicBezTo>
                  <a:pt x="1030925" y="154298"/>
                  <a:pt x="1029657" y="151144"/>
                  <a:pt x="1028835" y="147786"/>
                </a:cubicBezTo>
                <a:cubicBezTo>
                  <a:pt x="1028013" y="144425"/>
                  <a:pt x="1027602" y="141032"/>
                  <a:pt x="1027602" y="137604"/>
                </a:cubicBezTo>
                <a:cubicBezTo>
                  <a:pt x="1027602" y="137466"/>
                  <a:pt x="1027602" y="137364"/>
                  <a:pt x="1027602" y="137297"/>
                </a:cubicBezTo>
                <a:cubicBezTo>
                  <a:pt x="1027602" y="137228"/>
                  <a:pt x="1027602" y="137124"/>
                  <a:pt x="1027602" y="136986"/>
                </a:cubicBezTo>
                <a:lnTo>
                  <a:pt x="1043646" y="136986"/>
                </a:lnTo>
                <a:lnTo>
                  <a:pt x="1043646" y="137090"/>
                </a:lnTo>
                <a:cubicBezTo>
                  <a:pt x="1043646" y="137159"/>
                  <a:pt x="1043646" y="137261"/>
                  <a:pt x="1043646" y="137397"/>
                </a:cubicBezTo>
                <a:cubicBezTo>
                  <a:pt x="1043646" y="140414"/>
                  <a:pt x="1044194" y="143432"/>
                  <a:pt x="1045290" y="146449"/>
                </a:cubicBezTo>
                <a:cubicBezTo>
                  <a:pt x="1046387" y="149466"/>
                  <a:pt x="1048066" y="152072"/>
                  <a:pt x="1050328" y="154267"/>
                </a:cubicBezTo>
                <a:cubicBezTo>
                  <a:pt x="1052591" y="156459"/>
                  <a:pt x="1055265" y="158002"/>
                  <a:pt x="1058350" y="158893"/>
                </a:cubicBezTo>
                <a:cubicBezTo>
                  <a:pt x="1061436" y="159784"/>
                  <a:pt x="1064555" y="160230"/>
                  <a:pt x="1067709" y="160230"/>
                </a:cubicBezTo>
                <a:cubicBezTo>
                  <a:pt x="1070864" y="160230"/>
                  <a:pt x="1074053" y="159716"/>
                  <a:pt x="1077275" y="158689"/>
                </a:cubicBezTo>
                <a:cubicBezTo>
                  <a:pt x="1080497" y="157659"/>
                  <a:pt x="1083204" y="155945"/>
                  <a:pt x="1085397" y="153545"/>
                </a:cubicBezTo>
                <a:cubicBezTo>
                  <a:pt x="1087592" y="151145"/>
                  <a:pt x="1089238" y="148368"/>
                  <a:pt x="1090334" y="145215"/>
                </a:cubicBezTo>
                <a:cubicBezTo>
                  <a:pt x="1091433" y="142060"/>
                  <a:pt x="1091982" y="138837"/>
                  <a:pt x="1091982" y="135546"/>
                </a:cubicBezTo>
                <a:cubicBezTo>
                  <a:pt x="1091982" y="132118"/>
                  <a:pt x="1091261" y="128759"/>
                  <a:pt x="1089819" y="125468"/>
                </a:cubicBezTo>
                <a:cubicBezTo>
                  <a:pt x="1088380" y="122177"/>
                  <a:pt x="1086460" y="119263"/>
                  <a:pt x="1084060" y="116727"/>
                </a:cubicBezTo>
                <a:cubicBezTo>
                  <a:pt x="1081662" y="114189"/>
                  <a:pt x="1078920" y="112063"/>
                  <a:pt x="1075834" y="110350"/>
                </a:cubicBezTo>
                <a:cubicBezTo>
                  <a:pt x="1072750" y="108636"/>
                  <a:pt x="1069630" y="107025"/>
                  <a:pt x="1066475" y="105516"/>
                </a:cubicBezTo>
                <a:cubicBezTo>
                  <a:pt x="1063322" y="104008"/>
                  <a:pt x="1060237" y="102397"/>
                  <a:pt x="1057220" y="100683"/>
                </a:cubicBezTo>
                <a:cubicBezTo>
                  <a:pt x="1054203" y="98969"/>
                  <a:pt x="1051288" y="97016"/>
                  <a:pt x="1048476" y="94824"/>
                </a:cubicBezTo>
                <a:cubicBezTo>
                  <a:pt x="1045666" y="92629"/>
                  <a:pt x="1043095" y="90229"/>
                  <a:pt x="1040765" y="87624"/>
                </a:cubicBezTo>
                <a:cubicBezTo>
                  <a:pt x="1038434" y="85017"/>
                  <a:pt x="1036411" y="82206"/>
                  <a:pt x="1034698" y="79191"/>
                </a:cubicBezTo>
                <a:cubicBezTo>
                  <a:pt x="1032984" y="76173"/>
                  <a:pt x="1031715" y="72951"/>
                  <a:pt x="1030891" y="69524"/>
                </a:cubicBezTo>
                <a:cubicBezTo>
                  <a:pt x="1030069" y="66095"/>
                  <a:pt x="1029657" y="62666"/>
                  <a:pt x="1029657" y="59239"/>
                </a:cubicBezTo>
                <a:cubicBezTo>
                  <a:pt x="1029657" y="55674"/>
                  <a:pt x="1030034" y="52211"/>
                  <a:pt x="1030787" y="48851"/>
                </a:cubicBezTo>
                <a:cubicBezTo>
                  <a:pt x="1031543" y="45490"/>
                  <a:pt x="1032675" y="42268"/>
                  <a:pt x="1034183" y="39184"/>
                </a:cubicBezTo>
                <a:cubicBezTo>
                  <a:pt x="1035692" y="36098"/>
                  <a:pt x="1037646" y="33287"/>
                  <a:pt x="1040046" y="30751"/>
                </a:cubicBezTo>
                <a:cubicBezTo>
                  <a:pt x="1042446" y="28213"/>
                  <a:pt x="1045153" y="26122"/>
                  <a:pt x="1048168" y="24477"/>
                </a:cubicBezTo>
                <a:cubicBezTo>
                  <a:pt x="1051185" y="22833"/>
                  <a:pt x="1054408" y="21702"/>
                  <a:pt x="1057835" y="21084"/>
                </a:cubicBezTo>
                <a:cubicBezTo>
                  <a:pt x="1061264" y="20467"/>
                  <a:pt x="1064694" y="20159"/>
                  <a:pt x="1068123" y="20159"/>
                </a:cubicBezTo>
                <a:cubicBezTo>
                  <a:pt x="1071550" y="20159"/>
                  <a:pt x="1074909" y="20433"/>
                  <a:pt x="1078201" y="20981"/>
                </a:cubicBezTo>
                <a:cubicBezTo>
                  <a:pt x="1081492" y="21529"/>
                  <a:pt x="1084645" y="22557"/>
                  <a:pt x="1087660" y="24066"/>
                </a:cubicBezTo>
                <a:cubicBezTo>
                  <a:pt x="1090677" y="25575"/>
                  <a:pt x="1093420" y="27529"/>
                  <a:pt x="1095889" y="29929"/>
                </a:cubicBezTo>
                <a:cubicBezTo>
                  <a:pt x="1098358" y="32329"/>
                  <a:pt x="1100380" y="35003"/>
                  <a:pt x="1101956" y="37951"/>
                </a:cubicBezTo>
                <a:cubicBezTo>
                  <a:pt x="1103534" y="40899"/>
                  <a:pt x="1104699" y="44019"/>
                  <a:pt x="1105452" y="47310"/>
                </a:cubicBezTo>
                <a:cubicBezTo>
                  <a:pt x="1106208" y="50599"/>
                  <a:pt x="1106585" y="53958"/>
                  <a:pt x="1106585" y="57387"/>
                </a:cubicBezTo>
                <a:lnTo>
                  <a:pt x="1106585" y="57595"/>
                </a:lnTo>
                <a:cubicBezTo>
                  <a:pt x="1106585" y="57731"/>
                  <a:pt x="1106585" y="57867"/>
                  <a:pt x="1106585" y="58003"/>
                </a:cubicBezTo>
                <a:lnTo>
                  <a:pt x="1090541" y="58003"/>
                </a:lnTo>
                <a:cubicBezTo>
                  <a:pt x="1090541" y="57867"/>
                  <a:pt x="1090541" y="57764"/>
                  <a:pt x="1090541" y="57695"/>
                </a:cubicBezTo>
                <a:lnTo>
                  <a:pt x="1090541" y="57591"/>
                </a:lnTo>
                <a:cubicBezTo>
                  <a:pt x="1090541" y="54576"/>
                  <a:pt x="1090061" y="51595"/>
                  <a:pt x="1089101" y="48647"/>
                </a:cubicBezTo>
                <a:cubicBezTo>
                  <a:pt x="1088140" y="45697"/>
                  <a:pt x="1086632" y="43125"/>
                  <a:pt x="1084575" y="40932"/>
                </a:cubicBezTo>
                <a:cubicBezTo>
                  <a:pt x="1082518" y="38737"/>
                  <a:pt x="1080016" y="37126"/>
                  <a:pt x="1077068" y="36099"/>
                </a:cubicBezTo>
                <a:cubicBezTo>
                  <a:pt x="1074120" y="35070"/>
                  <a:pt x="1071138" y="34555"/>
                  <a:pt x="1068123" y="34555"/>
                </a:cubicBezTo>
                <a:cubicBezTo>
                  <a:pt x="1064968" y="34555"/>
                  <a:pt x="1061881" y="35138"/>
                  <a:pt x="1058864" y="36303"/>
                </a:cubicBezTo>
                <a:cubicBezTo>
                  <a:pt x="1055849" y="37468"/>
                  <a:pt x="1053347" y="39251"/>
                  <a:pt x="1051357" y="41651"/>
                </a:cubicBezTo>
                <a:cubicBezTo>
                  <a:pt x="1049369" y="44051"/>
                  <a:pt x="1047895" y="46794"/>
                  <a:pt x="1046935" y="49880"/>
                </a:cubicBezTo>
                <a:cubicBezTo>
                  <a:pt x="1045977" y="52964"/>
                  <a:pt x="1045497" y="56015"/>
                  <a:pt x="1045497" y="59032"/>
                </a:cubicBezTo>
                <a:cubicBezTo>
                  <a:pt x="1045497" y="62597"/>
                  <a:pt x="1046217" y="66026"/>
                  <a:pt x="1047657" y="69317"/>
                </a:cubicBezTo>
                <a:cubicBezTo>
                  <a:pt x="1049096" y="72608"/>
                  <a:pt x="1051016" y="75523"/>
                  <a:pt x="1053416" y="78061"/>
                </a:cubicBezTo>
                <a:cubicBezTo>
                  <a:pt x="1055816" y="80597"/>
                  <a:pt x="1058558" y="82721"/>
                  <a:pt x="1061642" y="84435"/>
                </a:cubicBezTo>
                <a:cubicBezTo>
                  <a:pt x="1064728" y="86149"/>
                  <a:pt x="1067813" y="87760"/>
                  <a:pt x="1070897" y="89268"/>
                </a:cubicBezTo>
                <a:cubicBezTo>
                  <a:pt x="1073984" y="90777"/>
                  <a:pt x="1077069" y="92388"/>
                  <a:pt x="1080153" y="94102"/>
                </a:cubicBezTo>
                <a:cubicBezTo>
                  <a:pt x="1083239" y="95815"/>
                  <a:pt x="1086153" y="97735"/>
                  <a:pt x="1088893" y="99861"/>
                </a:cubicBezTo>
                <a:cubicBezTo>
                  <a:pt x="1091637" y="101987"/>
                  <a:pt x="1094208" y="104352"/>
                  <a:pt x="1096608" y="106957"/>
                </a:cubicBezTo>
                <a:cubicBezTo>
                  <a:pt x="1099008" y="109562"/>
                  <a:pt x="1101030" y="112407"/>
                  <a:pt x="1102675" y="115494"/>
                </a:cubicBezTo>
                <a:cubicBezTo>
                  <a:pt x="1104321" y="118578"/>
                  <a:pt x="1105590" y="121834"/>
                  <a:pt x="1106482" y="125264"/>
                </a:cubicBezTo>
                <a:cubicBezTo>
                  <a:pt x="1107373" y="128691"/>
                  <a:pt x="1107819" y="132118"/>
                  <a:pt x="1107819" y="135546"/>
                </a:cubicBezTo>
                <a:cubicBezTo>
                  <a:pt x="1107819" y="139111"/>
                  <a:pt x="1107407" y="142608"/>
                  <a:pt x="1106585" y="146038"/>
                </a:cubicBezTo>
                <a:cubicBezTo>
                  <a:pt x="1105763" y="149465"/>
                  <a:pt x="1104528" y="152756"/>
                  <a:pt x="1102882" y="155911"/>
                </a:cubicBezTo>
                <a:cubicBezTo>
                  <a:pt x="1101237" y="159064"/>
                  <a:pt x="1099146" y="161875"/>
                  <a:pt x="1096608" y="164344"/>
                </a:cubicBezTo>
                <a:cubicBezTo>
                  <a:pt x="1094072" y="166811"/>
                  <a:pt x="1091226" y="168834"/>
                  <a:pt x="1088071" y="170411"/>
                </a:cubicBezTo>
                <a:cubicBezTo>
                  <a:pt x="1084918" y="171987"/>
                  <a:pt x="1081593" y="173083"/>
                  <a:pt x="1078097" y="173700"/>
                </a:cubicBezTo>
                <a:cubicBezTo>
                  <a:pt x="1074601" y="174318"/>
                  <a:pt x="1071138" y="174626"/>
                  <a:pt x="1067709" y="174626"/>
                </a:cubicBezTo>
                <a:close/>
                <a:moveTo>
                  <a:pt x="1140111" y="206096"/>
                </a:moveTo>
                <a:lnTo>
                  <a:pt x="1132296" y="193551"/>
                </a:lnTo>
                <a:cubicBezTo>
                  <a:pt x="1139975" y="189162"/>
                  <a:pt x="1146830" y="183608"/>
                  <a:pt x="1152862" y="176889"/>
                </a:cubicBezTo>
                <a:cubicBezTo>
                  <a:pt x="1158897" y="170171"/>
                  <a:pt x="1163799" y="162800"/>
                  <a:pt x="1167569" y="154778"/>
                </a:cubicBezTo>
                <a:cubicBezTo>
                  <a:pt x="1171340" y="146756"/>
                  <a:pt x="1173979" y="138358"/>
                  <a:pt x="1175488" y="129582"/>
                </a:cubicBezTo>
                <a:cubicBezTo>
                  <a:pt x="1176996" y="120807"/>
                  <a:pt x="1177751" y="111963"/>
                  <a:pt x="1177751" y="103050"/>
                </a:cubicBezTo>
                <a:cubicBezTo>
                  <a:pt x="1177751" y="94136"/>
                  <a:pt x="1176996" y="85292"/>
                  <a:pt x="1175488" y="76517"/>
                </a:cubicBezTo>
                <a:cubicBezTo>
                  <a:pt x="1173979" y="67739"/>
                  <a:pt x="1171340" y="59341"/>
                  <a:pt x="1167569" y="51321"/>
                </a:cubicBezTo>
                <a:cubicBezTo>
                  <a:pt x="1163799" y="43299"/>
                  <a:pt x="1158897" y="35929"/>
                  <a:pt x="1152862" y="29210"/>
                </a:cubicBezTo>
                <a:cubicBezTo>
                  <a:pt x="1146830" y="22489"/>
                  <a:pt x="1139975" y="16935"/>
                  <a:pt x="1132296" y="12548"/>
                </a:cubicBezTo>
                <a:lnTo>
                  <a:pt x="1140111" y="0"/>
                </a:lnTo>
                <a:cubicBezTo>
                  <a:pt x="1146145" y="3291"/>
                  <a:pt x="1151732" y="7165"/>
                  <a:pt x="1156873" y="11622"/>
                </a:cubicBezTo>
                <a:cubicBezTo>
                  <a:pt x="1162016" y="16079"/>
                  <a:pt x="1166644" y="21015"/>
                  <a:pt x="1170758" y="26432"/>
                </a:cubicBezTo>
                <a:cubicBezTo>
                  <a:pt x="1174872" y="31847"/>
                  <a:pt x="1178437" y="37607"/>
                  <a:pt x="1181454" y="43710"/>
                </a:cubicBezTo>
                <a:cubicBezTo>
                  <a:pt x="1184471" y="49811"/>
                  <a:pt x="1186871" y="56153"/>
                  <a:pt x="1188654" y="62735"/>
                </a:cubicBezTo>
                <a:cubicBezTo>
                  <a:pt x="1190436" y="69316"/>
                  <a:pt x="1191739" y="75966"/>
                  <a:pt x="1192561" y="82687"/>
                </a:cubicBezTo>
                <a:cubicBezTo>
                  <a:pt x="1193383" y="89405"/>
                  <a:pt x="1193795" y="96193"/>
                  <a:pt x="1193795" y="103050"/>
                </a:cubicBezTo>
                <a:cubicBezTo>
                  <a:pt x="1193795" y="109906"/>
                  <a:pt x="1193383" y="116694"/>
                  <a:pt x="1192561" y="123412"/>
                </a:cubicBezTo>
                <a:cubicBezTo>
                  <a:pt x="1191739" y="130131"/>
                  <a:pt x="1190436" y="136781"/>
                  <a:pt x="1188654" y="143364"/>
                </a:cubicBezTo>
                <a:cubicBezTo>
                  <a:pt x="1186871" y="149946"/>
                  <a:pt x="1184471" y="156288"/>
                  <a:pt x="1181454" y="162389"/>
                </a:cubicBezTo>
                <a:cubicBezTo>
                  <a:pt x="1178437" y="168490"/>
                  <a:pt x="1174872" y="174250"/>
                  <a:pt x="1170758" y="179667"/>
                </a:cubicBezTo>
                <a:cubicBezTo>
                  <a:pt x="1166644" y="185084"/>
                  <a:pt x="1162016" y="190019"/>
                  <a:pt x="1156873" y="194474"/>
                </a:cubicBezTo>
                <a:cubicBezTo>
                  <a:pt x="1151732" y="198931"/>
                  <a:pt x="1146145" y="202805"/>
                  <a:pt x="1140111" y="206096"/>
                </a:cubicBezTo>
                <a:close/>
                <a:moveTo>
                  <a:pt x="1273600" y="96468"/>
                </a:moveTo>
                <a:cubicBezTo>
                  <a:pt x="1271405" y="96468"/>
                  <a:pt x="1269280" y="96159"/>
                  <a:pt x="1267223" y="95542"/>
                </a:cubicBezTo>
                <a:cubicBezTo>
                  <a:pt x="1265166" y="94925"/>
                  <a:pt x="1263349" y="93828"/>
                  <a:pt x="1261771" y="92250"/>
                </a:cubicBezTo>
                <a:cubicBezTo>
                  <a:pt x="1260196" y="90672"/>
                  <a:pt x="1259099" y="88855"/>
                  <a:pt x="1258482" y="86798"/>
                </a:cubicBezTo>
                <a:cubicBezTo>
                  <a:pt x="1257865" y="84742"/>
                  <a:pt x="1257556" y="82617"/>
                  <a:pt x="1257556" y="80424"/>
                </a:cubicBezTo>
                <a:cubicBezTo>
                  <a:pt x="1257556" y="78229"/>
                  <a:pt x="1257865" y="76103"/>
                  <a:pt x="1258482" y="74047"/>
                </a:cubicBezTo>
                <a:cubicBezTo>
                  <a:pt x="1259099" y="71990"/>
                  <a:pt x="1260196" y="70174"/>
                  <a:pt x="1261771" y="68598"/>
                </a:cubicBezTo>
                <a:cubicBezTo>
                  <a:pt x="1263349" y="67021"/>
                  <a:pt x="1265166" y="65923"/>
                  <a:pt x="1267223" y="65306"/>
                </a:cubicBezTo>
                <a:cubicBezTo>
                  <a:pt x="1269280" y="64689"/>
                  <a:pt x="1271405" y="64380"/>
                  <a:pt x="1273600" y="64380"/>
                </a:cubicBezTo>
                <a:cubicBezTo>
                  <a:pt x="1275795" y="64380"/>
                  <a:pt x="1277921" y="64689"/>
                  <a:pt x="1279978" y="65306"/>
                </a:cubicBezTo>
                <a:cubicBezTo>
                  <a:pt x="1282035" y="65923"/>
                  <a:pt x="1283851" y="67021"/>
                  <a:pt x="1285426" y="68598"/>
                </a:cubicBezTo>
                <a:cubicBezTo>
                  <a:pt x="1287004" y="70174"/>
                  <a:pt x="1288101" y="71990"/>
                  <a:pt x="1288718" y="74047"/>
                </a:cubicBezTo>
                <a:cubicBezTo>
                  <a:pt x="1289336" y="76103"/>
                  <a:pt x="1289644" y="78229"/>
                  <a:pt x="1289644" y="80424"/>
                </a:cubicBezTo>
                <a:cubicBezTo>
                  <a:pt x="1289644" y="82617"/>
                  <a:pt x="1289336" y="84742"/>
                  <a:pt x="1288718" y="86798"/>
                </a:cubicBezTo>
                <a:cubicBezTo>
                  <a:pt x="1288101" y="88855"/>
                  <a:pt x="1287004" y="90672"/>
                  <a:pt x="1285426" y="92250"/>
                </a:cubicBezTo>
                <a:cubicBezTo>
                  <a:pt x="1283851" y="93828"/>
                  <a:pt x="1282035" y="94925"/>
                  <a:pt x="1279978" y="95542"/>
                </a:cubicBezTo>
                <a:cubicBezTo>
                  <a:pt x="1277921" y="96159"/>
                  <a:pt x="1275795" y="96468"/>
                  <a:pt x="1273600" y="96468"/>
                </a:cubicBezTo>
                <a:moveTo>
                  <a:pt x="1266401" y="217203"/>
                </a:moveTo>
                <a:lnTo>
                  <a:pt x="1254267" y="207948"/>
                </a:lnTo>
                <a:cubicBezTo>
                  <a:pt x="1258655" y="203012"/>
                  <a:pt x="1262665" y="197801"/>
                  <a:pt x="1266297" y="192315"/>
                </a:cubicBezTo>
                <a:cubicBezTo>
                  <a:pt x="1269931" y="186831"/>
                  <a:pt x="1272640" y="180935"/>
                  <a:pt x="1274423" y="174626"/>
                </a:cubicBezTo>
                <a:cubicBezTo>
                  <a:pt x="1274287" y="174626"/>
                  <a:pt x="1274115" y="174626"/>
                  <a:pt x="1273908" y="174626"/>
                </a:cubicBezTo>
                <a:cubicBezTo>
                  <a:pt x="1273703" y="174626"/>
                  <a:pt x="1273531" y="174626"/>
                  <a:pt x="1273393" y="174626"/>
                </a:cubicBezTo>
                <a:cubicBezTo>
                  <a:pt x="1271336" y="174626"/>
                  <a:pt x="1269245" y="174283"/>
                  <a:pt x="1267119" y="173597"/>
                </a:cubicBezTo>
                <a:cubicBezTo>
                  <a:pt x="1264996" y="172913"/>
                  <a:pt x="1263179" y="171816"/>
                  <a:pt x="1261671" y="170308"/>
                </a:cubicBezTo>
                <a:cubicBezTo>
                  <a:pt x="1260162" y="168799"/>
                  <a:pt x="1259099" y="167016"/>
                  <a:pt x="1258482" y="164960"/>
                </a:cubicBezTo>
                <a:cubicBezTo>
                  <a:pt x="1257865" y="162903"/>
                  <a:pt x="1257556" y="160777"/>
                  <a:pt x="1257556" y="158582"/>
                </a:cubicBezTo>
                <a:cubicBezTo>
                  <a:pt x="1257556" y="156389"/>
                  <a:pt x="1257865" y="154265"/>
                  <a:pt x="1258482" y="152208"/>
                </a:cubicBezTo>
                <a:cubicBezTo>
                  <a:pt x="1259099" y="150151"/>
                  <a:pt x="1260196" y="148334"/>
                  <a:pt x="1261771" y="146756"/>
                </a:cubicBezTo>
                <a:cubicBezTo>
                  <a:pt x="1263349" y="145179"/>
                  <a:pt x="1265166" y="144082"/>
                  <a:pt x="1267223" y="143467"/>
                </a:cubicBezTo>
                <a:cubicBezTo>
                  <a:pt x="1269280" y="142850"/>
                  <a:pt x="1271405" y="142541"/>
                  <a:pt x="1273600" y="142541"/>
                </a:cubicBezTo>
                <a:cubicBezTo>
                  <a:pt x="1275795" y="142541"/>
                  <a:pt x="1277989" y="142884"/>
                  <a:pt x="1280182" y="143571"/>
                </a:cubicBezTo>
                <a:cubicBezTo>
                  <a:pt x="1282377" y="144255"/>
                  <a:pt x="1284228" y="145386"/>
                  <a:pt x="1285737" y="146963"/>
                </a:cubicBezTo>
                <a:cubicBezTo>
                  <a:pt x="1287245" y="148539"/>
                  <a:pt x="1288274" y="150424"/>
                  <a:pt x="1288822" y="152619"/>
                </a:cubicBezTo>
                <a:cubicBezTo>
                  <a:pt x="1289370" y="154814"/>
                  <a:pt x="1289644" y="157008"/>
                  <a:pt x="1289644" y="159200"/>
                </a:cubicBezTo>
                <a:cubicBezTo>
                  <a:pt x="1289644" y="164548"/>
                  <a:pt x="1289027" y="169827"/>
                  <a:pt x="1287793" y="175037"/>
                </a:cubicBezTo>
                <a:cubicBezTo>
                  <a:pt x="1286558" y="180249"/>
                  <a:pt x="1284913" y="185289"/>
                  <a:pt x="1282856" y="190155"/>
                </a:cubicBezTo>
                <a:cubicBezTo>
                  <a:pt x="1280799" y="195024"/>
                  <a:pt x="1278365" y="199721"/>
                  <a:pt x="1275552" y="204244"/>
                </a:cubicBezTo>
                <a:cubicBezTo>
                  <a:pt x="1272742" y="208770"/>
                  <a:pt x="1269692" y="213090"/>
                  <a:pt x="1266401" y="217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switch(y){...}">
            <a:extLst xmlns:a="http://schemas.openxmlformats.org/drawingml/2006/main">
              <a:ext uri="{FF2B5EF4-FFF2-40B4-BE49-F238E27FC236}">
                <a16:creationId xmlns:a16="http://schemas.microsoft.com/office/drawing/2014/main" id="{C84A6477-5726-4378-8F7F-72B1CE9E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68" y="1029631"/>
            <a:ext cx="1821341" cy="217203"/>
          </a:xfrm>
          <a:custGeom xmlns:a="http://schemas.openxmlformats.org/drawingml/2006/main">
            <a:pathLst>
              <a:path w="1821341" h="217203">
                <a:moveTo>
                  <a:pt x="38462" y="174626"/>
                </a:moveTo>
                <a:cubicBezTo>
                  <a:pt x="35309" y="174626"/>
                  <a:pt x="32224" y="174455"/>
                  <a:pt x="29207" y="174111"/>
                </a:cubicBezTo>
                <a:cubicBezTo>
                  <a:pt x="26192" y="173770"/>
                  <a:pt x="23244" y="173086"/>
                  <a:pt x="20363" y="172059"/>
                </a:cubicBezTo>
                <a:cubicBezTo>
                  <a:pt x="17484" y="171029"/>
                  <a:pt x="14775" y="169623"/>
                  <a:pt x="12237" y="167841"/>
                </a:cubicBezTo>
                <a:cubicBezTo>
                  <a:pt x="9701" y="166058"/>
                  <a:pt x="7507" y="163967"/>
                  <a:pt x="5656" y="161567"/>
                </a:cubicBezTo>
                <a:cubicBezTo>
                  <a:pt x="3806" y="159167"/>
                  <a:pt x="2401" y="156493"/>
                  <a:pt x="1441" y="153545"/>
                </a:cubicBezTo>
                <a:cubicBezTo>
                  <a:pt x="480" y="150597"/>
                  <a:pt x="0" y="147614"/>
                  <a:pt x="0" y="144597"/>
                </a:cubicBezTo>
                <a:lnTo>
                  <a:pt x="0" y="144390"/>
                </a:lnTo>
                <a:lnTo>
                  <a:pt x="0" y="144186"/>
                </a:lnTo>
                <a:lnTo>
                  <a:pt x="16044" y="144186"/>
                </a:lnTo>
                <a:lnTo>
                  <a:pt x="16044" y="144289"/>
                </a:lnTo>
                <a:lnTo>
                  <a:pt x="16044" y="144390"/>
                </a:lnTo>
                <a:cubicBezTo>
                  <a:pt x="16044" y="146997"/>
                  <a:pt x="16729" y="149431"/>
                  <a:pt x="18100" y="151693"/>
                </a:cubicBezTo>
                <a:cubicBezTo>
                  <a:pt x="19472" y="153955"/>
                  <a:pt x="21289" y="155703"/>
                  <a:pt x="23551" y="156938"/>
                </a:cubicBezTo>
                <a:cubicBezTo>
                  <a:pt x="25813" y="158172"/>
                  <a:pt x="28212" y="159030"/>
                  <a:pt x="30748" y="159511"/>
                </a:cubicBezTo>
                <a:cubicBezTo>
                  <a:pt x="33286" y="159990"/>
                  <a:pt x="35857" y="160230"/>
                  <a:pt x="38462" y="160230"/>
                </a:cubicBezTo>
                <a:cubicBezTo>
                  <a:pt x="40931" y="160230"/>
                  <a:pt x="43468" y="160025"/>
                  <a:pt x="46073" y="159615"/>
                </a:cubicBezTo>
                <a:cubicBezTo>
                  <a:pt x="48678" y="159203"/>
                  <a:pt x="51078" y="158345"/>
                  <a:pt x="53273" y="157041"/>
                </a:cubicBezTo>
                <a:cubicBezTo>
                  <a:pt x="55468" y="155738"/>
                  <a:pt x="57318" y="153955"/>
                  <a:pt x="58825" y="151693"/>
                </a:cubicBezTo>
                <a:cubicBezTo>
                  <a:pt x="60333" y="149431"/>
                  <a:pt x="61088" y="146997"/>
                  <a:pt x="61088" y="144390"/>
                </a:cubicBezTo>
                <a:cubicBezTo>
                  <a:pt x="61088" y="142471"/>
                  <a:pt x="60573" y="140587"/>
                  <a:pt x="59544" y="138737"/>
                </a:cubicBezTo>
                <a:cubicBezTo>
                  <a:pt x="58516" y="136886"/>
                  <a:pt x="57214" y="135343"/>
                  <a:pt x="55636" y="134108"/>
                </a:cubicBezTo>
                <a:cubicBezTo>
                  <a:pt x="54061" y="132874"/>
                  <a:pt x="52313" y="131948"/>
                  <a:pt x="50392" y="131331"/>
                </a:cubicBezTo>
                <a:cubicBezTo>
                  <a:pt x="48473" y="130713"/>
                  <a:pt x="46554" y="130131"/>
                  <a:pt x="44636" y="129582"/>
                </a:cubicBezTo>
                <a:lnTo>
                  <a:pt x="44429" y="129582"/>
                </a:lnTo>
                <a:cubicBezTo>
                  <a:pt x="41275" y="128622"/>
                  <a:pt x="38087" y="127663"/>
                  <a:pt x="34862" y="126704"/>
                </a:cubicBezTo>
                <a:cubicBezTo>
                  <a:pt x="31640" y="125744"/>
                  <a:pt x="28521" y="124681"/>
                  <a:pt x="25503" y="123516"/>
                </a:cubicBezTo>
                <a:cubicBezTo>
                  <a:pt x="22488" y="122350"/>
                  <a:pt x="19540" y="120876"/>
                  <a:pt x="16659" y="119094"/>
                </a:cubicBezTo>
                <a:cubicBezTo>
                  <a:pt x="13780" y="117311"/>
                  <a:pt x="11243" y="115185"/>
                  <a:pt x="9048" y="112716"/>
                </a:cubicBezTo>
                <a:cubicBezTo>
                  <a:pt x="6856" y="110247"/>
                  <a:pt x="5142" y="107436"/>
                  <a:pt x="3907" y="104283"/>
                </a:cubicBezTo>
                <a:cubicBezTo>
                  <a:pt x="2675" y="101130"/>
                  <a:pt x="2059" y="97908"/>
                  <a:pt x="2059" y="94616"/>
                </a:cubicBezTo>
                <a:cubicBezTo>
                  <a:pt x="2059" y="91599"/>
                  <a:pt x="2505" y="88651"/>
                  <a:pt x="3396" y="85772"/>
                </a:cubicBezTo>
                <a:cubicBezTo>
                  <a:pt x="4287" y="82891"/>
                  <a:pt x="5590" y="80217"/>
                  <a:pt x="7303" y="77750"/>
                </a:cubicBezTo>
                <a:cubicBezTo>
                  <a:pt x="9017" y="75281"/>
                  <a:pt x="11074" y="73155"/>
                  <a:pt x="13474" y="71373"/>
                </a:cubicBezTo>
                <a:cubicBezTo>
                  <a:pt x="15873" y="69590"/>
                  <a:pt x="18478" y="68185"/>
                  <a:pt x="21288" y="67158"/>
                </a:cubicBezTo>
                <a:cubicBezTo>
                  <a:pt x="24101" y="66128"/>
                  <a:pt x="27014" y="65408"/>
                  <a:pt x="30029" y="64998"/>
                </a:cubicBezTo>
                <a:cubicBezTo>
                  <a:pt x="33046" y="64586"/>
                  <a:pt x="35995" y="64380"/>
                  <a:pt x="38877" y="64380"/>
                </a:cubicBezTo>
                <a:cubicBezTo>
                  <a:pt x="41892" y="64380"/>
                  <a:pt x="44873" y="64586"/>
                  <a:pt x="47821" y="64998"/>
                </a:cubicBezTo>
                <a:cubicBezTo>
                  <a:pt x="50769" y="65408"/>
                  <a:pt x="53615" y="66128"/>
                  <a:pt x="56358" y="67158"/>
                </a:cubicBezTo>
                <a:cubicBezTo>
                  <a:pt x="59101" y="68185"/>
                  <a:pt x="61706" y="69556"/>
                  <a:pt x="64173" y="71272"/>
                </a:cubicBezTo>
                <a:cubicBezTo>
                  <a:pt x="66642" y="72986"/>
                  <a:pt x="68733" y="75043"/>
                  <a:pt x="70447" y="77442"/>
                </a:cubicBezTo>
                <a:cubicBezTo>
                  <a:pt x="72162" y="79840"/>
                  <a:pt x="73465" y="82480"/>
                  <a:pt x="74354" y="85361"/>
                </a:cubicBezTo>
                <a:cubicBezTo>
                  <a:pt x="75246" y="88240"/>
                  <a:pt x="75691" y="91188"/>
                  <a:pt x="75691" y="94205"/>
                </a:cubicBezTo>
                <a:lnTo>
                  <a:pt x="75691" y="94309"/>
                </a:lnTo>
                <a:lnTo>
                  <a:pt x="75691" y="94409"/>
                </a:lnTo>
                <a:lnTo>
                  <a:pt x="59650" y="94409"/>
                </a:lnTo>
                <a:lnTo>
                  <a:pt x="59650" y="94309"/>
                </a:lnTo>
                <a:lnTo>
                  <a:pt x="59650" y="94205"/>
                </a:lnTo>
                <a:cubicBezTo>
                  <a:pt x="59650" y="91874"/>
                  <a:pt x="59033" y="89612"/>
                  <a:pt x="57799" y="87417"/>
                </a:cubicBezTo>
                <a:cubicBezTo>
                  <a:pt x="56564" y="85222"/>
                  <a:pt x="54919" y="83474"/>
                  <a:pt x="52862" y="82172"/>
                </a:cubicBezTo>
                <a:cubicBezTo>
                  <a:pt x="50805" y="80869"/>
                  <a:pt x="48577" y="79977"/>
                  <a:pt x="46177" y="79498"/>
                </a:cubicBezTo>
                <a:cubicBezTo>
                  <a:pt x="43777" y="79019"/>
                  <a:pt x="41343" y="78779"/>
                  <a:pt x="38877" y="78779"/>
                </a:cubicBezTo>
                <a:cubicBezTo>
                  <a:pt x="36408" y="78779"/>
                  <a:pt x="33973" y="79019"/>
                  <a:pt x="31573" y="79498"/>
                </a:cubicBezTo>
                <a:cubicBezTo>
                  <a:pt x="29173" y="79977"/>
                  <a:pt x="26945" y="80869"/>
                  <a:pt x="24888" y="82172"/>
                </a:cubicBezTo>
                <a:cubicBezTo>
                  <a:pt x="22832" y="83474"/>
                  <a:pt x="21151" y="85256"/>
                  <a:pt x="19848" y="87520"/>
                </a:cubicBezTo>
                <a:cubicBezTo>
                  <a:pt x="18546" y="89782"/>
                  <a:pt x="17896" y="92078"/>
                  <a:pt x="17896" y="94409"/>
                </a:cubicBezTo>
                <a:cubicBezTo>
                  <a:pt x="17896" y="96740"/>
                  <a:pt x="18546" y="98934"/>
                  <a:pt x="19848" y="100991"/>
                </a:cubicBezTo>
                <a:cubicBezTo>
                  <a:pt x="21151" y="103047"/>
                  <a:pt x="22797" y="104693"/>
                  <a:pt x="24785" y="105928"/>
                </a:cubicBezTo>
                <a:cubicBezTo>
                  <a:pt x="26775" y="107162"/>
                  <a:pt x="28900" y="108088"/>
                  <a:pt x="31162" y="108705"/>
                </a:cubicBezTo>
                <a:cubicBezTo>
                  <a:pt x="33424" y="109322"/>
                  <a:pt x="35686" y="109940"/>
                  <a:pt x="37948" y="110557"/>
                </a:cubicBezTo>
                <a:cubicBezTo>
                  <a:pt x="40212" y="111174"/>
                  <a:pt x="42474" y="111826"/>
                  <a:pt x="44736" y="112512"/>
                </a:cubicBezTo>
                <a:cubicBezTo>
                  <a:pt x="47000" y="113196"/>
                  <a:pt x="49228" y="113916"/>
                  <a:pt x="51421" y="114671"/>
                </a:cubicBezTo>
                <a:cubicBezTo>
                  <a:pt x="53616" y="115425"/>
                  <a:pt x="55742" y="116316"/>
                  <a:pt x="57799" y="117345"/>
                </a:cubicBezTo>
                <a:cubicBezTo>
                  <a:pt x="59855" y="118373"/>
                  <a:pt x="61843" y="119538"/>
                  <a:pt x="63762" y="120842"/>
                </a:cubicBezTo>
                <a:cubicBezTo>
                  <a:pt x="65683" y="122143"/>
                  <a:pt x="67465" y="123652"/>
                  <a:pt x="69110" y="125367"/>
                </a:cubicBezTo>
                <a:cubicBezTo>
                  <a:pt x="70756" y="127081"/>
                  <a:pt x="72162" y="128932"/>
                  <a:pt x="73328" y="130919"/>
                </a:cubicBezTo>
                <a:cubicBezTo>
                  <a:pt x="74493" y="132907"/>
                  <a:pt x="75385" y="135066"/>
                  <a:pt x="76002" y="137397"/>
                </a:cubicBezTo>
                <a:cubicBezTo>
                  <a:pt x="76619" y="139728"/>
                  <a:pt x="76928" y="142059"/>
                  <a:pt x="76928" y="144390"/>
                </a:cubicBezTo>
                <a:cubicBezTo>
                  <a:pt x="76928" y="147407"/>
                  <a:pt x="76448" y="150390"/>
                  <a:pt x="75487" y="153338"/>
                </a:cubicBezTo>
                <a:cubicBezTo>
                  <a:pt x="74527" y="156286"/>
                  <a:pt x="73121" y="158994"/>
                  <a:pt x="71269" y="161463"/>
                </a:cubicBezTo>
                <a:cubicBezTo>
                  <a:pt x="69419" y="163932"/>
                  <a:pt x="67226" y="166024"/>
                  <a:pt x="64688" y="167737"/>
                </a:cubicBezTo>
                <a:cubicBezTo>
                  <a:pt x="62152" y="169451"/>
                  <a:pt x="59443" y="170822"/>
                  <a:pt x="56562" y="171852"/>
                </a:cubicBezTo>
                <a:cubicBezTo>
                  <a:pt x="53683" y="172879"/>
                  <a:pt x="50700" y="173598"/>
                  <a:pt x="47614" y="174008"/>
                </a:cubicBezTo>
                <a:cubicBezTo>
                  <a:pt x="44530" y="174420"/>
                  <a:pt x="41479" y="174626"/>
                  <a:pt x="38462" y="174626"/>
                </a:cubicBezTo>
                <a:close/>
                <a:moveTo>
                  <a:pt x="114157" y="172982"/>
                </a:moveTo>
                <a:lnTo>
                  <a:pt x="96672" y="66025"/>
                </a:lnTo>
                <a:lnTo>
                  <a:pt x="112920" y="66025"/>
                </a:lnTo>
                <a:lnTo>
                  <a:pt x="122590" y="157349"/>
                </a:lnTo>
                <a:lnTo>
                  <a:pt x="133490" y="96057"/>
                </a:lnTo>
                <a:lnTo>
                  <a:pt x="149534" y="96057"/>
                </a:lnTo>
                <a:lnTo>
                  <a:pt x="160434" y="157349"/>
                </a:lnTo>
                <a:lnTo>
                  <a:pt x="170103" y="66025"/>
                </a:lnTo>
                <a:lnTo>
                  <a:pt x="186351" y="66025"/>
                </a:lnTo>
                <a:lnTo>
                  <a:pt x="168867" y="172982"/>
                </a:lnTo>
                <a:lnTo>
                  <a:pt x="153030" y="172982"/>
                </a:lnTo>
                <a:lnTo>
                  <a:pt x="141512" y="115801"/>
                </a:lnTo>
                <a:lnTo>
                  <a:pt x="129993" y="172982"/>
                </a:lnTo>
                <a:lnTo>
                  <a:pt x="114157" y="172982"/>
                </a:lnTo>
                <a:close/>
                <a:moveTo>
                  <a:pt x="208359" y="172982"/>
                </a:moveTo>
                <a:lnTo>
                  <a:pt x="208359" y="158582"/>
                </a:lnTo>
                <a:lnTo>
                  <a:pt x="237773" y="158582"/>
                </a:lnTo>
                <a:lnTo>
                  <a:pt x="237773" y="80424"/>
                </a:lnTo>
                <a:lnTo>
                  <a:pt x="211240" y="80424"/>
                </a:lnTo>
                <a:lnTo>
                  <a:pt x="211240" y="66025"/>
                </a:lnTo>
                <a:lnTo>
                  <a:pt x="253817" y="66025"/>
                </a:lnTo>
                <a:lnTo>
                  <a:pt x="253817" y="158582"/>
                </a:lnTo>
                <a:lnTo>
                  <a:pt x="280350" y="158582"/>
                </a:lnTo>
                <a:lnTo>
                  <a:pt x="280350" y="172982"/>
                </a:lnTo>
                <a:lnTo>
                  <a:pt x="208359" y="172982"/>
                </a:lnTo>
                <a:moveTo>
                  <a:pt x="244354" y="47925"/>
                </a:moveTo>
                <a:cubicBezTo>
                  <a:pt x="242572" y="47925"/>
                  <a:pt x="240857" y="47685"/>
                  <a:pt x="239210" y="47206"/>
                </a:cubicBezTo>
                <a:cubicBezTo>
                  <a:pt x="237566" y="46725"/>
                  <a:pt x="236126" y="45868"/>
                  <a:pt x="234892" y="44636"/>
                </a:cubicBezTo>
                <a:cubicBezTo>
                  <a:pt x="233659" y="43401"/>
                  <a:pt x="232802" y="41962"/>
                  <a:pt x="232321" y="40317"/>
                </a:cubicBezTo>
                <a:cubicBezTo>
                  <a:pt x="231842" y="38671"/>
                  <a:pt x="231603" y="36956"/>
                  <a:pt x="231603" y="35173"/>
                </a:cubicBezTo>
                <a:cubicBezTo>
                  <a:pt x="231603" y="33390"/>
                  <a:pt x="231842" y="31677"/>
                  <a:pt x="232321" y="30032"/>
                </a:cubicBezTo>
                <a:cubicBezTo>
                  <a:pt x="232802" y="28386"/>
                  <a:pt x="233659" y="26945"/>
                  <a:pt x="234892" y="25711"/>
                </a:cubicBezTo>
                <a:cubicBezTo>
                  <a:pt x="236126" y="24476"/>
                  <a:pt x="237566" y="23585"/>
                  <a:pt x="239210" y="23037"/>
                </a:cubicBezTo>
                <a:cubicBezTo>
                  <a:pt x="240857" y="22488"/>
                  <a:pt x="242572" y="22214"/>
                  <a:pt x="244354" y="22214"/>
                </a:cubicBezTo>
                <a:cubicBezTo>
                  <a:pt x="246137" y="22214"/>
                  <a:pt x="247851" y="22488"/>
                  <a:pt x="249495" y="23037"/>
                </a:cubicBezTo>
                <a:cubicBezTo>
                  <a:pt x="251142" y="23585"/>
                  <a:pt x="252581" y="24476"/>
                  <a:pt x="253814" y="25711"/>
                </a:cubicBezTo>
                <a:cubicBezTo>
                  <a:pt x="255048" y="26945"/>
                  <a:pt x="255939" y="28386"/>
                  <a:pt x="256488" y="30032"/>
                </a:cubicBezTo>
                <a:cubicBezTo>
                  <a:pt x="257038" y="31677"/>
                  <a:pt x="257313" y="33390"/>
                  <a:pt x="257313" y="35173"/>
                </a:cubicBezTo>
                <a:cubicBezTo>
                  <a:pt x="257313" y="36956"/>
                  <a:pt x="257038" y="38671"/>
                  <a:pt x="256488" y="40317"/>
                </a:cubicBezTo>
                <a:cubicBezTo>
                  <a:pt x="255939" y="41962"/>
                  <a:pt x="255048" y="43401"/>
                  <a:pt x="253814" y="44636"/>
                </a:cubicBezTo>
                <a:cubicBezTo>
                  <a:pt x="252581" y="45868"/>
                  <a:pt x="251142" y="46725"/>
                  <a:pt x="249495" y="47206"/>
                </a:cubicBezTo>
                <a:cubicBezTo>
                  <a:pt x="247851" y="47685"/>
                  <a:pt x="246137" y="47925"/>
                  <a:pt x="244354" y="47925"/>
                </a:cubicBezTo>
                <a:close/>
                <a:moveTo>
                  <a:pt x="360770" y="174626"/>
                </a:moveTo>
                <a:cubicBezTo>
                  <a:pt x="357755" y="174626"/>
                  <a:pt x="354705" y="174248"/>
                  <a:pt x="351619" y="173493"/>
                </a:cubicBezTo>
                <a:cubicBezTo>
                  <a:pt x="348532" y="172740"/>
                  <a:pt x="345721" y="171438"/>
                  <a:pt x="343185" y="169589"/>
                </a:cubicBezTo>
                <a:cubicBezTo>
                  <a:pt x="340650" y="167737"/>
                  <a:pt x="338490" y="165509"/>
                  <a:pt x="336708" y="162904"/>
                </a:cubicBezTo>
                <a:cubicBezTo>
                  <a:pt x="334925" y="160299"/>
                  <a:pt x="333519" y="157522"/>
                  <a:pt x="332489" y="154574"/>
                </a:cubicBezTo>
                <a:cubicBezTo>
                  <a:pt x="331462" y="151626"/>
                  <a:pt x="330777" y="148609"/>
                  <a:pt x="330434" y="145523"/>
                </a:cubicBezTo>
                <a:cubicBezTo>
                  <a:pt x="330091" y="142437"/>
                  <a:pt x="329919" y="139317"/>
                  <a:pt x="329919" y="136164"/>
                </a:cubicBezTo>
                <a:lnTo>
                  <a:pt x="329919" y="80424"/>
                </a:lnTo>
                <a:lnTo>
                  <a:pt x="310175" y="80424"/>
                </a:lnTo>
                <a:lnTo>
                  <a:pt x="310175" y="66025"/>
                </a:lnTo>
                <a:lnTo>
                  <a:pt x="329919" y="66025"/>
                </a:lnTo>
                <a:lnTo>
                  <a:pt x="329919" y="21803"/>
                </a:lnTo>
                <a:lnTo>
                  <a:pt x="345963" y="21803"/>
                </a:lnTo>
                <a:lnTo>
                  <a:pt x="345963" y="66025"/>
                </a:lnTo>
                <a:lnTo>
                  <a:pt x="382163" y="66025"/>
                </a:lnTo>
                <a:lnTo>
                  <a:pt x="382163" y="80424"/>
                </a:lnTo>
                <a:lnTo>
                  <a:pt x="345963" y="80424"/>
                </a:lnTo>
                <a:lnTo>
                  <a:pt x="345963" y="136164"/>
                </a:lnTo>
                <a:cubicBezTo>
                  <a:pt x="345963" y="137947"/>
                  <a:pt x="346031" y="139729"/>
                  <a:pt x="346167" y="141512"/>
                </a:cubicBezTo>
                <a:cubicBezTo>
                  <a:pt x="346305" y="143295"/>
                  <a:pt x="346579" y="145043"/>
                  <a:pt x="346989" y="146756"/>
                </a:cubicBezTo>
                <a:cubicBezTo>
                  <a:pt x="347402" y="148470"/>
                  <a:pt x="347950" y="150150"/>
                  <a:pt x="348634" y="151797"/>
                </a:cubicBezTo>
                <a:cubicBezTo>
                  <a:pt x="349320" y="153441"/>
                  <a:pt x="350246" y="154915"/>
                  <a:pt x="351411" y="156219"/>
                </a:cubicBezTo>
                <a:cubicBezTo>
                  <a:pt x="352579" y="157520"/>
                  <a:pt x="354020" y="158514"/>
                  <a:pt x="355733" y="159200"/>
                </a:cubicBezTo>
                <a:cubicBezTo>
                  <a:pt x="357447" y="159887"/>
                  <a:pt x="359126" y="160230"/>
                  <a:pt x="360770" y="160230"/>
                </a:cubicBezTo>
                <a:cubicBezTo>
                  <a:pt x="362417" y="160230"/>
                  <a:pt x="364028" y="159956"/>
                  <a:pt x="365604" y="159408"/>
                </a:cubicBezTo>
                <a:cubicBezTo>
                  <a:pt x="367181" y="158857"/>
                  <a:pt x="368553" y="158034"/>
                  <a:pt x="369718" y="156938"/>
                </a:cubicBezTo>
                <a:cubicBezTo>
                  <a:pt x="370884" y="155841"/>
                  <a:pt x="371843" y="154573"/>
                  <a:pt x="372596" y="153134"/>
                </a:cubicBezTo>
                <a:cubicBezTo>
                  <a:pt x="373352" y="151694"/>
                  <a:pt x="373969" y="150186"/>
                  <a:pt x="374448" y="148608"/>
                </a:cubicBezTo>
                <a:cubicBezTo>
                  <a:pt x="374929" y="147030"/>
                  <a:pt x="375272" y="145419"/>
                  <a:pt x="375478" y="143775"/>
                </a:cubicBezTo>
                <a:cubicBezTo>
                  <a:pt x="375685" y="142128"/>
                  <a:pt x="375788" y="140482"/>
                  <a:pt x="375788" y="138838"/>
                </a:cubicBezTo>
                <a:cubicBezTo>
                  <a:pt x="375788" y="138700"/>
                  <a:pt x="375788" y="138528"/>
                  <a:pt x="375788" y="138323"/>
                </a:cubicBezTo>
                <a:cubicBezTo>
                  <a:pt x="375788" y="138118"/>
                  <a:pt x="375788" y="137879"/>
                  <a:pt x="375788" y="137604"/>
                </a:cubicBezTo>
                <a:lnTo>
                  <a:pt x="391829" y="137604"/>
                </a:lnTo>
                <a:cubicBezTo>
                  <a:pt x="391829" y="138015"/>
                  <a:pt x="391829" y="138391"/>
                  <a:pt x="391829" y="138734"/>
                </a:cubicBezTo>
                <a:cubicBezTo>
                  <a:pt x="391829" y="139077"/>
                  <a:pt x="391829" y="139386"/>
                  <a:pt x="391829" y="139660"/>
                </a:cubicBezTo>
                <a:cubicBezTo>
                  <a:pt x="391829" y="142677"/>
                  <a:pt x="391555" y="145625"/>
                  <a:pt x="391007" y="148504"/>
                </a:cubicBezTo>
                <a:cubicBezTo>
                  <a:pt x="390459" y="151383"/>
                  <a:pt x="389635" y="154160"/>
                  <a:pt x="388537" y="156834"/>
                </a:cubicBezTo>
                <a:cubicBezTo>
                  <a:pt x="387440" y="159508"/>
                  <a:pt x="385966" y="162045"/>
                  <a:pt x="384115" y="164445"/>
                </a:cubicBezTo>
                <a:cubicBezTo>
                  <a:pt x="382265" y="166845"/>
                  <a:pt x="380106" y="168834"/>
                  <a:pt x="377637" y="170411"/>
                </a:cubicBezTo>
                <a:cubicBezTo>
                  <a:pt x="375170" y="171987"/>
                  <a:pt x="372496" y="173083"/>
                  <a:pt x="369615" y="173700"/>
                </a:cubicBezTo>
                <a:cubicBezTo>
                  <a:pt x="366736" y="174318"/>
                  <a:pt x="363788" y="174626"/>
                  <a:pt x="360770" y="174626"/>
                </a:cubicBezTo>
                <a:close/>
                <a:moveTo>
                  <a:pt x="449421" y="174626"/>
                </a:moveTo>
                <a:cubicBezTo>
                  <a:pt x="445855" y="174626"/>
                  <a:pt x="442222" y="174248"/>
                  <a:pt x="438521" y="173493"/>
                </a:cubicBezTo>
                <a:cubicBezTo>
                  <a:pt x="434819" y="172740"/>
                  <a:pt x="431391" y="171438"/>
                  <a:pt x="428236" y="169589"/>
                </a:cubicBezTo>
                <a:cubicBezTo>
                  <a:pt x="425083" y="167737"/>
                  <a:pt x="422306" y="165406"/>
                  <a:pt x="419906" y="162596"/>
                </a:cubicBezTo>
                <a:cubicBezTo>
                  <a:pt x="417506" y="159784"/>
                  <a:pt x="415552" y="156699"/>
                  <a:pt x="414043" y="153341"/>
                </a:cubicBezTo>
                <a:cubicBezTo>
                  <a:pt x="412535" y="149981"/>
                  <a:pt x="411507" y="146483"/>
                  <a:pt x="410958" y="142849"/>
                </a:cubicBezTo>
                <a:cubicBezTo>
                  <a:pt x="410410" y="139214"/>
                  <a:pt x="410136" y="135547"/>
                  <a:pt x="410136" y="131845"/>
                </a:cubicBezTo>
                <a:lnTo>
                  <a:pt x="410136" y="107161"/>
                </a:lnTo>
                <a:cubicBezTo>
                  <a:pt x="410136" y="103460"/>
                  <a:pt x="410410" y="99793"/>
                  <a:pt x="410958" y="96161"/>
                </a:cubicBezTo>
                <a:cubicBezTo>
                  <a:pt x="411507" y="92526"/>
                  <a:pt x="412535" y="89029"/>
                  <a:pt x="414043" y="85669"/>
                </a:cubicBezTo>
                <a:cubicBezTo>
                  <a:pt x="415552" y="82308"/>
                  <a:pt x="417506" y="79223"/>
                  <a:pt x="419906" y="76413"/>
                </a:cubicBezTo>
                <a:cubicBezTo>
                  <a:pt x="422306" y="73601"/>
                  <a:pt x="425083" y="71270"/>
                  <a:pt x="428236" y="69420"/>
                </a:cubicBezTo>
                <a:cubicBezTo>
                  <a:pt x="431391" y="67569"/>
                  <a:pt x="434819" y="66266"/>
                  <a:pt x="438521" y="65513"/>
                </a:cubicBezTo>
                <a:cubicBezTo>
                  <a:pt x="442222" y="64758"/>
                  <a:pt x="445855" y="64380"/>
                  <a:pt x="449421" y="64380"/>
                </a:cubicBezTo>
                <a:cubicBezTo>
                  <a:pt x="452850" y="64380"/>
                  <a:pt x="456278" y="64689"/>
                  <a:pt x="459706" y="65306"/>
                </a:cubicBezTo>
                <a:cubicBezTo>
                  <a:pt x="463135" y="65923"/>
                  <a:pt x="466392" y="66986"/>
                  <a:pt x="469476" y="68495"/>
                </a:cubicBezTo>
                <a:cubicBezTo>
                  <a:pt x="472562" y="70003"/>
                  <a:pt x="475338" y="71957"/>
                  <a:pt x="477805" y="74357"/>
                </a:cubicBezTo>
                <a:cubicBezTo>
                  <a:pt x="480274" y="76755"/>
                  <a:pt x="482331" y="79463"/>
                  <a:pt x="483976" y="82480"/>
                </a:cubicBezTo>
                <a:cubicBezTo>
                  <a:pt x="485622" y="85497"/>
                  <a:pt x="486822" y="88686"/>
                  <a:pt x="487575" y="92046"/>
                </a:cubicBezTo>
                <a:cubicBezTo>
                  <a:pt x="488331" y="95404"/>
                  <a:pt x="488708" y="98798"/>
                  <a:pt x="488708" y="102227"/>
                </a:cubicBezTo>
                <a:lnTo>
                  <a:pt x="488708" y="102331"/>
                </a:lnTo>
                <a:cubicBezTo>
                  <a:pt x="488708" y="102398"/>
                  <a:pt x="488708" y="102500"/>
                  <a:pt x="488708" y="102638"/>
                </a:cubicBezTo>
                <a:lnTo>
                  <a:pt x="472664" y="102638"/>
                </a:lnTo>
                <a:lnTo>
                  <a:pt x="472664" y="102535"/>
                </a:lnTo>
                <a:lnTo>
                  <a:pt x="472664" y="102431"/>
                </a:lnTo>
                <a:cubicBezTo>
                  <a:pt x="472664" y="99278"/>
                  <a:pt x="472184" y="96193"/>
                  <a:pt x="471224" y="93176"/>
                </a:cubicBezTo>
                <a:cubicBezTo>
                  <a:pt x="470263" y="90159"/>
                  <a:pt x="468686" y="87519"/>
                  <a:pt x="466491" y="85257"/>
                </a:cubicBezTo>
                <a:cubicBezTo>
                  <a:pt x="464298" y="82996"/>
                  <a:pt x="461693" y="81351"/>
                  <a:pt x="458676" y="80324"/>
                </a:cubicBezTo>
                <a:cubicBezTo>
                  <a:pt x="455661" y="79294"/>
                  <a:pt x="452576" y="78779"/>
                  <a:pt x="449421" y="78779"/>
                </a:cubicBezTo>
                <a:cubicBezTo>
                  <a:pt x="447090" y="78779"/>
                  <a:pt x="444793" y="79054"/>
                  <a:pt x="442532" y="79602"/>
                </a:cubicBezTo>
                <a:cubicBezTo>
                  <a:pt x="440270" y="80150"/>
                  <a:pt x="438179" y="81110"/>
                  <a:pt x="436258" y="82483"/>
                </a:cubicBezTo>
                <a:cubicBezTo>
                  <a:pt x="434339" y="83853"/>
                  <a:pt x="432728" y="85499"/>
                  <a:pt x="431424" y="87420"/>
                </a:cubicBezTo>
                <a:cubicBezTo>
                  <a:pt x="430121" y="89338"/>
                  <a:pt x="429058" y="91361"/>
                  <a:pt x="428236" y="93487"/>
                </a:cubicBezTo>
                <a:cubicBezTo>
                  <a:pt x="427413" y="95610"/>
                  <a:pt x="426865" y="97838"/>
                  <a:pt x="426591" y="100168"/>
                </a:cubicBezTo>
                <a:cubicBezTo>
                  <a:pt x="426317" y="102499"/>
                  <a:pt x="426180" y="104830"/>
                  <a:pt x="426180" y="107161"/>
                </a:cubicBezTo>
                <a:lnTo>
                  <a:pt x="426180" y="131845"/>
                </a:lnTo>
                <a:cubicBezTo>
                  <a:pt x="426180" y="134176"/>
                  <a:pt x="426317" y="136507"/>
                  <a:pt x="426591" y="138838"/>
                </a:cubicBezTo>
                <a:cubicBezTo>
                  <a:pt x="426865" y="141169"/>
                  <a:pt x="427413" y="143397"/>
                  <a:pt x="428236" y="145523"/>
                </a:cubicBezTo>
                <a:cubicBezTo>
                  <a:pt x="429058" y="147649"/>
                  <a:pt x="430121" y="149672"/>
                  <a:pt x="431424" y="151593"/>
                </a:cubicBezTo>
                <a:cubicBezTo>
                  <a:pt x="432728" y="153511"/>
                  <a:pt x="434339" y="155156"/>
                  <a:pt x="436258" y="156526"/>
                </a:cubicBezTo>
                <a:cubicBezTo>
                  <a:pt x="438179" y="157897"/>
                  <a:pt x="440270" y="158857"/>
                  <a:pt x="442532" y="159408"/>
                </a:cubicBezTo>
                <a:cubicBezTo>
                  <a:pt x="444793" y="159956"/>
                  <a:pt x="447090" y="160230"/>
                  <a:pt x="449421" y="160230"/>
                </a:cubicBezTo>
                <a:cubicBezTo>
                  <a:pt x="452576" y="160230"/>
                  <a:pt x="455661" y="159716"/>
                  <a:pt x="458676" y="158689"/>
                </a:cubicBezTo>
                <a:cubicBezTo>
                  <a:pt x="461693" y="157659"/>
                  <a:pt x="464298" y="156014"/>
                  <a:pt x="466491" y="153752"/>
                </a:cubicBezTo>
                <a:cubicBezTo>
                  <a:pt x="468686" y="151488"/>
                  <a:pt x="470263" y="148848"/>
                  <a:pt x="471224" y="145830"/>
                </a:cubicBezTo>
                <a:cubicBezTo>
                  <a:pt x="472184" y="142813"/>
                  <a:pt x="472664" y="139728"/>
                  <a:pt x="472664" y="136575"/>
                </a:cubicBezTo>
                <a:lnTo>
                  <a:pt x="472664" y="136475"/>
                </a:lnTo>
                <a:lnTo>
                  <a:pt x="472664" y="136371"/>
                </a:lnTo>
                <a:lnTo>
                  <a:pt x="488708" y="136371"/>
                </a:lnTo>
                <a:cubicBezTo>
                  <a:pt x="488708" y="136507"/>
                  <a:pt x="488708" y="136610"/>
                  <a:pt x="488708" y="136679"/>
                </a:cubicBezTo>
                <a:lnTo>
                  <a:pt x="488708" y="136782"/>
                </a:lnTo>
                <a:cubicBezTo>
                  <a:pt x="488708" y="140209"/>
                  <a:pt x="488331" y="143603"/>
                  <a:pt x="487575" y="146963"/>
                </a:cubicBezTo>
                <a:cubicBezTo>
                  <a:pt x="486822" y="150322"/>
                  <a:pt x="485622" y="153509"/>
                  <a:pt x="483976" y="156526"/>
                </a:cubicBezTo>
                <a:cubicBezTo>
                  <a:pt x="482331" y="159544"/>
                  <a:pt x="480274" y="162252"/>
                  <a:pt x="477805" y="164652"/>
                </a:cubicBezTo>
                <a:cubicBezTo>
                  <a:pt x="475338" y="167052"/>
                  <a:pt x="472562" y="169006"/>
                  <a:pt x="469476" y="170515"/>
                </a:cubicBezTo>
                <a:cubicBezTo>
                  <a:pt x="466392" y="172021"/>
                  <a:pt x="463135" y="173083"/>
                  <a:pt x="459706" y="173700"/>
                </a:cubicBezTo>
                <a:cubicBezTo>
                  <a:pt x="456278" y="174318"/>
                  <a:pt x="452850" y="174626"/>
                  <a:pt x="449421" y="174626"/>
                </a:cubicBezTo>
                <a:close/>
                <a:moveTo>
                  <a:pt x="514623" y="172982"/>
                </a:moveTo>
                <a:lnTo>
                  <a:pt x="514623" y="21803"/>
                </a:lnTo>
                <a:lnTo>
                  <a:pt x="530667" y="21803"/>
                </a:lnTo>
                <a:lnTo>
                  <a:pt x="530667" y="84743"/>
                </a:lnTo>
                <a:cubicBezTo>
                  <a:pt x="531763" y="81864"/>
                  <a:pt x="533203" y="79122"/>
                  <a:pt x="534985" y="76517"/>
                </a:cubicBezTo>
                <a:cubicBezTo>
                  <a:pt x="536768" y="73910"/>
                  <a:pt x="538927" y="71647"/>
                  <a:pt x="541463" y="69728"/>
                </a:cubicBezTo>
                <a:cubicBezTo>
                  <a:pt x="544001" y="67807"/>
                  <a:pt x="546812" y="66436"/>
                  <a:pt x="549897" y="65613"/>
                </a:cubicBezTo>
                <a:cubicBezTo>
                  <a:pt x="552983" y="64791"/>
                  <a:pt x="556034" y="64380"/>
                  <a:pt x="559052" y="64380"/>
                </a:cubicBezTo>
                <a:cubicBezTo>
                  <a:pt x="562479" y="64380"/>
                  <a:pt x="565838" y="64860"/>
                  <a:pt x="569129" y="65821"/>
                </a:cubicBezTo>
                <a:cubicBezTo>
                  <a:pt x="572420" y="66779"/>
                  <a:pt x="575334" y="68321"/>
                  <a:pt x="577870" y="70447"/>
                </a:cubicBezTo>
                <a:cubicBezTo>
                  <a:pt x="580408" y="72573"/>
                  <a:pt x="582568" y="75110"/>
                  <a:pt x="584351" y="78058"/>
                </a:cubicBezTo>
                <a:cubicBezTo>
                  <a:pt x="586134" y="81006"/>
                  <a:pt x="587539" y="84091"/>
                  <a:pt x="588566" y="87313"/>
                </a:cubicBezTo>
                <a:cubicBezTo>
                  <a:pt x="589595" y="90535"/>
                  <a:pt x="590282" y="93827"/>
                  <a:pt x="590625" y="97187"/>
                </a:cubicBezTo>
                <a:cubicBezTo>
                  <a:pt x="590968" y="100547"/>
                  <a:pt x="591140" y="103872"/>
                  <a:pt x="591140" y="107161"/>
                </a:cubicBezTo>
                <a:lnTo>
                  <a:pt x="591140" y="172982"/>
                </a:lnTo>
                <a:lnTo>
                  <a:pt x="575096" y="172982"/>
                </a:lnTo>
                <a:lnTo>
                  <a:pt x="575096" y="107161"/>
                </a:lnTo>
                <a:cubicBezTo>
                  <a:pt x="575096" y="104830"/>
                  <a:pt x="574958" y="102534"/>
                  <a:pt x="574684" y="100272"/>
                </a:cubicBezTo>
                <a:cubicBezTo>
                  <a:pt x="574410" y="98010"/>
                  <a:pt x="573930" y="95816"/>
                  <a:pt x="573244" y="93691"/>
                </a:cubicBezTo>
                <a:cubicBezTo>
                  <a:pt x="572558" y="91565"/>
                  <a:pt x="571563" y="89542"/>
                  <a:pt x="570259" y="87624"/>
                </a:cubicBezTo>
                <a:cubicBezTo>
                  <a:pt x="568958" y="85703"/>
                  <a:pt x="567416" y="84057"/>
                  <a:pt x="565633" y="82687"/>
                </a:cubicBezTo>
                <a:cubicBezTo>
                  <a:pt x="563850" y="81314"/>
                  <a:pt x="561862" y="80320"/>
                  <a:pt x="559667" y="79705"/>
                </a:cubicBezTo>
                <a:cubicBezTo>
                  <a:pt x="557474" y="79088"/>
                  <a:pt x="555212" y="78779"/>
                  <a:pt x="552881" y="78779"/>
                </a:cubicBezTo>
                <a:cubicBezTo>
                  <a:pt x="550550" y="78779"/>
                  <a:pt x="548287" y="79088"/>
                  <a:pt x="546093" y="79705"/>
                </a:cubicBezTo>
                <a:cubicBezTo>
                  <a:pt x="543900" y="80320"/>
                  <a:pt x="541912" y="81314"/>
                  <a:pt x="540129" y="82687"/>
                </a:cubicBezTo>
                <a:cubicBezTo>
                  <a:pt x="538347" y="84057"/>
                  <a:pt x="536804" y="85703"/>
                  <a:pt x="535500" y="87624"/>
                </a:cubicBezTo>
                <a:cubicBezTo>
                  <a:pt x="534199" y="89542"/>
                  <a:pt x="533205" y="91565"/>
                  <a:pt x="532519" y="93691"/>
                </a:cubicBezTo>
                <a:cubicBezTo>
                  <a:pt x="531832" y="95816"/>
                  <a:pt x="531352" y="98010"/>
                  <a:pt x="531078" y="100272"/>
                </a:cubicBezTo>
                <a:cubicBezTo>
                  <a:pt x="530804" y="102534"/>
                  <a:pt x="530667" y="104830"/>
                  <a:pt x="530667" y="107161"/>
                </a:cubicBezTo>
                <a:lnTo>
                  <a:pt x="530667" y="172982"/>
                </a:lnTo>
                <a:lnTo>
                  <a:pt x="514623" y="172982"/>
                </a:lnTo>
                <a:close/>
                <a:moveTo>
                  <a:pt x="789213" y="206096"/>
                </a:moveTo>
                <a:cubicBezTo>
                  <a:pt x="783179" y="202805"/>
                  <a:pt x="777591" y="198931"/>
                  <a:pt x="772448" y="194474"/>
                </a:cubicBezTo>
                <a:cubicBezTo>
                  <a:pt x="767307" y="190019"/>
                  <a:pt x="762680" y="185084"/>
                  <a:pt x="758566" y="179667"/>
                </a:cubicBezTo>
                <a:cubicBezTo>
                  <a:pt x="754453" y="174250"/>
                  <a:pt x="750887" y="168490"/>
                  <a:pt x="747870" y="162389"/>
                </a:cubicBezTo>
                <a:cubicBezTo>
                  <a:pt x="744853" y="156288"/>
                  <a:pt x="742453" y="149946"/>
                  <a:pt x="740670" y="143364"/>
                </a:cubicBezTo>
                <a:cubicBezTo>
                  <a:pt x="738888" y="136781"/>
                  <a:pt x="737585" y="130131"/>
                  <a:pt x="736763" y="123412"/>
                </a:cubicBezTo>
                <a:cubicBezTo>
                  <a:pt x="735941" y="116694"/>
                  <a:pt x="735529" y="109906"/>
                  <a:pt x="735529" y="103050"/>
                </a:cubicBezTo>
                <a:cubicBezTo>
                  <a:pt x="735529" y="96193"/>
                  <a:pt x="735941" y="89405"/>
                  <a:pt x="736763" y="82687"/>
                </a:cubicBezTo>
                <a:cubicBezTo>
                  <a:pt x="737585" y="75966"/>
                  <a:pt x="738888" y="69316"/>
                  <a:pt x="740670" y="62735"/>
                </a:cubicBezTo>
                <a:cubicBezTo>
                  <a:pt x="742453" y="56153"/>
                  <a:pt x="744853" y="49811"/>
                  <a:pt x="747870" y="43710"/>
                </a:cubicBezTo>
                <a:cubicBezTo>
                  <a:pt x="750887" y="37607"/>
                  <a:pt x="754453" y="31847"/>
                  <a:pt x="758566" y="26432"/>
                </a:cubicBezTo>
                <a:cubicBezTo>
                  <a:pt x="762680" y="21015"/>
                  <a:pt x="767307" y="16079"/>
                  <a:pt x="772448" y="11622"/>
                </a:cubicBezTo>
                <a:cubicBezTo>
                  <a:pt x="777591" y="7165"/>
                  <a:pt x="783179" y="3291"/>
                  <a:pt x="789213" y="0"/>
                </a:cubicBezTo>
                <a:lnTo>
                  <a:pt x="797028" y="12548"/>
                </a:lnTo>
                <a:cubicBezTo>
                  <a:pt x="789350" y="16935"/>
                  <a:pt x="782493" y="22489"/>
                  <a:pt x="776459" y="29210"/>
                </a:cubicBezTo>
                <a:cubicBezTo>
                  <a:pt x="770426" y="35929"/>
                  <a:pt x="765525" y="43299"/>
                  <a:pt x="761755" y="51321"/>
                </a:cubicBezTo>
                <a:cubicBezTo>
                  <a:pt x="757984" y="59341"/>
                  <a:pt x="755345" y="67739"/>
                  <a:pt x="753836" y="76517"/>
                </a:cubicBezTo>
                <a:cubicBezTo>
                  <a:pt x="752328" y="85292"/>
                  <a:pt x="751573" y="94136"/>
                  <a:pt x="751573" y="103050"/>
                </a:cubicBezTo>
                <a:cubicBezTo>
                  <a:pt x="751573" y="111963"/>
                  <a:pt x="752328" y="120807"/>
                  <a:pt x="753836" y="129582"/>
                </a:cubicBezTo>
                <a:cubicBezTo>
                  <a:pt x="755345" y="138358"/>
                  <a:pt x="757984" y="146756"/>
                  <a:pt x="761755" y="154778"/>
                </a:cubicBezTo>
                <a:cubicBezTo>
                  <a:pt x="765525" y="162800"/>
                  <a:pt x="770426" y="170171"/>
                  <a:pt x="776459" y="176889"/>
                </a:cubicBezTo>
                <a:cubicBezTo>
                  <a:pt x="782493" y="183608"/>
                  <a:pt x="789350" y="189162"/>
                  <a:pt x="797028" y="193551"/>
                </a:cubicBezTo>
                <a:lnTo>
                  <a:pt x="789213" y="206096"/>
                </a:lnTo>
                <a:close/>
                <a:moveTo>
                  <a:pt x="841046" y="217203"/>
                </a:moveTo>
                <a:cubicBezTo>
                  <a:pt x="842280" y="213090"/>
                  <a:pt x="843514" y="208941"/>
                  <a:pt x="844746" y="204759"/>
                </a:cubicBezTo>
                <a:cubicBezTo>
                  <a:pt x="845981" y="200576"/>
                  <a:pt x="847215" y="196428"/>
                  <a:pt x="848450" y="192315"/>
                </a:cubicBezTo>
                <a:lnTo>
                  <a:pt x="853183" y="176067"/>
                </a:lnTo>
                <a:lnTo>
                  <a:pt x="820476" y="66025"/>
                </a:lnTo>
                <a:lnTo>
                  <a:pt x="837138" y="66025"/>
                </a:lnTo>
                <a:lnTo>
                  <a:pt x="861616" y="151386"/>
                </a:lnTo>
                <a:lnTo>
                  <a:pt x="885679" y="66025"/>
                </a:lnTo>
                <a:lnTo>
                  <a:pt x="902341" y="66025"/>
                </a:lnTo>
                <a:lnTo>
                  <a:pt x="857705" y="217203"/>
                </a:lnTo>
                <a:lnTo>
                  <a:pt x="841046" y="217203"/>
                </a:lnTo>
                <a:close/>
                <a:moveTo>
                  <a:pt x="933603" y="206096"/>
                </a:moveTo>
                <a:lnTo>
                  <a:pt x="925789" y="193551"/>
                </a:lnTo>
                <a:cubicBezTo>
                  <a:pt x="933467" y="189162"/>
                  <a:pt x="940323" y="183608"/>
                  <a:pt x="946355" y="176889"/>
                </a:cubicBezTo>
                <a:cubicBezTo>
                  <a:pt x="952389" y="170171"/>
                  <a:pt x="957292" y="162800"/>
                  <a:pt x="961062" y="154778"/>
                </a:cubicBezTo>
                <a:cubicBezTo>
                  <a:pt x="964833" y="146756"/>
                  <a:pt x="967472" y="138358"/>
                  <a:pt x="968981" y="129582"/>
                </a:cubicBezTo>
                <a:cubicBezTo>
                  <a:pt x="970489" y="120807"/>
                  <a:pt x="971243" y="111963"/>
                  <a:pt x="971243" y="103050"/>
                </a:cubicBezTo>
                <a:cubicBezTo>
                  <a:pt x="971243" y="94136"/>
                  <a:pt x="970489" y="85292"/>
                  <a:pt x="968981" y="76517"/>
                </a:cubicBezTo>
                <a:cubicBezTo>
                  <a:pt x="967472" y="67739"/>
                  <a:pt x="964833" y="59341"/>
                  <a:pt x="961062" y="51321"/>
                </a:cubicBezTo>
                <a:cubicBezTo>
                  <a:pt x="957292" y="43299"/>
                  <a:pt x="952389" y="35929"/>
                  <a:pt x="946355" y="29210"/>
                </a:cubicBezTo>
                <a:cubicBezTo>
                  <a:pt x="940323" y="22489"/>
                  <a:pt x="933467" y="16935"/>
                  <a:pt x="925789" y="12548"/>
                </a:cubicBezTo>
                <a:lnTo>
                  <a:pt x="933603" y="0"/>
                </a:lnTo>
                <a:cubicBezTo>
                  <a:pt x="939638" y="3291"/>
                  <a:pt x="945225" y="7165"/>
                  <a:pt x="950366" y="11622"/>
                </a:cubicBezTo>
                <a:cubicBezTo>
                  <a:pt x="955509" y="16079"/>
                  <a:pt x="960137" y="21015"/>
                  <a:pt x="964251" y="26432"/>
                </a:cubicBezTo>
                <a:cubicBezTo>
                  <a:pt x="968364" y="31847"/>
                  <a:pt x="971930" y="37607"/>
                  <a:pt x="974947" y="43710"/>
                </a:cubicBezTo>
                <a:cubicBezTo>
                  <a:pt x="977964" y="49811"/>
                  <a:pt x="980364" y="56153"/>
                  <a:pt x="982147" y="62735"/>
                </a:cubicBezTo>
                <a:cubicBezTo>
                  <a:pt x="983929" y="69316"/>
                  <a:pt x="985232" y="75966"/>
                  <a:pt x="986054" y="82687"/>
                </a:cubicBezTo>
                <a:cubicBezTo>
                  <a:pt x="986876" y="89405"/>
                  <a:pt x="987288" y="96193"/>
                  <a:pt x="987288" y="103050"/>
                </a:cubicBezTo>
                <a:cubicBezTo>
                  <a:pt x="987288" y="109906"/>
                  <a:pt x="986876" y="116694"/>
                  <a:pt x="986054" y="123412"/>
                </a:cubicBezTo>
                <a:cubicBezTo>
                  <a:pt x="985232" y="130131"/>
                  <a:pt x="983929" y="136781"/>
                  <a:pt x="982147" y="143364"/>
                </a:cubicBezTo>
                <a:cubicBezTo>
                  <a:pt x="980364" y="149946"/>
                  <a:pt x="977964" y="156288"/>
                  <a:pt x="974947" y="162389"/>
                </a:cubicBezTo>
                <a:cubicBezTo>
                  <a:pt x="971930" y="168490"/>
                  <a:pt x="968364" y="174250"/>
                  <a:pt x="964251" y="179667"/>
                </a:cubicBezTo>
                <a:cubicBezTo>
                  <a:pt x="960137" y="185084"/>
                  <a:pt x="955509" y="190019"/>
                  <a:pt x="950366" y="194474"/>
                </a:cubicBezTo>
                <a:cubicBezTo>
                  <a:pt x="945225" y="198931"/>
                  <a:pt x="939638" y="202805"/>
                  <a:pt x="933603" y="206096"/>
                </a:cubicBezTo>
                <a:close/>
                <a:moveTo>
                  <a:pt x="1204287" y="204451"/>
                </a:moveTo>
                <a:cubicBezTo>
                  <a:pt x="1200447" y="204451"/>
                  <a:pt x="1196641" y="204211"/>
                  <a:pt x="1192869" y="203729"/>
                </a:cubicBezTo>
                <a:cubicBezTo>
                  <a:pt x="1189098" y="203250"/>
                  <a:pt x="1185396" y="202428"/>
                  <a:pt x="1181762" y="201263"/>
                </a:cubicBezTo>
                <a:cubicBezTo>
                  <a:pt x="1178129" y="200097"/>
                  <a:pt x="1174633" y="198521"/>
                  <a:pt x="1171273" y="196533"/>
                </a:cubicBezTo>
                <a:cubicBezTo>
                  <a:pt x="1167912" y="194545"/>
                  <a:pt x="1164998" y="192077"/>
                  <a:pt x="1162529" y="189129"/>
                </a:cubicBezTo>
                <a:cubicBezTo>
                  <a:pt x="1160062" y="186181"/>
                  <a:pt x="1158211" y="182890"/>
                  <a:pt x="1156977" y="179255"/>
                </a:cubicBezTo>
                <a:cubicBezTo>
                  <a:pt x="1155742" y="175621"/>
                  <a:pt x="1155125" y="171884"/>
                  <a:pt x="1155125" y="168045"/>
                </a:cubicBezTo>
                <a:cubicBezTo>
                  <a:pt x="1155125" y="165852"/>
                  <a:pt x="1155262" y="163727"/>
                  <a:pt x="1155536" y="161670"/>
                </a:cubicBezTo>
                <a:cubicBezTo>
                  <a:pt x="1155813" y="159612"/>
                  <a:pt x="1156293" y="157588"/>
                  <a:pt x="1156977" y="155601"/>
                </a:cubicBezTo>
                <a:cubicBezTo>
                  <a:pt x="1157663" y="153613"/>
                  <a:pt x="1158452" y="151693"/>
                  <a:pt x="1159343" y="149841"/>
                </a:cubicBezTo>
                <a:cubicBezTo>
                  <a:pt x="1160235" y="147990"/>
                  <a:pt x="1161159" y="146139"/>
                  <a:pt x="1162118" y="144289"/>
                </a:cubicBezTo>
                <a:cubicBezTo>
                  <a:pt x="1163078" y="142438"/>
                  <a:pt x="1163867" y="140483"/>
                  <a:pt x="1164484" y="138427"/>
                </a:cubicBezTo>
                <a:cubicBezTo>
                  <a:pt x="1165101" y="136370"/>
                  <a:pt x="1165410" y="134313"/>
                  <a:pt x="1165410" y="132256"/>
                </a:cubicBezTo>
                <a:cubicBezTo>
                  <a:pt x="1165410" y="129926"/>
                  <a:pt x="1165067" y="127629"/>
                  <a:pt x="1164381" y="125367"/>
                </a:cubicBezTo>
                <a:cubicBezTo>
                  <a:pt x="1163696" y="123103"/>
                  <a:pt x="1162600" y="121080"/>
                  <a:pt x="1161091" y="119298"/>
                </a:cubicBezTo>
                <a:cubicBezTo>
                  <a:pt x="1159583" y="117515"/>
                  <a:pt x="1157800" y="116041"/>
                  <a:pt x="1155743" y="114875"/>
                </a:cubicBezTo>
                <a:cubicBezTo>
                  <a:pt x="1153687" y="113710"/>
                  <a:pt x="1151561" y="112785"/>
                  <a:pt x="1149366" y="112101"/>
                </a:cubicBezTo>
                <a:cubicBezTo>
                  <a:pt x="1147173" y="111415"/>
                  <a:pt x="1144911" y="110934"/>
                  <a:pt x="1142581" y="110660"/>
                </a:cubicBezTo>
                <a:cubicBezTo>
                  <a:pt x="1140250" y="110386"/>
                  <a:pt x="1137918" y="110249"/>
                  <a:pt x="1135585" y="110249"/>
                </a:cubicBezTo>
                <a:lnTo>
                  <a:pt x="1135585" y="95850"/>
                </a:lnTo>
                <a:cubicBezTo>
                  <a:pt x="1137918" y="95850"/>
                  <a:pt x="1140250" y="95713"/>
                  <a:pt x="1142581" y="95439"/>
                </a:cubicBezTo>
                <a:cubicBezTo>
                  <a:pt x="1144911" y="95165"/>
                  <a:pt x="1147173" y="94684"/>
                  <a:pt x="1149366" y="93998"/>
                </a:cubicBezTo>
                <a:cubicBezTo>
                  <a:pt x="1151561" y="93312"/>
                  <a:pt x="1153687" y="92386"/>
                  <a:pt x="1155743" y="91221"/>
                </a:cubicBezTo>
                <a:cubicBezTo>
                  <a:pt x="1157800" y="90055"/>
                  <a:pt x="1159583" y="88581"/>
                  <a:pt x="1161091" y="86798"/>
                </a:cubicBezTo>
                <a:cubicBezTo>
                  <a:pt x="1162600" y="85016"/>
                  <a:pt x="1163696" y="82993"/>
                  <a:pt x="1164381" y="80732"/>
                </a:cubicBezTo>
                <a:cubicBezTo>
                  <a:pt x="1165067" y="78470"/>
                  <a:pt x="1165410" y="76173"/>
                  <a:pt x="1165410" y="73843"/>
                </a:cubicBezTo>
                <a:cubicBezTo>
                  <a:pt x="1165410" y="71786"/>
                  <a:pt x="1165101" y="69729"/>
                  <a:pt x="1164484" y="67672"/>
                </a:cubicBezTo>
                <a:cubicBezTo>
                  <a:pt x="1163867" y="65616"/>
                  <a:pt x="1163078" y="63661"/>
                  <a:pt x="1162118" y="61810"/>
                </a:cubicBezTo>
                <a:cubicBezTo>
                  <a:pt x="1161159" y="59958"/>
                  <a:pt x="1160235" y="58107"/>
                  <a:pt x="1159343" y="56258"/>
                </a:cubicBezTo>
                <a:cubicBezTo>
                  <a:pt x="1158452" y="54406"/>
                  <a:pt x="1157663" y="52486"/>
                  <a:pt x="1156977" y="50498"/>
                </a:cubicBezTo>
                <a:cubicBezTo>
                  <a:pt x="1156293" y="48509"/>
                  <a:pt x="1155813" y="46485"/>
                  <a:pt x="1155536" y="44429"/>
                </a:cubicBezTo>
                <a:cubicBezTo>
                  <a:pt x="1155262" y="42372"/>
                  <a:pt x="1155125" y="40246"/>
                  <a:pt x="1155125" y="38051"/>
                </a:cubicBezTo>
                <a:cubicBezTo>
                  <a:pt x="1155125" y="34212"/>
                  <a:pt x="1155742" y="30476"/>
                  <a:pt x="1156977" y="26844"/>
                </a:cubicBezTo>
                <a:cubicBezTo>
                  <a:pt x="1158211" y="23209"/>
                  <a:pt x="1160062" y="19918"/>
                  <a:pt x="1162529" y="16970"/>
                </a:cubicBezTo>
                <a:cubicBezTo>
                  <a:pt x="1164998" y="14022"/>
                  <a:pt x="1167912" y="11554"/>
                  <a:pt x="1171273" y="9566"/>
                </a:cubicBezTo>
                <a:cubicBezTo>
                  <a:pt x="1174633" y="7576"/>
                  <a:pt x="1178129" y="5999"/>
                  <a:pt x="1181762" y="4833"/>
                </a:cubicBezTo>
                <a:cubicBezTo>
                  <a:pt x="1185396" y="3668"/>
                  <a:pt x="1189098" y="2846"/>
                  <a:pt x="1192869" y="2366"/>
                </a:cubicBezTo>
                <a:cubicBezTo>
                  <a:pt x="1196641" y="1887"/>
                  <a:pt x="1200447" y="1648"/>
                  <a:pt x="1204287" y="1648"/>
                </a:cubicBezTo>
                <a:lnTo>
                  <a:pt x="1204287" y="16044"/>
                </a:lnTo>
                <a:cubicBezTo>
                  <a:pt x="1201818" y="16044"/>
                  <a:pt x="1199349" y="16181"/>
                  <a:pt x="1196880" y="16455"/>
                </a:cubicBezTo>
                <a:cubicBezTo>
                  <a:pt x="1194413" y="16729"/>
                  <a:pt x="1191980" y="17209"/>
                  <a:pt x="1189580" y="17896"/>
                </a:cubicBezTo>
                <a:cubicBezTo>
                  <a:pt x="1187180" y="18582"/>
                  <a:pt x="1184882" y="19473"/>
                  <a:pt x="1182687" y="20570"/>
                </a:cubicBezTo>
                <a:cubicBezTo>
                  <a:pt x="1180495" y="21666"/>
                  <a:pt x="1178507" y="23072"/>
                  <a:pt x="1176724" y="24788"/>
                </a:cubicBezTo>
                <a:cubicBezTo>
                  <a:pt x="1174942" y="26501"/>
                  <a:pt x="1173536" y="28524"/>
                  <a:pt x="1172506" y="30855"/>
                </a:cubicBezTo>
                <a:cubicBezTo>
                  <a:pt x="1171479" y="33185"/>
                  <a:pt x="1170965" y="35584"/>
                  <a:pt x="1170965" y="38051"/>
                </a:cubicBezTo>
                <a:cubicBezTo>
                  <a:pt x="1170965" y="40246"/>
                  <a:pt x="1171307" y="42338"/>
                  <a:pt x="1171991" y="44328"/>
                </a:cubicBezTo>
                <a:cubicBezTo>
                  <a:pt x="1172678" y="46316"/>
                  <a:pt x="1173467" y="48236"/>
                  <a:pt x="1174358" y="50087"/>
                </a:cubicBezTo>
                <a:cubicBezTo>
                  <a:pt x="1175249" y="51937"/>
                  <a:pt x="1176141" y="53822"/>
                  <a:pt x="1177032" y="55743"/>
                </a:cubicBezTo>
                <a:cubicBezTo>
                  <a:pt x="1177923" y="57662"/>
                  <a:pt x="1178711" y="59616"/>
                  <a:pt x="1179395" y="61606"/>
                </a:cubicBezTo>
                <a:cubicBezTo>
                  <a:pt x="1180081" y="63593"/>
                  <a:pt x="1180596" y="65616"/>
                  <a:pt x="1180939" y="67672"/>
                </a:cubicBezTo>
                <a:cubicBezTo>
                  <a:pt x="1181282" y="69729"/>
                  <a:pt x="1181454" y="71786"/>
                  <a:pt x="1181454" y="73843"/>
                </a:cubicBezTo>
                <a:cubicBezTo>
                  <a:pt x="1181454" y="77134"/>
                  <a:pt x="1180974" y="80356"/>
                  <a:pt x="1180013" y="83509"/>
                </a:cubicBezTo>
                <a:cubicBezTo>
                  <a:pt x="1179055" y="86662"/>
                  <a:pt x="1177581" y="89542"/>
                  <a:pt x="1175591" y="92150"/>
                </a:cubicBezTo>
                <a:cubicBezTo>
                  <a:pt x="1173604" y="94754"/>
                  <a:pt x="1171204" y="96948"/>
                  <a:pt x="1168392" y="98731"/>
                </a:cubicBezTo>
                <a:cubicBezTo>
                  <a:pt x="1165582" y="100512"/>
                  <a:pt x="1162668" y="101951"/>
                  <a:pt x="1159651" y="103050"/>
                </a:cubicBezTo>
                <a:cubicBezTo>
                  <a:pt x="1162668" y="104146"/>
                  <a:pt x="1165582" y="105585"/>
                  <a:pt x="1168392" y="107368"/>
                </a:cubicBezTo>
                <a:cubicBezTo>
                  <a:pt x="1171204" y="109151"/>
                  <a:pt x="1173604" y="111345"/>
                  <a:pt x="1175591" y="113950"/>
                </a:cubicBezTo>
                <a:cubicBezTo>
                  <a:pt x="1177581" y="116554"/>
                  <a:pt x="1179055" y="119435"/>
                  <a:pt x="1180013" y="122590"/>
                </a:cubicBezTo>
                <a:cubicBezTo>
                  <a:pt x="1180974" y="125743"/>
                  <a:pt x="1181454" y="128965"/>
                  <a:pt x="1181454" y="132256"/>
                </a:cubicBezTo>
                <a:cubicBezTo>
                  <a:pt x="1181454" y="134313"/>
                  <a:pt x="1181282" y="136370"/>
                  <a:pt x="1180939" y="138427"/>
                </a:cubicBezTo>
                <a:cubicBezTo>
                  <a:pt x="1180596" y="140483"/>
                  <a:pt x="1180081" y="142507"/>
                  <a:pt x="1179395" y="144497"/>
                </a:cubicBezTo>
                <a:cubicBezTo>
                  <a:pt x="1178711" y="146484"/>
                  <a:pt x="1177923" y="148439"/>
                  <a:pt x="1177032" y="150359"/>
                </a:cubicBezTo>
                <a:cubicBezTo>
                  <a:pt x="1176141" y="152278"/>
                  <a:pt x="1175249" y="154163"/>
                  <a:pt x="1174358" y="156015"/>
                </a:cubicBezTo>
                <a:cubicBezTo>
                  <a:pt x="1173467" y="157864"/>
                  <a:pt x="1172678" y="159784"/>
                  <a:pt x="1171991" y="161774"/>
                </a:cubicBezTo>
                <a:cubicBezTo>
                  <a:pt x="1171307" y="163762"/>
                  <a:pt x="1170965" y="165852"/>
                  <a:pt x="1170965" y="168045"/>
                </a:cubicBezTo>
                <a:cubicBezTo>
                  <a:pt x="1170965" y="170514"/>
                  <a:pt x="1171479" y="172914"/>
                  <a:pt x="1172506" y="175244"/>
                </a:cubicBezTo>
                <a:cubicBezTo>
                  <a:pt x="1173536" y="177575"/>
                  <a:pt x="1174942" y="179598"/>
                  <a:pt x="1176724" y="181311"/>
                </a:cubicBezTo>
                <a:cubicBezTo>
                  <a:pt x="1178507" y="183025"/>
                  <a:pt x="1180495" y="184430"/>
                  <a:pt x="1182687" y="185526"/>
                </a:cubicBezTo>
                <a:cubicBezTo>
                  <a:pt x="1184882" y="186625"/>
                  <a:pt x="1187180" y="187516"/>
                  <a:pt x="1189580" y="188200"/>
                </a:cubicBezTo>
                <a:cubicBezTo>
                  <a:pt x="1191980" y="188886"/>
                  <a:pt x="1194413" y="189367"/>
                  <a:pt x="1196880" y="189641"/>
                </a:cubicBezTo>
                <a:cubicBezTo>
                  <a:pt x="1199349" y="189915"/>
                  <a:pt x="1201818" y="190052"/>
                  <a:pt x="1204287" y="190052"/>
                </a:cubicBezTo>
                <a:lnTo>
                  <a:pt x="1204287" y="204451"/>
                </a:lnTo>
                <a:close/>
                <a:moveTo>
                  <a:pt x="1375621" y="174626"/>
                </a:moveTo>
                <a:cubicBezTo>
                  <a:pt x="1373426" y="174626"/>
                  <a:pt x="1371300" y="174318"/>
                  <a:pt x="1369243" y="173700"/>
                </a:cubicBezTo>
                <a:cubicBezTo>
                  <a:pt x="1367186" y="173083"/>
                  <a:pt x="1365369" y="171987"/>
                  <a:pt x="1363792" y="170411"/>
                </a:cubicBezTo>
                <a:cubicBezTo>
                  <a:pt x="1362216" y="168834"/>
                  <a:pt x="1361120" y="167016"/>
                  <a:pt x="1360502" y="164960"/>
                </a:cubicBezTo>
                <a:cubicBezTo>
                  <a:pt x="1359885" y="162903"/>
                  <a:pt x="1359577" y="160777"/>
                  <a:pt x="1359577" y="158582"/>
                </a:cubicBezTo>
                <a:cubicBezTo>
                  <a:pt x="1359577" y="156389"/>
                  <a:pt x="1359885" y="154265"/>
                  <a:pt x="1360502" y="152208"/>
                </a:cubicBezTo>
                <a:cubicBezTo>
                  <a:pt x="1361120" y="150151"/>
                  <a:pt x="1362216" y="148334"/>
                  <a:pt x="1363792" y="146756"/>
                </a:cubicBezTo>
                <a:cubicBezTo>
                  <a:pt x="1365369" y="145179"/>
                  <a:pt x="1367186" y="144082"/>
                  <a:pt x="1369243" y="143467"/>
                </a:cubicBezTo>
                <a:cubicBezTo>
                  <a:pt x="1371300" y="142850"/>
                  <a:pt x="1373426" y="142541"/>
                  <a:pt x="1375621" y="142541"/>
                </a:cubicBezTo>
                <a:cubicBezTo>
                  <a:pt x="1377815" y="142541"/>
                  <a:pt x="1379941" y="142850"/>
                  <a:pt x="1381998" y="143467"/>
                </a:cubicBezTo>
                <a:cubicBezTo>
                  <a:pt x="1384055" y="144082"/>
                  <a:pt x="1385871" y="145179"/>
                  <a:pt x="1387446" y="146756"/>
                </a:cubicBezTo>
                <a:cubicBezTo>
                  <a:pt x="1389024" y="148334"/>
                  <a:pt x="1390121" y="150151"/>
                  <a:pt x="1390739" y="152208"/>
                </a:cubicBezTo>
                <a:cubicBezTo>
                  <a:pt x="1391356" y="154265"/>
                  <a:pt x="1391665" y="156389"/>
                  <a:pt x="1391665" y="158582"/>
                </a:cubicBezTo>
                <a:cubicBezTo>
                  <a:pt x="1391665" y="160777"/>
                  <a:pt x="1391356" y="162903"/>
                  <a:pt x="1390739" y="164960"/>
                </a:cubicBezTo>
                <a:cubicBezTo>
                  <a:pt x="1390121" y="167016"/>
                  <a:pt x="1389024" y="168834"/>
                  <a:pt x="1387446" y="170411"/>
                </a:cubicBezTo>
                <a:cubicBezTo>
                  <a:pt x="1385871" y="171987"/>
                  <a:pt x="1384055" y="173083"/>
                  <a:pt x="1381998" y="173700"/>
                </a:cubicBezTo>
                <a:cubicBezTo>
                  <a:pt x="1379941" y="174318"/>
                  <a:pt x="1377815" y="174626"/>
                  <a:pt x="1375621" y="174626"/>
                </a:cubicBezTo>
                <a:close/>
                <a:moveTo>
                  <a:pt x="1478463" y="174626"/>
                </a:moveTo>
                <a:cubicBezTo>
                  <a:pt x="1476268" y="174626"/>
                  <a:pt x="1474142" y="174318"/>
                  <a:pt x="1472085" y="173700"/>
                </a:cubicBezTo>
                <a:cubicBezTo>
                  <a:pt x="1470029" y="173083"/>
                  <a:pt x="1468211" y="171987"/>
                  <a:pt x="1466634" y="170411"/>
                </a:cubicBezTo>
                <a:cubicBezTo>
                  <a:pt x="1465058" y="168834"/>
                  <a:pt x="1463962" y="167016"/>
                  <a:pt x="1463345" y="164960"/>
                </a:cubicBezTo>
                <a:cubicBezTo>
                  <a:pt x="1462727" y="162903"/>
                  <a:pt x="1462419" y="160777"/>
                  <a:pt x="1462419" y="158582"/>
                </a:cubicBezTo>
                <a:cubicBezTo>
                  <a:pt x="1462419" y="156389"/>
                  <a:pt x="1462727" y="154265"/>
                  <a:pt x="1463345" y="152208"/>
                </a:cubicBezTo>
                <a:cubicBezTo>
                  <a:pt x="1463962" y="150151"/>
                  <a:pt x="1465058" y="148334"/>
                  <a:pt x="1466634" y="146756"/>
                </a:cubicBezTo>
                <a:cubicBezTo>
                  <a:pt x="1468211" y="145179"/>
                  <a:pt x="1470029" y="144082"/>
                  <a:pt x="1472085" y="143467"/>
                </a:cubicBezTo>
                <a:cubicBezTo>
                  <a:pt x="1474142" y="142850"/>
                  <a:pt x="1476268" y="142541"/>
                  <a:pt x="1478463" y="142541"/>
                </a:cubicBezTo>
                <a:cubicBezTo>
                  <a:pt x="1480658" y="142541"/>
                  <a:pt x="1482784" y="142850"/>
                  <a:pt x="1484840" y="143467"/>
                </a:cubicBezTo>
                <a:cubicBezTo>
                  <a:pt x="1486897" y="144082"/>
                  <a:pt x="1488713" y="145179"/>
                  <a:pt x="1490289" y="146756"/>
                </a:cubicBezTo>
                <a:cubicBezTo>
                  <a:pt x="1491866" y="148334"/>
                  <a:pt x="1492964" y="150151"/>
                  <a:pt x="1493581" y="152208"/>
                </a:cubicBezTo>
                <a:cubicBezTo>
                  <a:pt x="1494198" y="154265"/>
                  <a:pt x="1494507" y="156389"/>
                  <a:pt x="1494507" y="158582"/>
                </a:cubicBezTo>
                <a:cubicBezTo>
                  <a:pt x="1494507" y="160777"/>
                  <a:pt x="1494198" y="162903"/>
                  <a:pt x="1493581" y="164960"/>
                </a:cubicBezTo>
                <a:cubicBezTo>
                  <a:pt x="1492964" y="167016"/>
                  <a:pt x="1491866" y="168834"/>
                  <a:pt x="1490289" y="170411"/>
                </a:cubicBezTo>
                <a:cubicBezTo>
                  <a:pt x="1488713" y="171987"/>
                  <a:pt x="1486897" y="173083"/>
                  <a:pt x="1484840" y="173700"/>
                </a:cubicBezTo>
                <a:cubicBezTo>
                  <a:pt x="1482784" y="174318"/>
                  <a:pt x="1480658" y="174626"/>
                  <a:pt x="1478463" y="174626"/>
                </a:cubicBezTo>
                <a:close/>
                <a:moveTo>
                  <a:pt x="1581305" y="174626"/>
                </a:moveTo>
                <a:cubicBezTo>
                  <a:pt x="1579110" y="174626"/>
                  <a:pt x="1576985" y="174318"/>
                  <a:pt x="1574928" y="173700"/>
                </a:cubicBezTo>
                <a:cubicBezTo>
                  <a:pt x="1572871" y="173083"/>
                  <a:pt x="1571054" y="171987"/>
                  <a:pt x="1569476" y="170411"/>
                </a:cubicBezTo>
                <a:cubicBezTo>
                  <a:pt x="1567901" y="168834"/>
                  <a:pt x="1566804" y="167016"/>
                  <a:pt x="1566187" y="164960"/>
                </a:cubicBezTo>
                <a:cubicBezTo>
                  <a:pt x="1565570" y="162903"/>
                  <a:pt x="1565261" y="160777"/>
                  <a:pt x="1565261" y="158582"/>
                </a:cubicBezTo>
                <a:cubicBezTo>
                  <a:pt x="1565261" y="156389"/>
                  <a:pt x="1565570" y="154265"/>
                  <a:pt x="1566187" y="152208"/>
                </a:cubicBezTo>
                <a:cubicBezTo>
                  <a:pt x="1566804" y="150151"/>
                  <a:pt x="1567901" y="148334"/>
                  <a:pt x="1569476" y="146756"/>
                </a:cubicBezTo>
                <a:cubicBezTo>
                  <a:pt x="1571054" y="145179"/>
                  <a:pt x="1572871" y="144082"/>
                  <a:pt x="1574928" y="143467"/>
                </a:cubicBezTo>
                <a:cubicBezTo>
                  <a:pt x="1576985" y="142850"/>
                  <a:pt x="1579110" y="142541"/>
                  <a:pt x="1581305" y="142541"/>
                </a:cubicBezTo>
                <a:cubicBezTo>
                  <a:pt x="1583500" y="142541"/>
                  <a:pt x="1585626" y="142850"/>
                  <a:pt x="1587683" y="143467"/>
                </a:cubicBezTo>
                <a:cubicBezTo>
                  <a:pt x="1589739" y="144082"/>
                  <a:pt x="1591556" y="145179"/>
                  <a:pt x="1593131" y="146756"/>
                </a:cubicBezTo>
                <a:cubicBezTo>
                  <a:pt x="1594709" y="148334"/>
                  <a:pt x="1595806" y="150151"/>
                  <a:pt x="1596423" y="152208"/>
                </a:cubicBezTo>
                <a:cubicBezTo>
                  <a:pt x="1597041" y="154265"/>
                  <a:pt x="1597349" y="156389"/>
                  <a:pt x="1597349" y="158582"/>
                </a:cubicBezTo>
                <a:cubicBezTo>
                  <a:pt x="1597349" y="160777"/>
                  <a:pt x="1597041" y="162903"/>
                  <a:pt x="1596423" y="164960"/>
                </a:cubicBezTo>
                <a:cubicBezTo>
                  <a:pt x="1595806" y="167016"/>
                  <a:pt x="1594709" y="168834"/>
                  <a:pt x="1593131" y="170411"/>
                </a:cubicBezTo>
                <a:cubicBezTo>
                  <a:pt x="1591556" y="171987"/>
                  <a:pt x="1589739" y="173083"/>
                  <a:pt x="1587683" y="173700"/>
                </a:cubicBezTo>
                <a:cubicBezTo>
                  <a:pt x="1585626" y="174318"/>
                  <a:pt x="1583500" y="174626"/>
                  <a:pt x="1581305" y="174626"/>
                </a:cubicBezTo>
                <a:close/>
                <a:moveTo>
                  <a:pt x="1752639" y="204451"/>
                </a:moveTo>
                <a:lnTo>
                  <a:pt x="1752639" y="190052"/>
                </a:lnTo>
                <a:cubicBezTo>
                  <a:pt x="1755108" y="190052"/>
                  <a:pt x="1757576" y="189915"/>
                  <a:pt x="1760043" y="189641"/>
                </a:cubicBezTo>
                <a:cubicBezTo>
                  <a:pt x="1762512" y="189367"/>
                  <a:pt x="1764946" y="188886"/>
                  <a:pt x="1767346" y="188200"/>
                </a:cubicBezTo>
                <a:cubicBezTo>
                  <a:pt x="1769746" y="187516"/>
                  <a:pt x="1772042" y="186625"/>
                  <a:pt x="1774235" y="185526"/>
                </a:cubicBezTo>
                <a:cubicBezTo>
                  <a:pt x="1776430" y="184430"/>
                  <a:pt x="1778419" y="183025"/>
                  <a:pt x="1780201" y="181311"/>
                </a:cubicBezTo>
                <a:cubicBezTo>
                  <a:pt x="1781984" y="179598"/>
                  <a:pt x="1783389" y="177575"/>
                  <a:pt x="1784416" y="175244"/>
                </a:cubicBezTo>
                <a:cubicBezTo>
                  <a:pt x="1785446" y="172914"/>
                  <a:pt x="1785961" y="170514"/>
                  <a:pt x="1785961" y="168045"/>
                </a:cubicBezTo>
                <a:cubicBezTo>
                  <a:pt x="1785961" y="165852"/>
                  <a:pt x="1785617" y="163762"/>
                  <a:pt x="1784931" y="161774"/>
                </a:cubicBezTo>
                <a:cubicBezTo>
                  <a:pt x="1784247" y="159784"/>
                  <a:pt x="1783459" y="157864"/>
                  <a:pt x="1782568" y="156015"/>
                </a:cubicBezTo>
                <a:cubicBezTo>
                  <a:pt x="1781677" y="154163"/>
                  <a:pt x="1780785" y="152278"/>
                  <a:pt x="1779894" y="150359"/>
                </a:cubicBezTo>
                <a:cubicBezTo>
                  <a:pt x="1779003" y="148439"/>
                  <a:pt x="1778214" y="146484"/>
                  <a:pt x="1777527" y="144497"/>
                </a:cubicBezTo>
                <a:cubicBezTo>
                  <a:pt x="1776843" y="142507"/>
                  <a:pt x="1776330" y="140483"/>
                  <a:pt x="1775986" y="138427"/>
                </a:cubicBezTo>
                <a:cubicBezTo>
                  <a:pt x="1775643" y="136370"/>
                  <a:pt x="1775472" y="134313"/>
                  <a:pt x="1775472" y="132256"/>
                </a:cubicBezTo>
                <a:cubicBezTo>
                  <a:pt x="1775472" y="128965"/>
                  <a:pt x="1775951" y="125743"/>
                  <a:pt x="1776909" y="122590"/>
                </a:cubicBezTo>
                <a:cubicBezTo>
                  <a:pt x="1777870" y="119435"/>
                  <a:pt x="1779344" y="116554"/>
                  <a:pt x="1781331" y="113950"/>
                </a:cubicBezTo>
                <a:cubicBezTo>
                  <a:pt x="1783321" y="111345"/>
                  <a:pt x="1785721" y="109151"/>
                  <a:pt x="1788531" y="107368"/>
                </a:cubicBezTo>
                <a:cubicBezTo>
                  <a:pt x="1791343" y="105585"/>
                  <a:pt x="1794258" y="104146"/>
                  <a:pt x="1797275" y="103050"/>
                </a:cubicBezTo>
                <a:cubicBezTo>
                  <a:pt x="1794258" y="101951"/>
                  <a:pt x="1791343" y="100512"/>
                  <a:pt x="1788531" y="98731"/>
                </a:cubicBezTo>
                <a:cubicBezTo>
                  <a:pt x="1785721" y="96948"/>
                  <a:pt x="1783321" y="94754"/>
                  <a:pt x="1781331" y="92150"/>
                </a:cubicBezTo>
                <a:cubicBezTo>
                  <a:pt x="1779344" y="89542"/>
                  <a:pt x="1777870" y="86662"/>
                  <a:pt x="1776909" y="83509"/>
                </a:cubicBezTo>
                <a:cubicBezTo>
                  <a:pt x="1775951" y="80356"/>
                  <a:pt x="1775472" y="77134"/>
                  <a:pt x="1775472" y="73843"/>
                </a:cubicBezTo>
                <a:cubicBezTo>
                  <a:pt x="1775472" y="71786"/>
                  <a:pt x="1775643" y="69729"/>
                  <a:pt x="1775986" y="67672"/>
                </a:cubicBezTo>
                <a:cubicBezTo>
                  <a:pt x="1776330" y="65616"/>
                  <a:pt x="1776843" y="63593"/>
                  <a:pt x="1777527" y="61606"/>
                </a:cubicBezTo>
                <a:cubicBezTo>
                  <a:pt x="1778214" y="59616"/>
                  <a:pt x="1779003" y="57662"/>
                  <a:pt x="1779894" y="55743"/>
                </a:cubicBezTo>
                <a:cubicBezTo>
                  <a:pt x="1780785" y="53822"/>
                  <a:pt x="1781677" y="51937"/>
                  <a:pt x="1782568" y="50087"/>
                </a:cubicBezTo>
                <a:cubicBezTo>
                  <a:pt x="1783459" y="48236"/>
                  <a:pt x="1784247" y="46316"/>
                  <a:pt x="1784931" y="44328"/>
                </a:cubicBezTo>
                <a:cubicBezTo>
                  <a:pt x="1785617" y="42338"/>
                  <a:pt x="1785961" y="40246"/>
                  <a:pt x="1785961" y="38051"/>
                </a:cubicBezTo>
                <a:cubicBezTo>
                  <a:pt x="1785961" y="35584"/>
                  <a:pt x="1785446" y="33185"/>
                  <a:pt x="1784416" y="30855"/>
                </a:cubicBezTo>
                <a:cubicBezTo>
                  <a:pt x="1783389" y="28524"/>
                  <a:pt x="1781984" y="26501"/>
                  <a:pt x="1780201" y="24788"/>
                </a:cubicBezTo>
                <a:cubicBezTo>
                  <a:pt x="1778419" y="23072"/>
                  <a:pt x="1776430" y="21666"/>
                  <a:pt x="1774235" y="20570"/>
                </a:cubicBezTo>
                <a:cubicBezTo>
                  <a:pt x="1772042" y="19473"/>
                  <a:pt x="1769746" y="18582"/>
                  <a:pt x="1767346" y="17896"/>
                </a:cubicBezTo>
                <a:cubicBezTo>
                  <a:pt x="1764946" y="17209"/>
                  <a:pt x="1762512" y="16729"/>
                  <a:pt x="1760043" y="16455"/>
                </a:cubicBezTo>
                <a:cubicBezTo>
                  <a:pt x="1757576" y="16181"/>
                  <a:pt x="1755108" y="16044"/>
                  <a:pt x="1752639" y="16044"/>
                </a:cubicBezTo>
                <a:lnTo>
                  <a:pt x="1752639" y="1648"/>
                </a:lnTo>
                <a:cubicBezTo>
                  <a:pt x="1756479" y="1648"/>
                  <a:pt x="1760283" y="1887"/>
                  <a:pt x="1764054" y="2366"/>
                </a:cubicBezTo>
                <a:cubicBezTo>
                  <a:pt x="1767826" y="2846"/>
                  <a:pt x="1771529" y="3668"/>
                  <a:pt x="1775161" y="4833"/>
                </a:cubicBezTo>
                <a:cubicBezTo>
                  <a:pt x="1778795" y="5999"/>
                  <a:pt x="1782293" y="7576"/>
                  <a:pt x="1785653" y="9566"/>
                </a:cubicBezTo>
                <a:cubicBezTo>
                  <a:pt x="1789013" y="11554"/>
                  <a:pt x="1791927" y="14022"/>
                  <a:pt x="1794394" y="16970"/>
                </a:cubicBezTo>
                <a:cubicBezTo>
                  <a:pt x="1796863" y="19918"/>
                  <a:pt x="1798714" y="23209"/>
                  <a:pt x="1799949" y="26844"/>
                </a:cubicBezTo>
                <a:cubicBezTo>
                  <a:pt x="1801183" y="30476"/>
                  <a:pt x="1801801" y="34212"/>
                  <a:pt x="1801801" y="38051"/>
                </a:cubicBezTo>
                <a:cubicBezTo>
                  <a:pt x="1801801" y="40246"/>
                  <a:pt x="1801663" y="42372"/>
                  <a:pt x="1801386" y="44429"/>
                </a:cubicBezTo>
                <a:cubicBezTo>
                  <a:pt x="1801112" y="46485"/>
                  <a:pt x="1800632" y="48509"/>
                  <a:pt x="1799946" y="50498"/>
                </a:cubicBezTo>
                <a:cubicBezTo>
                  <a:pt x="1799262" y="52486"/>
                  <a:pt x="1798474" y="54406"/>
                  <a:pt x="1797582" y="56258"/>
                </a:cubicBezTo>
                <a:cubicBezTo>
                  <a:pt x="1796691" y="58107"/>
                  <a:pt x="1795765" y="59958"/>
                  <a:pt x="1794805" y="61810"/>
                </a:cubicBezTo>
                <a:cubicBezTo>
                  <a:pt x="1793847" y="63661"/>
                  <a:pt x="1793059" y="65616"/>
                  <a:pt x="1792442" y="67672"/>
                </a:cubicBezTo>
                <a:cubicBezTo>
                  <a:pt x="1791824" y="69729"/>
                  <a:pt x="1791516" y="71786"/>
                  <a:pt x="1791516" y="73843"/>
                </a:cubicBezTo>
                <a:cubicBezTo>
                  <a:pt x="1791516" y="76173"/>
                  <a:pt x="1791858" y="78470"/>
                  <a:pt x="1792542" y="80732"/>
                </a:cubicBezTo>
                <a:cubicBezTo>
                  <a:pt x="1793228" y="82993"/>
                  <a:pt x="1794326" y="85016"/>
                  <a:pt x="1795834" y="86798"/>
                </a:cubicBezTo>
                <a:cubicBezTo>
                  <a:pt x="1797343" y="88581"/>
                  <a:pt x="1799126" y="90055"/>
                  <a:pt x="1801182" y="91221"/>
                </a:cubicBezTo>
                <a:cubicBezTo>
                  <a:pt x="1803239" y="92386"/>
                  <a:pt x="1805364" y="93312"/>
                  <a:pt x="1807557" y="93998"/>
                </a:cubicBezTo>
                <a:cubicBezTo>
                  <a:pt x="1809751" y="94684"/>
                  <a:pt x="1812014" y="95165"/>
                  <a:pt x="1814345" y="95439"/>
                </a:cubicBezTo>
                <a:cubicBezTo>
                  <a:pt x="1816676" y="95713"/>
                  <a:pt x="1819008" y="95850"/>
                  <a:pt x="1821341" y="95850"/>
                </a:cubicBezTo>
                <a:lnTo>
                  <a:pt x="1821341" y="99346"/>
                </a:lnTo>
                <a:lnTo>
                  <a:pt x="1821341" y="110249"/>
                </a:lnTo>
                <a:cubicBezTo>
                  <a:pt x="1819008" y="110249"/>
                  <a:pt x="1816676" y="110386"/>
                  <a:pt x="1814345" y="110660"/>
                </a:cubicBezTo>
                <a:cubicBezTo>
                  <a:pt x="1812014" y="110934"/>
                  <a:pt x="1809751" y="111415"/>
                  <a:pt x="1807557" y="112101"/>
                </a:cubicBezTo>
                <a:cubicBezTo>
                  <a:pt x="1805364" y="112785"/>
                  <a:pt x="1803239" y="113710"/>
                  <a:pt x="1801182" y="114875"/>
                </a:cubicBezTo>
                <a:cubicBezTo>
                  <a:pt x="1799126" y="116041"/>
                  <a:pt x="1797343" y="117515"/>
                  <a:pt x="1795834" y="119298"/>
                </a:cubicBezTo>
                <a:cubicBezTo>
                  <a:pt x="1794326" y="121080"/>
                  <a:pt x="1793228" y="123103"/>
                  <a:pt x="1792542" y="125367"/>
                </a:cubicBezTo>
                <a:cubicBezTo>
                  <a:pt x="1791858" y="127629"/>
                  <a:pt x="1791516" y="129926"/>
                  <a:pt x="1791516" y="132256"/>
                </a:cubicBezTo>
                <a:cubicBezTo>
                  <a:pt x="1791516" y="134313"/>
                  <a:pt x="1791824" y="136370"/>
                  <a:pt x="1792442" y="138427"/>
                </a:cubicBezTo>
                <a:cubicBezTo>
                  <a:pt x="1793059" y="140483"/>
                  <a:pt x="1793847" y="142438"/>
                  <a:pt x="1794805" y="144289"/>
                </a:cubicBezTo>
                <a:cubicBezTo>
                  <a:pt x="1795765" y="146139"/>
                  <a:pt x="1796691" y="147990"/>
                  <a:pt x="1797582" y="149841"/>
                </a:cubicBezTo>
                <a:cubicBezTo>
                  <a:pt x="1798474" y="151693"/>
                  <a:pt x="1799262" y="153613"/>
                  <a:pt x="1799946" y="155601"/>
                </a:cubicBezTo>
                <a:cubicBezTo>
                  <a:pt x="1800632" y="157588"/>
                  <a:pt x="1801112" y="159612"/>
                  <a:pt x="1801386" y="161670"/>
                </a:cubicBezTo>
                <a:cubicBezTo>
                  <a:pt x="1801663" y="163727"/>
                  <a:pt x="1801801" y="165852"/>
                  <a:pt x="1801801" y="168045"/>
                </a:cubicBezTo>
                <a:cubicBezTo>
                  <a:pt x="1801801" y="171884"/>
                  <a:pt x="1801183" y="175621"/>
                  <a:pt x="1799949" y="179255"/>
                </a:cubicBezTo>
                <a:cubicBezTo>
                  <a:pt x="1798714" y="182890"/>
                  <a:pt x="1796863" y="186181"/>
                  <a:pt x="1794394" y="189129"/>
                </a:cubicBezTo>
                <a:cubicBezTo>
                  <a:pt x="1791927" y="192077"/>
                  <a:pt x="1789013" y="194545"/>
                  <a:pt x="1785653" y="196533"/>
                </a:cubicBezTo>
                <a:cubicBezTo>
                  <a:pt x="1782293" y="198521"/>
                  <a:pt x="1778795" y="200097"/>
                  <a:pt x="1775161" y="201263"/>
                </a:cubicBezTo>
                <a:cubicBezTo>
                  <a:pt x="1771529" y="202428"/>
                  <a:pt x="1767826" y="203250"/>
                  <a:pt x="1764054" y="203729"/>
                </a:cubicBezTo>
                <a:cubicBezTo>
                  <a:pt x="1760283" y="204211"/>
                  <a:pt x="1756479" y="204451"/>
                  <a:pt x="1752639" y="204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7B381-4F33-44EE-8AB3-4167FAD6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17" y="1531708"/>
            <a:ext cx="1131266" cy="267390"/>
          </a:xfrm>
          <a:custGeom xmlns:a="http://schemas.openxmlformats.org/drawingml/2006/main">
            <a:pathLst>
              <a:path w="1131266" h="267390">
                <a:moveTo>
                  <a:pt x="0" y="0"/>
                </a:moveTo>
                <a:lnTo>
                  <a:pt x="1131266" y="0"/>
                </a:lnTo>
                <a:lnTo>
                  <a:pt x="1131266" y="267390"/>
                </a:lnTo>
                <a:lnTo>
                  <a:pt x="0" y="26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trace_cmp32(x,y,xptr,yptr);">
            <a:extLst xmlns:a="http://schemas.openxmlformats.org/drawingml/2006/main">
              <a:ext uri="{FF2B5EF4-FFF2-40B4-BE49-F238E27FC236}">
                <a16:creationId xmlns:a16="http://schemas.microsoft.com/office/drawing/2014/main" id="{337BD384-24DF-48DC-991F-2B6B4AC0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16" y="1564411"/>
            <a:ext cx="3035495" cy="217203"/>
          </a:xfrm>
          <a:custGeom xmlns:a="http://schemas.openxmlformats.org/drawingml/2006/main">
            <a:pathLst>
              <a:path w="3035495" h="217203">
                <a:moveTo>
                  <a:pt x="50596" y="174626"/>
                </a:moveTo>
                <a:cubicBezTo>
                  <a:pt x="47581" y="174626"/>
                  <a:pt x="44530" y="174248"/>
                  <a:pt x="41444" y="173493"/>
                </a:cubicBezTo>
                <a:cubicBezTo>
                  <a:pt x="38358" y="172740"/>
                  <a:pt x="35547" y="171438"/>
                  <a:pt x="33011" y="169589"/>
                </a:cubicBezTo>
                <a:cubicBezTo>
                  <a:pt x="30475" y="167737"/>
                  <a:pt x="28316" y="165509"/>
                  <a:pt x="26533" y="162904"/>
                </a:cubicBezTo>
                <a:cubicBezTo>
                  <a:pt x="24750" y="160299"/>
                  <a:pt x="23344" y="157522"/>
                  <a:pt x="22315" y="154574"/>
                </a:cubicBezTo>
                <a:cubicBezTo>
                  <a:pt x="21287" y="151626"/>
                  <a:pt x="20602" y="148609"/>
                  <a:pt x="20259" y="145523"/>
                </a:cubicBezTo>
                <a:cubicBezTo>
                  <a:pt x="19916" y="142437"/>
                  <a:pt x="19744" y="139317"/>
                  <a:pt x="19744" y="136164"/>
                </a:cubicBezTo>
                <a:lnTo>
                  <a:pt x="19744" y="80424"/>
                </a:lnTo>
                <a:lnTo>
                  <a:pt x="0" y="80424"/>
                </a:lnTo>
                <a:lnTo>
                  <a:pt x="0" y="66025"/>
                </a:lnTo>
                <a:lnTo>
                  <a:pt x="19744" y="66025"/>
                </a:lnTo>
                <a:lnTo>
                  <a:pt x="19744" y="21803"/>
                </a:lnTo>
                <a:lnTo>
                  <a:pt x="35788" y="21803"/>
                </a:lnTo>
                <a:lnTo>
                  <a:pt x="35788" y="66025"/>
                </a:lnTo>
                <a:lnTo>
                  <a:pt x="71988" y="66025"/>
                </a:lnTo>
                <a:lnTo>
                  <a:pt x="71988" y="80424"/>
                </a:lnTo>
                <a:lnTo>
                  <a:pt x="35788" y="80424"/>
                </a:lnTo>
                <a:lnTo>
                  <a:pt x="35788" y="136164"/>
                </a:lnTo>
                <a:cubicBezTo>
                  <a:pt x="35788" y="137947"/>
                  <a:pt x="35856" y="139729"/>
                  <a:pt x="35992" y="141512"/>
                </a:cubicBezTo>
                <a:cubicBezTo>
                  <a:pt x="36130" y="143295"/>
                  <a:pt x="36405" y="145043"/>
                  <a:pt x="36815" y="146756"/>
                </a:cubicBezTo>
                <a:cubicBezTo>
                  <a:pt x="37227" y="148470"/>
                  <a:pt x="37775" y="150150"/>
                  <a:pt x="38459" y="151797"/>
                </a:cubicBezTo>
                <a:cubicBezTo>
                  <a:pt x="39145" y="153441"/>
                  <a:pt x="40071" y="154915"/>
                  <a:pt x="41237" y="156219"/>
                </a:cubicBezTo>
                <a:cubicBezTo>
                  <a:pt x="42404" y="157520"/>
                  <a:pt x="43845" y="158514"/>
                  <a:pt x="45558" y="159200"/>
                </a:cubicBezTo>
                <a:cubicBezTo>
                  <a:pt x="47272" y="159887"/>
                  <a:pt x="48951" y="160230"/>
                  <a:pt x="50596" y="160230"/>
                </a:cubicBezTo>
                <a:cubicBezTo>
                  <a:pt x="52242" y="160230"/>
                  <a:pt x="53854" y="159956"/>
                  <a:pt x="55429" y="159408"/>
                </a:cubicBezTo>
                <a:cubicBezTo>
                  <a:pt x="57007" y="158857"/>
                  <a:pt x="58378" y="158034"/>
                  <a:pt x="59544" y="156938"/>
                </a:cubicBezTo>
                <a:cubicBezTo>
                  <a:pt x="60709" y="155841"/>
                  <a:pt x="61668" y="154573"/>
                  <a:pt x="62422" y="153134"/>
                </a:cubicBezTo>
                <a:cubicBezTo>
                  <a:pt x="63177" y="151694"/>
                  <a:pt x="63794" y="150186"/>
                  <a:pt x="64273" y="148608"/>
                </a:cubicBezTo>
                <a:cubicBezTo>
                  <a:pt x="64755" y="147030"/>
                  <a:pt x="65098" y="145419"/>
                  <a:pt x="65303" y="143775"/>
                </a:cubicBezTo>
                <a:cubicBezTo>
                  <a:pt x="65510" y="142128"/>
                  <a:pt x="65613" y="140482"/>
                  <a:pt x="65613" y="138838"/>
                </a:cubicBezTo>
                <a:cubicBezTo>
                  <a:pt x="65613" y="138700"/>
                  <a:pt x="65613" y="138528"/>
                  <a:pt x="65613" y="138323"/>
                </a:cubicBezTo>
                <a:cubicBezTo>
                  <a:pt x="65613" y="138118"/>
                  <a:pt x="65613" y="137879"/>
                  <a:pt x="65613" y="137604"/>
                </a:cubicBezTo>
                <a:lnTo>
                  <a:pt x="81654" y="137604"/>
                </a:lnTo>
                <a:cubicBezTo>
                  <a:pt x="81654" y="138015"/>
                  <a:pt x="81654" y="138391"/>
                  <a:pt x="81654" y="138734"/>
                </a:cubicBezTo>
                <a:cubicBezTo>
                  <a:pt x="81654" y="139077"/>
                  <a:pt x="81654" y="139386"/>
                  <a:pt x="81654" y="139660"/>
                </a:cubicBezTo>
                <a:cubicBezTo>
                  <a:pt x="81654" y="142677"/>
                  <a:pt x="81380" y="145625"/>
                  <a:pt x="80832" y="148504"/>
                </a:cubicBezTo>
                <a:cubicBezTo>
                  <a:pt x="80284" y="151383"/>
                  <a:pt x="79461" y="154160"/>
                  <a:pt x="78362" y="156834"/>
                </a:cubicBezTo>
                <a:cubicBezTo>
                  <a:pt x="77266" y="159508"/>
                  <a:pt x="75792" y="162045"/>
                  <a:pt x="73940" y="164445"/>
                </a:cubicBezTo>
                <a:cubicBezTo>
                  <a:pt x="72090" y="166845"/>
                  <a:pt x="69931" y="168834"/>
                  <a:pt x="67462" y="170411"/>
                </a:cubicBezTo>
                <a:cubicBezTo>
                  <a:pt x="64995" y="171987"/>
                  <a:pt x="62321" y="173083"/>
                  <a:pt x="59440" y="173700"/>
                </a:cubicBezTo>
                <a:cubicBezTo>
                  <a:pt x="56561" y="174318"/>
                  <a:pt x="53613" y="174626"/>
                  <a:pt x="50596" y="174626"/>
                </a:cubicBezTo>
                <a:close/>
                <a:moveTo>
                  <a:pt x="113946" y="172982"/>
                </a:moveTo>
                <a:lnTo>
                  <a:pt x="113946" y="66025"/>
                </a:lnTo>
                <a:lnTo>
                  <a:pt x="129990" y="66025"/>
                </a:lnTo>
                <a:lnTo>
                  <a:pt x="129990" y="88239"/>
                </a:lnTo>
                <a:cubicBezTo>
                  <a:pt x="130813" y="85222"/>
                  <a:pt x="131978" y="82274"/>
                  <a:pt x="133487" y="79395"/>
                </a:cubicBezTo>
                <a:cubicBezTo>
                  <a:pt x="134995" y="76516"/>
                  <a:pt x="136846" y="73911"/>
                  <a:pt x="139039" y="71580"/>
                </a:cubicBezTo>
                <a:cubicBezTo>
                  <a:pt x="141233" y="69249"/>
                  <a:pt x="143839" y="67466"/>
                  <a:pt x="146857" y="66232"/>
                </a:cubicBezTo>
                <a:cubicBezTo>
                  <a:pt x="149874" y="64997"/>
                  <a:pt x="152959" y="64380"/>
                  <a:pt x="156112" y="64380"/>
                </a:cubicBezTo>
                <a:cubicBezTo>
                  <a:pt x="158719" y="64380"/>
                  <a:pt x="161291" y="64689"/>
                  <a:pt x="163826" y="65306"/>
                </a:cubicBezTo>
                <a:cubicBezTo>
                  <a:pt x="166362" y="65923"/>
                  <a:pt x="168659" y="66986"/>
                  <a:pt x="170715" y="68495"/>
                </a:cubicBezTo>
                <a:cubicBezTo>
                  <a:pt x="172772" y="70003"/>
                  <a:pt x="174520" y="71820"/>
                  <a:pt x="175960" y="73946"/>
                </a:cubicBezTo>
                <a:cubicBezTo>
                  <a:pt x="177402" y="76070"/>
                  <a:pt x="178499" y="78332"/>
                  <a:pt x="179252" y="80732"/>
                </a:cubicBezTo>
                <a:cubicBezTo>
                  <a:pt x="180008" y="83132"/>
                  <a:pt x="180522" y="85601"/>
                  <a:pt x="180796" y="88139"/>
                </a:cubicBezTo>
                <a:cubicBezTo>
                  <a:pt x="181070" y="90674"/>
                  <a:pt x="181207" y="93245"/>
                  <a:pt x="181207" y="95850"/>
                </a:cubicBezTo>
                <a:lnTo>
                  <a:pt x="165163" y="95850"/>
                </a:lnTo>
                <a:cubicBezTo>
                  <a:pt x="165163" y="93793"/>
                  <a:pt x="164992" y="91771"/>
                  <a:pt x="164649" y="89783"/>
                </a:cubicBezTo>
                <a:cubicBezTo>
                  <a:pt x="164306" y="87793"/>
                  <a:pt x="163619" y="85907"/>
                  <a:pt x="162590" y="84124"/>
                </a:cubicBezTo>
                <a:cubicBezTo>
                  <a:pt x="161563" y="82342"/>
                  <a:pt x="160123" y="81006"/>
                  <a:pt x="158271" y="80116"/>
                </a:cubicBezTo>
                <a:cubicBezTo>
                  <a:pt x="156422" y="79225"/>
                  <a:pt x="154468" y="78779"/>
                  <a:pt x="152412" y="78779"/>
                </a:cubicBezTo>
                <a:cubicBezTo>
                  <a:pt x="149669" y="78779"/>
                  <a:pt x="147028" y="79362"/>
                  <a:pt x="144490" y="80528"/>
                </a:cubicBezTo>
                <a:cubicBezTo>
                  <a:pt x="141954" y="81693"/>
                  <a:pt x="139829" y="83304"/>
                  <a:pt x="138116" y="85361"/>
                </a:cubicBezTo>
                <a:cubicBezTo>
                  <a:pt x="136402" y="87418"/>
                  <a:pt x="135031" y="89715"/>
                  <a:pt x="134001" y="92253"/>
                </a:cubicBezTo>
                <a:cubicBezTo>
                  <a:pt x="132974" y="94789"/>
                  <a:pt x="132152" y="97394"/>
                  <a:pt x="131534" y="100068"/>
                </a:cubicBezTo>
                <a:cubicBezTo>
                  <a:pt x="130917" y="102740"/>
                  <a:pt x="130505" y="105447"/>
                  <a:pt x="130298" y="108190"/>
                </a:cubicBezTo>
                <a:cubicBezTo>
                  <a:pt x="130093" y="110933"/>
                  <a:pt x="129990" y="113607"/>
                  <a:pt x="129990" y="116212"/>
                </a:cubicBezTo>
                <a:lnTo>
                  <a:pt x="129990" y="172982"/>
                </a:lnTo>
                <a:lnTo>
                  <a:pt x="113946" y="172982"/>
                </a:lnTo>
                <a:close/>
                <a:moveTo>
                  <a:pt x="232833" y="174626"/>
                </a:moveTo>
                <a:cubicBezTo>
                  <a:pt x="228719" y="174626"/>
                  <a:pt x="224674" y="174010"/>
                  <a:pt x="220696" y="172778"/>
                </a:cubicBezTo>
                <a:cubicBezTo>
                  <a:pt x="216721" y="171543"/>
                  <a:pt x="213327" y="169417"/>
                  <a:pt x="210515" y="166400"/>
                </a:cubicBezTo>
                <a:cubicBezTo>
                  <a:pt x="207705" y="163383"/>
                  <a:pt x="205717" y="159887"/>
                  <a:pt x="204552" y="155911"/>
                </a:cubicBezTo>
                <a:cubicBezTo>
                  <a:pt x="203386" y="151934"/>
                  <a:pt x="202804" y="147956"/>
                  <a:pt x="202804" y="143979"/>
                </a:cubicBezTo>
                <a:cubicBezTo>
                  <a:pt x="202804" y="140413"/>
                  <a:pt x="203249" y="136917"/>
                  <a:pt x="204141" y="133490"/>
                </a:cubicBezTo>
                <a:cubicBezTo>
                  <a:pt x="205032" y="130063"/>
                  <a:pt x="206541" y="126977"/>
                  <a:pt x="208666" y="124234"/>
                </a:cubicBezTo>
                <a:cubicBezTo>
                  <a:pt x="210792" y="121491"/>
                  <a:pt x="213363" y="119195"/>
                  <a:pt x="216378" y="117345"/>
                </a:cubicBezTo>
                <a:cubicBezTo>
                  <a:pt x="219395" y="115494"/>
                  <a:pt x="222582" y="114020"/>
                  <a:pt x="225941" y="112923"/>
                </a:cubicBezTo>
                <a:cubicBezTo>
                  <a:pt x="229301" y="111825"/>
                  <a:pt x="232695" y="111070"/>
                  <a:pt x="236122" y="110660"/>
                </a:cubicBezTo>
                <a:cubicBezTo>
                  <a:pt x="239551" y="110248"/>
                  <a:pt x="243049" y="110042"/>
                  <a:pt x="246614" y="110042"/>
                </a:cubicBezTo>
                <a:lnTo>
                  <a:pt x="264921" y="110042"/>
                </a:lnTo>
                <a:lnTo>
                  <a:pt x="264921" y="99964"/>
                </a:lnTo>
                <a:cubicBezTo>
                  <a:pt x="264921" y="97083"/>
                  <a:pt x="264441" y="94203"/>
                  <a:pt x="263480" y="91324"/>
                </a:cubicBezTo>
                <a:cubicBezTo>
                  <a:pt x="262520" y="88445"/>
                  <a:pt x="260942" y="86046"/>
                  <a:pt x="258747" y="84127"/>
                </a:cubicBezTo>
                <a:cubicBezTo>
                  <a:pt x="256555" y="82207"/>
                  <a:pt x="254019" y="80835"/>
                  <a:pt x="251140" y="80013"/>
                </a:cubicBezTo>
                <a:cubicBezTo>
                  <a:pt x="248261" y="79191"/>
                  <a:pt x="245381" y="78779"/>
                  <a:pt x="242499" y="78779"/>
                </a:cubicBezTo>
                <a:cubicBezTo>
                  <a:pt x="239758" y="78779"/>
                  <a:pt x="237051" y="79054"/>
                  <a:pt x="234377" y="79602"/>
                </a:cubicBezTo>
                <a:cubicBezTo>
                  <a:pt x="231703" y="80150"/>
                  <a:pt x="229269" y="81178"/>
                  <a:pt x="227074" y="82687"/>
                </a:cubicBezTo>
                <a:cubicBezTo>
                  <a:pt x="224881" y="84195"/>
                  <a:pt x="223167" y="86184"/>
                  <a:pt x="221933" y="88653"/>
                </a:cubicBezTo>
                <a:cubicBezTo>
                  <a:pt x="220698" y="91120"/>
                  <a:pt x="220081" y="93656"/>
                  <a:pt x="220081" y="96261"/>
                </a:cubicBezTo>
                <a:lnTo>
                  <a:pt x="204037" y="96261"/>
                </a:lnTo>
                <a:cubicBezTo>
                  <a:pt x="204037" y="93108"/>
                  <a:pt x="204483" y="90023"/>
                  <a:pt x="205374" y="87006"/>
                </a:cubicBezTo>
                <a:cubicBezTo>
                  <a:pt x="206265" y="83988"/>
                  <a:pt x="207602" y="81177"/>
                  <a:pt x="209385" y="78572"/>
                </a:cubicBezTo>
                <a:cubicBezTo>
                  <a:pt x="211168" y="75967"/>
                  <a:pt x="213327" y="73739"/>
                  <a:pt x="215863" y="71887"/>
                </a:cubicBezTo>
                <a:cubicBezTo>
                  <a:pt x="218401" y="70036"/>
                  <a:pt x="221109" y="68527"/>
                  <a:pt x="223988" y="67362"/>
                </a:cubicBezTo>
                <a:cubicBezTo>
                  <a:pt x="226868" y="66196"/>
                  <a:pt x="229884" y="65408"/>
                  <a:pt x="233037" y="64998"/>
                </a:cubicBezTo>
                <a:cubicBezTo>
                  <a:pt x="236192" y="64586"/>
                  <a:pt x="239346" y="64380"/>
                  <a:pt x="242499" y="64380"/>
                </a:cubicBezTo>
                <a:cubicBezTo>
                  <a:pt x="245791" y="64380"/>
                  <a:pt x="249082" y="64621"/>
                  <a:pt x="252373" y="65102"/>
                </a:cubicBezTo>
                <a:cubicBezTo>
                  <a:pt x="255664" y="65581"/>
                  <a:pt x="258819" y="66506"/>
                  <a:pt x="261836" y="67876"/>
                </a:cubicBezTo>
                <a:cubicBezTo>
                  <a:pt x="264853" y="69247"/>
                  <a:pt x="267629" y="71029"/>
                  <a:pt x="270165" y="73224"/>
                </a:cubicBezTo>
                <a:cubicBezTo>
                  <a:pt x="272701" y="75419"/>
                  <a:pt x="274791" y="77956"/>
                  <a:pt x="276436" y="80835"/>
                </a:cubicBezTo>
                <a:cubicBezTo>
                  <a:pt x="278083" y="83714"/>
                  <a:pt x="279249" y="86799"/>
                  <a:pt x="279935" y="90091"/>
                </a:cubicBezTo>
                <a:cubicBezTo>
                  <a:pt x="280622" y="93382"/>
                  <a:pt x="280965" y="96673"/>
                  <a:pt x="280965" y="99964"/>
                </a:cubicBezTo>
                <a:lnTo>
                  <a:pt x="280965" y="172982"/>
                </a:lnTo>
                <a:lnTo>
                  <a:pt x="264921" y="172982"/>
                </a:lnTo>
                <a:lnTo>
                  <a:pt x="264921" y="155293"/>
                </a:lnTo>
                <a:cubicBezTo>
                  <a:pt x="263686" y="158310"/>
                  <a:pt x="261937" y="161088"/>
                  <a:pt x="259673" y="163626"/>
                </a:cubicBezTo>
                <a:cubicBezTo>
                  <a:pt x="257411" y="166162"/>
                  <a:pt x="254841" y="168286"/>
                  <a:pt x="251962" y="170000"/>
                </a:cubicBezTo>
                <a:cubicBezTo>
                  <a:pt x="249083" y="171714"/>
                  <a:pt x="245998" y="172913"/>
                  <a:pt x="242707" y="173597"/>
                </a:cubicBezTo>
                <a:cubicBezTo>
                  <a:pt x="239415" y="174283"/>
                  <a:pt x="236124" y="174626"/>
                  <a:pt x="232833" y="174626"/>
                </a:cubicBezTo>
                <a:moveTo>
                  <a:pt x="239003" y="160230"/>
                </a:moveTo>
                <a:cubicBezTo>
                  <a:pt x="242294" y="160230"/>
                  <a:pt x="245619" y="159784"/>
                  <a:pt x="248977" y="158893"/>
                </a:cubicBezTo>
                <a:cubicBezTo>
                  <a:pt x="252338" y="158002"/>
                  <a:pt x="255252" y="156425"/>
                  <a:pt x="257721" y="154163"/>
                </a:cubicBezTo>
                <a:cubicBezTo>
                  <a:pt x="260190" y="151899"/>
                  <a:pt x="262007" y="149156"/>
                  <a:pt x="263173" y="145934"/>
                </a:cubicBezTo>
                <a:cubicBezTo>
                  <a:pt x="264338" y="142712"/>
                  <a:pt x="264921" y="139387"/>
                  <a:pt x="264921" y="135960"/>
                </a:cubicBezTo>
                <a:lnTo>
                  <a:pt x="264921" y="124442"/>
                </a:lnTo>
                <a:lnTo>
                  <a:pt x="246614" y="124442"/>
                </a:lnTo>
                <a:cubicBezTo>
                  <a:pt x="244557" y="124442"/>
                  <a:pt x="242466" y="124544"/>
                  <a:pt x="240340" y="124749"/>
                </a:cubicBezTo>
                <a:cubicBezTo>
                  <a:pt x="238216" y="124954"/>
                  <a:pt x="236160" y="125297"/>
                  <a:pt x="234170" y="125779"/>
                </a:cubicBezTo>
                <a:cubicBezTo>
                  <a:pt x="232182" y="126258"/>
                  <a:pt x="230228" y="126943"/>
                  <a:pt x="228307" y="127834"/>
                </a:cubicBezTo>
                <a:cubicBezTo>
                  <a:pt x="226388" y="128726"/>
                  <a:pt x="224675" y="129858"/>
                  <a:pt x="223166" y="131230"/>
                </a:cubicBezTo>
                <a:cubicBezTo>
                  <a:pt x="221658" y="132601"/>
                  <a:pt x="220560" y="134280"/>
                  <a:pt x="219874" y="136267"/>
                </a:cubicBezTo>
                <a:cubicBezTo>
                  <a:pt x="219190" y="138255"/>
                  <a:pt x="218848" y="140277"/>
                  <a:pt x="218848" y="142334"/>
                </a:cubicBezTo>
                <a:cubicBezTo>
                  <a:pt x="218848" y="144803"/>
                  <a:pt x="219327" y="147272"/>
                  <a:pt x="220285" y="149741"/>
                </a:cubicBezTo>
                <a:cubicBezTo>
                  <a:pt x="221245" y="152208"/>
                  <a:pt x="222685" y="154265"/>
                  <a:pt x="224604" y="155911"/>
                </a:cubicBezTo>
                <a:cubicBezTo>
                  <a:pt x="226524" y="157556"/>
                  <a:pt x="228753" y="158687"/>
                  <a:pt x="231289" y="159304"/>
                </a:cubicBezTo>
                <a:cubicBezTo>
                  <a:pt x="233827" y="159921"/>
                  <a:pt x="236398" y="160230"/>
                  <a:pt x="239003" y="160230"/>
                </a:cubicBezTo>
                <a:close/>
                <a:moveTo>
                  <a:pt x="344930" y="174626"/>
                </a:moveTo>
                <a:cubicBezTo>
                  <a:pt x="341365" y="174626"/>
                  <a:pt x="337732" y="174248"/>
                  <a:pt x="334030" y="173493"/>
                </a:cubicBezTo>
                <a:cubicBezTo>
                  <a:pt x="330329" y="172740"/>
                  <a:pt x="326901" y="171438"/>
                  <a:pt x="323746" y="169589"/>
                </a:cubicBezTo>
                <a:cubicBezTo>
                  <a:pt x="320592" y="167737"/>
                  <a:pt x="317816" y="165406"/>
                  <a:pt x="315416" y="162596"/>
                </a:cubicBezTo>
                <a:cubicBezTo>
                  <a:pt x="313016" y="159784"/>
                  <a:pt x="311062" y="156699"/>
                  <a:pt x="309553" y="153341"/>
                </a:cubicBezTo>
                <a:cubicBezTo>
                  <a:pt x="308045" y="149981"/>
                  <a:pt x="307016" y="146483"/>
                  <a:pt x="306468" y="142849"/>
                </a:cubicBezTo>
                <a:cubicBezTo>
                  <a:pt x="305920" y="139214"/>
                  <a:pt x="305646" y="135547"/>
                  <a:pt x="305646" y="131845"/>
                </a:cubicBezTo>
                <a:lnTo>
                  <a:pt x="305646" y="107161"/>
                </a:lnTo>
                <a:cubicBezTo>
                  <a:pt x="305646" y="103460"/>
                  <a:pt x="305920" y="99793"/>
                  <a:pt x="306468" y="96161"/>
                </a:cubicBezTo>
                <a:cubicBezTo>
                  <a:pt x="307016" y="92526"/>
                  <a:pt x="308045" y="89029"/>
                  <a:pt x="309553" y="85669"/>
                </a:cubicBezTo>
                <a:cubicBezTo>
                  <a:pt x="311062" y="82308"/>
                  <a:pt x="313016" y="79223"/>
                  <a:pt x="315416" y="76413"/>
                </a:cubicBezTo>
                <a:cubicBezTo>
                  <a:pt x="317816" y="73601"/>
                  <a:pt x="320592" y="71270"/>
                  <a:pt x="323746" y="69420"/>
                </a:cubicBezTo>
                <a:cubicBezTo>
                  <a:pt x="326901" y="67569"/>
                  <a:pt x="330329" y="66266"/>
                  <a:pt x="334030" y="65513"/>
                </a:cubicBezTo>
                <a:cubicBezTo>
                  <a:pt x="337732" y="64758"/>
                  <a:pt x="341365" y="64380"/>
                  <a:pt x="344930" y="64380"/>
                </a:cubicBezTo>
                <a:cubicBezTo>
                  <a:pt x="348360" y="64380"/>
                  <a:pt x="351788" y="64689"/>
                  <a:pt x="355215" y="65306"/>
                </a:cubicBezTo>
                <a:cubicBezTo>
                  <a:pt x="358645" y="65923"/>
                  <a:pt x="361901" y="66986"/>
                  <a:pt x="364986" y="68495"/>
                </a:cubicBezTo>
                <a:cubicBezTo>
                  <a:pt x="368072" y="70003"/>
                  <a:pt x="370848" y="71957"/>
                  <a:pt x="373315" y="74357"/>
                </a:cubicBezTo>
                <a:cubicBezTo>
                  <a:pt x="375784" y="76755"/>
                  <a:pt x="377841" y="79463"/>
                  <a:pt x="379485" y="82480"/>
                </a:cubicBezTo>
                <a:cubicBezTo>
                  <a:pt x="381132" y="85497"/>
                  <a:pt x="382332" y="88686"/>
                  <a:pt x="383085" y="92046"/>
                </a:cubicBezTo>
                <a:cubicBezTo>
                  <a:pt x="383841" y="95404"/>
                  <a:pt x="384218" y="98798"/>
                  <a:pt x="384218" y="102227"/>
                </a:cubicBezTo>
                <a:lnTo>
                  <a:pt x="384218" y="102331"/>
                </a:lnTo>
                <a:cubicBezTo>
                  <a:pt x="384218" y="102398"/>
                  <a:pt x="384218" y="102500"/>
                  <a:pt x="384218" y="102638"/>
                </a:cubicBezTo>
                <a:lnTo>
                  <a:pt x="368174" y="102638"/>
                </a:lnTo>
                <a:lnTo>
                  <a:pt x="368174" y="102535"/>
                </a:lnTo>
                <a:lnTo>
                  <a:pt x="368174" y="102431"/>
                </a:lnTo>
                <a:cubicBezTo>
                  <a:pt x="368174" y="99278"/>
                  <a:pt x="367694" y="96193"/>
                  <a:pt x="366734" y="93176"/>
                </a:cubicBezTo>
                <a:cubicBezTo>
                  <a:pt x="365773" y="90159"/>
                  <a:pt x="364196" y="87519"/>
                  <a:pt x="362001" y="85257"/>
                </a:cubicBezTo>
                <a:cubicBezTo>
                  <a:pt x="359808" y="82996"/>
                  <a:pt x="357203" y="81351"/>
                  <a:pt x="354186" y="80324"/>
                </a:cubicBezTo>
                <a:cubicBezTo>
                  <a:pt x="351171" y="79294"/>
                  <a:pt x="348086" y="78779"/>
                  <a:pt x="344930" y="78779"/>
                </a:cubicBezTo>
                <a:cubicBezTo>
                  <a:pt x="342600" y="78779"/>
                  <a:pt x="340303" y="79054"/>
                  <a:pt x="338041" y="79602"/>
                </a:cubicBezTo>
                <a:cubicBezTo>
                  <a:pt x="335780" y="80150"/>
                  <a:pt x="333688" y="81110"/>
                  <a:pt x="331768" y="82483"/>
                </a:cubicBezTo>
                <a:cubicBezTo>
                  <a:pt x="329849" y="83853"/>
                  <a:pt x="328238" y="85499"/>
                  <a:pt x="326934" y="87420"/>
                </a:cubicBezTo>
                <a:cubicBezTo>
                  <a:pt x="325631" y="89338"/>
                  <a:pt x="324568" y="91361"/>
                  <a:pt x="323746" y="93487"/>
                </a:cubicBezTo>
                <a:cubicBezTo>
                  <a:pt x="322923" y="95610"/>
                  <a:pt x="322375" y="97838"/>
                  <a:pt x="322101" y="100168"/>
                </a:cubicBezTo>
                <a:cubicBezTo>
                  <a:pt x="321827" y="102499"/>
                  <a:pt x="321690" y="104830"/>
                  <a:pt x="321690" y="107161"/>
                </a:cubicBezTo>
                <a:lnTo>
                  <a:pt x="321690" y="131845"/>
                </a:lnTo>
                <a:cubicBezTo>
                  <a:pt x="321690" y="134176"/>
                  <a:pt x="321827" y="136507"/>
                  <a:pt x="322101" y="138838"/>
                </a:cubicBezTo>
                <a:cubicBezTo>
                  <a:pt x="322375" y="141169"/>
                  <a:pt x="322923" y="143397"/>
                  <a:pt x="323746" y="145523"/>
                </a:cubicBezTo>
                <a:cubicBezTo>
                  <a:pt x="324568" y="147649"/>
                  <a:pt x="325631" y="149672"/>
                  <a:pt x="326934" y="151593"/>
                </a:cubicBezTo>
                <a:cubicBezTo>
                  <a:pt x="328238" y="153511"/>
                  <a:pt x="329849" y="155156"/>
                  <a:pt x="331768" y="156526"/>
                </a:cubicBezTo>
                <a:cubicBezTo>
                  <a:pt x="333688" y="157897"/>
                  <a:pt x="335780" y="158857"/>
                  <a:pt x="338041" y="159408"/>
                </a:cubicBezTo>
                <a:cubicBezTo>
                  <a:pt x="340303" y="159956"/>
                  <a:pt x="342600" y="160230"/>
                  <a:pt x="344930" y="160230"/>
                </a:cubicBezTo>
                <a:cubicBezTo>
                  <a:pt x="348086" y="160230"/>
                  <a:pt x="351171" y="159716"/>
                  <a:pt x="354186" y="158689"/>
                </a:cubicBezTo>
                <a:cubicBezTo>
                  <a:pt x="357203" y="157659"/>
                  <a:pt x="359808" y="156014"/>
                  <a:pt x="362001" y="153752"/>
                </a:cubicBezTo>
                <a:cubicBezTo>
                  <a:pt x="364196" y="151488"/>
                  <a:pt x="365773" y="148848"/>
                  <a:pt x="366734" y="145830"/>
                </a:cubicBezTo>
                <a:cubicBezTo>
                  <a:pt x="367694" y="142813"/>
                  <a:pt x="368174" y="139728"/>
                  <a:pt x="368174" y="136575"/>
                </a:cubicBezTo>
                <a:lnTo>
                  <a:pt x="368174" y="136475"/>
                </a:lnTo>
                <a:lnTo>
                  <a:pt x="368174" y="136371"/>
                </a:lnTo>
                <a:lnTo>
                  <a:pt x="384218" y="136371"/>
                </a:lnTo>
                <a:cubicBezTo>
                  <a:pt x="384218" y="136507"/>
                  <a:pt x="384218" y="136610"/>
                  <a:pt x="384218" y="136679"/>
                </a:cubicBezTo>
                <a:lnTo>
                  <a:pt x="384218" y="136782"/>
                </a:lnTo>
                <a:cubicBezTo>
                  <a:pt x="384218" y="140209"/>
                  <a:pt x="383841" y="143603"/>
                  <a:pt x="383085" y="146963"/>
                </a:cubicBezTo>
                <a:cubicBezTo>
                  <a:pt x="382332" y="150322"/>
                  <a:pt x="381132" y="153509"/>
                  <a:pt x="379485" y="156526"/>
                </a:cubicBezTo>
                <a:cubicBezTo>
                  <a:pt x="377841" y="159544"/>
                  <a:pt x="375784" y="162252"/>
                  <a:pt x="373315" y="164652"/>
                </a:cubicBezTo>
                <a:cubicBezTo>
                  <a:pt x="370848" y="167052"/>
                  <a:pt x="368072" y="169006"/>
                  <a:pt x="364986" y="170515"/>
                </a:cubicBezTo>
                <a:cubicBezTo>
                  <a:pt x="361901" y="172021"/>
                  <a:pt x="358645" y="173083"/>
                  <a:pt x="355215" y="173700"/>
                </a:cubicBezTo>
                <a:cubicBezTo>
                  <a:pt x="351788" y="174318"/>
                  <a:pt x="348360" y="174626"/>
                  <a:pt x="344930" y="174626"/>
                </a:cubicBezTo>
                <a:close/>
                <a:moveTo>
                  <a:pt x="448802" y="174626"/>
                </a:moveTo>
                <a:cubicBezTo>
                  <a:pt x="445101" y="174626"/>
                  <a:pt x="441399" y="174283"/>
                  <a:pt x="437695" y="173597"/>
                </a:cubicBezTo>
                <a:cubicBezTo>
                  <a:pt x="433994" y="172913"/>
                  <a:pt x="430531" y="171645"/>
                  <a:pt x="427307" y="169793"/>
                </a:cubicBezTo>
                <a:cubicBezTo>
                  <a:pt x="424085" y="167941"/>
                  <a:pt x="421206" y="165610"/>
                  <a:pt x="418670" y="162800"/>
                </a:cubicBezTo>
                <a:cubicBezTo>
                  <a:pt x="416134" y="159988"/>
                  <a:pt x="414077" y="156903"/>
                  <a:pt x="412499" y="153545"/>
                </a:cubicBezTo>
                <a:cubicBezTo>
                  <a:pt x="410922" y="150185"/>
                  <a:pt x="409859" y="146654"/>
                  <a:pt x="409311" y="142952"/>
                </a:cubicBezTo>
                <a:cubicBezTo>
                  <a:pt x="408762" y="139249"/>
                  <a:pt x="408488" y="135547"/>
                  <a:pt x="408488" y="131845"/>
                </a:cubicBezTo>
                <a:lnTo>
                  <a:pt x="408488" y="107161"/>
                </a:lnTo>
                <a:cubicBezTo>
                  <a:pt x="408488" y="103460"/>
                  <a:pt x="408762" y="99758"/>
                  <a:pt x="409311" y="96057"/>
                </a:cubicBezTo>
                <a:cubicBezTo>
                  <a:pt x="409859" y="92354"/>
                  <a:pt x="410887" y="88823"/>
                  <a:pt x="412396" y="85465"/>
                </a:cubicBezTo>
                <a:cubicBezTo>
                  <a:pt x="413904" y="82104"/>
                  <a:pt x="415927" y="79019"/>
                  <a:pt x="418462" y="76209"/>
                </a:cubicBezTo>
                <a:cubicBezTo>
                  <a:pt x="421000" y="73397"/>
                  <a:pt x="423846" y="71100"/>
                  <a:pt x="426999" y="69317"/>
                </a:cubicBezTo>
                <a:cubicBezTo>
                  <a:pt x="430154" y="67534"/>
                  <a:pt x="433583" y="66266"/>
                  <a:pt x="437284" y="65513"/>
                </a:cubicBezTo>
                <a:cubicBezTo>
                  <a:pt x="440988" y="64758"/>
                  <a:pt x="444690" y="64380"/>
                  <a:pt x="448391" y="64380"/>
                </a:cubicBezTo>
                <a:cubicBezTo>
                  <a:pt x="452093" y="64380"/>
                  <a:pt x="455794" y="64758"/>
                  <a:pt x="459495" y="65513"/>
                </a:cubicBezTo>
                <a:cubicBezTo>
                  <a:pt x="463199" y="66266"/>
                  <a:pt x="466627" y="67534"/>
                  <a:pt x="469780" y="69317"/>
                </a:cubicBezTo>
                <a:cubicBezTo>
                  <a:pt x="472935" y="71100"/>
                  <a:pt x="475781" y="73397"/>
                  <a:pt x="478317" y="76209"/>
                </a:cubicBezTo>
                <a:cubicBezTo>
                  <a:pt x="480855" y="79019"/>
                  <a:pt x="482878" y="82104"/>
                  <a:pt x="484387" y="85465"/>
                </a:cubicBezTo>
                <a:cubicBezTo>
                  <a:pt x="485895" y="88823"/>
                  <a:pt x="486924" y="92354"/>
                  <a:pt x="487472" y="96057"/>
                </a:cubicBezTo>
                <a:cubicBezTo>
                  <a:pt x="488020" y="99758"/>
                  <a:pt x="488294" y="103460"/>
                  <a:pt x="488294" y="107161"/>
                </a:cubicBezTo>
                <a:lnTo>
                  <a:pt x="488294" y="126701"/>
                </a:lnTo>
                <a:lnTo>
                  <a:pt x="424532" y="126701"/>
                </a:lnTo>
                <a:lnTo>
                  <a:pt x="424532" y="131845"/>
                </a:lnTo>
                <a:cubicBezTo>
                  <a:pt x="424532" y="134176"/>
                  <a:pt x="424669" y="136507"/>
                  <a:pt x="424943" y="138838"/>
                </a:cubicBezTo>
                <a:cubicBezTo>
                  <a:pt x="425218" y="141169"/>
                  <a:pt x="425800" y="143432"/>
                  <a:pt x="426692" y="145626"/>
                </a:cubicBezTo>
                <a:cubicBezTo>
                  <a:pt x="427583" y="147819"/>
                  <a:pt x="428748" y="149876"/>
                  <a:pt x="430188" y="151797"/>
                </a:cubicBezTo>
                <a:cubicBezTo>
                  <a:pt x="431627" y="153715"/>
                  <a:pt x="433341" y="155326"/>
                  <a:pt x="435329" y="156630"/>
                </a:cubicBezTo>
                <a:cubicBezTo>
                  <a:pt x="437319" y="157931"/>
                  <a:pt x="439479" y="158857"/>
                  <a:pt x="441810" y="159408"/>
                </a:cubicBezTo>
                <a:cubicBezTo>
                  <a:pt x="444141" y="159956"/>
                  <a:pt x="446472" y="160230"/>
                  <a:pt x="448802" y="160230"/>
                </a:cubicBezTo>
                <a:cubicBezTo>
                  <a:pt x="451407" y="160230"/>
                  <a:pt x="454047" y="159956"/>
                  <a:pt x="456721" y="159408"/>
                </a:cubicBezTo>
                <a:cubicBezTo>
                  <a:pt x="459395" y="158857"/>
                  <a:pt x="461828" y="157897"/>
                  <a:pt x="464021" y="156526"/>
                </a:cubicBezTo>
                <a:cubicBezTo>
                  <a:pt x="466216" y="155156"/>
                  <a:pt x="468033" y="153305"/>
                  <a:pt x="469473" y="150974"/>
                </a:cubicBezTo>
                <a:cubicBezTo>
                  <a:pt x="470914" y="148644"/>
                  <a:pt x="471703" y="146107"/>
                  <a:pt x="471839" y="143364"/>
                </a:cubicBezTo>
                <a:lnTo>
                  <a:pt x="487883" y="143364"/>
                </a:lnTo>
                <a:cubicBezTo>
                  <a:pt x="487745" y="146517"/>
                  <a:pt x="487161" y="149567"/>
                  <a:pt x="486132" y="152515"/>
                </a:cubicBezTo>
                <a:cubicBezTo>
                  <a:pt x="485104" y="155464"/>
                  <a:pt x="483665" y="158207"/>
                  <a:pt x="481813" y="160745"/>
                </a:cubicBezTo>
                <a:cubicBezTo>
                  <a:pt x="479963" y="163280"/>
                  <a:pt x="477770" y="165474"/>
                  <a:pt x="475232" y="167326"/>
                </a:cubicBezTo>
                <a:cubicBezTo>
                  <a:pt x="472696" y="169176"/>
                  <a:pt x="469988" y="170650"/>
                  <a:pt x="467109" y="171748"/>
                </a:cubicBezTo>
                <a:cubicBezTo>
                  <a:pt x="464230" y="172845"/>
                  <a:pt x="461213" y="173598"/>
                  <a:pt x="458058" y="174008"/>
                </a:cubicBezTo>
                <a:cubicBezTo>
                  <a:pt x="454905" y="174420"/>
                  <a:pt x="451820" y="174626"/>
                  <a:pt x="448802" y="174626"/>
                </a:cubicBezTo>
                <a:moveTo>
                  <a:pt x="472250" y="112305"/>
                </a:moveTo>
                <a:lnTo>
                  <a:pt x="472250" y="107161"/>
                </a:lnTo>
                <a:cubicBezTo>
                  <a:pt x="472250" y="104830"/>
                  <a:pt x="472113" y="102499"/>
                  <a:pt x="471839" y="100168"/>
                </a:cubicBezTo>
                <a:cubicBezTo>
                  <a:pt x="471565" y="97838"/>
                  <a:pt x="471017" y="95576"/>
                  <a:pt x="470194" y="93383"/>
                </a:cubicBezTo>
                <a:cubicBezTo>
                  <a:pt x="469372" y="91188"/>
                  <a:pt x="468240" y="89131"/>
                  <a:pt x="466799" y="87213"/>
                </a:cubicBezTo>
                <a:cubicBezTo>
                  <a:pt x="465359" y="85292"/>
                  <a:pt x="463679" y="83681"/>
                  <a:pt x="461758" y="82379"/>
                </a:cubicBezTo>
                <a:cubicBezTo>
                  <a:pt x="459839" y="81076"/>
                  <a:pt x="457715" y="80150"/>
                  <a:pt x="455384" y="79602"/>
                </a:cubicBezTo>
                <a:cubicBezTo>
                  <a:pt x="453053" y="79054"/>
                  <a:pt x="450722" y="78779"/>
                  <a:pt x="448391" y="78779"/>
                </a:cubicBezTo>
                <a:cubicBezTo>
                  <a:pt x="446060" y="78779"/>
                  <a:pt x="443730" y="79054"/>
                  <a:pt x="441399" y="79602"/>
                </a:cubicBezTo>
                <a:cubicBezTo>
                  <a:pt x="439068" y="80150"/>
                  <a:pt x="436942" y="81076"/>
                  <a:pt x="435021" y="82379"/>
                </a:cubicBezTo>
                <a:cubicBezTo>
                  <a:pt x="433103" y="83681"/>
                  <a:pt x="431422" y="85292"/>
                  <a:pt x="429981" y="87213"/>
                </a:cubicBezTo>
                <a:cubicBezTo>
                  <a:pt x="428541" y="89131"/>
                  <a:pt x="427410" y="91188"/>
                  <a:pt x="426588" y="93383"/>
                </a:cubicBezTo>
                <a:cubicBezTo>
                  <a:pt x="425766" y="95576"/>
                  <a:pt x="425218" y="97838"/>
                  <a:pt x="424943" y="100168"/>
                </a:cubicBezTo>
                <a:cubicBezTo>
                  <a:pt x="424669" y="102499"/>
                  <a:pt x="424532" y="104830"/>
                  <a:pt x="424532" y="107161"/>
                </a:cubicBezTo>
                <a:lnTo>
                  <a:pt x="424532" y="112305"/>
                </a:lnTo>
                <a:lnTo>
                  <a:pt x="472250" y="112305"/>
                </a:lnTo>
                <a:close/>
                <a:moveTo>
                  <a:pt x="512975" y="187381"/>
                </a:moveTo>
                <a:lnTo>
                  <a:pt x="512975" y="172982"/>
                </a:lnTo>
                <a:lnTo>
                  <a:pt x="589492" y="172982"/>
                </a:lnTo>
                <a:lnTo>
                  <a:pt x="589492" y="187381"/>
                </a:lnTo>
                <a:lnTo>
                  <a:pt x="512975" y="187381"/>
                </a:lnTo>
                <a:close/>
                <a:moveTo>
                  <a:pt x="653458" y="174626"/>
                </a:moveTo>
                <a:cubicBezTo>
                  <a:pt x="649892" y="174626"/>
                  <a:pt x="646259" y="174248"/>
                  <a:pt x="642558" y="173493"/>
                </a:cubicBezTo>
                <a:cubicBezTo>
                  <a:pt x="638856" y="172740"/>
                  <a:pt x="635428" y="171438"/>
                  <a:pt x="632273" y="169589"/>
                </a:cubicBezTo>
                <a:cubicBezTo>
                  <a:pt x="629120" y="167737"/>
                  <a:pt x="626343" y="165406"/>
                  <a:pt x="623943" y="162596"/>
                </a:cubicBezTo>
                <a:cubicBezTo>
                  <a:pt x="621543" y="159784"/>
                  <a:pt x="619589" y="156699"/>
                  <a:pt x="618081" y="153341"/>
                </a:cubicBezTo>
                <a:cubicBezTo>
                  <a:pt x="616572" y="149981"/>
                  <a:pt x="615544" y="146483"/>
                  <a:pt x="614995" y="142849"/>
                </a:cubicBezTo>
                <a:cubicBezTo>
                  <a:pt x="614447" y="139214"/>
                  <a:pt x="614173" y="135547"/>
                  <a:pt x="614173" y="131845"/>
                </a:cubicBezTo>
                <a:lnTo>
                  <a:pt x="614173" y="107161"/>
                </a:lnTo>
                <a:cubicBezTo>
                  <a:pt x="614173" y="103460"/>
                  <a:pt x="614447" y="99793"/>
                  <a:pt x="614995" y="96161"/>
                </a:cubicBezTo>
                <a:cubicBezTo>
                  <a:pt x="615544" y="92526"/>
                  <a:pt x="616572" y="89029"/>
                  <a:pt x="618081" y="85669"/>
                </a:cubicBezTo>
                <a:cubicBezTo>
                  <a:pt x="619589" y="82308"/>
                  <a:pt x="621543" y="79223"/>
                  <a:pt x="623943" y="76413"/>
                </a:cubicBezTo>
                <a:cubicBezTo>
                  <a:pt x="626343" y="73601"/>
                  <a:pt x="629120" y="71270"/>
                  <a:pt x="632273" y="69420"/>
                </a:cubicBezTo>
                <a:cubicBezTo>
                  <a:pt x="635428" y="67569"/>
                  <a:pt x="638856" y="66266"/>
                  <a:pt x="642558" y="65513"/>
                </a:cubicBezTo>
                <a:cubicBezTo>
                  <a:pt x="646259" y="64758"/>
                  <a:pt x="649892" y="64380"/>
                  <a:pt x="653458" y="64380"/>
                </a:cubicBezTo>
                <a:cubicBezTo>
                  <a:pt x="656887" y="64380"/>
                  <a:pt x="660315" y="64689"/>
                  <a:pt x="663743" y="65306"/>
                </a:cubicBezTo>
                <a:cubicBezTo>
                  <a:pt x="667172" y="65923"/>
                  <a:pt x="670429" y="66986"/>
                  <a:pt x="673513" y="68495"/>
                </a:cubicBezTo>
                <a:cubicBezTo>
                  <a:pt x="676599" y="70003"/>
                  <a:pt x="679375" y="71957"/>
                  <a:pt x="681842" y="74357"/>
                </a:cubicBezTo>
                <a:cubicBezTo>
                  <a:pt x="684311" y="76755"/>
                  <a:pt x="686368" y="79463"/>
                  <a:pt x="688013" y="82480"/>
                </a:cubicBezTo>
                <a:cubicBezTo>
                  <a:pt x="689659" y="85497"/>
                  <a:pt x="690859" y="88686"/>
                  <a:pt x="691613" y="92046"/>
                </a:cubicBezTo>
                <a:cubicBezTo>
                  <a:pt x="692368" y="95404"/>
                  <a:pt x="692746" y="98798"/>
                  <a:pt x="692746" y="102227"/>
                </a:cubicBezTo>
                <a:lnTo>
                  <a:pt x="692746" y="102331"/>
                </a:lnTo>
                <a:cubicBezTo>
                  <a:pt x="692746" y="102398"/>
                  <a:pt x="692746" y="102500"/>
                  <a:pt x="692746" y="102638"/>
                </a:cubicBezTo>
                <a:lnTo>
                  <a:pt x="676701" y="102638"/>
                </a:lnTo>
                <a:lnTo>
                  <a:pt x="676701" y="102535"/>
                </a:lnTo>
                <a:lnTo>
                  <a:pt x="676701" y="102431"/>
                </a:lnTo>
                <a:cubicBezTo>
                  <a:pt x="676701" y="99278"/>
                  <a:pt x="676221" y="96193"/>
                  <a:pt x="675261" y="93176"/>
                </a:cubicBezTo>
                <a:cubicBezTo>
                  <a:pt x="674301" y="90159"/>
                  <a:pt x="672723" y="87519"/>
                  <a:pt x="670528" y="85257"/>
                </a:cubicBezTo>
                <a:cubicBezTo>
                  <a:pt x="668335" y="82996"/>
                  <a:pt x="665730" y="81351"/>
                  <a:pt x="662713" y="80324"/>
                </a:cubicBezTo>
                <a:cubicBezTo>
                  <a:pt x="659698" y="79294"/>
                  <a:pt x="656613" y="78779"/>
                  <a:pt x="653458" y="78779"/>
                </a:cubicBezTo>
                <a:cubicBezTo>
                  <a:pt x="651127" y="78779"/>
                  <a:pt x="648831" y="79054"/>
                  <a:pt x="646569" y="79602"/>
                </a:cubicBezTo>
                <a:cubicBezTo>
                  <a:pt x="644307" y="80150"/>
                  <a:pt x="642216" y="81110"/>
                  <a:pt x="640295" y="82483"/>
                </a:cubicBezTo>
                <a:cubicBezTo>
                  <a:pt x="638376" y="83853"/>
                  <a:pt x="636765" y="85499"/>
                  <a:pt x="635462" y="87420"/>
                </a:cubicBezTo>
                <a:cubicBezTo>
                  <a:pt x="634158" y="89338"/>
                  <a:pt x="633095" y="91361"/>
                  <a:pt x="632273" y="93487"/>
                </a:cubicBezTo>
                <a:cubicBezTo>
                  <a:pt x="631451" y="95610"/>
                  <a:pt x="630902" y="97838"/>
                  <a:pt x="630628" y="100168"/>
                </a:cubicBezTo>
                <a:cubicBezTo>
                  <a:pt x="630354" y="102499"/>
                  <a:pt x="630217" y="104830"/>
                  <a:pt x="630217" y="107161"/>
                </a:cubicBezTo>
                <a:lnTo>
                  <a:pt x="630217" y="131845"/>
                </a:lnTo>
                <a:cubicBezTo>
                  <a:pt x="630217" y="134176"/>
                  <a:pt x="630354" y="136507"/>
                  <a:pt x="630628" y="138838"/>
                </a:cubicBezTo>
                <a:cubicBezTo>
                  <a:pt x="630902" y="141169"/>
                  <a:pt x="631451" y="143397"/>
                  <a:pt x="632273" y="145523"/>
                </a:cubicBezTo>
                <a:cubicBezTo>
                  <a:pt x="633095" y="147649"/>
                  <a:pt x="634158" y="149672"/>
                  <a:pt x="635462" y="151593"/>
                </a:cubicBezTo>
                <a:cubicBezTo>
                  <a:pt x="636765" y="153511"/>
                  <a:pt x="638376" y="155156"/>
                  <a:pt x="640295" y="156526"/>
                </a:cubicBezTo>
                <a:cubicBezTo>
                  <a:pt x="642216" y="157897"/>
                  <a:pt x="644307" y="158857"/>
                  <a:pt x="646569" y="159408"/>
                </a:cubicBezTo>
                <a:cubicBezTo>
                  <a:pt x="648831" y="159956"/>
                  <a:pt x="651127" y="160230"/>
                  <a:pt x="653458" y="160230"/>
                </a:cubicBezTo>
                <a:cubicBezTo>
                  <a:pt x="656613" y="160230"/>
                  <a:pt x="659698" y="159716"/>
                  <a:pt x="662713" y="158689"/>
                </a:cubicBezTo>
                <a:cubicBezTo>
                  <a:pt x="665730" y="157659"/>
                  <a:pt x="668335" y="156014"/>
                  <a:pt x="670528" y="153752"/>
                </a:cubicBezTo>
                <a:cubicBezTo>
                  <a:pt x="672723" y="151488"/>
                  <a:pt x="674301" y="148848"/>
                  <a:pt x="675261" y="145830"/>
                </a:cubicBezTo>
                <a:cubicBezTo>
                  <a:pt x="676221" y="142813"/>
                  <a:pt x="676701" y="139728"/>
                  <a:pt x="676701" y="136575"/>
                </a:cubicBezTo>
                <a:lnTo>
                  <a:pt x="676701" y="136475"/>
                </a:lnTo>
                <a:lnTo>
                  <a:pt x="676701" y="136371"/>
                </a:lnTo>
                <a:lnTo>
                  <a:pt x="692746" y="136371"/>
                </a:lnTo>
                <a:cubicBezTo>
                  <a:pt x="692746" y="136507"/>
                  <a:pt x="692746" y="136610"/>
                  <a:pt x="692746" y="136679"/>
                </a:cubicBezTo>
                <a:lnTo>
                  <a:pt x="692746" y="136782"/>
                </a:lnTo>
                <a:cubicBezTo>
                  <a:pt x="692746" y="140209"/>
                  <a:pt x="692368" y="143603"/>
                  <a:pt x="691613" y="146963"/>
                </a:cubicBezTo>
                <a:cubicBezTo>
                  <a:pt x="690859" y="150322"/>
                  <a:pt x="689659" y="153509"/>
                  <a:pt x="688013" y="156526"/>
                </a:cubicBezTo>
                <a:cubicBezTo>
                  <a:pt x="686368" y="159544"/>
                  <a:pt x="684311" y="162252"/>
                  <a:pt x="681842" y="164652"/>
                </a:cubicBezTo>
                <a:cubicBezTo>
                  <a:pt x="679375" y="167052"/>
                  <a:pt x="676599" y="169006"/>
                  <a:pt x="673513" y="170515"/>
                </a:cubicBezTo>
                <a:cubicBezTo>
                  <a:pt x="670429" y="172021"/>
                  <a:pt x="667172" y="173083"/>
                  <a:pt x="663743" y="173700"/>
                </a:cubicBezTo>
                <a:cubicBezTo>
                  <a:pt x="660315" y="174318"/>
                  <a:pt x="656887" y="174626"/>
                  <a:pt x="653458" y="174626"/>
                </a:cubicBezTo>
                <a:close/>
                <a:moveTo>
                  <a:pt x="715371" y="172982"/>
                </a:moveTo>
                <a:lnTo>
                  <a:pt x="715371" y="66025"/>
                </a:lnTo>
                <a:lnTo>
                  <a:pt x="731415" y="66025"/>
                </a:lnTo>
                <a:lnTo>
                  <a:pt x="731415" y="74665"/>
                </a:lnTo>
                <a:cubicBezTo>
                  <a:pt x="732099" y="73156"/>
                  <a:pt x="732921" y="71751"/>
                  <a:pt x="733882" y="70450"/>
                </a:cubicBezTo>
                <a:cubicBezTo>
                  <a:pt x="734842" y="69146"/>
                  <a:pt x="735973" y="68014"/>
                  <a:pt x="737274" y="67054"/>
                </a:cubicBezTo>
                <a:cubicBezTo>
                  <a:pt x="738578" y="66094"/>
                  <a:pt x="740018" y="65408"/>
                  <a:pt x="741593" y="64998"/>
                </a:cubicBezTo>
                <a:cubicBezTo>
                  <a:pt x="743171" y="64586"/>
                  <a:pt x="744783" y="64380"/>
                  <a:pt x="746429" y="64380"/>
                </a:cubicBezTo>
                <a:cubicBezTo>
                  <a:pt x="748486" y="64380"/>
                  <a:pt x="750474" y="64723"/>
                  <a:pt x="752393" y="65409"/>
                </a:cubicBezTo>
                <a:cubicBezTo>
                  <a:pt x="754313" y="66094"/>
                  <a:pt x="755994" y="67122"/>
                  <a:pt x="757433" y="68495"/>
                </a:cubicBezTo>
                <a:cubicBezTo>
                  <a:pt x="758873" y="69865"/>
                  <a:pt x="760071" y="71442"/>
                  <a:pt x="761030" y="73224"/>
                </a:cubicBezTo>
                <a:cubicBezTo>
                  <a:pt x="761990" y="75007"/>
                  <a:pt x="762745" y="76927"/>
                  <a:pt x="763296" y="78983"/>
                </a:cubicBezTo>
                <a:cubicBezTo>
                  <a:pt x="763844" y="77065"/>
                  <a:pt x="764597" y="75180"/>
                  <a:pt x="765555" y="73328"/>
                </a:cubicBezTo>
                <a:cubicBezTo>
                  <a:pt x="766516" y="71476"/>
                  <a:pt x="767681" y="69865"/>
                  <a:pt x="769052" y="68495"/>
                </a:cubicBezTo>
                <a:cubicBezTo>
                  <a:pt x="770424" y="67122"/>
                  <a:pt x="772070" y="66094"/>
                  <a:pt x="773989" y="65409"/>
                </a:cubicBezTo>
                <a:cubicBezTo>
                  <a:pt x="775909" y="64723"/>
                  <a:pt x="777898" y="64380"/>
                  <a:pt x="779955" y="64380"/>
                </a:cubicBezTo>
                <a:cubicBezTo>
                  <a:pt x="782012" y="64380"/>
                  <a:pt x="784034" y="64758"/>
                  <a:pt x="786022" y="65513"/>
                </a:cubicBezTo>
                <a:cubicBezTo>
                  <a:pt x="788011" y="66266"/>
                  <a:pt x="789760" y="67363"/>
                  <a:pt x="791266" y="68802"/>
                </a:cubicBezTo>
                <a:cubicBezTo>
                  <a:pt x="792775" y="70242"/>
                  <a:pt x="793975" y="71922"/>
                  <a:pt x="794866" y="73843"/>
                </a:cubicBezTo>
                <a:cubicBezTo>
                  <a:pt x="795757" y="75761"/>
                  <a:pt x="796477" y="77716"/>
                  <a:pt x="797025" y="79705"/>
                </a:cubicBezTo>
                <a:cubicBezTo>
                  <a:pt x="797576" y="81693"/>
                  <a:pt x="797953" y="83715"/>
                  <a:pt x="798158" y="85772"/>
                </a:cubicBezTo>
                <a:cubicBezTo>
                  <a:pt x="798363" y="87829"/>
                  <a:pt x="798466" y="89886"/>
                  <a:pt x="798466" y="91942"/>
                </a:cubicBezTo>
                <a:lnTo>
                  <a:pt x="798466" y="172982"/>
                </a:lnTo>
                <a:lnTo>
                  <a:pt x="782422" y="172982"/>
                </a:lnTo>
                <a:lnTo>
                  <a:pt x="782422" y="91942"/>
                </a:lnTo>
                <a:cubicBezTo>
                  <a:pt x="782422" y="90434"/>
                  <a:pt x="782319" y="88960"/>
                  <a:pt x="782114" y="87520"/>
                </a:cubicBezTo>
                <a:cubicBezTo>
                  <a:pt x="781909" y="86081"/>
                  <a:pt x="781463" y="84676"/>
                  <a:pt x="780777" y="83305"/>
                </a:cubicBezTo>
                <a:cubicBezTo>
                  <a:pt x="780091" y="81933"/>
                  <a:pt x="779096" y="80835"/>
                  <a:pt x="777792" y="80013"/>
                </a:cubicBezTo>
                <a:cubicBezTo>
                  <a:pt x="776491" y="79191"/>
                  <a:pt x="775086" y="78779"/>
                  <a:pt x="773577" y="78779"/>
                </a:cubicBezTo>
                <a:cubicBezTo>
                  <a:pt x="772207" y="78779"/>
                  <a:pt x="770870" y="79191"/>
                  <a:pt x="769566" y="80013"/>
                </a:cubicBezTo>
                <a:cubicBezTo>
                  <a:pt x="768265" y="80835"/>
                  <a:pt x="767271" y="81933"/>
                  <a:pt x="766585" y="83305"/>
                </a:cubicBezTo>
                <a:cubicBezTo>
                  <a:pt x="765901" y="84676"/>
                  <a:pt x="765455" y="86081"/>
                  <a:pt x="765248" y="87520"/>
                </a:cubicBezTo>
                <a:cubicBezTo>
                  <a:pt x="765043" y="88960"/>
                  <a:pt x="764940" y="90434"/>
                  <a:pt x="764940" y="91942"/>
                </a:cubicBezTo>
                <a:lnTo>
                  <a:pt x="764940" y="172982"/>
                </a:lnTo>
                <a:lnTo>
                  <a:pt x="748896" y="172982"/>
                </a:lnTo>
                <a:lnTo>
                  <a:pt x="748896" y="91942"/>
                </a:lnTo>
                <a:cubicBezTo>
                  <a:pt x="748896" y="90434"/>
                  <a:pt x="748793" y="88960"/>
                  <a:pt x="748586" y="87520"/>
                </a:cubicBezTo>
                <a:cubicBezTo>
                  <a:pt x="748381" y="86081"/>
                  <a:pt x="747935" y="84676"/>
                  <a:pt x="747249" y="83305"/>
                </a:cubicBezTo>
                <a:cubicBezTo>
                  <a:pt x="746564" y="81933"/>
                  <a:pt x="745571" y="80835"/>
                  <a:pt x="744267" y="80013"/>
                </a:cubicBezTo>
                <a:cubicBezTo>
                  <a:pt x="742966" y="79191"/>
                  <a:pt x="741630" y="78779"/>
                  <a:pt x="740259" y="78779"/>
                </a:cubicBezTo>
                <a:cubicBezTo>
                  <a:pt x="738751" y="78779"/>
                  <a:pt x="737345" y="79191"/>
                  <a:pt x="736041" y="80013"/>
                </a:cubicBezTo>
                <a:cubicBezTo>
                  <a:pt x="734740" y="80835"/>
                  <a:pt x="733746" y="81933"/>
                  <a:pt x="733059" y="83305"/>
                </a:cubicBezTo>
                <a:cubicBezTo>
                  <a:pt x="732373" y="84676"/>
                  <a:pt x="731927" y="86081"/>
                  <a:pt x="731722" y="87520"/>
                </a:cubicBezTo>
                <a:cubicBezTo>
                  <a:pt x="731517" y="88960"/>
                  <a:pt x="731415" y="90434"/>
                  <a:pt x="731415" y="91942"/>
                </a:cubicBezTo>
                <a:lnTo>
                  <a:pt x="731415" y="172982"/>
                </a:lnTo>
                <a:lnTo>
                  <a:pt x="715371" y="172982"/>
                </a:lnTo>
                <a:close/>
                <a:moveTo>
                  <a:pt x="821502" y="217203"/>
                </a:moveTo>
                <a:lnTo>
                  <a:pt x="821502" y="66025"/>
                </a:lnTo>
                <a:lnTo>
                  <a:pt x="837547" y="66025"/>
                </a:lnTo>
                <a:lnTo>
                  <a:pt x="837547" y="84743"/>
                </a:lnTo>
                <a:cubicBezTo>
                  <a:pt x="838643" y="81864"/>
                  <a:pt x="840082" y="79087"/>
                  <a:pt x="841865" y="76413"/>
                </a:cubicBezTo>
                <a:cubicBezTo>
                  <a:pt x="843648" y="73739"/>
                  <a:pt x="845807" y="71476"/>
                  <a:pt x="848343" y="69624"/>
                </a:cubicBezTo>
                <a:cubicBezTo>
                  <a:pt x="850881" y="67773"/>
                  <a:pt x="853692" y="66436"/>
                  <a:pt x="856776" y="65613"/>
                </a:cubicBezTo>
                <a:cubicBezTo>
                  <a:pt x="859862" y="64791"/>
                  <a:pt x="862983" y="64380"/>
                  <a:pt x="866138" y="64380"/>
                </a:cubicBezTo>
                <a:cubicBezTo>
                  <a:pt x="869565" y="64380"/>
                  <a:pt x="872958" y="64860"/>
                  <a:pt x="876316" y="65821"/>
                </a:cubicBezTo>
                <a:cubicBezTo>
                  <a:pt x="879677" y="66779"/>
                  <a:pt x="882728" y="68287"/>
                  <a:pt x="885471" y="70346"/>
                </a:cubicBezTo>
                <a:cubicBezTo>
                  <a:pt x="888214" y="72403"/>
                  <a:pt x="890511" y="74871"/>
                  <a:pt x="892360" y="77750"/>
                </a:cubicBezTo>
                <a:cubicBezTo>
                  <a:pt x="894212" y="80629"/>
                  <a:pt x="895686" y="83680"/>
                  <a:pt x="896783" y="86902"/>
                </a:cubicBezTo>
                <a:cubicBezTo>
                  <a:pt x="897881" y="90124"/>
                  <a:pt x="898635" y="93450"/>
                  <a:pt x="899045" y="96879"/>
                </a:cubicBezTo>
                <a:cubicBezTo>
                  <a:pt x="899458" y="100306"/>
                  <a:pt x="899664" y="103734"/>
                  <a:pt x="899664" y="107161"/>
                </a:cubicBezTo>
                <a:lnTo>
                  <a:pt x="899664" y="131845"/>
                </a:lnTo>
                <a:cubicBezTo>
                  <a:pt x="899664" y="135273"/>
                  <a:pt x="899458" y="138701"/>
                  <a:pt x="899045" y="142130"/>
                </a:cubicBezTo>
                <a:cubicBezTo>
                  <a:pt x="898635" y="145557"/>
                  <a:pt x="897881" y="148882"/>
                  <a:pt x="896783" y="152104"/>
                </a:cubicBezTo>
                <a:cubicBezTo>
                  <a:pt x="895686" y="155326"/>
                  <a:pt x="894212" y="158378"/>
                  <a:pt x="892360" y="161259"/>
                </a:cubicBezTo>
                <a:cubicBezTo>
                  <a:pt x="890511" y="164138"/>
                  <a:pt x="888214" y="166606"/>
                  <a:pt x="885471" y="168663"/>
                </a:cubicBezTo>
                <a:cubicBezTo>
                  <a:pt x="882728" y="170720"/>
                  <a:pt x="879677" y="172227"/>
                  <a:pt x="876316" y="173186"/>
                </a:cubicBezTo>
                <a:cubicBezTo>
                  <a:pt x="872958" y="174146"/>
                  <a:pt x="869565" y="174626"/>
                  <a:pt x="866138" y="174626"/>
                </a:cubicBezTo>
                <a:cubicBezTo>
                  <a:pt x="862983" y="174626"/>
                  <a:pt x="859862" y="174215"/>
                  <a:pt x="856776" y="173393"/>
                </a:cubicBezTo>
                <a:cubicBezTo>
                  <a:pt x="853692" y="172570"/>
                  <a:pt x="850881" y="171233"/>
                  <a:pt x="848343" y="169382"/>
                </a:cubicBezTo>
                <a:cubicBezTo>
                  <a:pt x="845807" y="167530"/>
                  <a:pt x="843648" y="165267"/>
                  <a:pt x="841865" y="162593"/>
                </a:cubicBezTo>
                <a:cubicBezTo>
                  <a:pt x="840082" y="159919"/>
                  <a:pt x="838643" y="157143"/>
                  <a:pt x="837547" y="154264"/>
                </a:cubicBezTo>
                <a:lnTo>
                  <a:pt x="837547" y="217203"/>
                </a:lnTo>
                <a:lnTo>
                  <a:pt x="821502" y="217203"/>
                </a:lnTo>
                <a:moveTo>
                  <a:pt x="859968" y="160230"/>
                </a:moveTo>
                <a:cubicBezTo>
                  <a:pt x="862299" y="160230"/>
                  <a:pt x="864595" y="159956"/>
                  <a:pt x="866857" y="159408"/>
                </a:cubicBezTo>
                <a:cubicBezTo>
                  <a:pt x="869119" y="158857"/>
                  <a:pt x="871209" y="157931"/>
                  <a:pt x="873128" y="156630"/>
                </a:cubicBezTo>
                <a:cubicBezTo>
                  <a:pt x="875048" y="155326"/>
                  <a:pt x="876729" y="153715"/>
                  <a:pt x="878168" y="151797"/>
                </a:cubicBezTo>
                <a:cubicBezTo>
                  <a:pt x="879610" y="149876"/>
                  <a:pt x="880742" y="147819"/>
                  <a:pt x="881564" y="145626"/>
                </a:cubicBezTo>
                <a:cubicBezTo>
                  <a:pt x="882386" y="143432"/>
                  <a:pt x="882934" y="141169"/>
                  <a:pt x="883209" y="138838"/>
                </a:cubicBezTo>
                <a:cubicBezTo>
                  <a:pt x="883483" y="136507"/>
                  <a:pt x="883620" y="134176"/>
                  <a:pt x="883620" y="131845"/>
                </a:cubicBezTo>
                <a:lnTo>
                  <a:pt x="883620" y="107161"/>
                </a:lnTo>
                <a:cubicBezTo>
                  <a:pt x="883620" y="104830"/>
                  <a:pt x="883483" y="102499"/>
                  <a:pt x="883209" y="100168"/>
                </a:cubicBezTo>
                <a:cubicBezTo>
                  <a:pt x="882934" y="97838"/>
                  <a:pt x="882386" y="95576"/>
                  <a:pt x="881564" y="93383"/>
                </a:cubicBezTo>
                <a:cubicBezTo>
                  <a:pt x="880742" y="91188"/>
                  <a:pt x="879610" y="89131"/>
                  <a:pt x="878168" y="87213"/>
                </a:cubicBezTo>
                <a:cubicBezTo>
                  <a:pt x="876729" y="85292"/>
                  <a:pt x="875048" y="83681"/>
                  <a:pt x="873128" y="82379"/>
                </a:cubicBezTo>
                <a:cubicBezTo>
                  <a:pt x="871209" y="81076"/>
                  <a:pt x="869119" y="80150"/>
                  <a:pt x="866857" y="79602"/>
                </a:cubicBezTo>
                <a:cubicBezTo>
                  <a:pt x="864595" y="79054"/>
                  <a:pt x="862299" y="78779"/>
                  <a:pt x="859968" y="78779"/>
                </a:cubicBezTo>
                <a:cubicBezTo>
                  <a:pt x="857635" y="78779"/>
                  <a:pt x="855338" y="79054"/>
                  <a:pt x="853076" y="79602"/>
                </a:cubicBezTo>
                <a:cubicBezTo>
                  <a:pt x="850814" y="80150"/>
                  <a:pt x="848792" y="81110"/>
                  <a:pt x="847009" y="82483"/>
                </a:cubicBezTo>
                <a:cubicBezTo>
                  <a:pt x="845226" y="83853"/>
                  <a:pt x="843683" y="85532"/>
                  <a:pt x="842380" y="87520"/>
                </a:cubicBezTo>
                <a:cubicBezTo>
                  <a:pt x="841078" y="89508"/>
                  <a:pt x="840085" y="91565"/>
                  <a:pt x="839398" y="93691"/>
                </a:cubicBezTo>
                <a:cubicBezTo>
                  <a:pt x="838712" y="95816"/>
                  <a:pt x="838232" y="98010"/>
                  <a:pt x="837958" y="100272"/>
                </a:cubicBezTo>
                <a:cubicBezTo>
                  <a:pt x="837684" y="102534"/>
                  <a:pt x="837547" y="104830"/>
                  <a:pt x="837547" y="107161"/>
                </a:cubicBezTo>
                <a:lnTo>
                  <a:pt x="837547" y="131845"/>
                </a:lnTo>
                <a:cubicBezTo>
                  <a:pt x="837547" y="134176"/>
                  <a:pt x="837684" y="136474"/>
                  <a:pt x="837958" y="138737"/>
                </a:cubicBezTo>
                <a:cubicBezTo>
                  <a:pt x="838232" y="140999"/>
                  <a:pt x="838712" y="143193"/>
                  <a:pt x="839398" y="145319"/>
                </a:cubicBezTo>
                <a:cubicBezTo>
                  <a:pt x="840085" y="147443"/>
                  <a:pt x="841078" y="149499"/>
                  <a:pt x="842380" y="151489"/>
                </a:cubicBezTo>
                <a:cubicBezTo>
                  <a:pt x="843683" y="153477"/>
                  <a:pt x="845226" y="155156"/>
                  <a:pt x="847009" y="156526"/>
                </a:cubicBezTo>
                <a:cubicBezTo>
                  <a:pt x="848792" y="157897"/>
                  <a:pt x="850814" y="158857"/>
                  <a:pt x="853076" y="159408"/>
                </a:cubicBezTo>
                <a:cubicBezTo>
                  <a:pt x="855338" y="159956"/>
                  <a:pt x="857635" y="160230"/>
                  <a:pt x="859968" y="160230"/>
                </a:cubicBezTo>
                <a:close/>
                <a:moveTo>
                  <a:pt x="963221" y="174626"/>
                </a:moveTo>
                <a:cubicBezTo>
                  <a:pt x="959656" y="174626"/>
                  <a:pt x="956124" y="174352"/>
                  <a:pt x="952626" y="173804"/>
                </a:cubicBezTo>
                <a:cubicBezTo>
                  <a:pt x="949130" y="173256"/>
                  <a:pt x="945805" y="172227"/>
                  <a:pt x="942652" y="170719"/>
                </a:cubicBezTo>
                <a:cubicBezTo>
                  <a:pt x="939499" y="169210"/>
                  <a:pt x="936619" y="167290"/>
                  <a:pt x="934011" y="164960"/>
                </a:cubicBezTo>
                <a:cubicBezTo>
                  <a:pt x="931407" y="162629"/>
                  <a:pt x="929213" y="159921"/>
                  <a:pt x="927430" y="156837"/>
                </a:cubicBezTo>
                <a:cubicBezTo>
                  <a:pt x="925647" y="153751"/>
                  <a:pt x="924345" y="150494"/>
                  <a:pt x="923523" y="147067"/>
                </a:cubicBezTo>
                <a:cubicBezTo>
                  <a:pt x="922700" y="143638"/>
                  <a:pt x="922289" y="140209"/>
                  <a:pt x="922289" y="136782"/>
                </a:cubicBezTo>
                <a:lnTo>
                  <a:pt x="922289" y="136575"/>
                </a:lnTo>
                <a:lnTo>
                  <a:pt x="922289" y="136371"/>
                </a:lnTo>
                <a:lnTo>
                  <a:pt x="938333" y="136371"/>
                </a:lnTo>
                <a:lnTo>
                  <a:pt x="938333" y="136475"/>
                </a:lnTo>
                <a:lnTo>
                  <a:pt x="938333" y="136575"/>
                </a:lnTo>
                <a:cubicBezTo>
                  <a:pt x="938333" y="139866"/>
                  <a:pt x="938916" y="143055"/>
                  <a:pt x="940081" y="146141"/>
                </a:cubicBezTo>
                <a:cubicBezTo>
                  <a:pt x="941247" y="149225"/>
                  <a:pt x="942995" y="151865"/>
                  <a:pt x="945326" y="154060"/>
                </a:cubicBezTo>
                <a:cubicBezTo>
                  <a:pt x="947657" y="156252"/>
                  <a:pt x="950399" y="157829"/>
                  <a:pt x="953552" y="158789"/>
                </a:cubicBezTo>
                <a:cubicBezTo>
                  <a:pt x="956707" y="159750"/>
                  <a:pt x="959930" y="160230"/>
                  <a:pt x="963221" y="160230"/>
                </a:cubicBezTo>
                <a:cubicBezTo>
                  <a:pt x="966649" y="160230"/>
                  <a:pt x="970008" y="159647"/>
                  <a:pt x="973299" y="158482"/>
                </a:cubicBezTo>
                <a:cubicBezTo>
                  <a:pt x="976590" y="157316"/>
                  <a:pt x="979367" y="155431"/>
                  <a:pt x="981629" y="152826"/>
                </a:cubicBezTo>
                <a:cubicBezTo>
                  <a:pt x="983891" y="150219"/>
                  <a:pt x="985570" y="147236"/>
                  <a:pt x="986666" y="143878"/>
                </a:cubicBezTo>
                <a:cubicBezTo>
                  <a:pt x="987765" y="140518"/>
                  <a:pt x="988314" y="137124"/>
                  <a:pt x="988314" y="133697"/>
                </a:cubicBezTo>
                <a:cubicBezTo>
                  <a:pt x="988314" y="130542"/>
                  <a:pt x="987799" y="127388"/>
                  <a:pt x="986770" y="124234"/>
                </a:cubicBezTo>
                <a:cubicBezTo>
                  <a:pt x="985742" y="121081"/>
                  <a:pt x="984268" y="118168"/>
                  <a:pt x="982348" y="115494"/>
                </a:cubicBezTo>
                <a:cubicBezTo>
                  <a:pt x="980429" y="112820"/>
                  <a:pt x="978133" y="110523"/>
                  <a:pt x="975459" y="108605"/>
                </a:cubicBezTo>
                <a:cubicBezTo>
                  <a:pt x="972784" y="106684"/>
                  <a:pt x="969904" y="105243"/>
                  <a:pt x="966818" y="104283"/>
                </a:cubicBezTo>
                <a:cubicBezTo>
                  <a:pt x="963734" y="103323"/>
                  <a:pt x="960546" y="102705"/>
                  <a:pt x="957255" y="102431"/>
                </a:cubicBezTo>
                <a:cubicBezTo>
                  <a:pt x="953964" y="102157"/>
                  <a:pt x="950742" y="102020"/>
                  <a:pt x="947589" y="102020"/>
                </a:cubicBezTo>
                <a:lnTo>
                  <a:pt x="947589" y="87624"/>
                </a:lnTo>
                <a:cubicBezTo>
                  <a:pt x="950468" y="87624"/>
                  <a:pt x="953416" y="87521"/>
                  <a:pt x="956433" y="87316"/>
                </a:cubicBezTo>
                <a:cubicBezTo>
                  <a:pt x="959450" y="87109"/>
                  <a:pt x="962398" y="86560"/>
                  <a:pt x="965277" y="85669"/>
                </a:cubicBezTo>
                <a:cubicBezTo>
                  <a:pt x="968156" y="84777"/>
                  <a:pt x="970830" y="83440"/>
                  <a:pt x="973299" y="81657"/>
                </a:cubicBezTo>
                <a:cubicBezTo>
                  <a:pt x="975768" y="79875"/>
                  <a:pt x="977893" y="77784"/>
                  <a:pt x="979674" y="75384"/>
                </a:cubicBezTo>
                <a:cubicBezTo>
                  <a:pt x="981456" y="72984"/>
                  <a:pt x="982793" y="70310"/>
                  <a:pt x="983685" y="67362"/>
                </a:cubicBezTo>
                <a:cubicBezTo>
                  <a:pt x="984576" y="64414"/>
                  <a:pt x="985022" y="61431"/>
                  <a:pt x="985022" y="58414"/>
                </a:cubicBezTo>
                <a:cubicBezTo>
                  <a:pt x="985022" y="55399"/>
                  <a:pt x="984576" y="52417"/>
                  <a:pt x="983685" y="49469"/>
                </a:cubicBezTo>
                <a:cubicBezTo>
                  <a:pt x="982793" y="46521"/>
                  <a:pt x="981387" y="43847"/>
                  <a:pt x="979466" y="41447"/>
                </a:cubicBezTo>
                <a:cubicBezTo>
                  <a:pt x="977548" y="39047"/>
                  <a:pt x="975114" y="37299"/>
                  <a:pt x="972166" y="36203"/>
                </a:cubicBezTo>
                <a:cubicBezTo>
                  <a:pt x="969218" y="35104"/>
                  <a:pt x="966237" y="34555"/>
                  <a:pt x="963221" y="34555"/>
                </a:cubicBezTo>
                <a:cubicBezTo>
                  <a:pt x="960204" y="34555"/>
                  <a:pt x="957290" y="35035"/>
                  <a:pt x="954478" y="35995"/>
                </a:cubicBezTo>
                <a:cubicBezTo>
                  <a:pt x="951668" y="36956"/>
                  <a:pt x="949268" y="38533"/>
                  <a:pt x="947278" y="40728"/>
                </a:cubicBezTo>
                <a:cubicBezTo>
                  <a:pt x="945290" y="42921"/>
                  <a:pt x="943851" y="45457"/>
                  <a:pt x="942959" y="48336"/>
                </a:cubicBezTo>
                <a:cubicBezTo>
                  <a:pt x="942068" y="51215"/>
                  <a:pt x="941622" y="54163"/>
                  <a:pt x="941622" y="57180"/>
                </a:cubicBezTo>
                <a:lnTo>
                  <a:pt x="941622" y="57284"/>
                </a:lnTo>
                <a:cubicBezTo>
                  <a:pt x="941622" y="57353"/>
                  <a:pt x="941622" y="57455"/>
                  <a:pt x="941622" y="57591"/>
                </a:cubicBezTo>
                <a:lnTo>
                  <a:pt x="925581" y="57591"/>
                </a:lnTo>
                <a:cubicBezTo>
                  <a:pt x="925581" y="57455"/>
                  <a:pt x="925581" y="57319"/>
                  <a:pt x="925581" y="57183"/>
                </a:cubicBezTo>
                <a:cubicBezTo>
                  <a:pt x="925581" y="57045"/>
                  <a:pt x="925581" y="56907"/>
                  <a:pt x="925581" y="56769"/>
                </a:cubicBezTo>
                <a:cubicBezTo>
                  <a:pt x="925581" y="53478"/>
                  <a:pt x="925958" y="50221"/>
                  <a:pt x="926711" y="46999"/>
                </a:cubicBezTo>
                <a:cubicBezTo>
                  <a:pt x="927465" y="43777"/>
                  <a:pt x="928595" y="40692"/>
                  <a:pt x="930104" y="37744"/>
                </a:cubicBezTo>
                <a:cubicBezTo>
                  <a:pt x="931613" y="34796"/>
                  <a:pt x="933567" y="32156"/>
                  <a:pt x="935967" y="29825"/>
                </a:cubicBezTo>
                <a:cubicBezTo>
                  <a:pt x="938367" y="27494"/>
                  <a:pt x="941041" y="25575"/>
                  <a:pt x="943989" y="24066"/>
                </a:cubicBezTo>
                <a:cubicBezTo>
                  <a:pt x="946937" y="22557"/>
                  <a:pt x="950057" y="21529"/>
                  <a:pt x="953348" y="20981"/>
                </a:cubicBezTo>
                <a:cubicBezTo>
                  <a:pt x="956639" y="20433"/>
                  <a:pt x="959930" y="20159"/>
                  <a:pt x="963221" y="20159"/>
                </a:cubicBezTo>
                <a:cubicBezTo>
                  <a:pt x="966511" y="20159"/>
                  <a:pt x="969835" y="20467"/>
                  <a:pt x="973196" y="21084"/>
                </a:cubicBezTo>
                <a:cubicBezTo>
                  <a:pt x="976556" y="21702"/>
                  <a:pt x="979710" y="22799"/>
                  <a:pt x="982658" y="24377"/>
                </a:cubicBezTo>
                <a:cubicBezTo>
                  <a:pt x="985606" y="25952"/>
                  <a:pt x="988280" y="27974"/>
                  <a:pt x="990680" y="30443"/>
                </a:cubicBezTo>
                <a:cubicBezTo>
                  <a:pt x="993080" y="32910"/>
                  <a:pt x="995000" y="35652"/>
                  <a:pt x="996439" y="38669"/>
                </a:cubicBezTo>
                <a:cubicBezTo>
                  <a:pt x="997879" y="41687"/>
                  <a:pt x="998975" y="44841"/>
                  <a:pt x="999729" y="48132"/>
                </a:cubicBezTo>
                <a:cubicBezTo>
                  <a:pt x="1000484" y="51423"/>
                  <a:pt x="1000862" y="54783"/>
                  <a:pt x="1000862" y="58210"/>
                </a:cubicBezTo>
                <a:cubicBezTo>
                  <a:pt x="1000862" y="62185"/>
                  <a:pt x="1000312" y="66059"/>
                  <a:pt x="999214" y="69832"/>
                </a:cubicBezTo>
                <a:cubicBezTo>
                  <a:pt x="998117" y="73602"/>
                  <a:pt x="996472" y="77133"/>
                  <a:pt x="994277" y="80424"/>
                </a:cubicBezTo>
                <a:cubicBezTo>
                  <a:pt x="992084" y="83715"/>
                  <a:pt x="989410" y="86561"/>
                  <a:pt x="986255" y="88961"/>
                </a:cubicBezTo>
                <a:cubicBezTo>
                  <a:pt x="983102" y="91359"/>
                  <a:pt x="979675" y="93244"/>
                  <a:pt x="975973" y="94616"/>
                </a:cubicBezTo>
                <a:cubicBezTo>
                  <a:pt x="980087" y="96125"/>
                  <a:pt x="983926" y="98148"/>
                  <a:pt x="987492" y="100686"/>
                </a:cubicBezTo>
                <a:cubicBezTo>
                  <a:pt x="991057" y="103222"/>
                  <a:pt x="994107" y="106238"/>
                  <a:pt x="996643" y="109735"/>
                </a:cubicBezTo>
                <a:cubicBezTo>
                  <a:pt x="999181" y="113231"/>
                  <a:pt x="1001067" y="117070"/>
                  <a:pt x="1002299" y="121253"/>
                </a:cubicBezTo>
                <a:cubicBezTo>
                  <a:pt x="1003533" y="125435"/>
                  <a:pt x="1004151" y="129720"/>
                  <a:pt x="1004151" y="134108"/>
                </a:cubicBezTo>
                <a:cubicBezTo>
                  <a:pt x="1004151" y="137673"/>
                  <a:pt x="1003740" y="141239"/>
                  <a:pt x="1002917" y="144804"/>
                </a:cubicBezTo>
                <a:cubicBezTo>
                  <a:pt x="1002095" y="148369"/>
                  <a:pt x="1000860" y="151763"/>
                  <a:pt x="999214" y="154985"/>
                </a:cubicBezTo>
                <a:cubicBezTo>
                  <a:pt x="997569" y="158208"/>
                  <a:pt x="995444" y="161121"/>
                  <a:pt x="992840" y="163726"/>
                </a:cubicBezTo>
                <a:cubicBezTo>
                  <a:pt x="990235" y="166331"/>
                  <a:pt x="987354" y="168457"/>
                  <a:pt x="984199" y="170104"/>
                </a:cubicBezTo>
                <a:cubicBezTo>
                  <a:pt x="981046" y="171748"/>
                  <a:pt x="977652" y="172913"/>
                  <a:pt x="974018" y="173597"/>
                </a:cubicBezTo>
                <a:cubicBezTo>
                  <a:pt x="970386" y="174283"/>
                  <a:pt x="966787" y="174626"/>
                  <a:pt x="963221" y="174626"/>
                </a:cubicBezTo>
                <a:close/>
                <a:moveTo>
                  <a:pt x="1027187" y="172982"/>
                </a:moveTo>
                <a:lnTo>
                  <a:pt x="1027187" y="172774"/>
                </a:lnTo>
                <a:cubicBezTo>
                  <a:pt x="1027187" y="169073"/>
                  <a:pt x="1027255" y="165372"/>
                  <a:pt x="1027391" y="161670"/>
                </a:cubicBezTo>
                <a:cubicBezTo>
                  <a:pt x="1027529" y="157967"/>
                  <a:pt x="1027907" y="154265"/>
                  <a:pt x="1028524" y="150563"/>
                </a:cubicBezTo>
                <a:cubicBezTo>
                  <a:pt x="1029141" y="146860"/>
                  <a:pt x="1030033" y="143225"/>
                  <a:pt x="1031198" y="139660"/>
                </a:cubicBezTo>
                <a:cubicBezTo>
                  <a:pt x="1032364" y="136095"/>
                  <a:pt x="1033803" y="132701"/>
                  <a:pt x="1035517" y="129479"/>
                </a:cubicBezTo>
                <a:cubicBezTo>
                  <a:pt x="1037232" y="126257"/>
                  <a:pt x="1039221" y="123137"/>
                  <a:pt x="1041483" y="120120"/>
                </a:cubicBezTo>
                <a:cubicBezTo>
                  <a:pt x="1043745" y="117103"/>
                  <a:pt x="1046213" y="114292"/>
                  <a:pt x="1048887" y="111687"/>
                </a:cubicBezTo>
                <a:cubicBezTo>
                  <a:pt x="1051561" y="109082"/>
                  <a:pt x="1054337" y="106648"/>
                  <a:pt x="1057216" y="104387"/>
                </a:cubicBezTo>
                <a:cubicBezTo>
                  <a:pt x="1060097" y="102123"/>
                  <a:pt x="1063046" y="99894"/>
                  <a:pt x="1066061" y="97702"/>
                </a:cubicBezTo>
                <a:cubicBezTo>
                  <a:pt x="1069078" y="95507"/>
                  <a:pt x="1072026" y="93209"/>
                  <a:pt x="1074905" y="90809"/>
                </a:cubicBezTo>
                <a:cubicBezTo>
                  <a:pt x="1077786" y="88409"/>
                  <a:pt x="1080255" y="85667"/>
                  <a:pt x="1082312" y="82583"/>
                </a:cubicBezTo>
                <a:cubicBezTo>
                  <a:pt x="1084369" y="79497"/>
                  <a:pt x="1085911" y="76138"/>
                  <a:pt x="1086938" y="72506"/>
                </a:cubicBezTo>
                <a:cubicBezTo>
                  <a:pt x="1087967" y="68871"/>
                  <a:pt x="1088482" y="65202"/>
                  <a:pt x="1088482" y="61499"/>
                </a:cubicBezTo>
                <a:cubicBezTo>
                  <a:pt x="1088482" y="58210"/>
                  <a:pt x="1088104" y="54885"/>
                  <a:pt x="1087349" y="51525"/>
                </a:cubicBezTo>
                <a:cubicBezTo>
                  <a:pt x="1086596" y="48164"/>
                  <a:pt x="1085225" y="45147"/>
                  <a:pt x="1083238" y="42473"/>
                </a:cubicBezTo>
                <a:cubicBezTo>
                  <a:pt x="1081250" y="39799"/>
                  <a:pt x="1078644" y="37812"/>
                  <a:pt x="1075420" y="36510"/>
                </a:cubicBezTo>
                <a:cubicBezTo>
                  <a:pt x="1072197" y="35207"/>
                  <a:pt x="1068942" y="34555"/>
                  <a:pt x="1065653" y="34555"/>
                </a:cubicBezTo>
                <a:cubicBezTo>
                  <a:pt x="1062635" y="34555"/>
                  <a:pt x="1059618" y="35035"/>
                  <a:pt x="1056601" y="35995"/>
                </a:cubicBezTo>
                <a:cubicBezTo>
                  <a:pt x="1053584" y="36956"/>
                  <a:pt x="1051013" y="38533"/>
                  <a:pt x="1048887" y="40728"/>
                </a:cubicBezTo>
                <a:cubicBezTo>
                  <a:pt x="1046763" y="42921"/>
                  <a:pt x="1045221" y="45492"/>
                  <a:pt x="1044261" y="48440"/>
                </a:cubicBezTo>
                <a:cubicBezTo>
                  <a:pt x="1043300" y="51388"/>
                  <a:pt x="1042820" y="54438"/>
                  <a:pt x="1042820" y="57591"/>
                </a:cubicBezTo>
                <a:lnTo>
                  <a:pt x="1042820" y="57695"/>
                </a:lnTo>
                <a:lnTo>
                  <a:pt x="1042820" y="57799"/>
                </a:lnTo>
                <a:lnTo>
                  <a:pt x="1026776" y="57799"/>
                </a:lnTo>
                <a:lnTo>
                  <a:pt x="1026776" y="57595"/>
                </a:lnTo>
                <a:cubicBezTo>
                  <a:pt x="1026776" y="57457"/>
                  <a:pt x="1026776" y="57318"/>
                  <a:pt x="1026776" y="57180"/>
                </a:cubicBezTo>
                <a:cubicBezTo>
                  <a:pt x="1026776" y="53889"/>
                  <a:pt x="1027153" y="50564"/>
                  <a:pt x="1027906" y="47206"/>
                </a:cubicBezTo>
                <a:cubicBezTo>
                  <a:pt x="1028661" y="43846"/>
                  <a:pt x="1029861" y="40692"/>
                  <a:pt x="1031506" y="37744"/>
                </a:cubicBezTo>
                <a:cubicBezTo>
                  <a:pt x="1033152" y="34796"/>
                  <a:pt x="1035209" y="32156"/>
                  <a:pt x="1037676" y="29825"/>
                </a:cubicBezTo>
                <a:cubicBezTo>
                  <a:pt x="1040145" y="27494"/>
                  <a:pt x="1042888" y="25575"/>
                  <a:pt x="1045905" y="24066"/>
                </a:cubicBezTo>
                <a:cubicBezTo>
                  <a:pt x="1048922" y="22557"/>
                  <a:pt x="1052110" y="21529"/>
                  <a:pt x="1055468" y="20981"/>
                </a:cubicBezTo>
                <a:cubicBezTo>
                  <a:pt x="1058828" y="20433"/>
                  <a:pt x="1062223" y="20159"/>
                  <a:pt x="1065653" y="20159"/>
                </a:cubicBezTo>
                <a:cubicBezTo>
                  <a:pt x="1069216" y="20159"/>
                  <a:pt x="1072780" y="20502"/>
                  <a:pt x="1076346" y="21188"/>
                </a:cubicBezTo>
                <a:cubicBezTo>
                  <a:pt x="1079911" y="21872"/>
                  <a:pt x="1083270" y="23106"/>
                  <a:pt x="1086423" y="24888"/>
                </a:cubicBezTo>
                <a:cubicBezTo>
                  <a:pt x="1089578" y="26671"/>
                  <a:pt x="1092356" y="28899"/>
                  <a:pt x="1094756" y="31573"/>
                </a:cubicBezTo>
                <a:cubicBezTo>
                  <a:pt x="1097156" y="34247"/>
                  <a:pt x="1099110" y="37230"/>
                  <a:pt x="1100619" y="40521"/>
                </a:cubicBezTo>
                <a:cubicBezTo>
                  <a:pt x="1102127" y="43812"/>
                  <a:pt x="1103156" y="47241"/>
                  <a:pt x="1103704" y="50806"/>
                </a:cubicBezTo>
                <a:cubicBezTo>
                  <a:pt x="1104252" y="54371"/>
                  <a:pt x="1104526" y="57936"/>
                  <a:pt x="1104526" y="61499"/>
                </a:cubicBezTo>
                <a:cubicBezTo>
                  <a:pt x="1104526" y="65476"/>
                  <a:pt x="1104080" y="69419"/>
                  <a:pt x="1103189" y="73328"/>
                </a:cubicBezTo>
                <a:cubicBezTo>
                  <a:pt x="1102298" y="77236"/>
                  <a:pt x="1100926" y="80939"/>
                  <a:pt x="1099075" y="84435"/>
                </a:cubicBezTo>
                <a:cubicBezTo>
                  <a:pt x="1097223" y="87931"/>
                  <a:pt x="1094960" y="91188"/>
                  <a:pt x="1092286" y="94205"/>
                </a:cubicBezTo>
                <a:cubicBezTo>
                  <a:pt x="1089612" y="97222"/>
                  <a:pt x="1086766" y="99999"/>
                  <a:pt x="1083749" y="102535"/>
                </a:cubicBezTo>
                <a:cubicBezTo>
                  <a:pt x="1080734" y="105071"/>
                  <a:pt x="1077649" y="107539"/>
                  <a:pt x="1074494" y="109939"/>
                </a:cubicBezTo>
                <a:cubicBezTo>
                  <a:pt x="1071341" y="112338"/>
                  <a:pt x="1068290" y="114875"/>
                  <a:pt x="1065342" y="117549"/>
                </a:cubicBezTo>
                <a:cubicBezTo>
                  <a:pt x="1062394" y="120223"/>
                  <a:pt x="1059651" y="123069"/>
                  <a:pt x="1057113" y="126086"/>
                </a:cubicBezTo>
                <a:cubicBezTo>
                  <a:pt x="1054577" y="129103"/>
                  <a:pt x="1052349" y="132360"/>
                  <a:pt x="1050428" y="135856"/>
                </a:cubicBezTo>
                <a:cubicBezTo>
                  <a:pt x="1048509" y="139353"/>
                  <a:pt x="1047002" y="143020"/>
                  <a:pt x="1045905" y="146860"/>
                </a:cubicBezTo>
                <a:cubicBezTo>
                  <a:pt x="1044809" y="150699"/>
                  <a:pt x="1044055" y="154607"/>
                  <a:pt x="1043642" y="158582"/>
                </a:cubicBezTo>
                <a:lnTo>
                  <a:pt x="1103704" y="158582"/>
                </a:lnTo>
                <a:lnTo>
                  <a:pt x="1103704" y="172982"/>
                </a:lnTo>
                <a:lnTo>
                  <a:pt x="1027187" y="172982"/>
                </a:lnTo>
                <a:close/>
                <a:moveTo>
                  <a:pt x="1198936" y="206096"/>
                </a:moveTo>
                <a:cubicBezTo>
                  <a:pt x="1192901" y="202805"/>
                  <a:pt x="1187313" y="198931"/>
                  <a:pt x="1182170" y="194474"/>
                </a:cubicBezTo>
                <a:cubicBezTo>
                  <a:pt x="1177029" y="190019"/>
                  <a:pt x="1172402" y="185084"/>
                  <a:pt x="1168288" y="179667"/>
                </a:cubicBezTo>
                <a:cubicBezTo>
                  <a:pt x="1164175" y="174250"/>
                  <a:pt x="1160609" y="168490"/>
                  <a:pt x="1157592" y="162389"/>
                </a:cubicBezTo>
                <a:cubicBezTo>
                  <a:pt x="1154575" y="156288"/>
                  <a:pt x="1152175" y="149946"/>
                  <a:pt x="1150392" y="143364"/>
                </a:cubicBezTo>
                <a:cubicBezTo>
                  <a:pt x="1148610" y="136781"/>
                  <a:pt x="1147307" y="130131"/>
                  <a:pt x="1146485" y="123412"/>
                </a:cubicBezTo>
                <a:cubicBezTo>
                  <a:pt x="1145663" y="116694"/>
                  <a:pt x="1145251" y="109906"/>
                  <a:pt x="1145251" y="103050"/>
                </a:cubicBezTo>
                <a:cubicBezTo>
                  <a:pt x="1145251" y="96193"/>
                  <a:pt x="1145663" y="89405"/>
                  <a:pt x="1146485" y="82687"/>
                </a:cubicBezTo>
                <a:cubicBezTo>
                  <a:pt x="1147307" y="75966"/>
                  <a:pt x="1148610" y="69316"/>
                  <a:pt x="1150392" y="62735"/>
                </a:cubicBezTo>
                <a:cubicBezTo>
                  <a:pt x="1152175" y="56153"/>
                  <a:pt x="1154575" y="49811"/>
                  <a:pt x="1157592" y="43710"/>
                </a:cubicBezTo>
                <a:cubicBezTo>
                  <a:pt x="1160609" y="37607"/>
                  <a:pt x="1164175" y="31847"/>
                  <a:pt x="1168288" y="26432"/>
                </a:cubicBezTo>
                <a:cubicBezTo>
                  <a:pt x="1172402" y="21015"/>
                  <a:pt x="1177029" y="16079"/>
                  <a:pt x="1182170" y="11622"/>
                </a:cubicBezTo>
                <a:cubicBezTo>
                  <a:pt x="1187313" y="7165"/>
                  <a:pt x="1192901" y="3291"/>
                  <a:pt x="1198936" y="0"/>
                </a:cubicBezTo>
                <a:lnTo>
                  <a:pt x="1206750" y="12548"/>
                </a:lnTo>
                <a:cubicBezTo>
                  <a:pt x="1199072" y="16935"/>
                  <a:pt x="1192215" y="22489"/>
                  <a:pt x="1186181" y="29210"/>
                </a:cubicBezTo>
                <a:cubicBezTo>
                  <a:pt x="1180148" y="35929"/>
                  <a:pt x="1175247" y="43299"/>
                  <a:pt x="1171477" y="51321"/>
                </a:cubicBezTo>
                <a:cubicBezTo>
                  <a:pt x="1167706" y="59341"/>
                  <a:pt x="1165067" y="67739"/>
                  <a:pt x="1163558" y="76517"/>
                </a:cubicBezTo>
                <a:cubicBezTo>
                  <a:pt x="1162050" y="85292"/>
                  <a:pt x="1161295" y="94136"/>
                  <a:pt x="1161295" y="103050"/>
                </a:cubicBezTo>
                <a:cubicBezTo>
                  <a:pt x="1161295" y="111963"/>
                  <a:pt x="1162050" y="120807"/>
                  <a:pt x="1163558" y="129582"/>
                </a:cubicBezTo>
                <a:cubicBezTo>
                  <a:pt x="1165067" y="138358"/>
                  <a:pt x="1167706" y="146756"/>
                  <a:pt x="1171477" y="154778"/>
                </a:cubicBezTo>
                <a:cubicBezTo>
                  <a:pt x="1175247" y="162800"/>
                  <a:pt x="1180148" y="170171"/>
                  <a:pt x="1186181" y="176889"/>
                </a:cubicBezTo>
                <a:cubicBezTo>
                  <a:pt x="1192215" y="183608"/>
                  <a:pt x="1199072" y="189162"/>
                  <a:pt x="1206750" y="193551"/>
                </a:cubicBezTo>
                <a:lnTo>
                  <a:pt x="1198936" y="206096"/>
                </a:lnTo>
                <a:close/>
                <a:moveTo>
                  <a:pt x="1229172" y="172982"/>
                </a:moveTo>
                <a:lnTo>
                  <a:pt x="1262286" y="119505"/>
                </a:lnTo>
                <a:lnTo>
                  <a:pt x="1229172" y="66025"/>
                </a:lnTo>
                <a:lnTo>
                  <a:pt x="1247887" y="66025"/>
                </a:lnTo>
                <a:lnTo>
                  <a:pt x="1271130" y="104694"/>
                </a:lnTo>
                <a:lnTo>
                  <a:pt x="1294374" y="66025"/>
                </a:lnTo>
                <a:lnTo>
                  <a:pt x="1313089" y="66025"/>
                </a:lnTo>
                <a:lnTo>
                  <a:pt x="1279975" y="119505"/>
                </a:lnTo>
                <a:lnTo>
                  <a:pt x="1313089" y="172982"/>
                </a:lnTo>
                <a:lnTo>
                  <a:pt x="1294374" y="172982"/>
                </a:lnTo>
                <a:lnTo>
                  <a:pt x="1271130" y="134312"/>
                </a:lnTo>
                <a:lnTo>
                  <a:pt x="1247887" y="172982"/>
                </a:lnTo>
                <a:lnTo>
                  <a:pt x="1229172" y="172982"/>
                </a:lnTo>
                <a:close/>
                <a:moveTo>
                  <a:pt x="1366773" y="217203"/>
                </a:moveTo>
                <a:lnTo>
                  <a:pt x="1354640" y="207948"/>
                </a:lnTo>
                <a:cubicBezTo>
                  <a:pt x="1359027" y="203012"/>
                  <a:pt x="1363037" y="197801"/>
                  <a:pt x="1366670" y="192315"/>
                </a:cubicBezTo>
                <a:cubicBezTo>
                  <a:pt x="1370304" y="186831"/>
                  <a:pt x="1373012" y="180935"/>
                  <a:pt x="1374795" y="174626"/>
                </a:cubicBezTo>
                <a:cubicBezTo>
                  <a:pt x="1374659" y="174626"/>
                  <a:pt x="1374488" y="174626"/>
                  <a:pt x="1374280" y="174626"/>
                </a:cubicBezTo>
                <a:cubicBezTo>
                  <a:pt x="1374075" y="174626"/>
                  <a:pt x="1373904" y="174626"/>
                  <a:pt x="1373766" y="174626"/>
                </a:cubicBezTo>
                <a:cubicBezTo>
                  <a:pt x="1371709" y="174626"/>
                  <a:pt x="1369618" y="174283"/>
                  <a:pt x="1367492" y="173597"/>
                </a:cubicBezTo>
                <a:cubicBezTo>
                  <a:pt x="1365368" y="172913"/>
                  <a:pt x="1363552" y="171816"/>
                  <a:pt x="1362043" y="170308"/>
                </a:cubicBezTo>
                <a:cubicBezTo>
                  <a:pt x="1360535" y="168799"/>
                  <a:pt x="1359472" y="167016"/>
                  <a:pt x="1358855" y="164960"/>
                </a:cubicBezTo>
                <a:cubicBezTo>
                  <a:pt x="1358237" y="162903"/>
                  <a:pt x="1357929" y="160777"/>
                  <a:pt x="1357929" y="158582"/>
                </a:cubicBezTo>
                <a:cubicBezTo>
                  <a:pt x="1357929" y="156389"/>
                  <a:pt x="1358237" y="154265"/>
                  <a:pt x="1358855" y="152208"/>
                </a:cubicBezTo>
                <a:cubicBezTo>
                  <a:pt x="1359472" y="150151"/>
                  <a:pt x="1360568" y="148334"/>
                  <a:pt x="1362144" y="146756"/>
                </a:cubicBezTo>
                <a:cubicBezTo>
                  <a:pt x="1363721" y="145179"/>
                  <a:pt x="1365539" y="144082"/>
                  <a:pt x="1367595" y="143467"/>
                </a:cubicBezTo>
                <a:cubicBezTo>
                  <a:pt x="1369652" y="142850"/>
                  <a:pt x="1371778" y="142541"/>
                  <a:pt x="1373973" y="142541"/>
                </a:cubicBezTo>
                <a:cubicBezTo>
                  <a:pt x="1376168" y="142541"/>
                  <a:pt x="1378362" y="142884"/>
                  <a:pt x="1380554" y="143571"/>
                </a:cubicBezTo>
                <a:cubicBezTo>
                  <a:pt x="1382749" y="144255"/>
                  <a:pt x="1384601" y="145386"/>
                  <a:pt x="1386109" y="146963"/>
                </a:cubicBezTo>
                <a:cubicBezTo>
                  <a:pt x="1387618" y="148539"/>
                  <a:pt x="1388646" y="150424"/>
                  <a:pt x="1389195" y="152619"/>
                </a:cubicBezTo>
                <a:cubicBezTo>
                  <a:pt x="1389743" y="154814"/>
                  <a:pt x="1390017" y="157008"/>
                  <a:pt x="1390017" y="159200"/>
                </a:cubicBezTo>
                <a:cubicBezTo>
                  <a:pt x="1390017" y="164548"/>
                  <a:pt x="1389400" y="169827"/>
                  <a:pt x="1388165" y="175037"/>
                </a:cubicBezTo>
                <a:cubicBezTo>
                  <a:pt x="1386931" y="180249"/>
                  <a:pt x="1385285" y="185289"/>
                  <a:pt x="1383228" y="190155"/>
                </a:cubicBezTo>
                <a:cubicBezTo>
                  <a:pt x="1381172" y="195024"/>
                  <a:pt x="1378737" y="199721"/>
                  <a:pt x="1375925" y="204244"/>
                </a:cubicBezTo>
                <a:cubicBezTo>
                  <a:pt x="1373115" y="208770"/>
                  <a:pt x="1370064" y="213090"/>
                  <a:pt x="1366773" y="217203"/>
                </a:cubicBezTo>
                <a:close/>
                <a:moveTo>
                  <a:pt x="1559295" y="217203"/>
                </a:moveTo>
                <a:cubicBezTo>
                  <a:pt x="1560529" y="213090"/>
                  <a:pt x="1561763" y="208941"/>
                  <a:pt x="1562995" y="204759"/>
                </a:cubicBezTo>
                <a:cubicBezTo>
                  <a:pt x="1564230" y="200576"/>
                  <a:pt x="1565464" y="196428"/>
                  <a:pt x="1566699" y="192315"/>
                </a:cubicBezTo>
                <a:lnTo>
                  <a:pt x="1571431" y="176067"/>
                </a:lnTo>
                <a:lnTo>
                  <a:pt x="1538725" y="66025"/>
                </a:lnTo>
                <a:lnTo>
                  <a:pt x="1555387" y="66025"/>
                </a:lnTo>
                <a:lnTo>
                  <a:pt x="1579865" y="151386"/>
                </a:lnTo>
                <a:lnTo>
                  <a:pt x="1603927" y="66025"/>
                </a:lnTo>
                <a:lnTo>
                  <a:pt x="1620590" y="66025"/>
                </a:lnTo>
                <a:lnTo>
                  <a:pt x="1575954" y="217203"/>
                </a:lnTo>
                <a:lnTo>
                  <a:pt x="1559295" y="217203"/>
                </a:lnTo>
                <a:close/>
                <a:moveTo>
                  <a:pt x="1675300" y="217203"/>
                </a:moveTo>
                <a:lnTo>
                  <a:pt x="1663167" y="207948"/>
                </a:lnTo>
                <a:cubicBezTo>
                  <a:pt x="1667554" y="203012"/>
                  <a:pt x="1671564" y="197801"/>
                  <a:pt x="1675196" y="192315"/>
                </a:cubicBezTo>
                <a:cubicBezTo>
                  <a:pt x="1678831" y="186831"/>
                  <a:pt x="1681539" y="180935"/>
                  <a:pt x="1683322" y="174626"/>
                </a:cubicBezTo>
                <a:cubicBezTo>
                  <a:pt x="1683186" y="174626"/>
                  <a:pt x="1683014" y="174626"/>
                  <a:pt x="1682807" y="174626"/>
                </a:cubicBezTo>
                <a:cubicBezTo>
                  <a:pt x="1682602" y="174626"/>
                  <a:pt x="1682431" y="174626"/>
                  <a:pt x="1682293" y="174626"/>
                </a:cubicBezTo>
                <a:cubicBezTo>
                  <a:pt x="1680236" y="174626"/>
                  <a:pt x="1678145" y="174283"/>
                  <a:pt x="1676019" y="173597"/>
                </a:cubicBezTo>
                <a:cubicBezTo>
                  <a:pt x="1673895" y="172913"/>
                  <a:pt x="1672079" y="171816"/>
                  <a:pt x="1670570" y="170308"/>
                </a:cubicBezTo>
                <a:cubicBezTo>
                  <a:pt x="1669062" y="168799"/>
                  <a:pt x="1667999" y="167016"/>
                  <a:pt x="1667382" y="164960"/>
                </a:cubicBezTo>
                <a:cubicBezTo>
                  <a:pt x="1666764" y="162903"/>
                  <a:pt x="1666456" y="160777"/>
                  <a:pt x="1666456" y="158582"/>
                </a:cubicBezTo>
                <a:cubicBezTo>
                  <a:pt x="1666456" y="156389"/>
                  <a:pt x="1666764" y="154265"/>
                  <a:pt x="1667382" y="152208"/>
                </a:cubicBezTo>
                <a:cubicBezTo>
                  <a:pt x="1667999" y="150151"/>
                  <a:pt x="1669095" y="148334"/>
                  <a:pt x="1670671" y="146756"/>
                </a:cubicBezTo>
                <a:cubicBezTo>
                  <a:pt x="1672248" y="145179"/>
                  <a:pt x="1674066" y="144082"/>
                  <a:pt x="1676122" y="143467"/>
                </a:cubicBezTo>
                <a:cubicBezTo>
                  <a:pt x="1678179" y="142850"/>
                  <a:pt x="1680305" y="142541"/>
                  <a:pt x="1682500" y="142541"/>
                </a:cubicBezTo>
                <a:cubicBezTo>
                  <a:pt x="1684695" y="142541"/>
                  <a:pt x="1686888" y="142884"/>
                  <a:pt x="1689081" y="143571"/>
                </a:cubicBezTo>
                <a:cubicBezTo>
                  <a:pt x="1691276" y="144255"/>
                  <a:pt x="1693128" y="145386"/>
                  <a:pt x="1694636" y="146963"/>
                </a:cubicBezTo>
                <a:cubicBezTo>
                  <a:pt x="1696145" y="148539"/>
                  <a:pt x="1697173" y="150424"/>
                  <a:pt x="1697721" y="152619"/>
                </a:cubicBezTo>
                <a:cubicBezTo>
                  <a:pt x="1698270" y="154814"/>
                  <a:pt x="1698544" y="157008"/>
                  <a:pt x="1698544" y="159200"/>
                </a:cubicBezTo>
                <a:cubicBezTo>
                  <a:pt x="1698544" y="164548"/>
                  <a:pt x="1697927" y="169827"/>
                  <a:pt x="1696692" y="175037"/>
                </a:cubicBezTo>
                <a:cubicBezTo>
                  <a:pt x="1695458" y="180249"/>
                  <a:pt x="1693812" y="185289"/>
                  <a:pt x="1691755" y="190155"/>
                </a:cubicBezTo>
                <a:cubicBezTo>
                  <a:pt x="1689698" y="195024"/>
                  <a:pt x="1687264" y="199721"/>
                  <a:pt x="1684452" y="204244"/>
                </a:cubicBezTo>
                <a:cubicBezTo>
                  <a:pt x="1681642" y="208770"/>
                  <a:pt x="1678591" y="213090"/>
                  <a:pt x="1675300" y="217203"/>
                </a:cubicBezTo>
                <a:close/>
                <a:moveTo>
                  <a:pt x="1846226" y="172982"/>
                </a:moveTo>
                <a:lnTo>
                  <a:pt x="1879341" y="119505"/>
                </a:lnTo>
                <a:lnTo>
                  <a:pt x="1846226" y="66025"/>
                </a:lnTo>
                <a:lnTo>
                  <a:pt x="1864941" y="66025"/>
                </a:lnTo>
                <a:lnTo>
                  <a:pt x="1888185" y="104694"/>
                </a:lnTo>
                <a:lnTo>
                  <a:pt x="1911429" y="66025"/>
                </a:lnTo>
                <a:lnTo>
                  <a:pt x="1930143" y="66025"/>
                </a:lnTo>
                <a:lnTo>
                  <a:pt x="1897029" y="119505"/>
                </a:lnTo>
                <a:lnTo>
                  <a:pt x="1930143" y="172982"/>
                </a:lnTo>
                <a:lnTo>
                  <a:pt x="1911429" y="172982"/>
                </a:lnTo>
                <a:lnTo>
                  <a:pt x="1888185" y="134312"/>
                </a:lnTo>
                <a:lnTo>
                  <a:pt x="1864941" y="172982"/>
                </a:lnTo>
                <a:lnTo>
                  <a:pt x="1846226" y="172982"/>
                </a:lnTo>
                <a:close/>
                <a:moveTo>
                  <a:pt x="1952769" y="217203"/>
                </a:moveTo>
                <a:lnTo>
                  <a:pt x="1952769" y="66025"/>
                </a:lnTo>
                <a:lnTo>
                  <a:pt x="1968813" y="66025"/>
                </a:lnTo>
                <a:lnTo>
                  <a:pt x="1968813" y="84743"/>
                </a:lnTo>
                <a:cubicBezTo>
                  <a:pt x="1969909" y="81864"/>
                  <a:pt x="1971349" y="79087"/>
                  <a:pt x="1973131" y="76413"/>
                </a:cubicBezTo>
                <a:cubicBezTo>
                  <a:pt x="1974914" y="73739"/>
                  <a:pt x="1977073" y="71476"/>
                  <a:pt x="1979609" y="69624"/>
                </a:cubicBezTo>
                <a:cubicBezTo>
                  <a:pt x="1982147" y="67773"/>
                  <a:pt x="1984958" y="66436"/>
                  <a:pt x="1988042" y="65613"/>
                </a:cubicBezTo>
                <a:cubicBezTo>
                  <a:pt x="1991129" y="64791"/>
                  <a:pt x="1994249" y="64380"/>
                  <a:pt x="1997405" y="64380"/>
                </a:cubicBezTo>
                <a:cubicBezTo>
                  <a:pt x="2000832" y="64380"/>
                  <a:pt x="2004225" y="64860"/>
                  <a:pt x="2007583" y="65821"/>
                </a:cubicBezTo>
                <a:cubicBezTo>
                  <a:pt x="2010943" y="66779"/>
                  <a:pt x="2013995" y="68287"/>
                  <a:pt x="2016738" y="70346"/>
                </a:cubicBezTo>
                <a:cubicBezTo>
                  <a:pt x="2019481" y="72403"/>
                  <a:pt x="2021777" y="74871"/>
                  <a:pt x="2023627" y="77750"/>
                </a:cubicBezTo>
                <a:cubicBezTo>
                  <a:pt x="2025478" y="80629"/>
                  <a:pt x="2026952" y="83680"/>
                  <a:pt x="2028049" y="86902"/>
                </a:cubicBezTo>
                <a:cubicBezTo>
                  <a:pt x="2029147" y="90124"/>
                  <a:pt x="2029902" y="93450"/>
                  <a:pt x="2030312" y="96879"/>
                </a:cubicBezTo>
                <a:cubicBezTo>
                  <a:pt x="2030724" y="100306"/>
                  <a:pt x="2030930" y="103734"/>
                  <a:pt x="2030930" y="107161"/>
                </a:cubicBezTo>
                <a:lnTo>
                  <a:pt x="2030930" y="131845"/>
                </a:lnTo>
                <a:cubicBezTo>
                  <a:pt x="2030930" y="135273"/>
                  <a:pt x="2030724" y="138701"/>
                  <a:pt x="2030312" y="142130"/>
                </a:cubicBezTo>
                <a:cubicBezTo>
                  <a:pt x="2029902" y="145557"/>
                  <a:pt x="2029147" y="148882"/>
                  <a:pt x="2028049" y="152104"/>
                </a:cubicBezTo>
                <a:cubicBezTo>
                  <a:pt x="2026952" y="155326"/>
                  <a:pt x="2025478" y="158378"/>
                  <a:pt x="2023627" y="161259"/>
                </a:cubicBezTo>
                <a:cubicBezTo>
                  <a:pt x="2021777" y="164138"/>
                  <a:pt x="2019481" y="166606"/>
                  <a:pt x="2016738" y="168663"/>
                </a:cubicBezTo>
                <a:cubicBezTo>
                  <a:pt x="2013995" y="170720"/>
                  <a:pt x="2010943" y="172227"/>
                  <a:pt x="2007583" y="173186"/>
                </a:cubicBezTo>
                <a:cubicBezTo>
                  <a:pt x="2004225" y="174146"/>
                  <a:pt x="2000832" y="174626"/>
                  <a:pt x="1997405" y="174626"/>
                </a:cubicBezTo>
                <a:cubicBezTo>
                  <a:pt x="1994249" y="174626"/>
                  <a:pt x="1991129" y="174215"/>
                  <a:pt x="1988042" y="173393"/>
                </a:cubicBezTo>
                <a:cubicBezTo>
                  <a:pt x="1984958" y="172570"/>
                  <a:pt x="1982147" y="171233"/>
                  <a:pt x="1979609" y="169382"/>
                </a:cubicBezTo>
                <a:cubicBezTo>
                  <a:pt x="1977073" y="167530"/>
                  <a:pt x="1974914" y="165267"/>
                  <a:pt x="1973131" y="162593"/>
                </a:cubicBezTo>
                <a:cubicBezTo>
                  <a:pt x="1971349" y="159919"/>
                  <a:pt x="1969909" y="157143"/>
                  <a:pt x="1968813" y="154264"/>
                </a:cubicBezTo>
                <a:lnTo>
                  <a:pt x="1968813" y="217203"/>
                </a:lnTo>
                <a:lnTo>
                  <a:pt x="1952769" y="217203"/>
                </a:lnTo>
                <a:moveTo>
                  <a:pt x="1991234" y="160230"/>
                </a:moveTo>
                <a:cubicBezTo>
                  <a:pt x="1993565" y="160230"/>
                  <a:pt x="1995861" y="159956"/>
                  <a:pt x="1998123" y="159408"/>
                </a:cubicBezTo>
                <a:cubicBezTo>
                  <a:pt x="2000385" y="158857"/>
                  <a:pt x="2002475" y="157931"/>
                  <a:pt x="2004394" y="156630"/>
                </a:cubicBezTo>
                <a:cubicBezTo>
                  <a:pt x="2006315" y="155326"/>
                  <a:pt x="2007995" y="153715"/>
                  <a:pt x="2009434" y="151797"/>
                </a:cubicBezTo>
                <a:cubicBezTo>
                  <a:pt x="2010876" y="149876"/>
                  <a:pt x="2012008" y="147819"/>
                  <a:pt x="2012830" y="145626"/>
                </a:cubicBezTo>
                <a:cubicBezTo>
                  <a:pt x="2013653" y="143432"/>
                  <a:pt x="2014201" y="141169"/>
                  <a:pt x="2014475" y="138838"/>
                </a:cubicBezTo>
                <a:cubicBezTo>
                  <a:pt x="2014749" y="136507"/>
                  <a:pt x="2014886" y="134176"/>
                  <a:pt x="2014886" y="131845"/>
                </a:cubicBezTo>
                <a:lnTo>
                  <a:pt x="2014886" y="107161"/>
                </a:lnTo>
                <a:cubicBezTo>
                  <a:pt x="2014886" y="104830"/>
                  <a:pt x="2014749" y="102499"/>
                  <a:pt x="2014475" y="100168"/>
                </a:cubicBezTo>
                <a:cubicBezTo>
                  <a:pt x="2014201" y="97838"/>
                  <a:pt x="2013653" y="95576"/>
                  <a:pt x="2012830" y="93383"/>
                </a:cubicBezTo>
                <a:cubicBezTo>
                  <a:pt x="2012008" y="91188"/>
                  <a:pt x="2010876" y="89131"/>
                  <a:pt x="2009434" y="87213"/>
                </a:cubicBezTo>
                <a:cubicBezTo>
                  <a:pt x="2007995" y="85292"/>
                  <a:pt x="2006315" y="83681"/>
                  <a:pt x="2004394" y="82379"/>
                </a:cubicBezTo>
                <a:cubicBezTo>
                  <a:pt x="2002475" y="81076"/>
                  <a:pt x="2000385" y="80150"/>
                  <a:pt x="1998123" y="79602"/>
                </a:cubicBezTo>
                <a:cubicBezTo>
                  <a:pt x="1995861" y="79054"/>
                  <a:pt x="1993565" y="78779"/>
                  <a:pt x="1991234" y="78779"/>
                </a:cubicBezTo>
                <a:cubicBezTo>
                  <a:pt x="1988901" y="78779"/>
                  <a:pt x="1986604" y="79054"/>
                  <a:pt x="1984342" y="79602"/>
                </a:cubicBezTo>
                <a:cubicBezTo>
                  <a:pt x="1982080" y="80150"/>
                  <a:pt x="1980058" y="81110"/>
                  <a:pt x="1978275" y="82483"/>
                </a:cubicBezTo>
                <a:cubicBezTo>
                  <a:pt x="1976493" y="83853"/>
                  <a:pt x="1974950" y="85532"/>
                  <a:pt x="1973646" y="87520"/>
                </a:cubicBezTo>
                <a:cubicBezTo>
                  <a:pt x="1972345" y="89508"/>
                  <a:pt x="1971351" y="91565"/>
                  <a:pt x="1970665" y="93691"/>
                </a:cubicBezTo>
                <a:cubicBezTo>
                  <a:pt x="1969978" y="95816"/>
                  <a:pt x="1969498" y="98010"/>
                  <a:pt x="1969224" y="100272"/>
                </a:cubicBezTo>
                <a:cubicBezTo>
                  <a:pt x="1968950" y="102534"/>
                  <a:pt x="1968813" y="104830"/>
                  <a:pt x="1968813" y="107161"/>
                </a:cubicBezTo>
                <a:lnTo>
                  <a:pt x="1968813" y="131845"/>
                </a:lnTo>
                <a:cubicBezTo>
                  <a:pt x="1968813" y="134176"/>
                  <a:pt x="1968950" y="136474"/>
                  <a:pt x="1969224" y="138737"/>
                </a:cubicBezTo>
                <a:cubicBezTo>
                  <a:pt x="1969498" y="140999"/>
                  <a:pt x="1969978" y="143193"/>
                  <a:pt x="1970665" y="145319"/>
                </a:cubicBezTo>
                <a:cubicBezTo>
                  <a:pt x="1971351" y="147443"/>
                  <a:pt x="1972345" y="149499"/>
                  <a:pt x="1973646" y="151489"/>
                </a:cubicBezTo>
                <a:cubicBezTo>
                  <a:pt x="1974950" y="153477"/>
                  <a:pt x="1976493" y="155156"/>
                  <a:pt x="1978275" y="156526"/>
                </a:cubicBezTo>
                <a:cubicBezTo>
                  <a:pt x="1980058" y="157897"/>
                  <a:pt x="1982080" y="158857"/>
                  <a:pt x="1984342" y="159408"/>
                </a:cubicBezTo>
                <a:cubicBezTo>
                  <a:pt x="1986604" y="159956"/>
                  <a:pt x="1988901" y="160230"/>
                  <a:pt x="1991234" y="160230"/>
                </a:cubicBezTo>
                <a:close/>
                <a:moveTo>
                  <a:pt x="2107443" y="174626"/>
                </a:moveTo>
                <a:cubicBezTo>
                  <a:pt x="2104428" y="174626"/>
                  <a:pt x="2101378" y="174248"/>
                  <a:pt x="2098292" y="173493"/>
                </a:cubicBezTo>
                <a:cubicBezTo>
                  <a:pt x="2095205" y="172740"/>
                  <a:pt x="2092394" y="171438"/>
                  <a:pt x="2089858" y="169589"/>
                </a:cubicBezTo>
                <a:cubicBezTo>
                  <a:pt x="2087322" y="167737"/>
                  <a:pt x="2085163" y="165509"/>
                  <a:pt x="2083381" y="162904"/>
                </a:cubicBezTo>
                <a:cubicBezTo>
                  <a:pt x="2081598" y="160299"/>
                  <a:pt x="2080192" y="157522"/>
                  <a:pt x="2079162" y="154574"/>
                </a:cubicBezTo>
                <a:cubicBezTo>
                  <a:pt x="2078135" y="151626"/>
                  <a:pt x="2077450" y="148609"/>
                  <a:pt x="2077107" y="145523"/>
                </a:cubicBezTo>
                <a:cubicBezTo>
                  <a:pt x="2076764" y="142437"/>
                  <a:pt x="2076592" y="139317"/>
                  <a:pt x="2076592" y="136164"/>
                </a:cubicBezTo>
                <a:lnTo>
                  <a:pt x="2076592" y="80424"/>
                </a:lnTo>
                <a:lnTo>
                  <a:pt x="2056848" y="80424"/>
                </a:lnTo>
                <a:lnTo>
                  <a:pt x="2056848" y="66025"/>
                </a:lnTo>
                <a:lnTo>
                  <a:pt x="2076592" y="66025"/>
                </a:lnTo>
                <a:lnTo>
                  <a:pt x="2076592" y="21803"/>
                </a:lnTo>
                <a:lnTo>
                  <a:pt x="2092636" y="21803"/>
                </a:lnTo>
                <a:lnTo>
                  <a:pt x="2092636" y="66025"/>
                </a:lnTo>
                <a:lnTo>
                  <a:pt x="2128835" y="66025"/>
                </a:lnTo>
                <a:lnTo>
                  <a:pt x="2128835" y="80424"/>
                </a:lnTo>
                <a:lnTo>
                  <a:pt x="2092636" y="80424"/>
                </a:lnTo>
                <a:lnTo>
                  <a:pt x="2092636" y="136164"/>
                </a:lnTo>
                <a:cubicBezTo>
                  <a:pt x="2092636" y="137947"/>
                  <a:pt x="2092704" y="139729"/>
                  <a:pt x="2092840" y="141512"/>
                </a:cubicBezTo>
                <a:cubicBezTo>
                  <a:pt x="2092978" y="143295"/>
                  <a:pt x="2093252" y="145043"/>
                  <a:pt x="2093662" y="146756"/>
                </a:cubicBezTo>
                <a:cubicBezTo>
                  <a:pt x="2094074" y="148470"/>
                  <a:pt x="2094623" y="150150"/>
                  <a:pt x="2095307" y="151797"/>
                </a:cubicBezTo>
                <a:cubicBezTo>
                  <a:pt x="2095993" y="153441"/>
                  <a:pt x="2096919" y="154915"/>
                  <a:pt x="2098084" y="156219"/>
                </a:cubicBezTo>
                <a:cubicBezTo>
                  <a:pt x="2099252" y="157520"/>
                  <a:pt x="2100692" y="158514"/>
                  <a:pt x="2102406" y="159200"/>
                </a:cubicBezTo>
                <a:cubicBezTo>
                  <a:pt x="2104120" y="159887"/>
                  <a:pt x="2105799" y="160230"/>
                  <a:pt x="2107443" y="160230"/>
                </a:cubicBezTo>
                <a:cubicBezTo>
                  <a:pt x="2109090" y="160230"/>
                  <a:pt x="2110701" y="159956"/>
                  <a:pt x="2112277" y="159408"/>
                </a:cubicBezTo>
                <a:cubicBezTo>
                  <a:pt x="2113854" y="158857"/>
                  <a:pt x="2115226" y="158034"/>
                  <a:pt x="2116391" y="156938"/>
                </a:cubicBezTo>
                <a:cubicBezTo>
                  <a:pt x="2117557" y="155841"/>
                  <a:pt x="2118516" y="154573"/>
                  <a:pt x="2119269" y="153134"/>
                </a:cubicBezTo>
                <a:cubicBezTo>
                  <a:pt x="2120025" y="151694"/>
                  <a:pt x="2120642" y="150186"/>
                  <a:pt x="2121121" y="148608"/>
                </a:cubicBezTo>
                <a:cubicBezTo>
                  <a:pt x="2121602" y="147030"/>
                  <a:pt x="2121945" y="145419"/>
                  <a:pt x="2122150" y="143775"/>
                </a:cubicBezTo>
                <a:cubicBezTo>
                  <a:pt x="2122358" y="142128"/>
                  <a:pt x="2122461" y="140482"/>
                  <a:pt x="2122461" y="138838"/>
                </a:cubicBezTo>
                <a:cubicBezTo>
                  <a:pt x="2122461" y="138700"/>
                  <a:pt x="2122461" y="138528"/>
                  <a:pt x="2122461" y="138323"/>
                </a:cubicBezTo>
                <a:cubicBezTo>
                  <a:pt x="2122461" y="138118"/>
                  <a:pt x="2122461" y="137879"/>
                  <a:pt x="2122461" y="137604"/>
                </a:cubicBezTo>
                <a:lnTo>
                  <a:pt x="2138502" y="137604"/>
                </a:lnTo>
                <a:cubicBezTo>
                  <a:pt x="2138502" y="138015"/>
                  <a:pt x="2138502" y="138391"/>
                  <a:pt x="2138502" y="138734"/>
                </a:cubicBezTo>
                <a:cubicBezTo>
                  <a:pt x="2138502" y="139077"/>
                  <a:pt x="2138502" y="139386"/>
                  <a:pt x="2138502" y="139660"/>
                </a:cubicBezTo>
                <a:cubicBezTo>
                  <a:pt x="2138502" y="142677"/>
                  <a:pt x="2138228" y="145625"/>
                  <a:pt x="2137680" y="148504"/>
                </a:cubicBezTo>
                <a:cubicBezTo>
                  <a:pt x="2137132" y="151383"/>
                  <a:pt x="2136308" y="154160"/>
                  <a:pt x="2135210" y="156834"/>
                </a:cubicBezTo>
                <a:cubicBezTo>
                  <a:pt x="2134113" y="159508"/>
                  <a:pt x="2132639" y="162045"/>
                  <a:pt x="2130788" y="164445"/>
                </a:cubicBezTo>
                <a:cubicBezTo>
                  <a:pt x="2128938" y="166845"/>
                  <a:pt x="2126779" y="168834"/>
                  <a:pt x="2124310" y="170411"/>
                </a:cubicBezTo>
                <a:cubicBezTo>
                  <a:pt x="2121843" y="171987"/>
                  <a:pt x="2119169" y="173083"/>
                  <a:pt x="2116288" y="173700"/>
                </a:cubicBezTo>
                <a:cubicBezTo>
                  <a:pt x="2113409" y="174318"/>
                  <a:pt x="2110461" y="174626"/>
                  <a:pt x="2107443" y="174626"/>
                </a:cubicBezTo>
                <a:close/>
                <a:moveTo>
                  <a:pt x="2170794" y="172982"/>
                </a:moveTo>
                <a:lnTo>
                  <a:pt x="2170794" y="66025"/>
                </a:lnTo>
                <a:lnTo>
                  <a:pt x="2186838" y="66025"/>
                </a:lnTo>
                <a:lnTo>
                  <a:pt x="2186838" y="88239"/>
                </a:lnTo>
                <a:cubicBezTo>
                  <a:pt x="2187661" y="85222"/>
                  <a:pt x="2188826" y="82274"/>
                  <a:pt x="2190335" y="79395"/>
                </a:cubicBezTo>
                <a:cubicBezTo>
                  <a:pt x="2191843" y="76516"/>
                  <a:pt x="2193694" y="73911"/>
                  <a:pt x="2195887" y="71580"/>
                </a:cubicBezTo>
                <a:cubicBezTo>
                  <a:pt x="2198081" y="69249"/>
                  <a:pt x="2200687" y="67466"/>
                  <a:pt x="2203705" y="66232"/>
                </a:cubicBezTo>
                <a:cubicBezTo>
                  <a:pt x="2206722" y="64997"/>
                  <a:pt x="2209807" y="64380"/>
                  <a:pt x="2212960" y="64380"/>
                </a:cubicBezTo>
                <a:cubicBezTo>
                  <a:pt x="2215567" y="64380"/>
                  <a:pt x="2218139" y="64689"/>
                  <a:pt x="2220674" y="65306"/>
                </a:cubicBezTo>
                <a:cubicBezTo>
                  <a:pt x="2223210" y="65923"/>
                  <a:pt x="2225507" y="66986"/>
                  <a:pt x="2227563" y="68495"/>
                </a:cubicBezTo>
                <a:cubicBezTo>
                  <a:pt x="2229620" y="70003"/>
                  <a:pt x="2231368" y="71820"/>
                  <a:pt x="2232808" y="73946"/>
                </a:cubicBezTo>
                <a:cubicBezTo>
                  <a:pt x="2234250" y="76070"/>
                  <a:pt x="2235347" y="78332"/>
                  <a:pt x="2236100" y="80732"/>
                </a:cubicBezTo>
                <a:cubicBezTo>
                  <a:pt x="2236856" y="83132"/>
                  <a:pt x="2237370" y="85601"/>
                  <a:pt x="2237644" y="88139"/>
                </a:cubicBezTo>
                <a:cubicBezTo>
                  <a:pt x="2237918" y="90674"/>
                  <a:pt x="2238055" y="93245"/>
                  <a:pt x="2238055" y="95850"/>
                </a:cubicBezTo>
                <a:lnTo>
                  <a:pt x="2222011" y="95850"/>
                </a:lnTo>
                <a:cubicBezTo>
                  <a:pt x="2222011" y="93793"/>
                  <a:pt x="2221840" y="91771"/>
                  <a:pt x="2221497" y="89783"/>
                </a:cubicBezTo>
                <a:cubicBezTo>
                  <a:pt x="2221154" y="87793"/>
                  <a:pt x="2220467" y="85907"/>
                  <a:pt x="2219438" y="84124"/>
                </a:cubicBezTo>
                <a:cubicBezTo>
                  <a:pt x="2218411" y="82342"/>
                  <a:pt x="2216971" y="81006"/>
                  <a:pt x="2215119" y="80116"/>
                </a:cubicBezTo>
                <a:cubicBezTo>
                  <a:pt x="2213270" y="79225"/>
                  <a:pt x="2211317" y="78779"/>
                  <a:pt x="2209260" y="78779"/>
                </a:cubicBezTo>
                <a:cubicBezTo>
                  <a:pt x="2206517" y="78779"/>
                  <a:pt x="2203876" y="79362"/>
                  <a:pt x="2201338" y="80528"/>
                </a:cubicBezTo>
                <a:cubicBezTo>
                  <a:pt x="2198802" y="81693"/>
                  <a:pt x="2196677" y="83304"/>
                  <a:pt x="2194964" y="85361"/>
                </a:cubicBezTo>
                <a:cubicBezTo>
                  <a:pt x="2193250" y="87418"/>
                  <a:pt x="2191879" y="89715"/>
                  <a:pt x="2190849" y="92253"/>
                </a:cubicBezTo>
                <a:cubicBezTo>
                  <a:pt x="2189822" y="94789"/>
                  <a:pt x="2189000" y="97394"/>
                  <a:pt x="2188382" y="100068"/>
                </a:cubicBezTo>
                <a:cubicBezTo>
                  <a:pt x="2187765" y="102740"/>
                  <a:pt x="2187353" y="105447"/>
                  <a:pt x="2187146" y="108190"/>
                </a:cubicBezTo>
                <a:cubicBezTo>
                  <a:pt x="2186941" y="110933"/>
                  <a:pt x="2186838" y="113607"/>
                  <a:pt x="2186838" y="116212"/>
                </a:cubicBezTo>
                <a:lnTo>
                  <a:pt x="2186838" y="172982"/>
                </a:lnTo>
                <a:lnTo>
                  <a:pt x="2170794" y="172982"/>
                </a:lnTo>
                <a:close/>
                <a:moveTo>
                  <a:pt x="2292355" y="217203"/>
                </a:moveTo>
                <a:lnTo>
                  <a:pt x="2280221" y="207948"/>
                </a:lnTo>
                <a:cubicBezTo>
                  <a:pt x="2284609" y="203012"/>
                  <a:pt x="2288619" y="197801"/>
                  <a:pt x="2292251" y="192315"/>
                </a:cubicBezTo>
                <a:cubicBezTo>
                  <a:pt x="2295885" y="186831"/>
                  <a:pt x="2298594" y="180935"/>
                  <a:pt x="2300377" y="174626"/>
                </a:cubicBezTo>
                <a:cubicBezTo>
                  <a:pt x="2300241" y="174626"/>
                  <a:pt x="2300069" y="174626"/>
                  <a:pt x="2299862" y="174626"/>
                </a:cubicBezTo>
                <a:cubicBezTo>
                  <a:pt x="2299657" y="174626"/>
                  <a:pt x="2299485" y="174626"/>
                  <a:pt x="2299347" y="174626"/>
                </a:cubicBezTo>
                <a:cubicBezTo>
                  <a:pt x="2297290" y="174626"/>
                  <a:pt x="2295199" y="174283"/>
                  <a:pt x="2293073" y="173597"/>
                </a:cubicBezTo>
                <a:cubicBezTo>
                  <a:pt x="2290950" y="172913"/>
                  <a:pt x="2289133" y="171816"/>
                  <a:pt x="2287625" y="170308"/>
                </a:cubicBezTo>
                <a:cubicBezTo>
                  <a:pt x="2286116" y="168799"/>
                  <a:pt x="2285053" y="167016"/>
                  <a:pt x="2284436" y="164960"/>
                </a:cubicBezTo>
                <a:cubicBezTo>
                  <a:pt x="2283819" y="162903"/>
                  <a:pt x="2283510" y="160777"/>
                  <a:pt x="2283510" y="158582"/>
                </a:cubicBezTo>
                <a:cubicBezTo>
                  <a:pt x="2283510" y="156389"/>
                  <a:pt x="2283819" y="154265"/>
                  <a:pt x="2284436" y="152208"/>
                </a:cubicBezTo>
                <a:cubicBezTo>
                  <a:pt x="2285053" y="150151"/>
                  <a:pt x="2286150" y="148334"/>
                  <a:pt x="2287725" y="146756"/>
                </a:cubicBezTo>
                <a:cubicBezTo>
                  <a:pt x="2289303" y="145179"/>
                  <a:pt x="2291120" y="144082"/>
                  <a:pt x="2293177" y="143467"/>
                </a:cubicBezTo>
                <a:cubicBezTo>
                  <a:pt x="2295234" y="142850"/>
                  <a:pt x="2297359" y="142541"/>
                  <a:pt x="2299554" y="142541"/>
                </a:cubicBezTo>
                <a:cubicBezTo>
                  <a:pt x="2301749" y="142541"/>
                  <a:pt x="2303943" y="142884"/>
                  <a:pt x="2306136" y="143571"/>
                </a:cubicBezTo>
                <a:cubicBezTo>
                  <a:pt x="2308331" y="144255"/>
                  <a:pt x="2310182" y="145386"/>
                  <a:pt x="2311691" y="146963"/>
                </a:cubicBezTo>
                <a:cubicBezTo>
                  <a:pt x="2313199" y="148539"/>
                  <a:pt x="2314228" y="150424"/>
                  <a:pt x="2314776" y="152619"/>
                </a:cubicBezTo>
                <a:cubicBezTo>
                  <a:pt x="2315324" y="154814"/>
                  <a:pt x="2315598" y="157008"/>
                  <a:pt x="2315598" y="159200"/>
                </a:cubicBezTo>
                <a:cubicBezTo>
                  <a:pt x="2315598" y="164548"/>
                  <a:pt x="2314981" y="169827"/>
                  <a:pt x="2313747" y="175037"/>
                </a:cubicBezTo>
                <a:cubicBezTo>
                  <a:pt x="2312512" y="180249"/>
                  <a:pt x="2310867" y="185289"/>
                  <a:pt x="2308810" y="190155"/>
                </a:cubicBezTo>
                <a:cubicBezTo>
                  <a:pt x="2306753" y="195024"/>
                  <a:pt x="2304319" y="199721"/>
                  <a:pt x="2301506" y="204244"/>
                </a:cubicBezTo>
                <a:cubicBezTo>
                  <a:pt x="2298696" y="208770"/>
                  <a:pt x="2295646" y="213090"/>
                  <a:pt x="2292355" y="217203"/>
                </a:cubicBezTo>
                <a:close/>
                <a:moveTo>
                  <a:pt x="2484876" y="217203"/>
                </a:moveTo>
                <a:cubicBezTo>
                  <a:pt x="2486111" y="213090"/>
                  <a:pt x="2487344" y="208941"/>
                  <a:pt x="2488577" y="204759"/>
                </a:cubicBezTo>
                <a:cubicBezTo>
                  <a:pt x="2489811" y="200576"/>
                  <a:pt x="2491046" y="196428"/>
                  <a:pt x="2492280" y="192315"/>
                </a:cubicBezTo>
                <a:lnTo>
                  <a:pt x="2497013" y="176067"/>
                </a:lnTo>
                <a:lnTo>
                  <a:pt x="2464307" y="66025"/>
                </a:lnTo>
                <a:lnTo>
                  <a:pt x="2480969" y="66025"/>
                </a:lnTo>
                <a:lnTo>
                  <a:pt x="2505446" y="151386"/>
                </a:lnTo>
                <a:lnTo>
                  <a:pt x="2529509" y="66025"/>
                </a:lnTo>
                <a:lnTo>
                  <a:pt x="2546171" y="66025"/>
                </a:lnTo>
                <a:lnTo>
                  <a:pt x="2501535" y="217203"/>
                </a:lnTo>
                <a:lnTo>
                  <a:pt x="2484876" y="217203"/>
                </a:lnTo>
                <a:close/>
                <a:moveTo>
                  <a:pt x="2569823" y="217203"/>
                </a:moveTo>
                <a:lnTo>
                  <a:pt x="2569823" y="66025"/>
                </a:lnTo>
                <a:lnTo>
                  <a:pt x="2585867" y="66025"/>
                </a:lnTo>
                <a:lnTo>
                  <a:pt x="2585867" y="84743"/>
                </a:lnTo>
                <a:cubicBezTo>
                  <a:pt x="2586964" y="81864"/>
                  <a:pt x="2588403" y="79087"/>
                  <a:pt x="2590186" y="76413"/>
                </a:cubicBezTo>
                <a:cubicBezTo>
                  <a:pt x="2591968" y="73739"/>
                  <a:pt x="2594128" y="71476"/>
                  <a:pt x="2596664" y="69624"/>
                </a:cubicBezTo>
                <a:cubicBezTo>
                  <a:pt x="2599202" y="67773"/>
                  <a:pt x="2602013" y="66436"/>
                  <a:pt x="2605097" y="65613"/>
                </a:cubicBezTo>
                <a:cubicBezTo>
                  <a:pt x="2608183" y="64791"/>
                  <a:pt x="2611304" y="64380"/>
                  <a:pt x="2614459" y="64380"/>
                </a:cubicBezTo>
                <a:cubicBezTo>
                  <a:pt x="2617886" y="64380"/>
                  <a:pt x="2621279" y="64860"/>
                  <a:pt x="2624637" y="65821"/>
                </a:cubicBezTo>
                <a:cubicBezTo>
                  <a:pt x="2627997" y="66779"/>
                  <a:pt x="2631049" y="68287"/>
                  <a:pt x="2633792" y="70346"/>
                </a:cubicBezTo>
                <a:cubicBezTo>
                  <a:pt x="2636535" y="72403"/>
                  <a:pt x="2638831" y="74871"/>
                  <a:pt x="2640681" y="77750"/>
                </a:cubicBezTo>
                <a:cubicBezTo>
                  <a:pt x="2642533" y="80629"/>
                  <a:pt x="2644007" y="83680"/>
                  <a:pt x="2645103" y="86902"/>
                </a:cubicBezTo>
                <a:cubicBezTo>
                  <a:pt x="2646202" y="90124"/>
                  <a:pt x="2646956" y="93450"/>
                  <a:pt x="2647366" y="96879"/>
                </a:cubicBezTo>
                <a:cubicBezTo>
                  <a:pt x="2647778" y="100306"/>
                  <a:pt x="2647984" y="103734"/>
                  <a:pt x="2647984" y="107161"/>
                </a:cubicBezTo>
                <a:lnTo>
                  <a:pt x="2647984" y="131845"/>
                </a:lnTo>
                <a:cubicBezTo>
                  <a:pt x="2647984" y="135273"/>
                  <a:pt x="2647778" y="138701"/>
                  <a:pt x="2647366" y="142130"/>
                </a:cubicBezTo>
                <a:cubicBezTo>
                  <a:pt x="2646956" y="145557"/>
                  <a:pt x="2646202" y="148882"/>
                  <a:pt x="2645103" y="152104"/>
                </a:cubicBezTo>
                <a:cubicBezTo>
                  <a:pt x="2644007" y="155326"/>
                  <a:pt x="2642533" y="158378"/>
                  <a:pt x="2640681" y="161259"/>
                </a:cubicBezTo>
                <a:cubicBezTo>
                  <a:pt x="2638831" y="164138"/>
                  <a:pt x="2636535" y="166606"/>
                  <a:pt x="2633792" y="168663"/>
                </a:cubicBezTo>
                <a:cubicBezTo>
                  <a:pt x="2631049" y="170720"/>
                  <a:pt x="2627997" y="172227"/>
                  <a:pt x="2624637" y="173186"/>
                </a:cubicBezTo>
                <a:cubicBezTo>
                  <a:pt x="2621279" y="174146"/>
                  <a:pt x="2617886" y="174626"/>
                  <a:pt x="2614459" y="174626"/>
                </a:cubicBezTo>
                <a:cubicBezTo>
                  <a:pt x="2611304" y="174626"/>
                  <a:pt x="2608183" y="174215"/>
                  <a:pt x="2605097" y="173393"/>
                </a:cubicBezTo>
                <a:cubicBezTo>
                  <a:pt x="2602013" y="172570"/>
                  <a:pt x="2599202" y="171233"/>
                  <a:pt x="2596664" y="169382"/>
                </a:cubicBezTo>
                <a:cubicBezTo>
                  <a:pt x="2594128" y="167530"/>
                  <a:pt x="2591968" y="165267"/>
                  <a:pt x="2590186" y="162593"/>
                </a:cubicBezTo>
                <a:cubicBezTo>
                  <a:pt x="2588403" y="159919"/>
                  <a:pt x="2586964" y="157143"/>
                  <a:pt x="2585867" y="154264"/>
                </a:cubicBezTo>
                <a:lnTo>
                  <a:pt x="2585867" y="217203"/>
                </a:lnTo>
                <a:lnTo>
                  <a:pt x="2569823" y="217203"/>
                </a:lnTo>
                <a:moveTo>
                  <a:pt x="2608289" y="160230"/>
                </a:moveTo>
                <a:cubicBezTo>
                  <a:pt x="2610619" y="160230"/>
                  <a:pt x="2612916" y="159956"/>
                  <a:pt x="2615178" y="159408"/>
                </a:cubicBezTo>
                <a:cubicBezTo>
                  <a:pt x="2617439" y="158857"/>
                  <a:pt x="2619530" y="157931"/>
                  <a:pt x="2621448" y="156630"/>
                </a:cubicBezTo>
                <a:cubicBezTo>
                  <a:pt x="2623369" y="155326"/>
                  <a:pt x="2625049" y="153715"/>
                  <a:pt x="2626489" y="151797"/>
                </a:cubicBezTo>
                <a:cubicBezTo>
                  <a:pt x="2627930" y="149876"/>
                  <a:pt x="2629062" y="147819"/>
                  <a:pt x="2629885" y="145626"/>
                </a:cubicBezTo>
                <a:cubicBezTo>
                  <a:pt x="2630707" y="143432"/>
                  <a:pt x="2631255" y="141169"/>
                  <a:pt x="2631529" y="138838"/>
                </a:cubicBezTo>
                <a:cubicBezTo>
                  <a:pt x="2631803" y="136507"/>
                  <a:pt x="2631940" y="134176"/>
                  <a:pt x="2631940" y="131845"/>
                </a:cubicBezTo>
                <a:lnTo>
                  <a:pt x="2631940" y="107161"/>
                </a:lnTo>
                <a:cubicBezTo>
                  <a:pt x="2631940" y="104830"/>
                  <a:pt x="2631803" y="102499"/>
                  <a:pt x="2631529" y="100168"/>
                </a:cubicBezTo>
                <a:cubicBezTo>
                  <a:pt x="2631255" y="97838"/>
                  <a:pt x="2630707" y="95576"/>
                  <a:pt x="2629885" y="93383"/>
                </a:cubicBezTo>
                <a:cubicBezTo>
                  <a:pt x="2629062" y="91188"/>
                  <a:pt x="2627930" y="89131"/>
                  <a:pt x="2626489" y="87213"/>
                </a:cubicBezTo>
                <a:cubicBezTo>
                  <a:pt x="2625049" y="85292"/>
                  <a:pt x="2623369" y="83681"/>
                  <a:pt x="2621448" y="82379"/>
                </a:cubicBezTo>
                <a:cubicBezTo>
                  <a:pt x="2619530" y="81076"/>
                  <a:pt x="2617439" y="80150"/>
                  <a:pt x="2615178" y="79602"/>
                </a:cubicBezTo>
                <a:cubicBezTo>
                  <a:pt x="2612916" y="79054"/>
                  <a:pt x="2610619" y="78779"/>
                  <a:pt x="2608289" y="78779"/>
                </a:cubicBezTo>
                <a:cubicBezTo>
                  <a:pt x="2605956" y="78779"/>
                  <a:pt x="2603658" y="79054"/>
                  <a:pt x="2601396" y="79602"/>
                </a:cubicBezTo>
                <a:cubicBezTo>
                  <a:pt x="2599135" y="80150"/>
                  <a:pt x="2597112" y="81110"/>
                  <a:pt x="2595330" y="82483"/>
                </a:cubicBezTo>
                <a:cubicBezTo>
                  <a:pt x="2593547" y="83853"/>
                  <a:pt x="2592004" y="85532"/>
                  <a:pt x="2590700" y="87520"/>
                </a:cubicBezTo>
                <a:cubicBezTo>
                  <a:pt x="2589399" y="89508"/>
                  <a:pt x="2588405" y="91565"/>
                  <a:pt x="2587719" y="93691"/>
                </a:cubicBezTo>
                <a:cubicBezTo>
                  <a:pt x="2587033" y="95816"/>
                  <a:pt x="2586552" y="98010"/>
                  <a:pt x="2586278" y="100272"/>
                </a:cubicBezTo>
                <a:cubicBezTo>
                  <a:pt x="2586004" y="102534"/>
                  <a:pt x="2585867" y="104830"/>
                  <a:pt x="2585867" y="107161"/>
                </a:cubicBezTo>
                <a:lnTo>
                  <a:pt x="2585867" y="131845"/>
                </a:lnTo>
                <a:cubicBezTo>
                  <a:pt x="2585867" y="134176"/>
                  <a:pt x="2586004" y="136474"/>
                  <a:pt x="2586278" y="138737"/>
                </a:cubicBezTo>
                <a:cubicBezTo>
                  <a:pt x="2586552" y="140999"/>
                  <a:pt x="2587033" y="143193"/>
                  <a:pt x="2587719" y="145319"/>
                </a:cubicBezTo>
                <a:cubicBezTo>
                  <a:pt x="2588405" y="147443"/>
                  <a:pt x="2589399" y="149499"/>
                  <a:pt x="2590700" y="151489"/>
                </a:cubicBezTo>
                <a:cubicBezTo>
                  <a:pt x="2592004" y="153477"/>
                  <a:pt x="2593547" y="155156"/>
                  <a:pt x="2595330" y="156526"/>
                </a:cubicBezTo>
                <a:cubicBezTo>
                  <a:pt x="2597112" y="157897"/>
                  <a:pt x="2599135" y="158857"/>
                  <a:pt x="2601396" y="159408"/>
                </a:cubicBezTo>
                <a:cubicBezTo>
                  <a:pt x="2603658" y="159956"/>
                  <a:pt x="2605956" y="160230"/>
                  <a:pt x="2608289" y="160230"/>
                </a:cubicBezTo>
                <a:close/>
                <a:moveTo>
                  <a:pt x="2724498" y="174626"/>
                </a:moveTo>
                <a:cubicBezTo>
                  <a:pt x="2721483" y="174626"/>
                  <a:pt x="2718432" y="174248"/>
                  <a:pt x="2715346" y="173493"/>
                </a:cubicBezTo>
                <a:cubicBezTo>
                  <a:pt x="2712260" y="172740"/>
                  <a:pt x="2709449" y="171438"/>
                  <a:pt x="2706913" y="169589"/>
                </a:cubicBezTo>
                <a:cubicBezTo>
                  <a:pt x="2704377" y="167737"/>
                  <a:pt x="2702218" y="165509"/>
                  <a:pt x="2700435" y="162904"/>
                </a:cubicBezTo>
                <a:cubicBezTo>
                  <a:pt x="2698652" y="160299"/>
                  <a:pt x="2697246" y="157522"/>
                  <a:pt x="2696217" y="154574"/>
                </a:cubicBezTo>
                <a:cubicBezTo>
                  <a:pt x="2695189" y="151626"/>
                  <a:pt x="2694504" y="148609"/>
                  <a:pt x="2694161" y="145523"/>
                </a:cubicBezTo>
                <a:cubicBezTo>
                  <a:pt x="2693818" y="142437"/>
                  <a:pt x="2693646" y="139317"/>
                  <a:pt x="2693646" y="136164"/>
                </a:cubicBezTo>
                <a:lnTo>
                  <a:pt x="2693646" y="80424"/>
                </a:lnTo>
                <a:lnTo>
                  <a:pt x="2673902" y="80424"/>
                </a:lnTo>
                <a:lnTo>
                  <a:pt x="2673902" y="66025"/>
                </a:lnTo>
                <a:lnTo>
                  <a:pt x="2693646" y="66025"/>
                </a:lnTo>
                <a:lnTo>
                  <a:pt x="2693646" y="21803"/>
                </a:lnTo>
                <a:lnTo>
                  <a:pt x="2709690" y="21803"/>
                </a:lnTo>
                <a:lnTo>
                  <a:pt x="2709690" y="66025"/>
                </a:lnTo>
                <a:lnTo>
                  <a:pt x="2745890" y="66025"/>
                </a:lnTo>
                <a:lnTo>
                  <a:pt x="2745890" y="80424"/>
                </a:lnTo>
                <a:lnTo>
                  <a:pt x="2709690" y="80424"/>
                </a:lnTo>
                <a:lnTo>
                  <a:pt x="2709690" y="136164"/>
                </a:lnTo>
                <a:cubicBezTo>
                  <a:pt x="2709690" y="137947"/>
                  <a:pt x="2709758" y="139729"/>
                  <a:pt x="2709894" y="141512"/>
                </a:cubicBezTo>
                <a:cubicBezTo>
                  <a:pt x="2710032" y="143295"/>
                  <a:pt x="2710306" y="145043"/>
                  <a:pt x="2710717" y="146756"/>
                </a:cubicBezTo>
                <a:cubicBezTo>
                  <a:pt x="2711129" y="148470"/>
                  <a:pt x="2711677" y="150150"/>
                  <a:pt x="2712361" y="151797"/>
                </a:cubicBezTo>
                <a:cubicBezTo>
                  <a:pt x="2713047" y="153441"/>
                  <a:pt x="2713973" y="154915"/>
                  <a:pt x="2715139" y="156219"/>
                </a:cubicBezTo>
                <a:cubicBezTo>
                  <a:pt x="2716306" y="157520"/>
                  <a:pt x="2717747" y="158514"/>
                  <a:pt x="2719460" y="159200"/>
                </a:cubicBezTo>
                <a:cubicBezTo>
                  <a:pt x="2721174" y="159887"/>
                  <a:pt x="2722853" y="160230"/>
                  <a:pt x="2724498" y="160230"/>
                </a:cubicBezTo>
                <a:cubicBezTo>
                  <a:pt x="2726144" y="160230"/>
                  <a:pt x="2727755" y="159956"/>
                  <a:pt x="2729331" y="159408"/>
                </a:cubicBezTo>
                <a:cubicBezTo>
                  <a:pt x="2730909" y="158857"/>
                  <a:pt x="2732280" y="158034"/>
                  <a:pt x="2733446" y="156938"/>
                </a:cubicBezTo>
                <a:cubicBezTo>
                  <a:pt x="2734611" y="155841"/>
                  <a:pt x="2735570" y="154573"/>
                  <a:pt x="2736324" y="153134"/>
                </a:cubicBezTo>
                <a:cubicBezTo>
                  <a:pt x="2737079" y="151694"/>
                  <a:pt x="2737696" y="150186"/>
                  <a:pt x="2738175" y="148608"/>
                </a:cubicBezTo>
                <a:cubicBezTo>
                  <a:pt x="2738657" y="147030"/>
                  <a:pt x="2739000" y="145419"/>
                  <a:pt x="2739205" y="143775"/>
                </a:cubicBezTo>
                <a:cubicBezTo>
                  <a:pt x="2739412" y="142128"/>
                  <a:pt x="2739515" y="140482"/>
                  <a:pt x="2739515" y="138838"/>
                </a:cubicBezTo>
                <a:cubicBezTo>
                  <a:pt x="2739515" y="138700"/>
                  <a:pt x="2739515" y="138528"/>
                  <a:pt x="2739515" y="138323"/>
                </a:cubicBezTo>
                <a:cubicBezTo>
                  <a:pt x="2739515" y="138118"/>
                  <a:pt x="2739515" y="137879"/>
                  <a:pt x="2739515" y="137604"/>
                </a:cubicBezTo>
                <a:lnTo>
                  <a:pt x="2755556" y="137604"/>
                </a:lnTo>
                <a:cubicBezTo>
                  <a:pt x="2755556" y="138015"/>
                  <a:pt x="2755556" y="138391"/>
                  <a:pt x="2755556" y="138734"/>
                </a:cubicBezTo>
                <a:cubicBezTo>
                  <a:pt x="2755556" y="139077"/>
                  <a:pt x="2755556" y="139386"/>
                  <a:pt x="2755556" y="139660"/>
                </a:cubicBezTo>
                <a:cubicBezTo>
                  <a:pt x="2755556" y="142677"/>
                  <a:pt x="2755282" y="145625"/>
                  <a:pt x="2754734" y="148504"/>
                </a:cubicBezTo>
                <a:cubicBezTo>
                  <a:pt x="2754186" y="151383"/>
                  <a:pt x="2753363" y="154160"/>
                  <a:pt x="2752264" y="156834"/>
                </a:cubicBezTo>
                <a:cubicBezTo>
                  <a:pt x="2751168" y="159508"/>
                  <a:pt x="2749694" y="162045"/>
                  <a:pt x="2747842" y="164445"/>
                </a:cubicBezTo>
                <a:cubicBezTo>
                  <a:pt x="2745992" y="166845"/>
                  <a:pt x="2743833" y="168834"/>
                  <a:pt x="2741364" y="170411"/>
                </a:cubicBezTo>
                <a:cubicBezTo>
                  <a:pt x="2738897" y="171987"/>
                  <a:pt x="2736223" y="173083"/>
                  <a:pt x="2733342" y="173700"/>
                </a:cubicBezTo>
                <a:cubicBezTo>
                  <a:pt x="2730463" y="174318"/>
                  <a:pt x="2727515" y="174626"/>
                  <a:pt x="2724498" y="174626"/>
                </a:cubicBezTo>
                <a:close/>
                <a:moveTo>
                  <a:pt x="2787848" y="172982"/>
                </a:moveTo>
                <a:lnTo>
                  <a:pt x="2787848" y="66025"/>
                </a:lnTo>
                <a:lnTo>
                  <a:pt x="2803892" y="66025"/>
                </a:lnTo>
                <a:lnTo>
                  <a:pt x="2803892" y="88239"/>
                </a:lnTo>
                <a:cubicBezTo>
                  <a:pt x="2804715" y="85222"/>
                  <a:pt x="2805880" y="82274"/>
                  <a:pt x="2807389" y="79395"/>
                </a:cubicBezTo>
                <a:cubicBezTo>
                  <a:pt x="2808897" y="76516"/>
                  <a:pt x="2810748" y="73911"/>
                  <a:pt x="2812941" y="71580"/>
                </a:cubicBezTo>
                <a:cubicBezTo>
                  <a:pt x="2815135" y="69249"/>
                  <a:pt x="2817741" y="67466"/>
                  <a:pt x="2820759" y="66232"/>
                </a:cubicBezTo>
                <a:cubicBezTo>
                  <a:pt x="2823776" y="64997"/>
                  <a:pt x="2826861" y="64380"/>
                  <a:pt x="2830014" y="64380"/>
                </a:cubicBezTo>
                <a:cubicBezTo>
                  <a:pt x="2832621" y="64380"/>
                  <a:pt x="2835193" y="64689"/>
                  <a:pt x="2837728" y="65306"/>
                </a:cubicBezTo>
                <a:cubicBezTo>
                  <a:pt x="2840264" y="65923"/>
                  <a:pt x="2842561" y="66986"/>
                  <a:pt x="2844617" y="68495"/>
                </a:cubicBezTo>
                <a:cubicBezTo>
                  <a:pt x="2846674" y="70003"/>
                  <a:pt x="2848422" y="71820"/>
                  <a:pt x="2849862" y="73946"/>
                </a:cubicBezTo>
                <a:cubicBezTo>
                  <a:pt x="2851304" y="76070"/>
                  <a:pt x="2852401" y="78332"/>
                  <a:pt x="2853154" y="80732"/>
                </a:cubicBezTo>
                <a:cubicBezTo>
                  <a:pt x="2853910" y="83132"/>
                  <a:pt x="2854424" y="85601"/>
                  <a:pt x="2854698" y="88139"/>
                </a:cubicBezTo>
                <a:cubicBezTo>
                  <a:pt x="2854972" y="90674"/>
                  <a:pt x="2855109" y="93245"/>
                  <a:pt x="2855109" y="95850"/>
                </a:cubicBezTo>
                <a:lnTo>
                  <a:pt x="2839065" y="95850"/>
                </a:lnTo>
                <a:cubicBezTo>
                  <a:pt x="2839065" y="93793"/>
                  <a:pt x="2838894" y="91771"/>
                  <a:pt x="2838551" y="89783"/>
                </a:cubicBezTo>
                <a:cubicBezTo>
                  <a:pt x="2838208" y="87793"/>
                  <a:pt x="2837521" y="85907"/>
                  <a:pt x="2836492" y="84124"/>
                </a:cubicBezTo>
                <a:cubicBezTo>
                  <a:pt x="2835465" y="82342"/>
                  <a:pt x="2834025" y="81006"/>
                  <a:pt x="2832173" y="80116"/>
                </a:cubicBezTo>
                <a:cubicBezTo>
                  <a:pt x="2830324" y="79225"/>
                  <a:pt x="2828370" y="78779"/>
                  <a:pt x="2826314" y="78779"/>
                </a:cubicBezTo>
                <a:cubicBezTo>
                  <a:pt x="2823571" y="78779"/>
                  <a:pt x="2820930" y="79362"/>
                  <a:pt x="2818392" y="80528"/>
                </a:cubicBezTo>
                <a:cubicBezTo>
                  <a:pt x="2815856" y="81693"/>
                  <a:pt x="2813731" y="83304"/>
                  <a:pt x="2812018" y="85361"/>
                </a:cubicBezTo>
                <a:cubicBezTo>
                  <a:pt x="2810304" y="87418"/>
                  <a:pt x="2808933" y="89715"/>
                  <a:pt x="2807903" y="92253"/>
                </a:cubicBezTo>
                <a:cubicBezTo>
                  <a:pt x="2806876" y="94789"/>
                  <a:pt x="2806054" y="97394"/>
                  <a:pt x="2805436" y="100068"/>
                </a:cubicBezTo>
                <a:cubicBezTo>
                  <a:pt x="2804819" y="102740"/>
                  <a:pt x="2804407" y="105447"/>
                  <a:pt x="2804200" y="108190"/>
                </a:cubicBezTo>
                <a:cubicBezTo>
                  <a:pt x="2803995" y="110933"/>
                  <a:pt x="2803892" y="113607"/>
                  <a:pt x="2803892" y="116212"/>
                </a:cubicBezTo>
                <a:lnTo>
                  <a:pt x="2803892" y="172982"/>
                </a:lnTo>
                <a:lnTo>
                  <a:pt x="2787848" y="172982"/>
                </a:lnTo>
                <a:close/>
                <a:moveTo>
                  <a:pt x="2885961" y="206096"/>
                </a:moveTo>
                <a:lnTo>
                  <a:pt x="2878146" y="193551"/>
                </a:lnTo>
                <a:cubicBezTo>
                  <a:pt x="2885825" y="189162"/>
                  <a:pt x="2892680" y="183608"/>
                  <a:pt x="2898713" y="176889"/>
                </a:cubicBezTo>
                <a:cubicBezTo>
                  <a:pt x="2904747" y="170171"/>
                  <a:pt x="2909649" y="162800"/>
                  <a:pt x="2913420" y="154778"/>
                </a:cubicBezTo>
                <a:cubicBezTo>
                  <a:pt x="2917190" y="146756"/>
                  <a:pt x="2919829" y="138358"/>
                  <a:pt x="2921338" y="129582"/>
                </a:cubicBezTo>
                <a:cubicBezTo>
                  <a:pt x="2922847" y="120807"/>
                  <a:pt x="2923601" y="111963"/>
                  <a:pt x="2923601" y="103050"/>
                </a:cubicBezTo>
                <a:cubicBezTo>
                  <a:pt x="2923601" y="94136"/>
                  <a:pt x="2922847" y="85292"/>
                  <a:pt x="2921338" y="76517"/>
                </a:cubicBezTo>
                <a:cubicBezTo>
                  <a:pt x="2919829" y="67739"/>
                  <a:pt x="2917190" y="59341"/>
                  <a:pt x="2913420" y="51321"/>
                </a:cubicBezTo>
                <a:cubicBezTo>
                  <a:pt x="2909649" y="43299"/>
                  <a:pt x="2904747" y="35929"/>
                  <a:pt x="2898713" y="29210"/>
                </a:cubicBezTo>
                <a:cubicBezTo>
                  <a:pt x="2892680" y="22489"/>
                  <a:pt x="2885825" y="16935"/>
                  <a:pt x="2878146" y="12548"/>
                </a:cubicBezTo>
                <a:lnTo>
                  <a:pt x="2885961" y="0"/>
                </a:lnTo>
                <a:cubicBezTo>
                  <a:pt x="2891995" y="3291"/>
                  <a:pt x="2897583" y="7165"/>
                  <a:pt x="2902724" y="11622"/>
                </a:cubicBezTo>
                <a:cubicBezTo>
                  <a:pt x="2907867" y="16079"/>
                  <a:pt x="2912495" y="21015"/>
                  <a:pt x="2916608" y="26432"/>
                </a:cubicBezTo>
                <a:cubicBezTo>
                  <a:pt x="2920722" y="31847"/>
                  <a:pt x="2924287" y="37607"/>
                  <a:pt x="2927304" y="43710"/>
                </a:cubicBezTo>
                <a:cubicBezTo>
                  <a:pt x="2930321" y="49811"/>
                  <a:pt x="2932721" y="56153"/>
                  <a:pt x="2934504" y="62735"/>
                </a:cubicBezTo>
                <a:cubicBezTo>
                  <a:pt x="2936287" y="69316"/>
                  <a:pt x="2937589" y="75966"/>
                  <a:pt x="2938411" y="82687"/>
                </a:cubicBezTo>
                <a:cubicBezTo>
                  <a:pt x="2939234" y="89405"/>
                  <a:pt x="2939645" y="96193"/>
                  <a:pt x="2939645" y="103050"/>
                </a:cubicBezTo>
                <a:cubicBezTo>
                  <a:pt x="2939645" y="109906"/>
                  <a:pt x="2939234" y="116694"/>
                  <a:pt x="2938411" y="123412"/>
                </a:cubicBezTo>
                <a:cubicBezTo>
                  <a:pt x="2937589" y="130131"/>
                  <a:pt x="2936287" y="136781"/>
                  <a:pt x="2934504" y="143364"/>
                </a:cubicBezTo>
                <a:cubicBezTo>
                  <a:pt x="2932721" y="149946"/>
                  <a:pt x="2930321" y="156288"/>
                  <a:pt x="2927304" y="162389"/>
                </a:cubicBezTo>
                <a:cubicBezTo>
                  <a:pt x="2924287" y="168490"/>
                  <a:pt x="2920722" y="174250"/>
                  <a:pt x="2916608" y="179667"/>
                </a:cubicBezTo>
                <a:cubicBezTo>
                  <a:pt x="2912495" y="185084"/>
                  <a:pt x="2907867" y="190019"/>
                  <a:pt x="2902724" y="194474"/>
                </a:cubicBezTo>
                <a:cubicBezTo>
                  <a:pt x="2897583" y="198931"/>
                  <a:pt x="2891995" y="202805"/>
                  <a:pt x="2885961" y="206096"/>
                </a:cubicBezTo>
                <a:close/>
                <a:moveTo>
                  <a:pt x="3019451" y="96468"/>
                </a:moveTo>
                <a:cubicBezTo>
                  <a:pt x="3017256" y="96468"/>
                  <a:pt x="3015130" y="96159"/>
                  <a:pt x="3013074" y="95542"/>
                </a:cubicBezTo>
                <a:cubicBezTo>
                  <a:pt x="3011017" y="94925"/>
                  <a:pt x="3009200" y="93828"/>
                  <a:pt x="3007622" y="92250"/>
                </a:cubicBezTo>
                <a:cubicBezTo>
                  <a:pt x="3006047" y="90672"/>
                  <a:pt x="3004950" y="88855"/>
                  <a:pt x="3004333" y="86798"/>
                </a:cubicBezTo>
                <a:cubicBezTo>
                  <a:pt x="3003716" y="84742"/>
                  <a:pt x="3003407" y="82617"/>
                  <a:pt x="3003407" y="80424"/>
                </a:cubicBezTo>
                <a:cubicBezTo>
                  <a:pt x="3003407" y="78229"/>
                  <a:pt x="3003716" y="76103"/>
                  <a:pt x="3004333" y="74047"/>
                </a:cubicBezTo>
                <a:cubicBezTo>
                  <a:pt x="3004950" y="71990"/>
                  <a:pt x="3006047" y="70174"/>
                  <a:pt x="3007622" y="68598"/>
                </a:cubicBezTo>
                <a:cubicBezTo>
                  <a:pt x="3009200" y="67021"/>
                  <a:pt x="3011017" y="65923"/>
                  <a:pt x="3013074" y="65306"/>
                </a:cubicBezTo>
                <a:cubicBezTo>
                  <a:pt x="3015130" y="64689"/>
                  <a:pt x="3017256" y="64380"/>
                  <a:pt x="3019451" y="64380"/>
                </a:cubicBezTo>
                <a:cubicBezTo>
                  <a:pt x="3021646" y="64380"/>
                  <a:pt x="3023772" y="64689"/>
                  <a:pt x="3025829" y="65306"/>
                </a:cubicBezTo>
                <a:cubicBezTo>
                  <a:pt x="3027885" y="65923"/>
                  <a:pt x="3029701" y="67021"/>
                  <a:pt x="3031277" y="68598"/>
                </a:cubicBezTo>
                <a:cubicBezTo>
                  <a:pt x="3032855" y="70174"/>
                  <a:pt x="3033952" y="71990"/>
                  <a:pt x="3034569" y="74047"/>
                </a:cubicBezTo>
                <a:cubicBezTo>
                  <a:pt x="3035187" y="76103"/>
                  <a:pt x="3035495" y="78229"/>
                  <a:pt x="3035495" y="80424"/>
                </a:cubicBezTo>
                <a:cubicBezTo>
                  <a:pt x="3035495" y="82617"/>
                  <a:pt x="3035187" y="84742"/>
                  <a:pt x="3034569" y="86798"/>
                </a:cubicBezTo>
                <a:cubicBezTo>
                  <a:pt x="3033952" y="88855"/>
                  <a:pt x="3032855" y="90672"/>
                  <a:pt x="3031277" y="92250"/>
                </a:cubicBezTo>
                <a:cubicBezTo>
                  <a:pt x="3029701" y="93828"/>
                  <a:pt x="3027885" y="94925"/>
                  <a:pt x="3025829" y="95542"/>
                </a:cubicBezTo>
                <a:cubicBezTo>
                  <a:pt x="3023772" y="96159"/>
                  <a:pt x="3021646" y="96468"/>
                  <a:pt x="3019451" y="96468"/>
                </a:cubicBezTo>
                <a:moveTo>
                  <a:pt x="3012251" y="217203"/>
                </a:moveTo>
                <a:lnTo>
                  <a:pt x="3000118" y="207948"/>
                </a:lnTo>
                <a:cubicBezTo>
                  <a:pt x="3004506" y="203012"/>
                  <a:pt x="3008516" y="197801"/>
                  <a:pt x="3012148" y="192315"/>
                </a:cubicBezTo>
                <a:cubicBezTo>
                  <a:pt x="3015782" y="186831"/>
                  <a:pt x="3018491" y="180935"/>
                  <a:pt x="3020273" y="174626"/>
                </a:cubicBezTo>
                <a:cubicBezTo>
                  <a:pt x="3020137" y="174626"/>
                  <a:pt x="3019966" y="174626"/>
                  <a:pt x="3019759" y="174626"/>
                </a:cubicBezTo>
                <a:cubicBezTo>
                  <a:pt x="3019554" y="174626"/>
                  <a:pt x="3019382" y="174626"/>
                  <a:pt x="3019244" y="174626"/>
                </a:cubicBezTo>
                <a:cubicBezTo>
                  <a:pt x="3017187" y="174626"/>
                  <a:pt x="3015096" y="174283"/>
                  <a:pt x="3012970" y="173597"/>
                </a:cubicBezTo>
                <a:cubicBezTo>
                  <a:pt x="3010846" y="172913"/>
                  <a:pt x="3009030" y="171816"/>
                  <a:pt x="3007522" y="170308"/>
                </a:cubicBezTo>
                <a:cubicBezTo>
                  <a:pt x="3006013" y="168799"/>
                  <a:pt x="3004950" y="167016"/>
                  <a:pt x="3004333" y="164960"/>
                </a:cubicBezTo>
                <a:cubicBezTo>
                  <a:pt x="3003716" y="162903"/>
                  <a:pt x="3003407" y="160777"/>
                  <a:pt x="3003407" y="158582"/>
                </a:cubicBezTo>
                <a:cubicBezTo>
                  <a:pt x="3003407" y="156389"/>
                  <a:pt x="3003716" y="154265"/>
                  <a:pt x="3004333" y="152208"/>
                </a:cubicBezTo>
                <a:cubicBezTo>
                  <a:pt x="3004950" y="150151"/>
                  <a:pt x="3006047" y="148334"/>
                  <a:pt x="3007622" y="146756"/>
                </a:cubicBezTo>
                <a:cubicBezTo>
                  <a:pt x="3009200" y="145179"/>
                  <a:pt x="3011017" y="144082"/>
                  <a:pt x="3013074" y="143467"/>
                </a:cubicBezTo>
                <a:cubicBezTo>
                  <a:pt x="3015130" y="142850"/>
                  <a:pt x="3017256" y="142541"/>
                  <a:pt x="3019451" y="142541"/>
                </a:cubicBezTo>
                <a:cubicBezTo>
                  <a:pt x="3021646" y="142541"/>
                  <a:pt x="3023840" y="142884"/>
                  <a:pt x="3026033" y="143571"/>
                </a:cubicBezTo>
                <a:cubicBezTo>
                  <a:pt x="3028227" y="144255"/>
                  <a:pt x="3030079" y="145386"/>
                  <a:pt x="3031588" y="146963"/>
                </a:cubicBezTo>
                <a:cubicBezTo>
                  <a:pt x="3033096" y="148539"/>
                  <a:pt x="3034125" y="150424"/>
                  <a:pt x="3034673" y="152619"/>
                </a:cubicBezTo>
                <a:cubicBezTo>
                  <a:pt x="3035221" y="154814"/>
                  <a:pt x="3035495" y="157008"/>
                  <a:pt x="3035495" y="159200"/>
                </a:cubicBezTo>
                <a:cubicBezTo>
                  <a:pt x="3035495" y="164548"/>
                  <a:pt x="3034878" y="169827"/>
                  <a:pt x="3033643" y="175037"/>
                </a:cubicBezTo>
                <a:cubicBezTo>
                  <a:pt x="3032409" y="180249"/>
                  <a:pt x="3030763" y="185289"/>
                  <a:pt x="3028707" y="190155"/>
                </a:cubicBezTo>
                <a:cubicBezTo>
                  <a:pt x="3026650" y="195024"/>
                  <a:pt x="3024215" y="199721"/>
                  <a:pt x="3021403" y="204244"/>
                </a:cubicBezTo>
                <a:cubicBezTo>
                  <a:pt x="3018593" y="208770"/>
                  <a:pt x="3015543" y="213090"/>
                  <a:pt x="3012251" y="217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if(x==y)...">
            <a:extLst xmlns:a="http://schemas.openxmlformats.org/drawingml/2006/main">
              <a:ext uri="{FF2B5EF4-FFF2-40B4-BE49-F238E27FC236}">
                <a16:creationId xmlns:a16="http://schemas.microsoft.com/office/drawing/2014/main" id="{6AF6D6C0-F735-4746-92E3-45E8DEA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42" y="1831801"/>
            <a:ext cx="1491833" cy="217203"/>
          </a:xfrm>
          <a:custGeom xmlns:a="http://schemas.openxmlformats.org/drawingml/2006/main">
            <a:pathLst>
              <a:path w="1491833" h="217203">
                <a:moveTo>
                  <a:pt x="0" y="172982"/>
                </a:moveTo>
                <a:lnTo>
                  <a:pt x="0" y="158582"/>
                </a:lnTo>
                <a:lnTo>
                  <a:pt x="29414" y="158582"/>
                </a:lnTo>
                <a:lnTo>
                  <a:pt x="29414" y="80424"/>
                </a:lnTo>
                <a:lnTo>
                  <a:pt x="2881" y="80424"/>
                </a:lnTo>
                <a:lnTo>
                  <a:pt x="2881" y="66025"/>
                </a:lnTo>
                <a:lnTo>
                  <a:pt x="45458" y="66025"/>
                </a:lnTo>
                <a:lnTo>
                  <a:pt x="45458" y="158582"/>
                </a:lnTo>
                <a:lnTo>
                  <a:pt x="71991" y="158582"/>
                </a:lnTo>
                <a:lnTo>
                  <a:pt x="71991" y="172982"/>
                </a:lnTo>
                <a:lnTo>
                  <a:pt x="0" y="172982"/>
                </a:lnTo>
                <a:moveTo>
                  <a:pt x="35995" y="47925"/>
                </a:moveTo>
                <a:cubicBezTo>
                  <a:pt x="34213" y="47925"/>
                  <a:pt x="32498" y="47685"/>
                  <a:pt x="30851" y="47206"/>
                </a:cubicBezTo>
                <a:cubicBezTo>
                  <a:pt x="29207" y="46725"/>
                  <a:pt x="27767" y="45868"/>
                  <a:pt x="26533" y="44636"/>
                </a:cubicBezTo>
                <a:cubicBezTo>
                  <a:pt x="25300" y="43401"/>
                  <a:pt x="24444" y="41962"/>
                  <a:pt x="23962" y="40317"/>
                </a:cubicBezTo>
                <a:cubicBezTo>
                  <a:pt x="23483" y="38671"/>
                  <a:pt x="23244" y="36956"/>
                  <a:pt x="23244" y="35173"/>
                </a:cubicBezTo>
                <a:cubicBezTo>
                  <a:pt x="23244" y="33390"/>
                  <a:pt x="23483" y="31677"/>
                  <a:pt x="23962" y="30032"/>
                </a:cubicBezTo>
                <a:cubicBezTo>
                  <a:pt x="24444" y="28386"/>
                  <a:pt x="25300" y="26945"/>
                  <a:pt x="26533" y="25711"/>
                </a:cubicBezTo>
                <a:cubicBezTo>
                  <a:pt x="27767" y="24476"/>
                  <a:pt x="29207" y="23585"/>
                  <a:pt x="30851" y="23037"/>
                </a:cubicBezTo>
                <a:cubicBezTo>
                  <a:pt x="32498" y="22488"/>
                  <a:pt x="34213" y="22214"/>
                  <a:pt x="35995" y="22214"/>
                </a:cubicBezTo>
                <a:cubicBezTo>
                  <a:pt x="37778" y="22214"/>
                  <a:pt x="39492" y="22488"/>
                  <a:pt x="41136" y="23037"/>
                </a:cubicBezTo>
                <a:cubicBezTo>
                  <a:pt x="42783" y="23585"/>
                  <a:pt x="44223" y="24476"/>
                  <a:pt x="45455" y="25711"/>
                </a:cubicBezTo>
                <a:cubicBezTo>
                  <a:pt x="46689" y="26945"/>
                  <a:pt x="47581" y="28386"/>
                  <a:pt x="48129" y="30032"/>
                </a:cubicBezTo>
                <a:cubicBezTo>
                  <a:pt x="48679" y="31677"/>
                  <a:pt x="48954" y="33390"/>
                  <a:pt x="48954" y="35173"/>
                </a:cubicBezTo>
                <a:cubicBezTo>
                  <a:pt x="48954" y="36956"/>
                  <a:pt x="48679" y="38671"/>
                  <a:pt x="48129" y="40317"/>
                </a:cubicBezTo>
                <a:cubicBezTo>
                  <a:pt x="47581" y="41962"/>
                  <a:pt x="46689" y="43401"/>
                  <a:pt x="45455" y="44636"/>
                </a:cubicBezTo>
                <a:cubicBezTo>
                  <a:pt x="44223" y="45868"/>
                  <a:pt x="42783" y="46725"/>
                  <a:pt x="41136" y="47206"/>
                </a:cubicBezTo>
                <a:cubicBezTo>
                  <a:pt x="39492" y="47685"/>
                  <a:pt x="37778" y="47925"/>
                  <a:pt x="35995" y="47925"/>
                </a:cubicBezTo>
                <a:close/>
                <a:moveTo>
                  <a:pt x="123412" y="172982"/>
                </a:moveTo>
                <a:lnTo>
                  <a:pt x="123412" y="90091"/>
                </a:lnTo>
                <a:lnTo>
                  <a:pt x="100579" y="90091"/>
                </a:lnTo>
                <a:lnTo>
                  <a:pt x="100579" y="75691"/>
                </a:lnTo>
                <a:lnTo>
                  <a:pt x="123412" y="75691"/>
                </a:lnTo>
                <a:lnTo>
                  <a:pt x="123412" y="53891"/>
                </a:lnTo>
                <a:cubicBezTo>
                  <a:pt x="123412" y="51148"/>
                  <a:pt x="123583" y="48372"/>
                  <a:pt x="123924" y="45562"/>
                </a:cubicBezTo>
                <a:cubicBezTo>
                  <a:pt x="124267" y="42750"/>
                  <a:pt x="124953" y="40041"/>
                  <a:pt x="125982" y="37436"/>
                </a:cubicBezTo>
                <a:cubicBezTo>
                  <a:pt x="127012" y="34831"/>
                  <a:pt x="128349" y="32363"/>
                  <a:pt x="129993" y="30032"/>
                </a:cubicBezTo>
                <a:cubicBezTo>
                  <a:pt x="131638" y="27699"/>
                  <a:pt x="133660" y="25780"/>
                  <a:pt x="136060" y="24273"/>
                </a:cubicBezTo>
                <a:cubicBezTo>
                  <a:pt x="138460" y="22765"/>
                  <a:pt x="141032" y="21702"/>
                  <a:pt x="143775" y="21084"/>
                </a:cubicBezTo>
                <a:cubicBezTo>
                  <a:pt x="146518" y="20467"/>
                  <a:pt x="149260" y="20159"/>
                  <a:pt x="152001" y="20159"/>
                </a:cubicBezTo>
                <a:cubicBezTo>
                  <a:pt x="155840" y="20159"/>
                  <a:pt x="159645" y="20741"/>
                  <a:pt x="163415" y="21907"/>
                </a:cubicBezTo>
                <a:cubicBezTo>
                  <a:pt x="167188" y="23072"/>
                  <a:pt x="170377" y="25061"/>
                  <a:pt x="172981" y="27873"/>
                </a:cubicBezTo>
                <a:cubicBezTo>
                  <a:pt x="175586" y="30683"/>
                  <a:pt x="177506" y="33940"/>
                  <a:pt x="178741" y="37643"/>
                </a:cubicBezTo>
                <a:cubicBezTo>
                  <a:pt x="179975" y="41345"/>
                  <a:pt x="180592" y="45115"/>
                  <a:pt x="180592" y="48954"/>
                </a:cubicBezTo>
                <a:cubicBezTo>
                  <a:pt x="180592" y="49228"/>
                  <a:pt x="180592" y="49503"/>
                  <a:pt x="180592" y="49777"/>
                </a:cubicBezTo>
                <a:cubicBezTo>
                  <a:pt x="180592" y="50051"/>
                  <a:pt x="180592" y="50325"/>
                  <a:pt x="180592" y="50599"/>
                </a:cubicBezTo>
                <a:lnTo>
                  <a:pt x="164548" y="50599"/>
                </a:lnTo>
                <a:cubicBezTo>
                  <a:pt x="164548" y="50463"/>
                  <a:pt x="164548" y="50326"/>
                  <a:pt x="164548" y="50188"/>
                </a:cubicBezTo>
                <a:cubicBezTo>
                  <a:pt x="164548" y="50050"/>
                  <a:pt x="164548" y="49913"/>
                  <a:pt x="164548" y="49777"/>
                </a:cubicBezTo>
                <a:cubicBezTo>
                  <a:pt x="164548" y="47856"/>
                  <a:pt x="164342" y="45971"/>
                  <a:pt x="163930" y="44121"/>
                </a:cubicBezTo>
                <a:cubicBezTo>
                  <a:pt x="163520" y="42269"/>
                  <a:pt x="162766" y="40589"/>
                  <a:pt x="161667" y="39081"/>
                </a:cubicBezTo>
                <a:cubicBezTo>
                  <a:pt x="160571" y="37572"/>
                  <a:pt x="159166" y="36441"/>
                  <a:pt x="157452" y="35688"/>
                </a:cubicBezTo>
                <a:cubicBezTo>
                  <a:pt x="155739" y="34933"/>
                  <a:pt x="153921" y="34555"/>
                  <a:pt x="152001" y="34555"/>
                </a:cubicBezTo>
                <a:cubicBezTo>
                  <a:pt x="149808" y="34555"/>
                  <a:pt x="147786" y="35172"/>
                  <a:pt x="145934" y="36407"/>
                </a:cubicBezTo>
                <a:cubicBezTo>
                  <a:pt x="144082" y="37641"/>
                  <a:pt x="142676" y="39219"/>
                  <a:pt x="141716" y="41139"/>
                </a:cubicBezTo>
                <a:cubicBezTo>
                  <a:pt x="140757" y="43058"/>
                  <a:pt x="140107" y="45115"/>
                  <a:pt x="139764" y="47310"/>
                </a:cubicBezTo>
                <a:cubicBezTo>
                  <a:pt x="139420" y="49503"/>
                  <a:pt x="139249" y="51696"/>
                  <a:pt x="139249" y="53891"/>
                </a:cubicBezTo>
                <a:lnTo>
                  <a:pt x="139249" y="75691"/>
                </a:lnTo>
                <a:lnTo>
                  <a:pt x="173189" y="75691"/>
                </a:lnTo>
                <a:lnTo>
                  <a:pt x="173189" y="90298"/>
                </a:lnTo>
                <a:lnTo>
                  <a:pt x="139249" y="90298"/>
                </a:lnTo>
                <a:lnTo>
                  <a:pt x="139249" y="172982"/>
                </a:lnTo>
                <a:lnTo>
                  <a:pt x="123412" y="172982"/>
                </a:lnTo>
                <a:close/>
                <a:moveTo>
                  <a:pt x="375170" y="206096"/>
                </a:moveTo>
                <a:cubicBezTo>
                  <a:pt x="369136" y="202805"/>
                  <a:pt x="363547" y="198931"/>
                  <a:pt x="358404" y="194474"/>
                </a:cubicBezTo>
                <a:cubicBezTo>
                  <a:pt x="353263" y="190019"/>
                  <a:pt x="348636" y="185084"/>
                  <a:pt x="344522" y="179667"/>
                </a:cubicBezTo>
                <a:cubicBezTo>
                  <a:pt x="340409" y="174250"/>
                  <a:pt x="336844" y="168490"/>
                  <a:pt x="333826" y="162389"/>
                </a:cubicBezTo>
                <a:cubicBezTo>
                  <a:pt x="330809" y="156288"/>
                  <a:pt x="328409" y="149946"/>
                  <a:pt x="326627" y="143364"/>
                </a:cubicBezTo>
                <a:cubicBezTo>
                  <a:pt x="324844" y="136781"/>
                  <a:pt x="323542" y="130131"/>
                  <a:pt x="322719" y="123412"/>
                </a:cubicBezTo>
                <a:cubicBezTo>
                  <a:pt x="321897" y="116694"/>
                  <a:pt x="321486" y="109906"/>
                  <a:pt x="321486" y="103050"/>
                </a:cubicBezTo>
                <a:cubicBezTo>
                  <a:pt x="321486" y="96193"/>
                  <a:pt x="321897" y="89405"/>
                  <a:pt x="322719" y="82687"/>
                </a:cubicBezTo>
                <a:cubicBezTo>
                  <a:pt x="323542" y="75966"/>
                  <a:pt x="324844" y="69316"/>
                  <a:pt x="326627" y="62735"/>
                </a:cubicBezTo>
                <a:cubicBezTo>
                  <a:pt x="328409" y="56153"/>
                  <a:pt x="330809" y="49811"/>
                  <a:pt x="333826" y="43710"/>
                </a:cubicBezTo>
                <a:cubicBezTo>
                  <a:pt x="336844" y="37607"/>
                  <a:pt x="340409" y="31847"/>
                  <a:pt x="344522" y="26432"/>
                </a:cubicBezTo>
                <a:cubicBezTo>
                  <a:pt x="348636" y="21015"/>
                  <a:pt x="353263" y="16079"/>
                  <a:pt x="358404" y="11622"/>
                </a:cubicBezTo>
                <a:cubicBezTo>
                  <a:pt x="363547" y="7165"/>
                  <a:pt x="369136" y="3291"/>
                  <a:pt x="375170" y="0"/>
                </a:cubicBezTo>
                <a:lnTo>
                  <a:pt x="382985" y="12548"/>
                </a:lnTo>
                <a:cubicBezTo>
                  <a:pt x="375306" y="16935"/>
                  <a:pt x="368449" y="22489"/>
                  <a:pt x="362415" y="29210"/>
                </a:cubicBezTo>
                <a:cubicBezTo>
                  <a:pt x="356383" y="35929"/>
                  <a:pt x="351482" y="43299"/>
                  <a:pt x="347711" y="51321"/>
                </a:cubicBezTo>
                <a:cubicBezTo>
                  <a:pt x="343941" y="59341"/>
                  <a:pt x="341301" y="67739"/>
                  <a:pt x="339793" y="76517"/>
                </a:cubicBezTo>
                <a:cubicBezTo>
                  <a:pt x="338284" y="85292"/>
                  <a:pt x="337530" y="94136"/>
                  <a:pt x="337530" y="103050"/>
                </a:cubicBezTo>
                <a:cubicBezTo>
                  <a:pt x="337530" y="111963"/>
                  <a:pt x="338284" y="120807"/>
                  <a:pt x="339793" y="129582"/>
                </a:cubicBezTo>
                <a:cubicBezTo>
                  <a:pt x="341301" y="138358"/>
                  <a:pt x="343941" y="146756"/>
                  <a:pt x="347711" y="154778"/>
                </a:cubicBezTo>
                <a:cubicBezTo>
                  <a:pt x="351482" y="162800"/>
                  <a:pt x="356383" y="170171"/>
                  <a:pt x="362415" y="176889"/>
                </a:cubicBezTo>
                <a:cubicBezTo>
                  <a:pt x="368449" y="183608"/>
                  <a:pt x="375306" y="189162"/>
                  <a:pt x="382985" y="193551"/>
                </a:cubicBezTo>
                <a:lnTo>
                  <a:pt x="375170" y="206096"/>
                </a:lnTo>
                <a:close/>
                <a:moveTo>
                  <a:pt x="405406" y="172982"/>
                </a:moveTo>
                <a:lnTo>
                  <a:pt x="438521" y="119505"/>
                </a:lnTo>
                <a:lnTo>
                  <a:pt x="405406" y="66025"/>
                </a:lnTo>
                <a:lnTo>
                  <a:pt x="424121" y="66025"/>
                </a:lnTo>
                <a:lnTo>
                  <a:pt x="447365" y="104694"/>
                </a:lnTo>
                <a:lnTo>
                  <a:pt x="470609" y="66025"/>
                </a:lnTo>
                <a:lnTo>
                  <a:pt x="489324" y="66025"/>
                </a:lnTo>
                <a:lnTo>
                  <a:pt x="456209" y="119505"/>
                </a:lnTo>
                <a:lnTo>
                  <a:pt x="489324" y="172982"/>
                </a:lnTo>
                <a:lnTo>
                  <a:pt x="470609" y="172982"/>
                </a:lnTo>
                <a:lnTo>
                  <a:pt x="447365" y="134312"/>
                </a:lnTo>
                <a:lnTo>
                  <a:pt x="424121" y="172982"/>
                </a:lnTo>
                <a:lnTo>
                  <a:pt x="405406" y="172982"/>
                </a:lnTo>
                <a:close/>
                <a:moveTo>
                  <a:pt x="614791" y="91942"/>
                </a:moveTo>
                <a:lnTo>
                  <a:pt x="614791" y="77543"/>
                </a:lnTo>
                <a:lnTo>
                  <a:pt x="691308" y="77543"/>
                </a:lnTo>
                <a:lnTo>
                  <a:pt x="691308" y="91942"/>
                </a:lnTo>
                <a:lnTo>
                  <a:pt x="614791" y="91942"/>
                </a:lnTo>
                <a:moveTo>
                  <a:pt x="614791" y="128553"/>
                </a:moveTo>
                <a:lnTo>
                  <a:pt x="614791" y="114157"/>
                </a:lnTo>
                <a:lnTo>
                  <a:pt x="691308" y="114157"/>
                </a:lnTo>
                <a:lnTo>
                  <a:pt x="691308" y="128553"/>
                </a:lnTo>
                <a:lnTo>
                  <a:pt x="614791" y="128553"/>
                </a:lnTo>
                <a:close/>
                <a:moveTo>
                  <a:pt x="717634" y="91942"/>
                </a:moveTo>
                <a:lnTo>
                  <a:pt x="717634" y="77543"/>
                </a:lnTo>
                <a:lnTo>
                  <a:pt x="794150" y="77543"/>
                </a:lnTo>
                <a:lnTo>
                  <a:pt x="794150" y="91942"/>
                </a:lnTo>
                <a:lnTo>
                  <a:pt x="717634" y="91942"/>
                </a:lnTo>
                <a:moveTo>
                  <a:pt x="717634" y="128553"/>
                </a:moveTo>
                <a:lnTo>
                  <a:pt x="717634" y="114157"/>
                </a:lnTo>
                <a:lnTo>
                  <a:pt x="794150" y="114157"/>
                </a:lnTo>
                <a:lnTo>
                  <a:pt x="794150" y="128553"/>
                </a:lnTo>
                <a:lnTo>
                  <a:pt x="717634" y="128553"/>
                </a:lnTo>
                <a:close/>
                <a:moveTo>
                  <a:pt x="941214" y="217203"/>
                </a:moveTo>
                <a:cubicBezTo>
                  <a:pt x="942449" y="213090"/>
                  <a:pt x="943682" y="208941"/>
                  <a:pt x="944915" y="204759"/>
                </a:cubicBezTo>
                <a:cubicBezTo>
                  <a:pt x="946149" y="200576"/>
                  <a:pt x="947384" y="196428"/>
                  <a:pt x="948618" y="192315"/>
                </a:cubicBezTo>
                <a:lnTo>
                  <a:pt x="953351" y="176067"/>
                </a:lnTo>
                <a:lnTo>
                  <a:pt x="920645" y="66025"/>
                </a:lnTo>
                <a:lnTo>
                  <a:pt x="937307" y="66025"/>
                </a:lnTo>
                <a:lnTo>
                  <a:pt x="961784" y="151386"/>
                </a:lnTo>
                <a:lnTo>
                  <a:pt x="985847" y="66025"/>
                </a:lnTo>
                <a:lnTo>
                  <a:pt x="1002509" y="66025"/>
                </a:lnTo>
                <a:lnTo>
                  <a:pt x="957873" y="217203"/>
                </a:lnTo>
                <a:lnTo>
                  <a:pt x="941214" y="217203"/>
                </a:lnTo>
                <a:close/>
                <a:moveTo>
                  <a:pt x="1033772" y="206096"/>
                </a:moveTo>
                <a:lnTo>
                  <a:pt x="1025957" y="193551"/>
                </a:lnTo>
                <a:cubicBezTo>
                  <a:pt x="1033636" y="189162"/>
                  <a:pt x="1040491" y="183608"/>
                  <a:pt x="1046523" y="176889"/>
                </a:cubicBezTo>
                <a:cubicBezTo>
                  <a:pt x="1052558" y="170171"/>
                  <a:pt x="1057460" y="162800"/>
                  <a:pt x="1061230" y="154778"/>
                </a:cubicBezTo>
                <a:cubicBezTo>
                  <a:pt x="1065001" y="146756"/>
                  <a:pt x="1067640" y="138358"/>
                  <a:pt x="1069149" y="129582"/>
                </a:cubicBezTo>
                <a:cubicBezTo>
                  <a:pt x="1070657" y="120807"/>
                  <a:pt x="1071412" y="111963"/>
                  <a:pt x="1071412" y="103050"/>
                </a:cubicBezTo>
                <a:cubicBezTo>
                  <a:pt x="1071412" y="94136"/>
                  <a:pt x="1070657" y="85292"/>
                  <a:pt x="1069149" y="76517"/>
                </a:cubicBezTo>
                <a:cubicBezTo>
                  <a:pt x="1067640" y="67739"/>
                  <a:pt x="1065001" y="59341"/>
                  <a:pt x="1061230" y="51321"/>
                </a:cubicBezTo>
                <a:cubicBezTo>
                  <a:pt x="1057460" y="43299"/>
                  <a:pt x="1052558" y="35929"/>
                  <a:pt x="1046523" y="29210"/>
                </a:cubicBezTo>
                <a:cubicBezTo>
                  <a:pt x="1040491" y="22489"/>
                  <a:pt x="1033636" y="16935"/>
                  <a:pt x="1025957" y="12548"/>
                </a:cubicBezTo>
                <a:lnTo>
                  <a:pt x="1033772" y="0"/>
                </a:lnTo>
                <a:cubicBezTo>
                  <a:pt x="1039806" y="3291"/>
                  <a:pt x="1045394" y="7165"/>
                  <a:pt x="1050534" y="11622"/>
                </a:cubicBezTo>
                <a:cubicBezTo>
                  <a:pt x="1055677" y="16079"/>
                  <a:pt x="1060306" y="21015"/>
                  <a:pt x="1064419" y="26432"/>
                </a:cubicBezTo>
                <a:cubicBezTo>
                  <a:pt x="1068533" y="31847"/>
                  <a:pt x="1072098" y="37607"/>
                  <a:pt x="1075115" y="43710"/>
                </a:cubicBezTo>
                <a:cubicBezTo>
                  <a:pt x="1078132" y="49811"/>
                  <a:pt x="1080532" y="56153"/>
                  <a:pt x="1082315" y="62735"/>
                </a:cubicBezTo>
                <a:cubicBezTo>
                  <a:pt x="1084098" y="69316"/>
                  <a:pt x="1085400" y="75966"/>
                  <a:pt x="1086222" y="82687"/>
                </a:cubicBezTo>
                <a:cubicBezTo>
                  <a:pt x="1087045" y="89405"/>
                  <a:pt x="1087456" y="96193"/>
                  <a:pt x="1087456" y="103050"/>
                </a:cubicBezTo>
                <a:cubicBezTo>
                  <a:pt x="1087456" y="109906"/>
                  <a:pt x="1087045" y="116694"/>
                  <a:pt x="1086222" y="123412"/>
                </a:cubicBezTo>
                <a:cubicBezTo>
                  <a:pt x="1085400" y="130131"/>
                  <a:pt x="1084098" y="136781"/>
                  <a:pt x="1082315" y="143364"/>
                </a:cubicBezTo>
                <a:cubicBezTo>
                  <a:pt x="1080532" y="149946"/>
                  <a:pt x="1078132" y="156288"/>
                  <a:pt x="1075115" y="162389"/>
                </a:cubicBezTo>
                <a:cubicBezTo>
                  <a:pt x="1072098" y="168490"/>
                  <a:pt x="1068533" y="174250"/>
                  <a:pt x="1064419" y="179667"/>
                </a:cubicBezTo>
                <a:cubicBezTo>
                  <a:pt x="1060306" y="185084"/>
                  <a:pt x="1055677" y="190019"/>
                  <a:pt x="1050534" y="194474"/>
                </a:cubicBezTo>
                <a:cubicBezTo>
                  <a:pt x="1045394" y="198931"/>
                  <a:pt x="1039806" y="202805"/>
                  <a:pt x="1033772" y="206096"/>
                </a:cubicBezTo>
                <a:close/>
                <a:moveTo>
                  <a:pt x="1270104" y="174626"/>
                </a:moveTo>
                <a:cubicBezTo>
                  <a:pt x="1267909" y="174626"/>
                  <a:pt x="1265783" y="174318"/>
                  <a:pt x="1263727" y="173700"/>
                </a:cubicBezTo>
                <a:cubicBezTo>
                  <a:pt x="1261670" y="173083"/>
                  <a:pt x="1259853" y="171987"/>
                  <a:pt x="1258275" y="170411"/>
                </a:cubicBezTo>
                <a:cubicBezTo>
                  <a:pt x="1256699" y="168834"/>
                  <a:pt x="1255603" y="167016"/>
                  <a:pt x="1254986" y="164960"/>
                </a:cubicBezTo>
                <a:cubicBezTo>
                  <a:pt x="1254369" y="162903"/>
                  <a:pt x="1254060" y="160777"/>
                  <a:pt x="1254060" y="158582"/>
                </a:cubicBezTo>
                <a:cubicBezTo>
                  <a:pt x="1254060" y="156389"/>
                  <a:pt x="1254369" y="154265"/>
                  <a:pt x="1254986" y="152208"/>
                </a:cubicBezTo>
                <a:cubicBezTo>
                  <a:pt x="1255603" y="150151"/>
                  <a:pt x="1256699" y="148334"/>
                  <a:pt x="1258275" y="146756"/>
                </a:cubicBezTo>
                <a:cubicBezTo>
                  <a:pt x="1259853" y="145179"/>
                  <a:pt x="1261670" y="144082"/>
                  <a:pt x="1263727" y="143467"/>
                </a:cubicBezTo>
                <a:cubicBezTo>
                  <a:pt x="1265783" y="142850"/>
                  <a:pt x="1267909" y="142541"/>
                  <a:pt x="1270104" y="142541"/>
                </a:cubicBezTo>
                <a:cubicBezTo>
                  <a:pt x="1272299" y="142541"/>
                  <a:pt x="1274425" y="142850"/>
                  <a:pt x="1276481" y="143467"/>
                </a:cubicBezTo>
                <a:cubicBezTo>
                  <a:pt x="1278538" y="144082"/>
                  <a:pt x="1280354" y="145179"/>
                  <a:pt x="1281930" y="146756"/>
                </a:cubicBezTo>
                <a:cubicBezTo>
                  <a:pt x="1283508" y="148334"/>
                  <a:pt x="1284605" y="150151"/>
                  <a:pt x="1285222" y="152208"/>
                </a:cubicBezTo>
                <a:cubicBezTo>
                  <a:pt x="1285839" y="154265"/>
                  <a:pt x="1286148" y="156389"/>
                  <a:pt x="1286148" y="158582"/>
                </a:cubicBezTo>
                <a:cubicBezTo>
                  <a:pt x="1286148" y="160777"/>
                  <a:pt x="1285839" y="162903"/>
                  <a:pt x="1285222" y="164960"/>
                </a:cubicBezTo>
                <a:cubicBezTo>
                  <a:pt x="1284605" y="167016"/>
                  <a:pt x="1283508" y="168834"/>
                  <a:pt x="1281930" y="170411"/>
                </a:cubicBezTo>
                <a:cubicBezTo>
                  <a:pt x="1280354" y="171987"/>
                  <a:pt x="1278538" y="173083"/>
                  <a:pt x="1276481" y="173700"/>
                </a:cubicBezTo>
                <a:cubicBezTo>
                  <a:pt x="1274425" y="174318"/>
                  <a:pt x="1272299" y="174626"/>
                  <a:pt x="1270104" y="174626"/>
                </a:cubicBezTo>
                <a:close/>
                <a:moveTo>
                  <a:pt x="1372947" y="174626"/>
                </a:moveTo>
                <a:cubicBezTo>
                  <a:pt x="1370752" y="174626"/>
                  <a:pt x="1368626" y="174318"/>
                  <a:pt x="1366569" y="173700"/>
                </a:cubicBezTo>
                <a:cubicBezTo>
                  <a:pt x="1364512" y="173083"/>
                  <a:pt x="1362695" y="171987"/>
                  <a:pt x="1361118" y="170411"/>
                </a:cubicBezTo>
                <a:cubicBezTo>
                  <a:pt x="1359542" y="168834"/>
                  <a:pt x="1358446" y="167016"/>
                  <a:pt x="1357828" y="164960"/>
                </a:cubicBezTo>
                <a:cubicBezTo>
                  <a:pt x="1357211" y="162903"/>
                  <a:pt x="1356903" y="160777"/>
                  <a:pt x="1356903" y="158582"/>
                </a:cubicBezTo>
                <a:cubicBezTo>
                  <a:pt x="1356903" y="156389"/>
                  <a:pt x="1357211" y="154265"/>
                  <a:pt x="1357828" y="152208"/>
                </a:cubicBezTo>
                <a:cubicBezTo>
                  <a:pt x="1358446" y="150151"/>
                  <a:pt x="1359542" y="148334"/>
                  <a:pt x="1361118" y="146756"/>
                </a:cubicBezTo>
                <a:cubicBezTo>
                  <a:pt x="1362695" y="145179"/>
                  <a:pt x="1364512" y="144082"/>
                  <a:pt x="1366569" y="143467"/>
                </a:cubicBezTo>
                <a:cubicBezTo>
                  <a:pt x="1368626" y="142850"/>
                  <a:pt x="1370752" y="142541"/>
                  <a:pt x="1372947" y="142541"/>
                </a:cubicBezTo>
                <a:cubicBezTo>
                  <a:pt x="1375141" y="142541"/>
                  <a:pt x="1377267" y="142850"/>
                  <a:pt x="1379324" y="143467"/>
                </a:cubicBezTo>
                <a:cubicBezTo>
                  <a:pt x="1381381" y="144082"/>
                  <a:pt x="1383197" y="145179"/>
                  <a:pt x="1384772" y="146756"/>
                </a:cubicBezTo>
                <a:cubicBezTo>
                  <a:pt x="1386350" y="148334"/>
                  <a:pt x="1387447" y="150151"/>
                  <a:pt x="1388065" y="152208"/>
                </a:cubicBezTo>
                <a:cubicBezTo>
                  <a:pt x="1388682" y="154265"/>
                  <a:pt x="1388991" y="156389"/>
                  <a:pt x="1388991" y="158582"/>
                </a:cubicBezTo>
                <a:cubicBezTo>
                  <a:pt x="1388991" y="160777"/>
                  <a:pt x="1388682" y="162903"/>
                  <a:pt x="1388065" y="164960"/>
                </a:cubicBezTo>
                <a:cubicBezTo>
                  <a:pt x="1387447" y="167016"/>
                  <a:pt x="1386350" y="168834"/>
                  <a:pt x="1384772" y="170411"/>
                </a:cubicBezTo>
                <a:cubicBezTo>
                  <a:pt x="1383197" y="171987"/>
                  <a:pt x="1381381" y="173083"/>
                  <a:pt x="1379324" y="173700"/>
                </a:cubicBezTo>
                <a:cubicBezTo>
                  <a:pt x="1377267" y="174318"/>
                  <a:pt x="1375141" y="174626"/>
                  <a:pt x="1372947" y="174626"/>
                </a:cubicBezTo>
                <a:close/>
                <a:moveTo>
                  <a:pt x="1475789" y="174626"/>
                </a:moveTo>
                <a:cubicBezTo>
                  <a:pt x="1473594" y="174626"/>
                  <a:pt x="1471468" y="174318"/>
                  <a:pt x="1469411" y="173700"/>
                </a:cubicBezTo>
                <a:cubicBezTo>
                  <a:pt x="1467355" y="173083"/>
                  <a:pt x="1465537" y="171987"/>
                  <a:pt x="1463960" y="170411"/>
                </a:cubicBezTo>
                <a:cubicBezTo>
                  <a:pt x="1462384" y="168834"/>
                  <a:pt x="1461288" y="167016"/>
                  <a:pt x="1460671" y="164960"/>
                </a:cubicBezTo>
                <a:cubicBezTo>
                  <a:pt x="1460053" y="162903"/>
                  <a:pt x="1459745" y="160777"/>
                  <a:pt x="1459745" y="158582"/>
                </a:cubicBezTo>
                <a:cubicBezTo>
                  <a:pt x="1459745" y="156389"/>
                  <a:pt x="1460053" y="154265"/>
                  <a:pt x="1460671" y="152208"/>
                </a:cubicBezTo>
                <a:cubicBezTo>
                  <a:pt x="1461288" y="150151"/>
                  <a:pt x="1462384" y="148334"/>
                  <a:pt x="1463960" y="146756"/>
                </a:cubicBezTo>
                <a:cubicBezTo>
                  <a:pt x="1465537" y="145179"/>
                  <a:pt x="1467355" y="144082"/>
                  <a:pt x="1469411" y="143467"/>
                </a:cubicBezTo>
                <a:cubicBezTo>
                  <a:pt x="1471468" y="142850"/>
                  <a:pt x="1473594" y="142541"/>
                  <a:pt x="1475789" y="142541"/>
                </a:cubicBezTo>
                <a:cubicBezTo>
                  <a:pt x="1477984" y="142541"/>
                  <a:pt x="1480110" y="142850"/>
                  <a:pt x="1482166" y="143467"/>
                </a:cubicBezTo>
                <a:cubicBezTo>
                  <a:pt x="1484223" y="144082"/>
                  <a:pt x="1486039" y="145179"/>
                  <a:pt x="1487615" y="146756"/>
                </a:cubicBezTo>
                <a:cubicBezTo>
                  <a:pt x="1489192" y="148334"/>
                  <a:pt x="1490290" y="150151"/>
                  <a:pt x="1490907" y="152208"/>
                </a:cubicBezTo>
                <a:cubicBezTo>
                  <a:pt x="1491524" y="154265"/>
                  <a:pt x="1491833" y="156389"/>
                  <a:pt x="1491833" y="158582"/>
                </a:cubicBezTo>
                <a:cubicBezTo>
                  <a:pt x="1491833" y="160777"/>
                  <a:pt x="1491524" y="162903"/>
                  <a:pt x="1490907" y="164960"/>
                </a:cubicBezTo>
                <a:cubicBezTo>
                  <a:pt x="1490290" y="167016"/>
                  <a:pt x="1489192" y="168834"/>
                  <a:pt x="1487615" y="170411"/>
                </a:cubicBezTo>
                <a:cubicBezTo>
                  <a:pt x="1486039" y="171987"/>
                  <a:pt x="1484223" y="173083"/>
                  <a:pt x="1482166" y="173700"/>
                </a:cubicBezTo>
                <a:cubicBezTo>
                  <a:pt x="1480110" y="174318"/>
                  <a:pt x="1477984" y="174626"/>
                  <a:pt x="1475789" y="174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5C950-45B6-42EB-9DEE-DECD62D1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01" y="2961217"/>
            <a:ext cx="1439793" cy="617054"/>
          </a:xfrm>
          <a:custGeom xmlns:a="http://schemas.openxmlformats.org/drawingml/2006/main">
            <a:pathLst>
              <a:path w="1439793" h="617054">
                <a:moveTo>
                  <a:pt x="0" y="0"/>
                </a:moveTo>
                <a:lnTo>
                  <a:pt x="1439793" y="0"/>
                </a:lnTo>
                <a:lnTo>
                  <a:pt x="1439793" y="617054"/>
                </a:lnTo>
                <a:lnTo>
                  <a:pt x="0" y="6170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11FE5-1190-4948-9EF8-DFC411EE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01" y="2961217"/>
            <a:ext cx="1439793" cy="617054"/>
          </a:xfrm>
          <a:custGeom xmlns:a="http://schemas.openxmlformats.org/drawingml/2006/main">
            <a:pathLst>
              <a:path w="1439793" h="617054" fill="none">
                <a:moveTo>
                  <a:pt x="0" y="0"/>
                </a:moveTo>
                <a:lnTo>
                  <a:pt x="1439793" y="0"/>
                </a:lnTo>
                <a:lnTo>
                  <a:pt x="1439793" y="617054"/>
                </a:lnTo>
                <a:lnTo>
                  <a:pt x="0" y="6170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8B952-807E-4432-80DB-4BFD126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80" y="3012556"/>
            <a:ext cx="107861" cy="164630"/>
          </a:xfrm>
          <a:custGeom xmlns:a="http://schemas.openxmlformats.org/drawingml/2006/main">
            <a:pathLst>
              <a:path w="107861" h="164630">
                <a:moveTo>
                  <a:pt x="20486" y="164630"/>
                </a:moveTo>
                <a:lnTo>
                  <a:pt x="20486" y="89596"/>
                </a:lnTo>
                <a:lnTo>
                  <a:pt x="106133" y="89596"/>
                </a:lnTo>
                <a:lnTo>
                  <a:pt x="106133" y="71331"/>
                </a:lnTo>
                <a:lnTo>
                  <a:pt x="20486" y="71331"/>
                </a:lnTo>
                <a:lnTo>
                  <a:pt x="20486" y="18265"/>
                </a:lnTo>
                <a:lnTo>
                  <a:pt x="107861" y="18265"/>
                </a:lnTo>
                <a:lnTo>
                  <a:pt x="107861" y="0"/>
                </a:lnTo>
                <a:lnTo>
                  <a:pt x="0" y="0"/>
                </a:lnTo>
                <a:lnTo>
                  <a:pt x="0" y="164630"/>
                </a:lnTo>
                <a:lnTo>
                  <a:pt x="20486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15896-E3CA-4839-A4C8-C5E8E99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93" y="3057971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19215"/>
                </a:moveTo>
                <a:lnTo>
                  <a:pt x="98976" y="0"/>
                </a:lnTo>
                <a:lnTo>
                  <a:pt x="80464" y="0"/>
                </a:lnTo>
                <a:lnTo>
                  <a:pt x="80464" y="87622"/>
                </a:lnTo>
                <a:cubicBezTo>
                  <a:pt x="73553" y="97248"/>
                  <a:pt x="59731" y="105640"/>
                  <a:pt x="45168" y="105640"/>
                </a:cubicBezTo>
                <a:cubicBezTo>
                  <a:pt x="29125" y="105640"/>
                  <a:pt x="18512" y="99469"/>
                  <a:pt x="18512" y="78489"/>
                </a:cubicBezTo>
                <a:lnTo>
                  <a:pt x="18512" y="0"/>
                </a:lnTo>
                <a:lnTo>
                  <a:pt x="0" y="0"/>
                </a:lnTo>
                <a:lnTo>
                  <a:pt x="0" y="84166"/>
                </a:lnTo>
                <a:cubicBezTo>
                  <a:pt x="0" y="110082"/>
                  <a:pt x="13082" y="122177"/>
                  <a:pt x="38011" y="122177"/>
                </a:cubicBezTo>
                <a:cubicBezTo>
                  <a:pt x="55782" y="122177"/>
                  <a:pt x="71331" y="112798"/>
                  <a:pt x="80464" y="102431"/>
                </a:cubicBezTo>
                <a:lnTo>
                  <a:pt x="80464" y="119215"/>
                </a:lnTo>
                <a:lnTo>
                  <a:pt x="98976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3BCF9-4130-4728-BFB1-03A44153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516" y="3057971"/>
            <a:ext cx="90830" cy="119215"/>
          </a:xfrm>
          <a:custGeom xmlns:a="http://schemas.openxmlformats.org/drawingml/2006/main">
            <a:pathLst>
              <a:path w="90830" h="119215">
                <a:moveTo>
                  <a:pt x="90830" y="119215"/>
                </a:moveTo>
                <a:lnTo>
                  <a:pt x="90830" y="103171"/>
                </a:lnTo>
                <a:lnTo>
                  <a:pt x="23695" y="103171"/>
                </a:lnTo>
                <a:lnTo>
                  <a:pt x="89843" y="14069"/>
                </a:lnTo>
                <a:lnTo>
                  <a:pt x="89843" y="0"/>
                </a:lnTo>
                <a:lnTo>
                  <a:pt x="0" y="0"/>
                </a:lnTo>
                <a:lnTo>
                  <a:pt x="0" y="16290"/>
                </a:lnTo>
                <a:lnTo>
                  <a:pt x="65655" y="16290"/>
                </a:lnTo>
                <a:lnTo>
                  <a:pt x="0" y="104899"/>
                </a:lnTo>
                <a:lnTo>
                  <a:pt x="0" y="119215"/>
                </a:lnTo>
                <a:lnTo>
                  <a:pt x="90830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A62D3-838B-4A5E-B077-C182288A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16" y="3057971"/>
            <a:ext cx="90830" cy="119215"/>
          </a:xfrm>
          <a:custGeom xmlns:a="http://schemas.openxmlformats.org/drawingml/2006/main">
            <a:pathLst>
              <a:path w="90830" h="119215">
                <a:moveTo>
                  <a:pt x="90830" y="119215"/>
                </a:moveTo>
                <a:lnTo>
                  <a:pt x="90830" y="103171"/>
                </a:lnTo>
                <a:lnTo>
                  <a:pt x="23695" y="103171"/>
                </a:lnTo>
                <a:lnTo>
                  <a:pt x="89843" y="14069"/>
                </a:lnTo>
                <a:lnTo>
                  <a:pt x="89843" y="0"/>
                </a:lnTo>
                <a:lnTo>
                  <a:pt x="0" y="0"/>
                </a:lnTo>
                <a:lnTo>
                  <a:pt x="0" y="16290"/>
                </a:lnTo>
                <a:lnTo>
                  <a:pt x="65655" y="16290"/>
                </a:lnTo>
                <a:lnTo>
                  <a:pt x="0" y="104899"/>
                </a:lnTo>
                <a:lnTo>
                  <a:pt x="0" y="119215"/>
                </a:lnTo>
                <a:lnTo>
                  <a:pt x="90830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29AA4-8F34-4B1A-BAFA-50D0EF8E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55" y="3321084"/>
            <a:ext cx="107861" cy="164630"/>
          </a:xfrm>
          <a:custGeom xmlns:a="http://schemas.openxmlformats.org/drawingml/2006/main">
            <a:pathLst>
              <a:path w="107861" h="164630">
                <a:moveTo>
                  <a:pt x="107861" y="164630"/>
                </a:moveTo>
                <a:lnTo>
                  <a:pt x="107861" y="146365"/>
                </a:lnTo>
                <a:lnTo>
                  <a:pt x="20486" y="146365"/>
                </a:lnTo>
                <a:lnTo>
                  <a:pt x="20486" y="89596"/>
                </a:lnTo>
                <a:lnTo>
                  <a:pt x="106133" y="89596"/>
                </a:lnTo>
                <a:lnTo>
                  <a:pt x="106133" y="71331"/>
                </a:lnTo>
                <a:lnTo>
                  <a:pt x="20486" y="71331"/>
                </a:lnTo>
                <a:lnTo>
                  <a:pt x="20486" y="18265"/>
                </a:lnTo>
                <a:lnTo>
                  <a:pt x="107861" y="18265"/>
                </a:lnTo>
                <a:lnTo>
                  <a:pt x="107861" y="0"/>
                </a:lnTo>
                <a:lnTo>
                  <a:pt x="0" y="0"/>
                </a:lnTo>
                <a:lnTo>
                  <a:pt x="0" y="164630"/>
                </a:lnTo>
                <a:lnTo>
                  <a:pt x="107861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1C6A9-F36B-4147-B0AF-07A232C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57" y="3363537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529CE-64C5-4111-8ED4-056805A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46" y="3363537"/>
            <a:ext cx="111563" cy="170554"/>
          </a:xfrm>
          <a:custGeom xmlns:a="http://schemas.openxmlformats.org/drawingml/2006/main">
            <a:pathLst>
              <a:path w="111563" h="170554">
                <a:moveTo>
                  <a:pt x="54794" y="170554"/>
                </a:moveTo>
                <a:cubicBezTo>
                  <a:pt x="83919" y="170554"/>
                  <a:pt x="111563" y="158213"/>
                  <a:pt x="111563" y="118721"/>
                </a:cubicBezTo>
                <a:lnTo>
                  <a:pt x="111563" y="2962"/>
                </a:lnTo>
                <a:lnTo>
                  <a:pt x="93052" y="2962"/>
                </a:lnTo>
                <a:lnTo>
                  <a:pt x="93052" y="20980"/>
                </a:lnTo>
                <a:cubicBezTo>
                  <a:pt x="83426" y="7898"/>
                  <a:pt x="69110" y="0"/>
                  <a:pt x="53067" y="0"/>
                </a:cubicBezTo>
                <a:cubicBezTo>
                  <a:pt x="21720" y="0"/>
                  <a:pt x="0" y="23695"/>
                  <a:pt x="0" y="61952"/>
                </a:cubicBezTo>
                <a:cubicBezTo>
                  <a:pt x="0" y="100456"/>
                  <a:pt x="21967" y="123658"/>
                  <a:pt x="53067" y="123658"/>
                </a:cubicBezTo>
                <a:cubicBezTo>
                  <a:pt x="69851" y="123658"/>
                  <a:pt x="84413" y="114525"/>
                  <a:pt x="93052" y="102431"/>
                </a:cubicBezTo>
                <a:lnTo>
                  <a:pt x="93052" y="119462"/>
                </a:lnTo>
                <a:cubicBezTo>
                  <a:pt x="93052" y="145625"/>
                  <a:pt x="74540" y="155251"/>
                  <a:pt x="54794" y="155251"/>
                </a:cubicBezTo>
                <a:cubicBezTo>
                  <a:pt x="37764" y="155251"/>
                  <a:pt x="25916" y="150808"/>
                  <a:pt x="16043" y="138961"/>
                </a:cubicBezTo>
                <a:lnTo>
                  <a:pt x="6664" y="152783"/>
                </a:lnTo>
                <a:cubicBezTo>
                  <a:pt x="20733" y="166605"/>
                  <a:pt x="34555" y="170554"/>
                  <a:pt x="54794" y="170554"/>
                </a:cubicBezTo>
                <a:close/>
                <a:moveTo>
                  <a:pt x="57509" y="107367"/>
                </a:moveTo>
                <a:cubicBezTo>
                  <a:pt x="33568" y="107367"/>
                  <a:pt x="19252" y="88115"/>
                  <a:pt x="19252" y="61952"/>
                </a:cubicBezTo>
                <a:cubicBezTo>
                  <a:pt x="19252" y="35542"/>
                  <a:pt x="33568" y="16537"/>
                  <a:pt x="57509" y="16537"/>
                </a:cubicBezTo>
                <a:cubicBezTo>
                  <a:pt x="72319" y="16537"/>
                  <a:pt x="86634" y="25423"/>
                  <a:pt x="93052" y="35789"/>
                </a:cubicBezTo>
                <a:lnTo>
                  <a:pt x="93052" y="87869"/>
                </a:lnTo>
                <a:cubicBezTo>
                  <a:pt x="86634" y="98235"/>
                  <a:pt x="72319" y="107367"/>
                  <a:pt x="57509" y="1073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A41E1-6A1E-491E-B2BB-84C9B7E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224" y="3324539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79A9D-EA0C-409A-9B5F-3586E4D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68" y="3363537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4418B-37A5-4B13-9BEA-FCEC978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57" y="3363537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AE007-269D-4498-8BC0-6CADFBE7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63" y="3269745"/>
            <a:ext cx="1133940" cy="10"/>
          </a:xfrm>
          <a:custGeom xmlns:a="http://schemas.openxmlformats.org/drawingml/2006/main">
            <a:pathLst>
              <a:path w="1133940" h="1" fill="none">
                <a:moveTo>
                  <a:pt x="1133940" y="0"/>
                </a:moveTo>
                <a:lnTo>
                  <a:pt x="5168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4AA94-6BE2-447C-B3A1-3ADFF01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31" y="3218323"/>
            <a:ext cx="102842" cy="102842"/>
          </a:xfrm>
          <a:custGeom xmlns:a="http://schemas.openxmlformats.org/drawingml/2006/main">
            <a:pathLst>
              <a:path w="102842" h="102842">
                <a:moveTo>
                  <a:pt x="0" y="51421"/>
                </a:moveTo>
                <a:lnTo>
                  <a:pt x="102842" y="0"/>
                </a:lnTo>
                <a:lnTo>
                  <a:pt x="77132" y="51421"/>
                </a:lnTo>
                <a:lnTo>
                  <a:pt x="102842" y="102842"/>
                </a:lnTo>
                <a:lnTo>
                  <a:pt x="0" y="51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2BD63-81A7-4A2C-B362-F2F0E3AD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31" y="3218323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0" y="51421"/>
                </a:moveTo>
                <a:lnTo>
                  <a:pt x="102842" y="0"/>
                </a:lnTo>
                <a:lnTo>
                  <a:pt x="77132" y="51421"/>
                </a:lnTo>
                <a:lnTo>
                  <a:pt x="102842" y="102842"/>
                </a:lnTo>
                <a:lnTo>
                  <a:pt x="0" y="51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3E037-FD79-4B55-A30B-F1C590D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937" y="3044314"/>
            <a:ext cx="191698" cy="191698"/>
          </a:xfrm>
          <a:custGeom xmlns:a="http://schemas.openxmlformats.org/drawingml/2006/main">
            <a:pathLst>
              <a:path w="191698" h="191698">
                <a:moveTo>
                  <a:pt x="95849" y="191698"/>
                </a:moveTo>
                <a:cubicBezTo>
                  <a:pt x="148299" y="191698"/>
                  <a:pt x="191698" y="149121"/>
                  <a:pt x="191698" y="95849"/>
                </a:cubicBezTo>
                <a:cubicBezTo>
                  <a:pt x="191698" y="42988"/>
                  <a:pt x="148710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lose/>
                <a:moveTo>
                  <a:pt x="95849" y="185116"/>
                </a:moveTo>
                <a:cubicBezTo>
                  <a:pt x="46485" y="185116"/>
                  <a:pt x="6582" y="145213"/>
                  <a:pt x="6582" y="95849"/>
                </a:cubicBezTo>
                <a:cubicBezTo>
                  <a:pt x="6582" y="46896"/>
                  <a:pt x="46073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ubicBezTo>
                  <a:pt x="185116" y="145213"/>
                  <a:pt x="145213" y="185116"/>
                  <a:pt x="95849" y="185116"/>
                </a:cubicBezTo>
                <a:close/>
                <a:moveTo>
                  <a:pt x="96055" y="150356"/>
                </a:moveTo>
                <a:cubicBezTo>
                  <a:pt x="115801" y="150356"/>
                  <a:pt x="132255" y="136780"/>
                  <a:pt x="132255" y="115595"/>
                </a:cubicBezTo>
                <a:cubicBezTo>
                  <a:pt x="132255" y="93381"/>
                  <a:pt x="118680" y="82274"/>
                  <a:pt x="98523" y="82274"/>
                </a:cubicBezTo>
                <a:cubicBezTo>
                  <a:pt x="88239" y="82274"/>
                  <a:pt x="77337" y="87416"/>
                  <a:pt x="69933" y="95643"/>
                </a:cubicBezTo>
                <a:cubicBezTo>
                  <a:pt x="70756" y="63557"/>
                  <a:pt x="84331" y="52861"/>
                  <a:pt x="100580" y="52861"/>
                </a:cubicBezTo>
                <a:cubicBezTo>
                  <a:pt x="108190" y="52861"/>
                  <a:pt x="115801" y="56152"/>
                  <a:pt x="120531" y="61088"/>
                </a:cubicBezTo>
                <a:lnTo>
                  <a:pt x="129787" y="50598"/>
                </a:lnTo>
                <a:cubicBezTo>
                  <a:pt x="122999" y="44017"/>
                  <a:pt x="113538" y="38874"/>
                  <a:pt x="100168" y="38874"/>
                </a:cubicBezTo>
                <a:cubicBezTo>
                  <a:pt x="75898" y="38874"/>
                  <a:pt x="53889" y="56152"/>
                  <a:pt x="53889" y="98317"/>
                </a:cubicBezTo>
                <a:cubicBezTo>
                  <a:pt x="53889" y="133695"/>
                  <a:pt x="72195" y="150356"/>
                  <a:pt x="96055" y="150356"/>
                </a:cubicBezTo>
                <a:close/>
                <a:moveTo>
                  <a:pt x="70344" y="107985"/>
                </a:moveTo>
                <a:cubicBezTo>
                  <a:pt x="78366" y="98317"/>
                  <a:pt x="87416" y="94821"/>
                  <a:pt x="94615" y="94821"/>
                </a:cubicBezTo>
                <a:cubicBezTo>
                  <a:pt x="108807" y="94821"/>
                  <a:pt x="116212" y="103048"/>
                  <a:pt x="116212" y="116006"/>
                </a:cubicBezTo>
                <a:cubicBezTo>
                  <a:pt x="116212" y="128553"/>
                  <a:pt x="107162" y="137192"/>
                  <a:pt x="96260" y="137192"/>
                </a:cubicBezTo>
                <a:cubicBezTo>
                  <a:pt x="81657" y="137192"/>
                  <a:pt x="72607" y="127936"/>
                  <a:pt x="70344" y="1079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C008D-CEEF-4D3C-B1AB-5F91E07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738" y="3081131"/>
            <a:ext cx="111893" cy="139660"/>
          </a:xfrm>
          <a:custGeom xmlns:a="http://schemas.openxmlformats.org/drawingml/2006/main">
            <a:pathLst>
              <a:path w="111893" h="139660">
                <a:moveTo>
                  <a:pt x="55946" y="139660"/>
                </a:moveTo>
                <a:cubicBezTo>
                  <a:pt x="93175" y="139660"/>
                  <a:pt x="111893" y="117857"/>
                  <a:pt x="111893" y="83714"/>
                </a:cubicBezTo>
                <a:lnTo>
                  <a:pt x="111893" y="0"/>
                </a:lnTo>
                <a:lnTo>
                  <a:pt x="94821" y="0"/>
                </a:lnTo>
                <a:lnTo>
                  <a:pt x="94821" y="83508"/>
                </a:lnTo>
                <a:cubicBezTo>
                  <a:pt x="94821" y="108602"/>
                  <a:pt x="81245" y="124439"/>
                  <a:pt x="55946" y="124439"/>
                </a:cubicBezTo>
                <a:cubicBezTo>
                  <a:pt x="30647" y="124439"/>
                  <a:pt x="17072" y="108602"/>
                  <a:pt x="17072" y="83508"/>
                </a:cubicBezTo>
                <a:lnTo>
                  <a:pt x="17072" y="0"/>
                </a:lnTo>
                <a:lnTo>
                  <a:pt x="0" y="0"/>
                </a:lnTo>
                <a:lnTo>
                  <a:pt x="0" y="83919"/>
                </a:lnTo>
                <a:cubicBezTo>
                  <a:pt x="0" y="117652"/>
                  <a:pt x="18717" y="139660"/>
                  <a:pt x="55946" y="1396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20252-FF28-451B-88AB-4F485F1F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100" y="3116509"/>
            <a:ext cx="93175" cy="139660"/>
          </a:xfrm>
          <a:custGeom xmlns:a="http://schemas.openxmlformats.org/drawingml/2006/main">
            <a:pathLst>
              <a:path w="93175" h="139660">
                <a:moveTo>
                  <a:pt x="48953" y="104282"/>
                </a:moveTo>
                <a:cubicBezTo>
                  <a:pt x="75075" y="104282"/>
                  <a:pt x="93175" y="84125"/>
                  <a:pt x="93175" y="52038"/>
                </a:cubicBezTo>
                <a:cubicBezTo>
                  <a:pt x="93175" y="19746"/>
                  <a:pt x="75075" y="0"/>
                  <a:pt x="48953" y="0"/>
                </a:cubicBezTo>
                <a:cubicBezTo>
                  <a:pt x="34966" y="0"/>
                  <a:pt x="22625" y="7199"/>
                  <a:pt x="15426" y="17278"/>
                </a:cubicBezTo>
                <a:lnTo>
                  <a:pt x="15426" y="2468"/>
                </a:lnTo>
                <a:lnTo>
                  <a:pt x="0" y="2468"/>
                </a:lnTo>
                <a:lnTo>
                  <a:pt x="0" y="139660"/>
                </a:lnTo>
                <a:lnTo>
                  <a:pt x="15426" y="139660"/>
                </a:lnTo>
                <a:lnTo>
                  <a:pt x="15426" y="86799"/>
                </a:lnTo>
                <a:cubicBezTo>
                  <a:pt x="23448" y="97906"/>
                  <a:pt x="35378" y="104282"/>
                  <a:pt x="48953" y="104282"/>
                </a:cubicBezTo>
                <a:close/>
                <a:moveTo>
                  <a:pt x="45045" y="90501"/>
                </a:moveTo>
                <a:cubicBezTo>
                  <a:pt x="32910" y="90501"/>
                  <a:pt x="20774" y="83097"/>
                  <a:pt x="15426" y="74458"/>
                </a:cubicBezTo>
                <a:lnTo>
                  <a:pt x="15426" y="29619"/>
                </a:lnTo>
                <a:cubicBezTo>
                  <a:pt x="20774" y="20980"/>
                  <a:pt x="32910" y="13781"/>
                  <a:pt x="45045" y="13781"/>
                </a:cubicBezTo>
                <a:cubicBezTo>
                  <a:pt x="64996" y="13781"/>
                  <a:pt x="76926" y="30030"/>
                  <a:pt x="76926" y="52038"/>
                </a:cubicBezTo>
                <a:cubicBezTo>
                  <a:pt x="76926" y="74047"/>
                  <a:pt x="64996" y="90501"/>
                  <a:pt x="45045" y="90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F74F2-A856-49C1-935B-21CED31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993" y="3081131"/>
            <a:ext cx="93175" cy="139660"/>
          </a:xfrm>
          <a:custGeom xmlns:a="http://schemas.openxmlformats.org/drawingml/2006/main">
            <a:pathLst>
              <a:path w="93175" h="139660">
                <a:moveTo>
                  <a:pt x="93175" y="137192"/>
                </a:moveTo>
                <a:lnTo>
                  <a:pt x="93175" y="0"/>
                </a:lnTo>
                <a:lnTo>
                  <a:pt x="77749" y="0"/>
                </a:lnTo>
                <a:lnTo>
                  <a:pt x="77749" y="52861"/>
                </a:lnTo>
                <a:cubicBezTo>
                  <a:pt x="69727" y="41960"/>
                  <a:pt x="57592" y="35378"/>
                  <a:pt x="44222" y="35378"/>
                </a:cubicBezTo>
                <a:cubicBezTo>
                  <a:pt x="18100" y="35378"/>
                  <a:pt x="0" y="55946"/>
                  <a:pt x="0" y="87622"/>
                </a:cubicBezTo>
                <a:cubicBezTo>
                  <a:pt x="0" y="119914"/>
                  <a:pt x="18306" y="139660"/>
                  <a:pt x="44222" y="139660"/>
                </a:cubicBezTo>
                <a:cubicBezTo>
                  <a:pt x="58209" y="139660"/>
                  <a:pt x="70344" y="132461"/>
                  <a:pt x="77749" y="122382"/>
                </a:cubicBezTo>
                <a:lnTo>
                  <a:pt x="77749" y="137192"/>
                </a:lnTo>
                <a:lnTo>
                  <a:pt x="93175" y="137192"/>
                </a:lnTo>
                <a:close/>
                <a:moveTo>
                  <a:pt x="47925" y="125879"/>
                </a:moveTo>
                <a:cubicBezTo>
                  <a:pt x="27973" y="125879"/>
                  <a:pt x="16043" y="109630"/>
                  <a:pt x="16043" y="87622"/>
                </a:cubicBezTo>
                <a:cubicBezTo>
                  <a:pt x="16043" y="65613"/>
                  <a:pt x="27973" y="49159"/>
                  <a:pt x="47925" y="49159"/>
                </a:cubicBezTo>
                <a:cubicBezTo>
                  <a:pt x="60266" y="49159"/>
                  <a:pt x="72195" y="56563"/>
                  <a:pt x="77749" y="65202"/>
                </a:cubicBezTo>
                <a:lnTo>
                  <a:pt x="77749" y="110247"/>
                </a:lnTo>
                <a:cubicBezTo>
                  <a:pt x="72195" y="118886"/>
                  <a:pt x="60266" y="125879"/>
                  <a:pt x="47925" y="125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3DCE6-C044-4C6A-A8EC-84B1DD48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67" y="3116509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CA5F6-F038-4CD5-924D-7330B53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047" y="3091827"/>
            <a:ext cx="56975" cy="128964"/>
          </a:xfrm>
          <a:custGeom xmlns:a="http://schemas.openxmlformats.org/drawingml/2006/main">
            <a:pathLst>
              <a:path w="56975" h="128964">
                <a:moveTo>
                  <a:pt x="38463" y="128964"/>
                </a:moveTo>
                <a:cubicBezTo>
                  <a:pt x="47513" y="128964"/>
                  <a:pt x="53067" y="126290"/>
                  <a:pt x="56975" y="122588"/>
                </a:cubicBezTo>
                <a:lnTo>
                  <a:pt x="52450" y="111070"/>
                </a:lnTo>
                <a:cubicBezTo>
                  <a:pt x="50393" y="113332"/>
                  <a:pt x="46279" y="115183"/>
                  <a:pt x="41960" y="115183"/>
                </a:cubicBezTo>
                <a:cubicBezTo>
                  <a:pt x="35172" y="115183"/>
                  <a:pt x="31881" y="109836"/>
                  <a:pt x="31881" y="102431"/>
                </a:cubicBezTo>
                <a:lnTo>
                  <a:pt x="31881" y="40726"/>
                </a:lnTo>
                <a:lnTo>
                  <a:pt x="52038" y="40726"/>
                </a:lnTo>
                <a:lnTo>
                  <a:pt x="52038" y="27150"/>
                </a:lnTo>
                <a:lnTo>
                  <a:pt x="31881" y="27150"/>
                </a:lnTo>
                <a:lnTo>
                  <a:pt x="31881" y="0"/>
                </a:lnTo>
                <a:lnTo>
                  <a:pt x="16455" y="0"/>
                </a:lnTo>
                <a:lnTo>
                  <a:pt x="16455" y="27150"/>
                </a:lnTo>
                <a:lnTo>
                  <a:pt x="0" y="27150"/>
                </a:lnTo>
                <a:lnTo>
                  <a:pt x="0" y="40726"/>
                </a:lnTo>
                <a:lnTo>
                  <a:pt x="16455" y="40726"/>
                </a:lnTo>
                <a:lnTo>
                  <a:pt x="16455" y="105722"/>
                </a:lnTo>
                <a:cubicBezTo>
                  <a:pt x="16455" y="120531"/>
                  <a:pt x="23859" y="128964"/>
                  <a:pt x="38463" y="128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5DE0F-B583-42AC-B45C-05A958FF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3116509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8DE7B-FEEF-4064-813B-3CADA903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378" y="3325691"/>
            <a:ext cx="122794" cy="141922"/>
          </a:xfrm>
          <a:custGeom xmlns:a="http://schemas.openxmlformats.org/drawingml/2006/main">
            <a:pathLst>
              <a:path w="122794" h="141922">
                <a:moveTo>
                  <a:pt x="70550" y="141922"/>
                </a:moveTo>
                <a:cubicBezTo>
                  <a:pt x="94821" y="141922"/>
                  <a:pt x="111275" y="130404"/>
                  <a:pt x="122794" y="114772"/>
                </a:cubicBezTo>
                <a:lnTo>
                  <a:pt x="108190" y="106750"/>
                </a:lnTo>
                <a:cubicBezTo>
                  <a:pt x="100374" y="118474"/>
                  <a:pt x="86182" y="126702"/>
                  <a:pt x="70550" y="126702"/>
                </a:cubicBezTo>
                <a:cubicBezTo>
                  <a:pt x="40520" y="126702"/>
                  <a:pt x="17689" y="103459"/>
                  <a:pt x="17689" y="70961"/>
                </a:cubicBezTo>
                <a:cubicBezTo>
                  <a:pt x="17689" y="38257"/>
                  <a:pt x="40520" y="15221"/>
                  <a:pt x="70550" y="15221"/>
                </a:cubicBezTo>
                <a:cubicBezTo>
                  <a:pt x="86182" y="15221"/>
                  <a:pt x="100374" y="23654"/>
                  <a:pt x="108190" y="35172"/>
                </a:cubicBezTo>
                <a:lnTo>
                  <a:pt x="122588" y="27150"/>
                </a:lnTo>
                <a:cubicBezTo>
                  <a:pt x="111687" y="11724"/>
                  <a:pt x="94821" y="0"/>
                  <a:pt x="70550" y="0"/>
                </a:cubicBezTo>
                <a:cubicBezTo>
                  <a:pt x="31058" y="0"/>
                  <a:pt x="0" y="28796"/>
                  <a:pt x="0" y="70961"/>
                </a:cubicBezTo>
                <a:cubicBezTo>
                  <a:pt x="0" y="113127"/>
                  <a:pt x="31058" y="141922"/>
                  <a:pt x="70550" y="141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CFE62-9A04-46BD-8774-E3CF3BF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98" y="3363331"/>
            <a:ext cx="98317" cy="104282"/>
          </a:xfrm>
          <a:custGeom xmlns:a="http://schemas.openxmlformats.org/drawingml/2006/main">
            <a:pathLst>
              <a:path w="98317" h="104282">
                <a:moveTo>
                  <a:pt x="49159" y="104282"/>
                </a:moveTo>
                <a:cubicBezTo>
                  <a:pt x="79394" y="104282"/>
                  <a:pt x="98317" y="80834"/>
                  <a:pt x="98317" y="52038"/>
                </a:cubicBezTo>
                <a:cubicBezTo>
                  <a:pt x="98317" y="23242"/>
                  <a:pt x="79394" y="0"/>
                  <a:pt x="49159" y="0"/>
                </a:cubicBezTo>
                <a:cubicBezTo>
                  <a:pt x="18923" y="0"/>
                  <a:pt x="0" y="23242"/>
                  <a:pt x="0" y="52038"/>
                </a:cubicBezTo>
                <a:cubicBezTo>
                  <a:pt x="0" y="80834"/>
                  <a:pt x="18923" y="104282"/>
                  <a:pt x="49159" y="104282"/>
                </a:cubicBezTo>
                <a:close/>
                <a:moveTo>
                  <a:pt x="49159" y="90501"/>
                </a:moveTo>
                <a:cubicBezTo>
                  <a:pt x="27973" y="90501"/>
                  <a:pt x="16043" y="72401"/>
                  <a:pt x="16043" y="52038"/>
                </a:cubicBezTo>
                <a:cubicBezTo>
                  <a:pt x="16043" y="31881"/>
                  <a:pt x="27973" y="13781"/>
                  <a:pt x="49159" y="13781"/>
                </a:cubicBezTo>
                <a:cubicBezTo>
                  <a:pt x="70344" y="13781"/>
                  <a:pt x="82068" y="31881"/>
                  <a:pt x="82068" y="52038"/>
                </a:cubicBezTo>
                <a:cubicBezTo>
                  <a:pt x="82068" y="72401"/>
                  <a:pt x="70344" y="90501"/>
                  <a:pt x="49159" y="90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E398B-6E88-4F00-B969-78DDE1D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009" y="3363742"/>
            <a:ext cx="48542" cy="101403"/>
          </a:xfrm>
          <a:custGeom xmlns:a="http://schemas.openxmlformats.org/drawingml/2006/main">
            <a:pathLst>
              <a:path w="48542" h="101403">
                <a:moveTo>
                  <a:pt x="15426" y="101403"/>
                </a:moveTo>
                <a:lnTo>
                  <a:pt x="15426" y="31058"/>
                </a:lnTo>
                <a:cubicBezTo>
                  <a:pt x="19951" y="23037"/>
                  <a:pt x="32910" y="15221"/>
                  <a:pt x="42371" y="15221"/>
                </a:cubicBezTo>
                <a:cubicBezTo>
                  <a:pt x="44839" y="15221"/>
                  <a:pt x="46690" y="15426"/>
                  <a:pt x="48542" y="15838"/>
                </a:cubicBezTo>
                <a:lnTo>
                  <a:pt x="48542" y="0"/>
                </a:lnTo>
                <a:cubicBezTo>
                  <a:pt x="34966" y="0"/>
                  <a:pt x="23448" y="7610"/>
                  <a:pt x="15426" y="18100"/>
                </a:cubicBezTo>
                <a:lnTo>
                  <a:pt x="15426" y="2057"/>
                </a:lnTo>
                <a:lnTo>
                  <a:pt x="0" y="2057"/>
                </a:lnTo>
                <a:lnTo>
                  <a:pt x="0" y="101403"/>
                </a:lnTo>
                <a:lnTo>
                  <a:pt x="15426" y="1014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13190-82DE-416E-B023-B6E7CE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885" y="3363331"/>
            <a:ext cx="93175" cy="139660"/>
          </a:xfrm>
          <a:custGeom xmlns:a="http://schemas.openxmlformats.org/drawingml/2006/main">
            <a:pathLst>
              <a:path w="93175" h="139660">
                <a:moveTo>
                  <a:pt x="48953" y="104282"/>
                </a:moveTo>
                <a:cubicBezTo>
                  <a:pt x="75075" y="104282"/>
                  <a:pt x="93175" y="84125"/>
                  <a:pt x="93175" y="52038"/>
                </a:cubicBezTo>
                <a:cubicBezTo>
                  <a:pt x="93175" y="19746"/>
                  <a:pt x="75075" y="0"/>
                  <a:pt x="48953" y="0"/>
                </a:cubicBezTo>
                <a:cubicBezTo>
                  <a:pt x="34966" y="0"/>
                  <a:pt x="22625" y="7199"/>
                  <a:pt x="15426" y="17278"/>
                </a:cubicBezTo>
                <a:lnTo>
                  <a:pt x="15426" y="2468"/>
                </a:lnTo>
                <a:lnTo>
                  <a:pt x="0" y="2468"/>
                </a:lnTo>
                <a:lnTo>
                  <a:pt x="0" y="139660"/>
                </a:lnTo>
                <a:lnTo>
                  <a:pt x="15426" y="139660"/>
                </a:lnTo>
                <a:lnTo>
                  <a:pt x="15426" y="86799"/>
                </a:lnTo>
                <a:cubicBezTo>
                  <a:pt x="23448" y="97906"/>
                  <a:pt x="35378" y="104282"/>
                  <a:pt x="48953" y="104282"/>
                </a:cubicBezTo>
                <a:close/>
                <a:moveTo>
                  <a:pt x="45045" y="90501"/>
                </a:moveTo>
                <a:cubicBezTo>
                  <a:pt x="32910" y="90501"/>
                  <a:pt x="20774" y="83097"/>
                  <a:pt x="15426" y="74458"/>
                </a:cubicBezTo>
                <a:lnTo>
                  <a:pt x="15426" y="29619"/>
                </a:lnTo>
                <a:cubicBezTo>
                  <a:pt x="20774" y="20980"/>
                  <a:pt x="32910" y="13781"/>
                  <a:pt x="45045" y="13781"/>
                </a:cubicBezTo>
                <a:cubicBezTo>
                  <a:pt x="64996" y="13781"/>
                  <a:pt x="76926" y="30030"/>
                  <a:pt x="76926" y="52038"/>
                </a:cubicBezTo>
                <a:cubicBezTo>
                  <a:pt x="76926" y="74047"/>
                  <a:pt x="64996" y="90501"/>
                  <a:pt x="45045" y="90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8F4E0-04C0-4A99-BFE7-3BE87509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537" y="3365799"/>
            <a:ext cx="82480" cy="101814"/>
          </a:xfrm>
          <a:custGeom xmlns:a="http://schemas.openxmlformats.org/drawingml/2006/main">
            <a:pathLst>
              <a:path w="82480" h="101814">
                <a:moveTo>
                  <a:pt x="82480" y="99346"/>
                </a:moveTo>
                <a:lnTo>
                  <a:pt x="82480" y="0"/>
                </a:lnTo>
                <a:lnTo>
                  <a:pt x="67053" y="0"/>
                </a:lnTo>
                <a:lnTo>
                  <a:pt x="67053" y="73018"/>
                </a:lnTo>
                <a:cubicBezTo>
                  <a:pt x="61294" y="81040"/>
                  <a:pt x="49776" y="88033"/>
                  <a:pt x="37640" y="88033"/>
                </a:cubicBezTo>
                <a:cubicBezTo>
                  <a:pt x="24271" y="88033"/>
                  <a:pt x="15426" y="82891"/>
                  <a:pt x="15426" y="65408"/>
                </a:cubicBezTo>
                <a:lnTo>
                  <a:pt x="15426" y="0"/>
                </a:lnTo>
                <a:lnTo>
                  <a:pt x="0" y="0"/>
                </a:lnTo>
                <a:lnTo>
                  <a:pt x="0" y="70139"/>
                </a:lnTo>
                <a:cubicBezTo>
                  <a:pt x="0" y="91735"/>
                  <a:pt x="10901" y="101814"/>
                  <a:pt x="31675" y="101814"/>
                </a:cubicBezTo>
                <a:cubicBezTo>
                  <a:pt x="46485" y="101814"/>
                  <a:pt x="59443" y="93998"/>
                  <a:pt x="67053" y="85359"/>
                </a:cubicBezTo>
                <a:lnTo>
                  <a:pt x="67053" y="99346"/>
                </a:lnTo>
                <a:lnTo>
                  <a:pt x="82480" y="99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8E0CD-156A-4710-8B26-A4D36C0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230" y="3363331"/>
            <a:ext cx="79189" cy="104282"/>
          </a:xfrm>
          <a:custGeom xmlns:a="http://schemas.openxmlformats.org/drawingml/2006/main">
            <a:pathLst>
              <a:path w="79189" h="104282">
                <a:moveTo>
                  <a:pt x="40109" y="104282"/>
                </a:moveTo>
                <a:cubicBezTo>
                  <a:pt x="65819" y="104282"/>
                  <a:pt x="79189" y="90913"/>
                  <a:pt x="79189" y="74252"/>
                </a:cubicBezTo>
                <a:cubicBezTo>
                  <a:pt x="79189" y="35583"/>
                  <a:pt x="17689" y="49981"/>
                  <a:pt x="17689" y="28179"/>
                </a:cubicBezTo>
                <a:cubicBezTo>
                  <a:pt x="17689" y="19334"/>
                  <a:pt x="26122" y="12547"/>
                  <a:pt x="39697" y="12547"/>
                </a:cubicBezTo>
                <a:cubicBezTo>
                  <a:pt x="52450" y="12547"/>
                  <a:pt x="63351" y="17895"/>
                  <a:pt x="69316" y="25094"/>
                </a:cubicBezTo>
                <a:lnTo>
                  <a:pt x="76515" y="14398"/>
                </a:lnTo>
                <a:cubicBezTo>
                  <a:pt x="68493" y="6376"/>
                  <a:pt x="56563" y="0"/>
                  <a:pt x="39697" y="0"/>
                </a:cubicBezTo>
                <a:cubicBezTo>
                  <a:pt x="16043" y="0"/>
                  <a:pt x="2674" y="13164"/>
                  <a:pt x="2674" y="28590"/>
                </a:cubicBezTo>
                <a:cubicBezTo>
                  <a:pt x="2674" y="65408"/>
                  <a:pt x="64174" y="50598"/>
                  <a:pt x="64174" y="74664"/>
                </a:cubicBezTo>
                <a:cubicBezTo>
                  <a:pt x="64174" y="84536"/>
                  <a:pt x="55946" y="91735"/>
                  <a:pt x="40726" y="91735"/>
                </a:cubicBezTo>
                <a:cubicBezTo>
                  <a:pt x="27150" y="91735"/>
                  <a:pt x="14604" y="85153"/>
                  <a:pt x="8022" y="77543"/>
                </a:cubicBezTo>
                <a:lnTo>
                  <a:pt x="0" y="88650"/>
                </a:lnTo>
                <a:cubicBezTo>
                  <a:pt x="10079" y="99346"/>
                  <a:pt x="23859" y="104282"/>
                  <a:pt x="40109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E6846-EF42-4AD3-83EE-8D1E8D99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503" y="2961217"/>
            <a:ext cx="1439793" cy="617054"/>
          </a:xfrm>
          <a:custGeom xmlns:a="http://schemas.openxmlformats.org/drawingml/2006/main">
            <a:pathLst>
              <a:path w="1439793" h="617054">
                <a:moveTo>
                  <a:pt x="0" y="0"/>
                </a:moveTo>
                <a:lnTo>
                  <a:pt x="1439793" y="0"/>
                </a:lnTo>
                <a:lnTo>
                  <a:pt x="1439793" y="617054"/>
                </a:lnTo>
                <a:lnTo>
                  <a:pt x="0" y="6170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7D59D-E1C4-43DC-8A6F-42146774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503" y="2961217"/>
            <a:ext cx="1439793" cy="617054"/>
          </a:xfrm>
          <a:custGeom xmlns:a="http://schemas.openxmlformats.org/drawingml/2006/main">
            <a:pathLst>
              <a:path w="1439793" h="617054" fill="none">
                <a:moveTo>
                  <a:pt x="0" y="0"/>
                </a:moveTo>
                <a:lnTo>
                  <a:pt x="1439793" y="0"/>
                </a:lnTo>
                <a:lnTo>
                  <a:pt x="1439793" y="617054"/>
                </a:lnTo>
                <a:lnTo>
                  <a:pt x="0" y="6170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61B10-156B-41B8-AD37-FDE6B984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902" y="3009841"/>
            <a:ext cx="147353" cy="170307"/>
          </a:xfrm>
          <a:custGeom xmlns:a="http://schemas.openxmlformats.org/drawingml/2006/main">
            <a:pathLst>
              <a:path w="147353" h="170307">
                <a:moveTo>
                  <a:pt x="84660" y="170307"/>
                </a:moveTo>
                <a:cubicBezTo>
                  <a:pt x="113785" y="170307"/>
                  <a:pt x="133531" y="156485"/>
                  <a:pt x="147353" y="137727"/>
                </a:cubicBezTo>
                <a:lnTo>
                  <a:pt x="129828" y="128100"/>
                </a:lnTo>
                <a:cubicBezTo>
                  <a:pt x="120449" y="142169"/>
                  <a:pt x="103418" y="152042"/>
                  <a:pt x="84660" y="152042"/>
                </a:cubicBezTo>
                <a:cubicBezTo>
                  <a:pt x="48624" y="152042"/>
                  <a:pt x="21227" y="124151"/>
                  <a:pt x="21227" y="85153"/>
                </a:cubicBezTo>
                <a:cubicBezTo>
                  <a:pt x="21227" y="45909"/>
                  <a:pt x="48624" y="18265"/>
                  <a:pt x="84660" y="18265"/>
                </a:cubicBezTo>
                <a:cubicBezTo>
                  <a:pt x="103418" y="18265"/>
                  <a:pt x="120449" y="28384"/>
                  <a:pt x="129828" y="42207"/>
                </a:cubicBezTo>
                <a:lnTo>
                  <a:pt x="147106" y="32580"/>
                </a:lnTo>
                <a:cubicBezTo>
                  <a:pt x="134024" y="14069"/>
                  <a:pt x="113785" y="0"/>
                  <a:pt x="84660" y="0"/>
                </a:cubicBezTo>
                <a:cubicBezTo>
                  <a:pt x="37270" y="0"/>
                  <a:pt x="0" y="34555"/>
                  <a:pt x="0" y="85153"/>
                </a:cubicBezTo>
                <a:cubicBezTo>
                  <a:pt x="0" y="135752"/>
                  <a:pt x="37270" y="170307"/>
                  <a:pt x="84660" y="170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494C6-0328-4DD5-B7A6-3B150F9B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68" y="3055009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F73DF-2C96-43D7-BA8F-671B1617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862" y="3055503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56B4A-D8AA-4070-92BB-99DE36D1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13" y="3055009"/>
            <a:ext cx="111810" cy="167592"/>
          </a:xfrm>
          <a:custGeom xmlns:a="http://schemas.openxmlformats.org/drawingml/2006/main">
            <a:pathLst>
              <a:path w="111810" h="167592">
                <a:moveTo>
                  <a:pt x="58744" y="125139"/>
                </a:moveTo>
                <a:cubicBezTo>
                  <a:pt x="90090" y="125139"/>
                  <a:pt x="111810" y="100950"/>
                  <a:pt x="111810" y="62446"/>
                </a:cubicBezTo>
                <a:cubicBezTo>
                  <a:pt x="111810" y="23695"/>
                  <a:pt x="90090" y="0"/>
                  <a:pt x="58744" y="0"/>
                </a:cubicBezTo>
                <a:cubicBezTo>
                  <a:pt x="41960" y="0"/>
                  <a:pt x="27150" y="8639"/>
                  <a:pt x="18512" y="20733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67592"/>
                </a:lnTo>
                <a:lnTo>
                  <a:pt x="18512" y="167592"/>
                </a:lnTo>
                <a:lnTo>
                  <a:pt x="18512" y="104159"/>
                </a:lnTo>
                <a:cubicBezTo>
                  <a:pt x="28138" y="117487"/>
                  <a:pt x="42453" y="125139"/>
                  <a:pt x="58744" y="125139"/>
                </a:cubicBezTo>
                <a:close/>
                <a:moveTo>
                  <a:pt x="54054" y="108602"/>
                </a:moveTo>
                <a:cubicBezTo>
                  <a:pt x="39491" y="108602"/>
                  <a:pt x="24929" y="99716"/>
                  <a:pt x="18512" y="89349"/>
                </a:cubicBezTo>
                <a:lnTo>
                  <a:pt x="18512" y="35542"/>
                </a:lnTo>
                <a:cubicBezTo>
                  <a:pt x="24929" y="25176"/>
                  <a:pt x="39491" y="16537"/>
                  <a:pt x="54054" y="16537"/>
                </a:cubicBezTo>
                <a:cubicBezTo>
                  <a:pt x="77996" y="16537"/>
                  <a:pt x="92311" y="36036"/>
                  <a:pt x="92311" y="62446"/>
                </a:cubicBezTo>
                <a:cubicBezTo>
                  <a:pt x="92311" y="88856"/>
                  <a:pt x="77996" y="108602"/>
                  <a:pt x="54054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42780-6A9B-4317-9071-17810B0D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497" y="3057971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19215"/>
                </a:moveTo>
                <a:lnTo>
                  <a:pt x="98976" y="0"/>
                </a:lnTo>
                <a:lnTo>
                  <a:pt x="80464" y="0"/>
                </a:lnTo>
                <a:lnTo>
                  <a:pt x="80464" y="87622"/>
                </a:lnTo>
                <a:cubicBezTo>
                  <a:pt x="73553" y="97248"/>
                  <a:pt x="59731" y="105640"/>
                  <a:pt x="45168" y="105640"/>
                </a:cubicBezTo>
                <a:cubicBezTo>
                  <a:pt x="29125" y="105640"/>
                  <a:pt x="18512" y="99469"/>
                  <a:pt x="18512" y="78489"/>
                </a:cubicBezTo>
                <a:lnTo>
                  <a:pt x="18512" y="0"/>
                </a:lnTo>
                <a:lnTo>
                  <a:pt x="0" y="0"/>
                </a:lnTo>
                <a:lnTo>
                  <a:pt x="0" y="84166"/>
                </a:lnTo>
                <a:cubicBezTo>
                  <a:pt x="0" y="110082"/>
                  <a:pt x="13082" y="122177"/>
                  <a:pt x="38011" y="122177"/>
                </a:cubicBezTo>
                <a:cubicBezTo>
                  <a:pt x="55782" y="122177"/>
                  <a:pt x="71331" y="112798"/>
                  <a:pt x="80464" y="102431"/>
                </a:cubicBezTo>
                <a:lnTo>
                  <a:pt x="80464" y="119215"/>
                </a:lnTo>
                <a:lnTo>
                  <a:pt x="98976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0ECA8-D199-4D00-BA55-926C7336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130" y="3055009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311A0-2086-490C-BC1B-8214F8B9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610" y="3318615"/>
            <a:ext cx="123905" cy="170060"/>
          </a:xfrm>
          <a:custGeom xmlns:a="http://schemas.openxmlformats.org/drawingml/2006/main">
            <a:pathLst>
              <a:path w="123905" h="170060">
                <a:moveTo>
                  <a:pt x="63186" y="170060"/>
                </a:moveTo>
                <a:cubicBezTo>
                  <a:pt x="107614" y="170060"/>
                  <a:pt x="123905" y="145625"/>
                  <a:pt x="123905" y="121683"/>
                </a:cubicBezTo>
                <a:cubicBezTo>
                  <a:pt x="123905" y="60225"/>
                  <a:pt x="26410" y="81451"/>
                  <a:pt x="26410" y="44428"/>
                </a:cubicBezTo>
                <a:cubicBezTo>
                  <a:pt x="26410" y="28878"/>
                  <a:pt x="40479" y="18265"/>
                  <a:pt x="60225" y="18265"/>
                </a:cubicBezTo>
                <a:cubicBezTo>
                  <a:pt x="78242" y="18265"/>
                  <a:pt x="95520" y="24435"/>
                  <a:pt x="107861" y="38011"/>
                </a:cubicBezTo>
                <a:lnTo>
                  <a:pt x="120202" y="22954"/>
                </a:lnTo>
                <a:cubicBezTo>
                  <a:pt x="106380" y="8392"/>
                  <a:pt x="86881" y="0"/>
                  <a:pt x="61705" y="0"/>
                </a:cubicBezTo>
                <a:cubicBezTo>
                  <a:pt x="29372" y="0"/>
                  <a:pt x="5183" y="18512"/>
                  <a:pt x="5183" y="45662"/>
                </a:cubicBezTo>
                <a:cubicBezTo>
                  <a:pt x="5183" y="104406"/>
                  <a:pt x="102678" y="80958"/>
                  <a:pt x="102678" y="123411"/>
                </a:cubicBezTo>
                <a:cubicBezTo>
                  <a:pt x="102678" y="135999"/>
                  <a:pt x="93299" y="151795"/>
                  <a:pt x="63927" y="151795"/>
                </a:cubicBezTo>
                <a:cubicBezTo>
                  <a:pt x="40726" y="151795"/>
                  <a:pt x="22954" y="140442"/>
                  <a:pt x="12094" y="128347"/>
                </a:cubicBezTo>
                <a:lnTo>
                  <a:pt x="0" y="143897"/>
                </a:lnTo>
                <a:cubicBezTo>
                  <a:pt x="13575" y="159200"/>
                  <a:pt x="34555" y="170060"/>
                  <a:pt x="63186" y="170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063C1-F1A7-474A-B2CD-620D077D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716" y="3363537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A40F6-C949-42F0-93B6-AA3C910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86" y="3366499"/>
            <a:ext cx="119462" cy="119215"/>
          </a:xfrm>
          <a:custGeom xmlns:a="http://schemas.openxmlformats.org/drawingml/2006/main">
            <a:pathLst>
              <a:path w="119462" h="119215">
                <a:moveTo>
                  <a:pt x="69851" y="119215"/>
                </a:moveTo>
                <a:lnTo>
                  <a:pt x="119462" y="0"/>
                </a:lnTo>
                <a:lnTo>
                  <a:pt x="99222" y="0"/>
                </a:lnTo>
                <a:lnTo>
                  <a:pt x="59731" y="97741"/>
                </a:lnTo>
                <a:lnTo>
                  <a:pt x="19993" y="0"/>
                </a:lnTo>
                <a:lnTo>
                  <a:pt x="0" y="0"/>
                </a:lnTo>
                <a:lnTo>
                  <a:pt x="49611" y="119215"/>
                </a:lnTo>
                <a:lnTo>
                  <a:pt x="69851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019FE-64AA-4AE7-BF4B-A299B8C8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490" y="3363537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542DD-FBAF-40F4-9A9F-7837763F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62" y="3364031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38160-9BF8-4893-B065-E1C1B78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342" y="3259460"/>
            <a:ext cx="6759679" cy="329096"/>
          </a:xfrm>
          <a:custGeom xmlns:a="http://schemas.openxmlformats.org/drawingml/2006/main">
            <a:pathLst>
              <a:path w="6759679" h="329096">
                <a:moveTo>
                  <a:pt x="6759679" y="113127"/>
                </a:moveTo>
                <a:lnTo>
                  <a:pt x="6759679" y="174832"/>
                </a:lnTo>
                <a:lnTo>
                  <a:pt x="6739110" y="174832"/>
                </a:lnTo>
                <a:lnTo>
                  <a:pt x="6739110" y="113127"/>
                </a:lnTo>
                <a:lnTo>
                  <a:pt x="6759679" y="113127"/>
                </a:lnTo>
                <a:close/>
                <a:moveTo>
                  <a:pt x="6756896" y="239796"/>
                </a:moveTo>
                <a:cubicBezTo>
                  <a:pt x="6751484" y="261700"/>
                  <a:pt x="6738413" y="279616"/>
                  <a:pt x="6717682" y="293545"/>
                </a:cubicBezTo>
                <a:lnTo>
                  <a:pt x="6706213" y="276472"/>
                </a:lnTo>
                <a:cubicBezTo>
                  <a:pt x="6722549" y="265497"/>
                  <a:pt x="6732787" y="251627"/>
                  <a:pt x="6736928" y="234864"/>
                </a:cubicBezTo>
                <a:lnTo>
                  <a:pt x="6756896" y="239796"/>
                </a:lnTo>
                <a:close/>
                <a:moveTo>
                  <a:pt x="6658077" y="317950"/>
                </a:moveTo>
                <a:cubicBezTo>
                  <a:pt x="6639939" y="322315"/>
                  <a:pt x="6619317" y="325397"/>
                  <a:pt x="6596212" y="327197"/>
                </a:cubicBezTo>
                <a:lnTo>
                  <a:pt x="6594615" y="306690"/>
                </a:lnTo>
                <a:cubicBezTo>
                  <a:pt x="6616637" y="304975"/>
                  <a:pt x="6636187" y="302062"/>
                  <a:pt x="6653264" y="297953"/>
                </a:cubicBezTo>
                <a:lnTo>
                  <a:pt x="6658077" y="317950"/>
                </a:lnTo>
                <a:close/>
                <a:moveTo>
                  <a:pt x="6530638" y="329096"/>
                </a:moveTo>
                <a:lnTo>
                  <a:pt x="6468933" y="329096"/>
                </a:lnTo>
                <a:lnTo>
                  <a:pt x="6468933" y="308527"/>
                </a:lnTo>
                <a:lnTo>
                  <a:pt x="6530638" y="308527"/>
                </a:lnTo>
                <a:lnTo>
                  <a:pt x="6530638" y="329096"/>
                </a:lnTo>
                <a:close/>
                <a:moveTo>
                  <a:pt x="6407228" y="329096"/>
                </a:moveTo>
                <a:lnTo>
                  <a:pt x="6345522" y="329096"/>
                </a:lnTo>
                <a:lnTo>
                  <a:pt x="6345522" y="308527"/>
                </a:lnTo>
                <a:lnTo>
                  <a:pt x="6407228" y="308527"/>
                </a:lnTo>
                <a:lnTo>
                  <a:pt x="6407228" y="329096"/>
                </a:lnTo>
                <a:close/>
                <a:moveTo>
                  <a:pt x="6283817" y="329096"/>
                </a:moveTo>
                <a:lnTo>
                  <a:pt x="6222111" y="329096"/>
                </a:lnTo>
                <a:lnTo>
                  <a:pt x="6222111" y="308527"/>
                </a:lnTo>
                <a:lnTo>
                  <a:pt x="6283817" y="308527"/>
                </a:lnTo>
                <a:lnTo>
                  <a:pt x="6283817" y="329096"/>
                </a:lnTo>
                <a:close/>
                <a:moveTo>
                  <a:pt x="6160406" y="329096"/>
                </a:moveTo>
                <a:lnTo>
                  <a:pt x="6098700" y="329096"/>
                </a:lnTo>
                <a:lnTo>
                  <a:pt x="6098700" y="308527"/>
                </a:lnTo>
                <a:lnTo>
                  <a:pt x="6160406" y="308527"/>
                </a:lnTo>
                <a:lnTo>
                  <a:pt x="6160406" y="329096"/>
                </a:lnTo>
                <a:close/>
                <a:moveTo>
                  <a:pt x="6036995" y="329096"/>
                </a:moveTo>
                <a:lnTo>
                  <a:pt x="5975290" y="329096"/>
                </a:lnTo>
                <a:lnTo>
                  <a:pt x="5975290" y="308527"/>
                </a:lnTo>
                <a:lnTo>
                  <a:pt x="6036995" y="308527"/>
                </a:lnTo>
                <a:lnTo>
                  <a:pt x="6036995" y="329096"/>
                </a:lnTo>
                <a:close/>
                <a:moveTo>
                  <a:pt x="5913584" y="329096"/>
                </a:moveTo>
                <a:lnTo>
                  <a:pt x="5851879" y="329096"/>
                </a:lnTo>
                <a:lnTo>
                  <a:pt x="5851879" y="308527"/>
                </a:lnTo>
                <a:lnTo>
                  <a:pt x="5913584" y="308527"/>
                </a:lnTo>
                <a:lnTo>
                  <a:pt x="5913584" y="329096"/>
                </a:lnTo>
                <a:close/>
                <a:moveTo>
                  <a:pt x="5790173" y="329096"/>
                </a:moveTo>
                <a:lnTo>
                  <a:pt x="5728468" y="329096"/>
                </a:lnTo>
                <a:lnTo>
                  <a:pt x="5728468" y="308527"/>
                </a:lnTo>
                <a:lnTo>
                  <a:pt x="5790173" y="308527"/>
                </a:lnTo>
                <a:lnTo>
                  <a:pt x="5790173" y="329096"/>
                </a:lnTo>
                <a:close/>
                <a:moveTo>
                  <a:pt x="5666762" y="329096"/>
                </a:moveTo>
                <a:lnTo>
                  <a:pt x="5605057" y="329096"/>
                </a:lnTo>
                <a:lnTo>
                  <a:pt x="5605057" y="308527"/>
                </a:lnTo>
                <a:lnTo>
                  <a:pt x="5666762" y="308527"/>
                </a:lnTo>
                <a:lnTo>
                  <a:pt x="5666762" y="329096"/>
                </a:lnTo>
                <a:close/>
                <a:moveTo>
                  <a:pt x="5543352" y="329096"/>
                </a:moveTo>
                <a:lnTo>
                  <a:pt x="5481646" y="329096"/>
                </a:lnTo>
                <a:lnTo>
                  <a:pt x="5481646" y="308527"/>
                </a:lnTo>
                <a:lnTo>
                  <a:pt x="5543352" y="308527"/>
                </a:lnTo>
                <a:lnTo>
                  <a:pt x="5543352" y="329096"/>
                </a:lnTo>
                <a:close/>
                <a:moveTo>
                  <a:pt x="5419941" y="329096"/>
                </a:moveTo>
                <a:lnTo>
                  <a:pt x="5358235" y="329096"/>
                </a:lnTo>
                <a:lnTo>
                  <a:pt x="5358235" y="308527"/>
                </a:lnTo>
                <a:lnTo>
                  <a:pt x="5419941" y="308527"/>
                </a:lnTo>
                <a:lnTo>
                  <a:pt x="5419941" y="329096"/>
                </a:lnTo>
                <a:close/>
                <a:moveTo>
                  <a:pt x="5296530" y="329096"/>
                </a:moveTo>
                <a:lnTo>
                  <a:pt x="5234824" y="329096"/>
                </a:lnTo>
                <a:lnTo>
                  <a:pt x="5234824" y="308527"/>
                </a:lnTo>
                <a:lnTo>
                  <a:pt x="5296530" y="308527"/>
                </a:lnTo>
                <a:lnTo>
                  <a:pt x="5296530" y="329096"/>
                </a:lnTo>
                <a:close/>
                <a:moveTo>
                  <a:pt x="5173119" y="329096"/>
                </a:moveTo>
                <a:lnTo>
                  <a:pt x="5111413" y="329096"/>
                </a:lnTo>
                <a:lnTo>
                  <a:pt x="5111413" y="308527"/>
                </a:lnTo>
                <a:lnTo>
                  <a:pt x="5173119" y="308527"/>
                </a:lnTo>
                <a:lnTo>
                  <a:pt x="5173119" y="329096"/>
                </a:lnTo>
                <a:close/>
                <a:moveTo>
                  <a:pt x="5049708" y="329096"/>
                </a:moveTo>
                <a:lnTo>
                  <a:pt x="4988003" y="329096"/>
                </a:lnTo>
                <a:lnTo>
                  <a:pt x="4988003" y="308527"/>
                </a:lnTo>
                <a:lnTo>
                  <a:pt x="5049708" y="308527"/>
                </a:lnTo>
                <a:lnTo>
                  <a:pt x="5049708" y="329096"/>
                </a:lnTo>
                <a:close/>
                <a:moveTo>
                  <a:pt x="4926297" y="329096"/>
                </a:moveTo>
                <a:lnTo>
                  <a:pt x="4864592" y="329096"/>
                </a:lnTo>
                <a:lnTo>
                  <a:pt x="4864592" y="308527"/>
                </a:lnTo>
                <a:lnTo>
                  <a:pt x="4926297" y="308527"/>
                </a:lnTo>
                <a:lnTo>
                  <a:pt x="4926297" y="329096"/>
                </a:lnTo>
                <a:close/>
                <a:moveTo>
                  <a:pt x="4802886" y="329096"/>
                </a:moveTo>
                <a:lnTo>
                  <a:pt x="4741181" y="329096"/>
                </a:lnTo>
                <a:lnTo>
                  <a:pt x="4741181" y="308527"/>
                </a:lnTo>
                <a:lnTo>
                  <a:pt x="4802886" y="308527"/>
                </a:lnTo>
                <a:lnTo>
                  <a:pt x="4802886" y="329096"/>
                </a:lnTo>
                <a:close/>
                <a:moveTo>
                  <a:pt x="4679475" y="329096"/>
                </a:moveTo>
                <a:lnTo>
                  <a:pt x="4617770" y="329096"/>
                </a:lnTo>
                <a:lnTo>
                  <a:pt x="4617770" y="308527"/>
                </a:lnTo>
                <a:lnTo>
                  <a:pt x="4679475" y="308527"/>
                </a:lnTo>
                <a:lnTo>
                  <a:pt x="4679475" y="329096"/>
                </a:lnTo>
                <a:close/>
                <a:moveTo>
                  <a:pt x="4556065" y="329096"/>
                </a:moveTo>
                <a:lnTo>
                  <a:pt x="4494359" y="329096"/>
                </a:lnTo>
                <a:lnTo>
                  <a:pt x="4494359" y="308527"/>
                </a:lnTo>
                <a:lnTo>
                  <a:pt x="4556065" y="308527"/>
                </a:lnTo>
                <a:lnTo>
                  <a:pt x="4556065" y="329096"/>
                </a:lnTo>
                <a:close/>
                <a:moveTo>
                  <a:pt x="4432654" y="329096"/>
                </a:moveTo>
                <a:lnTo>
                  <a:pt x="4370948" y="329096"/>
                </a:lnTo>
                <a:lnTo>
                  <a:pt x="4370948" y="308527"/>
                </a:lnTo>
                <a:lnTo>
                  <a:pt x="4432654" y="308527"/>
                </a:lnTo>
                <a:lnTo>
                  <a:pt x="4432654" y="329096"/>
                </a:lnTo>
                <a:close/>
                <a:moveTo>
                  <a:pt x="4309242" y="329096"/>
                </a:moveTo>
                <a:lnTo>
                  <a:pt x="4247537" y="329096"/>
                </a:lnTo>
                <a:lnTo>
                  <a:pt x="4247537" y="308527"/>
                </a:lnTo>
                <a:lnTo>
                  <a:pt x="4309242" y="308527"/>
                </a:lnTo>
                <a:lnTo>
                  <a:pt x="4309242" y="329096"/>
                </a:lnTo>
                <a:close/>
                <a:moveTo>
                  <a:pt x="4185832" y="329096"/>
                </a:moveTo>
                <a:lnTo>
                  <a:pt x="4124126" y="329096"/>
                </a:lnTo>
                <a:lnTo>
                  <a:pt x="4124126" y="308527"/>
                </a:lnTo>
                <a:lnTo>
                  <a:pt x="4185832" y="308527"/>
                </a:lnTo>
                <a:lnTo>
                  <a:pt x="4185832" y="329096"/>
                </a:lnTo>
                <a:close/>
                <a:moveTo>
                  <a:pt x="4062421" y="329096"/>
                </a:moveTo>
                <a:lnTo>
                  <a:pt x="4000715" y="329096"/>
                </a:lnTo>
                <a:lnTo>
                  <a:pt x="4000715" y="308527"/>
                </a:lnTo>
                <a:lnTo>
                  <a:pt x="4062421" y="308527"/>
                </a:lnTo>
                <a:lnTo>
                  <a:pt x="4062421" y="329096"/>
                </a:lnTo>
                <a:close/>
                <a:moveTo>
                  <a:pt x="3939010" y="329096"/>
                </a:moveTo>
                <a:lnTo>
                  <a:pt x="3877304" y="329096"/>
                </a:lnTo>
                <a:lnTo>
                  <a:pt x="3877304" y="308527"/>
                </a:lnTo>
                <a:lnTo>
                  <a:pt x="3939010" y="308527"/>
                </a:lnTo>
                <a:lnTo>
                  <a:pt x="3939010" y="329096"/>
                </a:lnTo>
                <a:close/>
                <a:moveTo>
                  <a:pt x="3815599" y="329096"/>
                </a:moveTo>
                <a:lnTo>
                  <a:pt x="3753894" y="329096"/>
                </a:lnTo>
                <a:lnTo>
                  <a:pt x="3753894" y="308527"/>
                </a:lnTo>
                <a:lnTo>
                  <a:pt x="3815599" y="308527"/>
                </a:lnTo>
                <a:lnTo>
                  <a:pt x="3815599" y="329096"/>
                </a:lnTo>
                <a:close/>
                <a:moveTo>
                  <a:pt x="3692188" y="329096"/>
                </a:moveTo>
                <a:lnTo>
                  <a:pt x="3630483" y="329096"/>
                </a:lnTo>
                <a:lnTo>
                  <a:pt x="3630483" y="308527"/>
                </a:lnTo>
                <a:lnTo>
                  <a:pt x="3692188" y="308527"/>
                </a:lnTo>
                <a:lnTo>
                  <a:pt x="3692188" y="329096"/>
                </a:lnTo>
                <a:close/>
                <a:moveTo>
                  <a:pt x="3568777" y="329096"/>
                </a:moveTo>
                <a:lnTo>
                  <a:pt x="3507072" y="329096"/>
                </a:lnTo>
                <a:lnTo>
                  <a:pt x="3507072" y="308527"/>
                </a:lnTo>
                <a:lnTo>
                  <a:pt x="3568777" y="308527"/>
                </a:lnTo>
                <a:lnTo>
                  <a:pt x="3568777" y="329096"/>
                </a:lnTo>
                <a:close/>
                <a:moveTo>
                  <a:pt x="3445366" y="329096"/>
                </a:moveTo>
                <a:lnTo>
                  <a:pt x="3383661" y="329096"/>
                </a:lnTo>
                <a:lnTo>
                  <a:pt x="3383661" y="308527"/>
                </a:lnTo>
                <a:lnTo>
                  <a:pt x="3445366" y="308527"/>
                </a:lnTo>
                <a:lnTo>
                  <a:pt x="3445366" y="329096"/>
                </a:lnTo>
                <a:close/>
                <a:moveTo>
                  <a:pt x="3321955" y="329096"/>
                </a:moveTo>
                <a:lnTo>
                  <a:pt x="3260250" y="329096"/>
                </a:lnTo>
                <a:lnTo>
                  <a:pt x="3260250" y="308527"/>
                </a:lnTo>
                <a:lnTo>
                  <a:pt x="3321955" y="308527"/>
                </a:lnTo>
                <a:lnTo>
                  <a:pt x="3321955" y="329096"/>
                </a:lnTo>
                <a:close/>
                <a:moveTo>
                  <a:pt x="3198544" y="329096"/>
                </a:moveTo>
                <a:lnTo>
                  <a:pt x="3136839" y="329096"/>
                </a:lnTo>
                <a:lnTo>
                  <a:pt x="3136839" y="308527"/>
                </a:lnTo>
                <a:lnTo>
                  <a:pt x="3198544" y="308527"/>
                </a:lnTo>
                <a:lnTo>
                  <a:pt x="3198544" y="329096"/>
                </a:lnTo>
                <a:close/>
                <a:moveTo>
                  <a:pt x="3075134" y="329096"/>
                </a:moveTo>
                <a:lnTo>
                  <a:pt x="3013428" y="329096"/>
                </a:lnTo>
                <a:lnTo>
                  <a:pt x="3013428" y="308527"/>
                </a:lnTo>
                <a:lnTo>
                  <a:pt x="3075134" y="308527"/>
                </a:lnTo>
                <a:lnTo>
                  <a:pt x="3075134" y="329096"/>
                </a:lnTo>
                <a:close/>
                <a:moveTo>
                  <a:pt x="2951723" y="329096"/>
                </a:moveTo>
                <a:lnTo>
                  <a:pt x="2890017" y="329096"/>
                </a:lnTo>
                <a:lnTo>
                  <a:pt x="2890017" y="308527"/>
                </a:lnTo>
                <a:lnTo>
                  <a:pt x="2951723" y="308527"/>
                </a:lnTo>
                <a:lnTo>
                  <a:pt x="2951723" y="329096"/>
                </a:lnTo>
                <a:close/>
                <a:moveTo>
                  <a:pt x="2828312" y="329096"/>
                </a:moveTo>
                <a:lnTo>
                  <a:pt x="2766607" y="329096"/>
                </a:lnTo>
                <a:lnTo>
                  <a:pt x="2766607" y="308527"/>
                </a:lnTo>
                <a:lnTo>
                  <a:pt x="2828312" y="308527"/>
                </a:lnTo>
                <a:lnTo>
                  <a:pt x="2828312" y="329096"/>
                </a:lnTo>
                <a:close/>
                <a:moveTo>
                  <a:pt x="2704901" y="329096"/>
                </a:moveTo>
                <a:lnTo>
                  <a:pt x="2643196" y="329096"/>
                </a:lnTo>
                <a:lnTo>
                  <a:pt x="2643196" y="308527"/>
                </a:lnTo>
                <a:lnTo>
                  <a:pt x="2704901" y="308527"/>
                </a:lnTo>
                <a:lnTo>
                  <a:pt x="2704901" y="329096"/>
                </a:lnTo>
                <a:close/>
                <a:moveTo>
                  <a:pt x="2581490" y="329096"/>
                </a:moveTo>
                <a:lnTo>
                  <a:pt x="2519785" y="329096"/>
                </a:lnTo>
                <a:lnTo>
                  <a:pt x="2519785" y="308527"/>
                </a:lnTo>
                <a:lnTo>
                  <a:pt x="2581490" y="308527"/>
                </a:lnTo>
                <a:lnTo>
                  <a:pt x="2581490" y="329096"/>
                </a:lnTo>
                <a:close/>
                <a:moveTo>
                  <a:pt x="2458079" y="329096"/>
                </a:moveTo>
                <a:lnTo>
                  <a:pt x="2396374" y="329096"/>
                </a:lnTo>
                <a:lnTo>
                  <a:pt x="2396374" y="308527"/>
                </a:lnTo>
                <a:lnTo>
                  <a:pt x="2458079" y="308527"/>
                </a:lnTo>
                <a:lnTo>
                  <a:pt x="2458079" y="329096"/>
                </a:lnTo>
                <a:close/>
                <a:moveTo>
                  <a:pt x="2334669" y="329096"/>
                </a:moveTo>
                <a:lnTo>
                  <a:pt x="2272963" y="329096"/>
                </a:lnTo>
                <a:lnTo>
                  <a:pt x="2272963" y="308527"/>
                </a:lnTo>
                <a:lnTo>
                  <a:pt x="2334669" y="308527"/>
                </a:lnTo>
                <a:lnTo>
                  <a:pt x="2334669" y="329096"/>
                </a:lnTo>
                <a:close/>
                <a:moveTo>
                  <a:pt x="2211258" y="329096"/>
                </a:moveTo>
                <a:lnTo>
                  <a:pt x="2149552" y="329096"/>
                </a:lnTo>
                <a:lnTo>
                  <a:pt x="2149552" y="308527"/>
                </a:lnTo>
                <a:lnTo>
                  <a:pt x="2211258" y="308527"/>
                </a:lnTo>
                <a:lnTo>
                  <a:pt x="2211258" y="329096"/>
                </a:lnTo>
                <a:close/>
                <a:moveTo>
                  <a:pt x="2087847" y="329096"/>
                </a:moveTo>
                <a:lnTo>
                  <a:pt x="2026141" y="329096"/>
                </a:lnTo>
                <a:lnTo>
                  <a:pt x="2026141" y="308527"/>
                </a:lnTo>
                <a:lnTo>
                  <a:pt x="2087847" y="308527"/>
                </a:lnTo>
                <a:lnTo>
                  <a:pt x="2087847" y="329096"/>
                </a:lnTo>
                <a:close/>
                <a:moveTo>
                  <a:pt x="1964436" y="329096"/>
                </a:moveTo>
                <a:lnTo>
                  <a:pt x="1902730" y="329096"/>
                </a:lnTo>
                <a:lnTo>
                  <a:pt x="1902730" y="308527"/>
                </a:lnTo>
                <a:lnTo>
                  <a:pt x="1964436" y="308527"/>
                </a:lnTo>
                <a:lnTo>
                  <a:pt x="1964436" y="329096"/>
                </a:lnTo>
                <a:close/>
                <a:moveTo>
                  <a:pt x="1841025" y="329096"/>
                </a:moveTo>
                <a:lnTo>
                  <a:pt x="1779320" y="329096"/>
                </a:lnTo>
                <a:lnTo>
                  <a:pt x="1779320" y="308527"/>
                </a:lnTo>
                <a:lnTo>
                  <a:pt x="1841025" y="308527"/>
                </a:lnTo>
                <a:lnTo>
                  <a:pt x="1841025" y="329096"/>
                </a:lnTo>
                <a:close/>
                <a:moveTo>
                  <a:pt x="1717614" y="329096"/>
                </a:moveTo>
                <a:lnTo>
                  <a:pt x="1655909" y="329096"/>
                </a:lnTo>
                <a:lnTo>
                  <a:pt x="1655909" y="308527"/>
                </a:lnTo>
                <a:lnTo>
                  <a:pt x="1717614" y="308527"/>
                </a:lnTo>
                <a:lnTo>
                  <a:pt x="1717614" y="329096"/>
                </a:lnTo>
                <a:close/>
                <a:moveTo>
                  <a:pt x="1594203" y="329096"/>
                </a:moveTo>
                <a:lnTo>
                  <a:pt x="1532498" y="329096"/>
                </a:lnTo>
                <a:lnTo>
                  <a:pt x="1532498" y="308527"/>
                </a:lnTo>
                <a:lnTo>
                  <a:pt x="1594203" y="308527"/>
                </a:lnTo>
                <a:lnTo>
                  <a:pt x="1594203" y="329096"/>
                </a:lnTo>
                <a:close/>
                <a:moveTo>
                  <a:pt x="1470792" y="329096"/>
                </a:moveTo>
                <a:lnTo>
                  <a:pt x="1409087" y="329096"/>
                </a:lnTo>
                <a:lnTo>
                  <a:pt x="1409087" y="308527"/>
                </a:lnTo>
                <a:lnTo>
                  <a:pt x="1470792" y="308527"/>
                </a:lnTo>
                <a:lnTo>
                  <a:pt x="1470792" y="329096"/>
                </a:lnTo>
                <a:close/>
                <a:moveTo>
                  <a:pt x="1347382" y="329096"/>
                </a:moveTo>
                <a:lnTo>
                  <a:pt x="1285676" y="329096"/>
                </a:lnTo>
                <a:lnTo>
                  <a:pt x="1285676" y="308527"/>
                </a:lnTo>
                <a:lnTo>
                  <a:pt x="1347382" y="308527"/>
                </a:lnTo>
                <a:lnTo>
                  <a:pt x="1347382" y="329096"/>
                </a:lnTo>
                <a:close/>
                <a:moveTo>
                  <a:pt x="1223971" y="329096"/>
                </a:moveTo>
                <a:lnTo>
                  <a:pt x="1162265" y="329096"/>
                </a:lnTo>
                <a:lnTo>
                  <a:pt x="1162265" y="308527"/>
                </a:lnTo>
                <a:lnTo>
                  <a:pt x="1223971" y="308527"/>
                </a:lnTo>
                <a:lnTo>
                  <a:pt x="1223971" y="329096"/>
                </a:lnTo>
                <a:close/>
                <a:moveTo>
                  <a:pt x="1100560" y="329096"/>
                </a:moveTo>
                <a:lnTo>
                  <a:pt x="1038854" y="329096"/>
                </a:lnTo>
                <a:lnTo>
                  <a:pt x="1038854" y="308527"/>
                </a:lnTo>
                <a:lnTo>
                  <a:pt x="1100560" y="308527"/>
                </a:lnTo>
                <a:lnTo>
                  <a:pt x="1100560" y="329096"/>
                </a:lnTo>
                <a:close/>
                <a:moveTo>
                  <a:pt x="977149" y="329096"/>
                </a:moveTo>
                <a:lnTo>
                  <a:pt x="915444" y="329096"/>
                </a:lnTo>
                <a:lnTo>
                  <a:pt x="915444" y="308527"/>
                </a:lnTo>
                <a:lnTo>
                  <a:pt x="977149" y="308527"/>
                </a:lnTo>
                <a:lnTo>
                  <a:pt x="977149" y="329096"/>
                </a:lnTo>
                <a:close/>
                <a:moveTo>
                  <a:pt x="853738" y="329096"/>
                </a:moveTo>
                <a:lnTo>
                  <a:pt x="792033" y="329096"/>
                </a:lnTo>
                <a:lnTo>
                  <a:pt x="792033" y="308527"/>
                </a:lnTo>
                <a:lnTo>
                  <a:pt x="853738" y="308527"/>
                </a:lnTo>
                <a:lnTo>
                  <a:pt x="853738" y="329096"/>
                </a:lnTo>
                <a:close/>
                <a:moveTo>
                  <a:pt x="730327" y="329096"/>
                </a:moveTo>
                <a:lnTo>
                  <a:pt x="668622" y="329096"/>
                </a:lnTo>
                <a:lnTo>
                  <a:pt x="668622" y="308527"/>
                </a:lnTo>
                <a:lnTo>
                  <a:pt x="730327" y="308527"/>
                </a:lnTo>
                <a:lnTo>
                  <a:pt x="730327" y="329096"/>
                </a:lnTo>
                <a:close/>
                <a:moveTo>
                  <a:pt x="606916" y="329096"/>
                </a:moveTo>
                <a:lnTo>
                  <a:pt x="545211" y="329096"/>
                </a:lnTo>
                <a:lnTo>
                  <a:pt x="545211" y="308527"/>
                </a:lnTo>
                <a:lnTo>
                  <a:pt x="606916" y="308527"/>
                </a:lnTo>
                <a:lnTo>
                  <a:pt x="606916" y="329096"/>
                </a:lnTo>
                <a:close/>
                <a:moveTo>
                  <a:pt x="483505" y="329096"/>
                </a:moveTo>
                <a:lnTo>
                  <a:pt x="476009" y="329096"/>
                </a:lnTo>
                <a:cubicBezTo>
                  <a:pt x="455021" y="329096"/>
                  <a:pt x="435576" y="327913"/>
                  <a:pt x="417674" y="325548"/>
                </a:cubicBezTo>
                <a:lnTo>
                  <a:pt x="420368" y="305157"/>
                </a:lnTo>
                <a:cubicBezTo>
                  <a:pt x="437377" y="307404"/>
                  <a:pt x="455923" y="308527"/>
                  <a:pt x="476009" y="308527"/>
                </a:cubicBezTo>
                <a:lnTo>
                  <a:pt x="483505" y="308527"/>
                </a:lnTo>
                <a:lnTo>
                  <a:pt x="483505" y="329096"/>
                </a:lnTo>
                <a:close/>
                <a:moveTo>
                  <a:pt x="356176" y="310557"/>
                </a:moveTo>
                <a:cubicBezTo>
                  <a:pt x="334291" y="302097"/>
                  <a:pt x="316103" y="290740"/>
                  <a:pt x="301613" y="276488"/>
                </a:cubicBezTo>
                <a:lnTo>
                  <a:pt x="316036" y="261823"/>
                </a:lnTo>
                <a:cubicBezTo>
                  <a:pt x="328504" y="274085"/>
                  <a:pt x="344356" y="283935"/>
                  <a:pt x="363593" y="291372"/>
                </a:cubicBezTo>
                <a:lnTo>
                  <a:pt x="356176" y="310557"/>
                </a:lnTo>
                <a:close/>
                <a:moveTo>
                  <a:pt x="267899" y="220558"/>
                </a:moveTo>
                <a:cubicBezTo>
                  <a:pt x="262660" y="203761"/>
                  <a:pt x="260040" y="185091"/>
                  <a:pt x="260040" y="164548"/>
                </a:cubicBezTo>
                <a:lnTo>
                  <a:pt x="260040" y="154944"/>
                </a:lnTo>
                <a:lnTo>
                  <a:pt x="280608" y="154944"/>
                </a:lnTo>
                <a:lnTo>
                  <a:pt x="280608" y="164548"/>
                </a:lnTo>
                <a:cubicBezTo>
                  <a:pt x="280608" y="183001"/>
                  <a:pt x="282917" y="199629"/>
                  <a:pt x="287535" y="214433"/>
                </a:cubicBezTo>
                <a:lnTo>
                  <a:pt x="267899" y="220558"/>
                </a:lnTo>
                <a:close/>
                <a:moveTo>
                  <a:pt x="260040" y="93238"/>
                </a:moveTo>
                <a:lnTo>
                  <a:pt x="260040" y="87416"/>
                </a:lnTo>
                <a:cubicBezTo>
                  <a:pt x="260040" y="70264"/>
                  <a:pt x="253093" y="56542"/>
                  <a:pt x="239198" y="46248"/>
                </a:cubicBezTo>
                <a:lnTo>
                  <a:pt x="251442" y="29721"/>
                </a:lnTo>
                <a:cubicBezTo>
                  <a:pt x="270885" y="44125"/>
                  <a:pt x="280608" y="63357"/>
                  <a:pt x="280608" y="87416"/>
                </a:cubicBezTo>
                <a:lnTo>
                  <a:pt x="280608" y="93238"/>
                </a:lnTo>
                <a:lnTo>
                  <a:pt x="260040" y="93238"/>
                </a:lnTo>
                <a:close/>
                <a:moveTo>
                  <a:pt x="191435" y="27189"/>
                </a:moveTo>
                <a:cubicBezTo>
                  <a:pt x="173070" y="23331"/>
                  <a:pt x="151182" y="21159"/>
                  <a:pt x="125773" y="20673"/>
                </a:cubicBezTo>
                <a:lnTo>
                  <a:pt x="126166" y="108"/>
                </a:lnTo>
                <a:cubicBezTo>
                  <a:pt x="152868" y="618"/>
                  <a:pt x="176034" y="2935"/>
                  <a:pt x="195664" y="7061"/>
                </a:cubicBezTo>
                <a:lnTo>
                  <a:pt x="191435" y="27189"/>
                </a:lnTo>
                <a:close/>
                <a:moveTo>
                  <a:pt x="61705" y="20568"/>
                </a:moveTo>
                <a:lnTo>
                  <a:pt x="0" y="20568"/>
                </a:lnTo>
                <a:lnTo>
                  <a:pt x="0" y="0"/>
                </a:lnTo>
                <a:lnTo>
                  <a:pt x="61705" y="0"/>
                </a:lnTo>
                <a:lnTo>
                  <a:pt x="61705" y="2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CDDA5-CB9C-42E0-82E6-812864D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333" y="3218323"/>
            <a:ext cx="102842" cy="102842"/>
          </a:xfrm>
          <a:custGeom xmlns:a="http://schemas.openxmlformats.org/drawingml/2006/main">
            <a:pathLst>
              <a:path w="102842" h="102842">
                <a:moveTo>
                  <a:pt x="0" y="51421"/>
                </a:moveTo>
                <a:lnTo>
                  <a:pt x="102842" y="0"/>
                </a:lnTo>
                <a:lnTo>
                  <a:pt x="77132" y="51421"/>
                </a:lnTo>
                <a:lnTo>
                  <a:pt x="102842" y="102842"/>
                </a:lnTo>
                <a:lnTo>
                  <a:pt x="0" y="51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1F0D0-84F6-4BFE-91DD-66FCA9AD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333" y="3218323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0" y="51421"/>
                </a:moveTo>
                <a:lnTo>
                  <a:pt x="102842" y="0"/>
                </a:lnTo>
                <a:lnTo>
                  <a:pt x="77132" y="51421"/>
                </a:lnTo>
                <a:lnTo>
                  <a:pt x="102842" y="102842"/>
                </a:lnTo>
                <a:lnTo>
                  <a:pt x="0" y="51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937C5-5171-465D-859C-F6ADF58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269" y="3352841"/>
            <a:ext cx="191698" cy="191698"/>
          </a:xfrm>
          <a:custGeom xmlns:a="http://schemas.openxmlformats.org/drawingml/2006/main">
            <a:pathLst>
              <a:path w="191698" h="191698">
                <a:moveTo>
                  <a:pt x="95849" y="191698"/>
                </a:moveTo>
                <a:cubicBezTo>
                  <a:pt x="148299" y="191698"/>
                  <a:pt x="191698" y="149121"/>
                  <a:pt x="191698" y="95849"/>
                </a:cubicBezTo>
                <a:cubicBezTo>
                  <a:pt x="191698" y="42988"/>
                  <a:pt x="148710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lose/>
                <a:moveTo>
                  <a:pt x="95849" y="185116"/>
                </a:moveTo>
                <a:cubicBezTo>
                  <a:pt x="46485" y="185116"/>
                  <a:pt x="6582" y="145213"/>
                  <a:pt x="6582" y="95849"/>
                </a:cubicBezTo>
                <a:cubicBezTo>
                  <a:pt x="6582" y="46896"/>
                  <a:pt x="46073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ubicBezTo>
                  <a:pt x="185116" y="145213"/>
                  <a:pt x="145213" y="185116"/>
                  <a:pt x="95849" y="185116"/>
                </a:cubicBezTo>
                <a:close/>
                <a:moveTo>
                  <a:pt x="95438" y="150356"/>
                </a:moveTo>
                <a:cubicBezTo>
                  <a:pt x="116212" y="150356"/>
                  <a:pt x="135752" y="136986"/>
                  <a:pt x="135752" y="113744"/>
                </a:cubicBezTo>
                <a:cubicBezTo>
                  <a:pt x="135752" y="90913"/>
                  <a:pt x="119297" y="80217"/>
                  <a:pt x="99140" y="80217"/>
                </a:cubicBezTo>
                <a:cubicBezTo>
                  <a:pt x="92558" y="80217"/>
                  <a:pt x="86799" y="82274"/>
                  <a:pt x="81657" y="84536"/>
                </a:cubicBezTo>
                <a:lnTo>
                  <a:pt x="84331" y="55741"/>
                </a:lnTo>
                <a:lnTo>
                  <a:pt x="129993" y="55741"/>
                </a:lnTo>
                <a:lnTo>
                  <a:pt x="129993" y="41343"/>
                </a:lnTo>
                <a:lnTo>
                  <a:pt x="69933" y="41343"/>
                </a:lnTo>
                <a:lnTo>
                  <a:pt x="66230" y="93792"/>
                </a:lnTo>
                <a:lnTo>
                  <a:pt x="74869" y="99140"/>
                </a:lnTo>
                <a:cubicBezTo>
                  <a:pt x="81657" y="94821"/>
                  <a:pt x="86799" y="92147"/>
                  <a:pt x="95026" y="92147"/>
                </a:cubicBezTo>
                <a:cubicBezTo>
                  <a:pt x="109013" y="92147"/>
                  <a:pt x="118680" y="100786"/>
                  <a:pt x="118680" y="114155"/>
                </a:cubicBezTo>
                <a:cubicBezTo>
                  <a:pt x="118680" y="127936"/>
                  <a:pt x="108190" y="136780"/>
                  <a:pt x="94615" y="136780"/>
                </a:cubicBezTo>
                <a:cubicBezTo>
                  <a:pt x="80628" y="136780"/>
                  <a:pt x="71784" y="130610"/>
                  <a:pt x="64996" y="124645"/>
                </a:cubicBezTo>
                <a:lnTo>
                  <a:pt x="56975" y="135752"/>
                </a:lnTo>
                <a:cubicBezTo>
                  <a:pt x="65202" y="143362"/>
                  <a:pt x="76720" y="150356"/>
                  <a:pt x="95438" y="150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55952-CCE5-4C8B-920F-87DBD227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071" y="3389658"/>
            <a:ext cx="117240" cy="137192"/>
          </a:xfrm>
          <a:custGeom xmlns:a="http://schemas.openxmlformats.org/drawingml/2006/main">
            <a:pathLst>
              <a:path w="117240" h="137192">
                <a:moveTo>
                  <a:pt x="46896" y="137192"/>
                </a:moveTo>
                <a:cubicBezTo>
                  <a:pt x="89473" y="137192"/>
                  <a:pt x="117240" y="107779"/>
                  <a:pt x="117240" y="68699"/>
                </a:cubicBezTo>
                <a:cubicBezTo>
                  <a:pt x="117240" y="29824"/>
                  <a:pt x="89473" y="0"/>
                  <a:pt x="46896" y="0"/>
                </a:cubicBezTo>
                <a:lnTo>
                  <a:pt x="0" y="0"/>
                </a:lnTo>
                <a:lnTo>
                  <a:pt x="0" y="137192"/>
                </a:lnTo>
                <a:lnTo>
                  <a:pt x="46896" y="137192"/>
                </a:lnTo>
                <a:close/>
                <a:moveTo>
                  <a:pt x="46896" y="121971"/>
                </a:moveTo>
                <a:lnTo>
                  <a:pt x="17072" y="121971"/>
                </a:lnTo>
                <a:lnTo>
                  <a:pt x="17072" y="15221"/>
                </a:lnTo>
                <a:lnTo>
                  <a:pt x="46896" y="15221"/>
                </a:lnTo>
                <a:cubicBezTo>
                  <a:pt x="80834" y="15221"/>
                  <a:pt x="99551" y="39080"/>
                  <a:pt x="99551" y="68699"/>
                </a:cubicBezTo>
                <a:cubicBezTo>
                  <a:pt x="99551" y="98112"/>
                  <a:pt x="80217" y="121971"/>
                  <a:pt x="46896" y="121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2DAFF-5A71-470C-900E-7A4B135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80" y="3425036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7B67E-D404-4BC4-9731-DBE0037D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460" y="3400354"/>
            <a:ext cx="56975" cy="128964"/>
          </a:xfrm>
          <a:custGeom xmlns:a="http://schemas.openxmlformats.org/drawingml/2006/main">
            <a:pathLst>
              <a:path w="56975" h="128964">
                <a:moveTo>
                  <a:pt x="38463" y="128964"/>
                </a:moveTo>
                <a:cubicBezTo>
                  <a:pt x="47513" y="128964"/>
                  <a:pt x="53067" y="126290"/>
                  <a:pt x="56975" y="122588"/>
                </a:cubicBezTo>
                <a:lnTo>
                  <a:pt x="52450" y="111070"/>
                </a:lnTo>
                <a:cubicBezTo>
                  <a:pt x="50393" y="113332"/>
                  <a:pt x="46279" y="115183"/>
                  <a:pt x="41960" y="115183"/>
                </a:cubicBezTo>
                <a:cubicBezTo>
                  <a:pt x="35172" y="115183"/>
                  <a:pt x="31881" y="109836"/>
                  <a:pt x="31881" y="102431"/>
                </a:cubicBezTo>
                <a:lnTo>
                  <a:pt x="31881" y="40726"/>
                </a:lnTo>
                <a:lnTo>
                  <a:pt x="52038" y="40726"/>
                </a:lnTo>
                <a:lnTo>
                  <a:pt x="52038" y="27150"/>
                </a:lnTo>
                <a:lnTo>
                  <a:pt x="31881" y="27150"/>
                </a:lnTo>
                <a:lnTo>
                  <a:pt x="31881" y="0"/>
                </a:lnTo>
                <a:lnTo>
                  <a:pt x="16455" y="0"/>
                </a:lnTo>
                <a:lnTo>
                  <a:pt x="16455" y="27150"/>
                </a:lnTo>
                <a:lnTo>
                  <a:pt x="0" y="27150"/>
                </a:lnTo>
                <a:lnTo>
                  <a:pt x="0" y="40726"/>
                </a:lnTo>
                <a:lnTo>
                  <a:pt x="16455" y="40726"/>
                </a:lnTo>
                <a:lnTo>
                  <a:pt x="16455" y="105722"/>
                </a:lnTo>
                <a:cubicBezTo>
                  <a:pt x="16455" y="120531"/>
                  <a:pt x="23859" y="128964"/>
                  <a:pt x="38463" y="128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57320-ABB0-46A8-9B2D-C0ECDA9F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747" y="3425036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A4AE5-8C60-4D60-8F61-C25CF31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381" y="3389658"/>
            <a:ext cx="89884" cy="137192"/>
          </a:xfrm>
          <a:custGeom xmlns:a="http://schemas.openxmlformats.org/drawingml/2006/main">
            <a:pathLst>
              <a:path w="89884" h="137192">
                <a:moveTo>
                  <a:pt x="17072" y="137192"/>
                </a:moveTo>
                <a:lnTo>
                  <a:pt x="17072" y="74664"/>
                </a:lnTo>
                <a:lnTo>
                  <a:pt x="88444" y="74664"/>
                </a:lnTo>
                <a:lnTo>
                  <a:pt x="88444" y="59443"/>
                </a:lnTo>
                <a:lnTo>
                  <a:pt x="17072" y="59443"/>
                </a:lnTo>
                <a:lnTo>
                  <a:pt x="17072" y="15221"/>
                </a:lnTo>
                <a:lnTo>
                  <a:pt x="89884" y="15221"/>
                </a:lnTo>
                <a:lnTo>
                  <a:pt x="89884" y="0"/>
                </a:lnTo>
                <a:lnTo>
                  <a:pt x="0" y="0"/>
                </a:lnTo>
                <a:lnTo>
                  <a:pt x="0" y="137192"/>
                </a:lnTo>
                <a:lnTo>
                  <a:pt x="17072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16D9A-4A04-4608-ABB0-A92C5C90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132" y="3425036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8C824-E5D6-490B-A8C1-A46E76E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137" y="3425036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0C4A3-D9C0-47AD-93AF-1A2AD057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717" y="3400354"/>
            <a:ext cx="56975" cy="128964"/>
          </a:xfrm>
          <a:custGeom xmlns:a="http://schemas.openxmlformats.org/drawingml/2006/main">
            <a:pathLst>
              <a:path w="56975" h="128964">
                <a:moveTo>
                  <a:pt x="38463" y="128964"/>
                </a:moveTo>
                <a:cubicBezTo>
                  <a:pt x="47513" y="128964"/>
                  <a:pt x="53067" y="126290"/>
                  <a:pt x="56975" y="122588"/>
                </a:cubicBezTo>
                <a:lnTo>
                  <a:pt x="52450" y="111070"/>
                </a:lnTo>
                <a:cubicBezTo>
                  <a:pt x="50393" y="113332"/>
                  <a:pt x="46279" y="115183"/>
                  <a:pt x="41960" y="115183"/>
                </a:cubicBezTo>
                <a:cubicBezTo>
                  <a:pt x="35172" y="115183"/>
                  <a:pt x="31881" y="109836"/>
                  <a:pt x="31881" y="102431"/>
                </a:cubicBezTo>
                <a:lnTo>
                  <a:pt x="31881" y="40726"/>
                </a:lnTo>
                <a:lnTo>
                  <a:pt x="52038" y="40726"/>
                </a:lnTo>
                <a:lnTo>
                  <a:pt x="52038" y="27150"/>
                </a:lnTo>
                <a:lnTo>
                  <a:pt x="31881" y="27150"/>
                </a:lnTo>
                <a:lnTo>
                  <a:pt x="31881" y="0"/>
                </a:lnTo>
                <a:lnTo>
                  <a:pt x="16455" y="0"/>
                </a:lnTo>
                <a:lnTo>
                  <a:pt x="16455" y="27150"/>
                </a:lnTo>
                <a:lnTo>
                  <a:pt x="0" y="27150"/>
                </a:lnTo>
                <a:lnTo>
                  <a:pt x="0" y="40726"/>
                </a:lnTo>
                <a:lnTo>
                  <a:pt x="16455" y="40726"/>
                </a:lnTo>
                <a:lnTo>
                  <a:pt x="16455" y="105722"/>
                </a:lnTo>
                <a:cubicBezTo>
                  <a:pt x="16455" y="120531"/>
                  <a:pt x="23859" y="128964"/>
                  <a:pt x="38463" y="128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3400A-E905-4C74-A78F-9F395A82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558" y="3427504"/>
            <a:ext cx="82480" cy="101814"/>
          </a:xfrm>
          <a:custGeom xmlns:a="http://schemas.openxmlformats.org/drawingml/2006/main">
            <a:pathLst>
              <a:path w="82480" h="101814">
                <a:moveTo>
                  <a:pt x="82480" y="99346"/>
                </a:moveTo>
                <a:lnTo>
                  <a:pt x="82480" y="0"/>
                </a:lnTo>
                <a:lnTo>
                  <a:pt x="67053" y="0"/>
                </a:lnTo>
                <a:lnTo>
                  <a:pt x="67053" y="73018"/>
                </a:lnTo>
                <a:cubicBezTo>
                  <a:pt x="61294" y="81040"/>
                  <a:pt x="49776" y="88033"/>
                  <a:pt x="37640" y="88033"/>
                </a:cubicBezTo>
                <a:cubicBezTo>
                  <a:pt x="24271" y="88033"/>
                  <a:pt x="15426" y="82891"/>
                  <a:pt x="15426" y="65408"/>
                </a:cubicBezTo>
                <a:lnTo>
                  <a:pt x="15426" y="0"/>
                </a:lnTo>
                <a:lnTo>
                  <a:pt x="0" y="0"/>
                </a:lnTo>
                <a:lnTo>
                  <a:pt x="0" y="70139"/>
                </a:lnTo>
                <a:cubicBezTo>
                  <a:pt x="0" y="91735"/>
                  <a:pt x="10901" y="101814"/>
                  <a:pt x="31675" y="101814"/>
                </a:cubicBezTo>
                <a:cubicBezTo>
                  <a:pt x="46485" y="101814"/>
                  <a:pt x="59443" y="93998"/>
                  <a:pt x="67053" y="85359"/>
                </a:cubicBezTo>
                <a:lnTo>
                  <a:pt x="67053" y="99346"/>
                </a:lnTo>
                <a:lnTo>
                  <a:pt x="82480" y="99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CA786-4138-4EB7-8748-2E85452E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90" y="3425448"/>
            <a:ext cx="48542" cy="101403"/>
          </a:xfrm>
          <a:custGeom xmlns:a="http://schemas.openxmlformats.org/drawingml/2006/main">
            <a:pathLst>
              <a:path w="48542" h="101403">
                <a:moveTo>
                  <a:pt x="15426" y="101403"/>
                </a:moveTo>
                <a:lnTo>
                  <a:pt x="15426" y="31058"/>
                </a:lnTo>
                <a:cubicBezTo>
                  <a:pt x="19951" y="23037"/>
                  <a:pt x="32910" y="15221"/>
                  <a:pt x="42371" y="15221"/>
                </a:cubicBezTo>
                <a:cubicBezTo>
                  <a:pt x="44839" y="15221"/>
                  <a:pt x="46690" y="15426"/>
                  <a:pt x="48542" y="15838"/>
                </a:cubicBezTo>
                <a:lnTo>
                  <a:pt x="48542" y="0"/>
                </a:lnTo>
                <a:cubicBezTo>
                  <a:pt x="34966" y="0"/>
                  <a:pt x="23448" y="7610"/>
                  <a:pt x="15426" y="18100"/>
                </a:cubicBezTo>
                <a:lnTo>
                  <a:pt x="15426" y="2057"/>
                </a:lnTo>
                <a:lnTo>
                  <a:pt x="0" y="2057"/>
                </a:lnTo>
                <a:lnTo>
                  <a:pt x="0" y="101403"/>
                </a:lnTo>
                <a:lnTo>
                  <a:pt x="15426" y="1014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178A3-E6CD-4828-B50D-EF136FE6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007" y="3425036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840DA-2440-4695-8679-1835CC5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28" y="3425036"/>
            <a:ext cx="79189" cy="104282"/>
          </a:xfrm>
          <a:custGeom xmlns:a="http://schemas.openxmlformats.org/drawingml/2006/main">
            <a:pathLst>
              <a:path w="79189" h="104282">
                <a:moveTo>
                  <a:pt x="40109" y="104282"/>
                </a:moveTo>
                <a:cubicBezTo>
                  <a:pt x="65819" y="104282"/>
                  <a:pt x="79189" y="90913"/>
                  <a:pt x="79189" y="74252"/>
                </a:cubicBezTo>
                <a:cubicBezTo>
                  <a:pt x="79189" y="35583"/>
                  <a:pt x="17689" y="49981"/>
                  <a:pt x="17689" y="28179"/>
                </a:cubicBezTo>
                <a:cubicBezTo>
                  <a:pt x="17689" y="19334"/>
                  <a:pt x="26122" y="12547"/>
                  <a:pt x="39697" y="12547"/>
                </a:cubicBezTo>
                <a:cubicBezTo>
                  <a:pt x="52450" y="12547"/>
                  <a:pt x="63351" y="17895"/>
                  <a:pt x="69316" y="25094"/>
                </a:cubicBezTo>
                <a:lnTo>
                  <a:pt x="76515" y="14398"/>
                </a:lnTo>
                <a:cubicBezTo>
                  <a:pt x="68493" y="6376"/>
                  <a:pt x="56563" y="0"/>
                  <a:pt x="39697" y="0"/>
                </a:cubicBezTo>
                <a:cubicBezTo>
                  <a:pt x="16043" y="0"/>
                  <a:pt x="2674" y="13164"/>
                  <a:pt x="2674" y="28590"/>
                </a:cubicBezTo>
                <a:cubicBezTo>
                  <a:pt x="2674" y="65408"/>
                  <a:pt x="64174" y="50598"/>
                  <a:pt x="64174" y="74664"/>
                </a:cubicBezTo>
                <a:cubicBezTo>
                  <a:pt x="64174" y="84536"/>
                  <a:pt x="55946" y="91735"/>
                  <a:pt x="40726" y="91735"/>
                </a:cubicBezTo>
                <a:cubicBezTo>
                  <a:pt x="27150" y="91735"/>
                  <a:pt x="14604" y="85153"/>
                  <a:pt x="8022" y="77543"/>
                </a:cubicBezTo>
                <a:lnTo>
                  <a:pt x="0" y="88650"/>
                </a:lnTo>
                <a:cubicBezTo>
                  <a:pt x="10079" y="99346"/>
                  <a:pt x="23859" y="104282"/>
                  <a:pt x="40109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2EAD1-3FC5-4834-B482-93086F0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115" y="2138478"/>
            <a:ext cx="20568" cy="678760"/>
          </a:xfrm>
          <a:custGeom xmlns:a="http://schemas.openxmlformats.org/drawingml/2006/main">
            <a:pathLst>
              <a:path w="20568" h="678760">
                <a:moveTo>
                  <a:pt x="20568" y="0"/>
                </a:moveTo>
                <a:lnTo>
                  <a:pt x="20568" y="61705"/>
                </a:lnTo>
                <a:lnTo>
                  <a:pt x="0" y="61705"/>
                </a:lnTo>
                <a:lnTo>
                  <a:pt x="0" y="0"/>
                </a:lnTo>
                <a:lnTo>
                  <a:pt x="20568" y="0"/>
                </a:lnTo>
                <a:close/>
                <a:moveTo>
                  <a:pt x="20568" y="123411"/>
                </a:moveTo>
                <a:lnTo>
                  <a:pt x="20568" y="185116"/>
                </a:lnTo>
                <a:lnTo>
                  <a:pt x="0" y="185116"/>
                </a:lnTo>
                <a:lnTo>
                  <a:pt x="0" y="123411"/>
                </a:lnTo>
                <a:lnTo>
                  <a:pt x="20568" y="123411"/>
                </a:lnTo>
                <a:close/>
                <a:moveTo>
                  <a:pt x="20568" y="246822"/>
                </a:moveTo>
                <a:lnTo>
                  <a:pt x="20568" y="308527"/>
                </a:lnTo>
                <a:lnTo>
                  <a:pt x="0" y="308527"/>
                </a:lnTo>
                <a:lnTo>
                  <a:pt x="0" y="246822"/>
                </a:lnTo>
                <a:lnTo>
                  <a:pt x="20568" y="246822"/>
                </a:lnTo>
                <a:close/>
                <a:moveTo>
                  <a:pt x="20568" y="370233"/>
                </a:moveTo>
                <a:lnTo>
                  <a:pt x="20568" y="411370"/>
                </a:lnTo>
                <a:lnTo>
                  <a:pt x="20568" y="431938"/>
                </a:lnTo>
                <a:lnTo>
                  <a:pt x="0" y="431938"/>
                </a:lnTo>
                <a:lnTo>
                  <a:pt x="0" y="411370"/>
                </a:lnTo>
                <a:lnTo>
                  <a:pt x="0" y="370233"/>
                </a:lnTo>
                <a:lnTo>
                  <a:pt x="20568" y="370233"/>
                </a:lnTo>
                <a:close/>
                <a:moveTo>
                  <a:pt x="20568" y="493643"/>
                </a:moveTo>
                <a:lnTo>
                  <a:pt x="20568" y="555349"/>
                </a:lnTo>
                <a:lnTo>
                  <a:pt x="0" y="555349"/>
                </a:lnTo>
                <a:lnTo>
                  <a:pt x="0" y="493643"/>
                </a:lnTo>
                <a:lnTo>
                  <a:pt x="20568" y="493643"/>
                </a:lnTo>
                <a:close/>
                <a:moveTo>
                  <a:pt x="20568" y="617054"/>
                </a:moveTo>
                <a:lnTo>
                  <a:pt x="20568" y="678760"/>
                </a:lnTo>
                <a:lnTo>
                  <a:pt x="0" y="678760"/>
                </a:lnTo>
                <a:lnTo>
                  <a:pt x="0" y="617054"/>
                </a:lnTo>
                <a:lnTo>
                  <a:pt x="20568" y="617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A5A85-D2C3-4E09-9863-C4805142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79" y="2835338"/>
            <a:ext cx="102842" cy="102842"/>
          </a:xfrm>
          <a:custGeom xmlns:a="http://schemas.openxmlformats.org/drawingml/2006/main">
            <a:pathLst>
              <a:path w="102842" h="102842">
                <a:moveTo>
                  <a:pt x="51421" y="102842"/>
                </a:moveTo>
                <a:lnTo>
                  <a:pt x="0" y="0"/>
                </a:lnTo>
                <a:lnTo>
                  <a:pt x="51421" y="25711"/>
                </a:lnTo>
                <a:lnTo>
                  <a:pt x="102842" y="0"/>
                </a:lnTo>
                <a:lnTo>
                  <a:pt x="51421" y="102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C06AA-DA52-4218-A723-E512B9F5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79" y="2835338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51421" y="102842"/>
                </a:moveTo>
                <a:lnTo>
                  <a:pt x="0" y="0"/>
                </a:lnTo>
                <a:lnTo>
                  <a:pt x="51421" y="25711"/>
                </a:lnTo>
                <a:lnTo>
                  <a:pt x="102842" y="0"/>
                </a:lnTo>
                <a:lnTo>
                  <a:pt x="51421" y="1028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8D5D8-0FF1-465C-B5E7-3810707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007" y="2447828"/>
            <a:ext cx="191698" cy="191698"/>
          </a:xfrm>
          <a:custGeom xmlns:a="http://schemas.openxmlformats.org/drawingml/2006/main">
            <a:pathLst>
              <a:path w="191698" h="191698">
                <a:moveTo>
                  <a:pt x="95849" y="191698"/>
                </a:moveTo>
                <a:cubicBezTo>
                  <a:pt x="148299" y="191698"/>
                  <a:pt x="191698" y="149121"/>
                  <a:pt x="191698" y="95849"/>
                </a:cubicBezTo>
                <a:cubicBezTo>
                  <a:pt x="191698" y="42988"/>
                  <a:pt x="148710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lose/>
                <a:moveTo>
                  <a:pt x="95849" y="185116"/>
                </a:moveTo>
                <a:cubicBezTo>
                  <a:pt x="46485" y="185116"/>
                  <a:pt x="6582" y="145213"/>
                  <a:pt x="6582" y="95849"/>
                </a:cubicBezTo>
                <a:cubicBezTo>
                  <a:pt x="6582" y="46896"/>
                  <a:pt x="46073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ubicBezTo>
                  <a:pt x="185116" y="145213"/>
                  <a:pt x="145213" y="185116"/>
                  <a:pt x="95849" y="185116"/>
                </a:cubicBezTo>
                <a:close/>
                <a:moveTo>
                  <a:pt x="95438" y="150356"/>
                </a:moveTo>
                <a:cubicBezTo>
                  <a:pt x="116212" y="150356"/>
                  <a:pt x="135752" y="136986"/>
                  <a:pt x="135752" y="113744"/>
                </a:cubicBezTo>
                <a:cubicBezTo>
                  <a:pt x="135752" y="90913"/>
                  <a:pt x="119297" y="80217"/>
                  <a:pt x="99140" y="80217"/>
                </a:cubicBezTo>
                <a:cubicBezTo>
                  <a:pt x="92558" y="80217"/>
                  <a:pt x="86799" y="82274"/>
                  <a:pt x="81657" y="84536"/>
                </a:cubicBezTo>
                <a:lnTo>
                  <a:pt x="84331" y="55741"/>
                </a:lnTo>
                <a:lnTo>
                  <a:pt x="129993" y="55741"/>
                </a:lnTo>
                <a:lnTo>
                  <a:pt x="129993" y="41343"/>
                </a:lnTo>
                <a:lnTo>
                  <a:pt x="69933" y="41343"/>
                </a:lnTo>
                <a:lnTo>
                  <a:pt x="66230" y="93792"/>
                </a:lnTo>
                <a:lnTo>
                  <a:pt x="74869" y="99140"/>
                </a:lnTo>
                <a:cubicBezTo>
                  <a:pt x="81657" y="94821"/>
                  <a:pt x="86799" y="92147"/>
                  <a:pt x="95026" y="92147"/>
                </a:cubicBezTo>
                <a:cubicBezTo>
                  <a:pt x="109013" y="92147"/>
                  <a:pt x="118680" y="100786"/>
                  <a:pt x="118680" y="114155"/>
                </a:cubicBezTo>
                <a:cubicBezTo>
                  <a:pt x="118680" y="127936"/>
                  <a:pt x="108190" y="136780"/>
                  <a:pt x="94615" y="136780"/>
                </a:cubicBezTo>
                <a:cubicBezTo>
                  <a:pt x="80628" y="136780"/>
                  <a:pt x="71784" y="130610"/>
                  <a:pt x="64996" y="124645"/>
                </a:cubicBezTo>
                <a:lnTo>
                  <a:pt x="56975" y="135752"/>
                </a:lnTo>
                <a:cubicBezTo>
                  <a:pt x="65202" y="143362"/>
                  <a:pt x="76720" y="150356"/>
                  <a:pt x="95438" y="150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C99BF-7716-4B8D-B512-DDC4BA3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255" y="2482383"/>
            <a:ext cx="122794" cy="141922"/>
          </a:xfrm>
          <a:custGeom xmlns:a="http://schemas.openxmlformats.org/drawingml/2006/main">
            <a:pathLst>
              <a:path w="122794" h="141922">
                <a:moveTo>
                  <a:pt x="70550" y="141922"/>
                </a:moveTo>
                <a:cubicBezTo>
                  <a:pt x="94821" y="141922"/>
                  <a:pt x="111275" y="130404"/>
                  <a:pt x="122794" y="114772"/>
                </a:cubicBezTo>
                <a:lnTo>
                  <a:pt x="108190" y="106750"/>
                </a:lnTo>
                <a:cubicBezTo>
                  <a:pt x="100374" y="118474"/>
                  <a:pt x="86182" y="126702"/>
                  <a:pt x="70550" y="126702"/>
                </a:cubicBezTo>
                <a:cubicBezTo>
                  <a:pt x="40520" y="126702"/>
                  <a:pt x="17689" y="103459"/>
                  <a:pt x="17689" y="70961"/>
                </a:cubicBezTo>
                <a:cubicBezTo>
                  <a:pt x="17689" y="38257"/>
                  <a:pt x="40520" y="15221"/>
                  <a:pt x="70550" y="15221"/>
                </a:cubicBezTo>
                <a:cubicBezTo>
                  <a:pt x="86182" y="15221"/>
                  <a:pt x="100374" y="23654"/>
                  <a:pt x="108190" y="35172"/>
                </a:cubicBezTo>
                <a:lnTo>
                  <a:pt x="122588" y="27150"/>
                </a:lnTo>
                <a:cubicBezTo>
                  <a:pt x="111687" y="11724"/>
                  <a:pt x="94821" y="0"/>
                  <a:pt x="70550" y="0"/>
                </a:cubicBezTo>
                <a:cubicBezTo>
                  <a:pt x="31058" y="0"/>
                  <a:pt x="0" y="28796"/>
                  <a:pt x="0" y="70961"/>
                </a:cubicBezTo>
                <a:cubicBezTo>
                  <a:pt x="0" y="113127"/>
                  <a:pt x="31058" y="141922"/>
                  <a:pt x="70550" y="1419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24ABB-F43E-44A2-8DD1-455B0A9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475" y="2520023"/>
            <a:ext cx="98317" cy="104282"/>
          </a:xfrm>
          <a:custGeom xmlns:a="http://schemas.openxmlformats.org/drawingml/2006/main">
            <a:pathLst>
              <a:path w="98317" h="104282">
                <a:moveTo>
                  <a:pt x="49159" y="104282"/>
                </a:moveTo>
                <a:cubicBezTo>
                  <a:pt x="79394" y="104282"/>
                  <a:pt x="98317" y="80834"/>
                  <a:pt x="98317" y="52038"/>
                </a:cubicBezTo>
                <a:cubicBezTo>
                  <a:pt x="98317" y="23242"/>
                  <a:pt x="79394" y="0"/>
                  <a:pt x="49159" y="0"/>
                </a:cubicBezTo>
                <a:cubicBezTo>
                  <a:pt x="18923" y="0"/>
                  <a:pt x="0" y="23242"/>
                  <a:pt x="0" y="52038"/>
                </a:cubicBezTo>
                <a:cubicBezTo>
                  <a:pt x="0" y="80834"/>
                  <a:pt x="18923" y="104282"/>
                  <a:pt x="49159" y="104282"/>
                </a:cubicBezTo>
                <a:close/>
                <a:moveTo>
                  <a:pt x="49159" y="90501"/>
                </a:moveTo>
                <a:cubicBezTo>
                  <a:pt x="27973" y="90501"/>
                  <a:pt x="16043" y="72401"/>
                  <a:pt x="16043" y="52038"/>
                </a:cubicBezTo>
                <a:cubicBezTo>
                  <a:pt x="16043" y="31881"/>
                  <a:pt x="27973" y="13781"/>
                  <a:pt x="49159" y="13781"/>
                </a:cubicBezTo>
                <a:cubicBezTo>
                  <a:pt x="70344" y="13781"/>
                  <a:pt x="82068" y="31881"/>
                  <a:pt x="82068" y="52038"/>
                </a:cubicBezTo>
                <a:cubicBezTo>
                  <a:pt x="82068" y="72401"/>
                  <a:pt x="70344" y="90501"/>
                  <a:pt x="49159" y="90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2E8D4-B968-4214-8CCC-F8CA7D7A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27" y="2484646"/>
            <a:ext cx="93175" cy="139660"/>
          </a:xfrm>
          <a:custGeom xmlns:a="http://schemas.openxmlformats.org/drawingml/2006/main">
            <a:pathLst>
              <a:path w="93175" h="139660">
                <a:moveTo>
                  <a:pt x="93175" y="137192"/>
                </a:moveTo>
                <a:lnTo>
                  <a:pt x="93175" y="0"/>
                </a:lnTo>
                <a:lnTo>
                  <a:pt x="77749" y="0"/>
                </a:lnTo>
                <a:lnTo>
                  <a:pt x="77749" y="52861"/>
                </a:lnTo>
                <a:cubicBezTo>
                  <a:pt x="69727" y="41960"/>
                  <a:pt x="57592" y="35378"/>
                  <a:pt x="44222" y="35378"/>
                </a:cubicBezTo>
                <a:cubicBezTo>
                  <a:pt x="18100" y="35378"/>
                  <a:pt x="0" y="55946"/>
                  <a:pt x="0" y="87622"/>
                </a:cubicBezTo>
                <a:cubicBezTo>
                  <a:pt x="0" y="119914"/>
                  <a:pt x="18306" y="139660"/>
                  <a:pt x="44222" y="139660"/>
                </a:cubicBezTo>
                <a:cubicBezTo>
                  <a:pt x="58209" y="139660"/>
                  <a:pt x="70344" y="132461"/>
                  <a:pt x="77749" y="122382"/>
                </a:cubicBezTo>
                <a:lnTo>
                  <a:pt x="77749" y="137192"/>
                </a:lnTo>
                <a:lnTo>
                  <a:pt x="93175" y="137192"/>
                </a:lnTo>
                <a:close/>
                <a:moveTo>
                  <a:pt x="47925" y="125879"/>
                </a:moveTo>
                <a:cubicBezTo>
                  <a:pt x="27973" y="125879"/>
                  <a:pt x="16043" y="109630"/>
                  <a:pt x="16043" y="87622"/>
                </a:cubicBezTo>
                <a:cubicBezTo>
                  <a:pt x="16043" y="65613"/>
                  <a:pt x="27973" y="49159"/>
                  <a:pt x="47925" y="49159"/>
                </a:cubicBezTo>
                <a:cubicBezTo>
                  <a:pt x="60266" y="49159"/>
                  <a:pt x="72195" y="56563"/>
                  <a:pt x="77749" y="65202"/>
                </a:cubicBezTo>
                <a:lnTo>
                  <a:pt x="77749" y="110247"/>
                </a:lnTo>
                <a:cubicBezTo>
                  <a:pt x="72195" y="118886"/>
                  <a:pt x="60266" y="125879"/>
                  <a:pt x="47925" y="125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74323-B82C-4C4F-9629-81F03FC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96" y="2520023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C51E6-EA01-4E6F-9877-E7A6DCE5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39" y="2484646"/>
            <a:ext cx="89884" cy="137192"/>
          </a:xfrm>
          <a:custGeom xmlns:a="http://schemas.openxmlformats.org/drawingml/2006/main">
            <a:pathLst>
              <a:path w="89884" h="137192">
                <a:moveTo>
                  <a:pt x="17072" y="137192"/>
                </a:moveTo>
                <a:lnTo>
                  <a:pt x="17072" y="74664"/>
                </a:lnTo>
                <a:lnTo>
                  <a:pt x="88444" y="74664"/>
                </a:lnTo>
                <a:lnTo>
                  <a:pt x="88444" y="59443"/>
                </a:lnTo>
                <a:lnTo>
                  <a:pt x="17072" y="59443"/>
                </a:lnTo>
                <a:lnTo>
                  <a:pt x="17072" y="15221"/>
                </a:lnTo>
                <a:lnTo>
                  <a:pt x="89884" y="15221"/>
                </a:lnTo>
                <a:lnTo>
                  <a:pt x="89884" y="0"/>
                </a:lnTo>
                <a:lnTo>
                  <a:pt x="0" y="0"/>
                </a:lnTo>
                <a:lnTo>
                  <a:pt x="0" y="137192"/>
                </a:lnTo>
                <a:lnTo>
                  <a:pt x="17072" y="137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A73CD-3EE4-4835-B84D-191C920D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389" y="2520023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80EE1-6E8E-46B4-B8E9-7B1E0C3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96" y="2520023"/>
            <a:ext cx="83097" cy="104282"/>
          </a:xfrm>
          <a:custGeom xmlns:a="http://schemas.openxmlformats.org/drawingml/2006/main">
            <a:pathLst>
              <a:path w="83097" h="104282">
                <a:moveTo>
                  <a:pt x="83097" y="101814"/>
                </a:moveTo>
                <a:lnTo>
                  <a:pt x="83097" y="33527"/>
                </a:lnTo>
                <a:cubicBezTo>
                  <a:pt x="83097" y="9461"/>
                  <a:pt x="65613" y="0"/>
                  <a:pt x="44634" y="0"/>
                </a:cubicBezTo>
                <a:cubicBezTo>
                  <a:pt x="28384" y="0"/>
                  <a:pt x="15632" y="5348"/>
                  <a:pt x="4936" y="16455"/>
                </a:cubicBezTo>
                <a:lnTo>
                  <a:pt x="12135" y="27150"/>
                </a:lnTo>
                <a:cubicBezTo>
                  <a:pt x="20980" y="17689"/>
                  <a:pt x="30647" y="13370"/>
                  <a:pt x="42577" y="13370"/>
                </a:cubicBezTo>
                <a:cubicBezTo>
                  <a:pt x="56975" y="13370"/>
                  <a:pt x="67670" y="20980"/>
                  <a:pt x="67670" y="34349"/>
                </a:cubicBezTo>
                <a:lnTo>
                  <a:pt x="67670" y="52244"/>
                </a:lnTo>
                <a:cubicBezTo>
                  <a:pt x="59649" y="42988"/>
                  <a:pt x="48336" y="38669"/>
                  <a:pt x="34761" y="38669"/>
                </a:cubicBezTo>
                <a:cubicBezTo>
                  <a:pt x="17895" y="38669"/>
                  <a:pt x="0" y="49159"/>
                  <a:pt x="0" y="71373"/>
                </a:cubicBezTo>
                <a:cubicBezTo>
                  <a:pt x="0" y="92970"/>
                  <a:pt x="17895" y="104282"/>
                  <a:pt x="34761" y="104282"/>
                </a:cubicBezTo>
                <a:cubicBezTo>
                  <a:pt x="48130" y="104282"/>
                  <a:pt x="59443" y="99551"/>
                  <a:pt x="67670" y="90501"/>
                </a:cubicBezTo>
                <a:lnTo>
                  <a:pt x="67670" y="101814"/>
                </a:lnTo>
                <a:lnTo>
                  <a:pt x="83097" y="101814"/>
                </a:lnTo>
                <a:close/>
                <a:moveTo>
                  <a:pt x="40314" y="93175"/>
                </a:moveTo>
                <a:cubicBezTo>
                  <a:pt x="25916" y="93175"/>
                  <a:pt x="15838" y="84125"/>
                  <a:pt x="15838" y="71578"/>
                </a:cubicBezTo>
                <a:cubicBezTo>
                  <a:pt x="15838" y="58826"/>
                  <a:pt x="25916" y="49776"/>
                  <a:pt x="40314" y="49776"/>
                </a:cubicBezTo>
                <a:cubicBezTo>
                  <a:pt x="51216" y="49776"/>
                  <a:pt x="61705" y="53889"/>
                  <a:pt x="67670" y="62117"/>
                </a:cubicBezTo>
                <a:lnTo>
                  <a:pt x="67670" y="80834"/>
                </a:lnTo>
                <a:cubicBezTo>
                  <a:pt x="61705" y="89062"/>
                  <a:pt x="51216" y="93175"/>
                  <a:pt x="40314" y="93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1C557-EC0F-45AD-9D03-E6BBCA52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975" y="2495341"/>
            <a:ext cx="56975" cy="128964"/>
          </a:xfrm>
          <a:custGeom xmlns:a="http://schemas.openxmlformats.org/drawingml/2006/main">
            <a:pathLst>
              <a:path w="56975" h="128964">
                <a:moveTo>
                  <a:pt x="38463" y="128964"/>
                </a:moveTo>
                <a:cubicBezTo>
                  <a:pt x="47513" y="128964"/>
                  <a:pt x="53067" y="126290"/>
                  <a:pt x="56975" y="122588"/>
                </a:cubicBezTo>
                <a:lnTo>
                  <a:pt x="52450" y="111070"/>
                </a:lnTo>
                <a:cubicBezTo>
                  <a:pt x="50393" y="113332"/>
                  <a:pt x="46279" y="115183"/>
                  <a:pt x="41960" y="115183"/>
                </a:cubicBezTo>
                <a:cubicBezTo>
                  <a:pt x="35172" y="115183"/>
                  <a:pt x="31881" y="109836"/>
                  <a:pt x="31881" y="102431"/>
                </a:cubicBezTo>
                <a:lnTo>
                  <a:pt x="31881" y="40726"/>
                </a:lnTo>
                <a:lnTo>
                  <a:pt x="52038" y="40726"/>
                </a:lnTo>
                <a:lnTo>
                  <a:pt x="52038" y="27150"/>
                </a:lnTo>
                <a:lnTo>
                  <a:pt x="31881" y="27150"/>
                </a:lnTo>
                <a:lnTo>
                  <a:pt x="31881" y="0"/>
                </a:lnTo>
                <a:lnTo>
                  <a:pt x="16455" y="0"/>
                </a:lnTo>
                <a:lnTo>
                  <a:pt x="16455" y="27150"/>
                </a:lnTo>
                <a:lnTo>
                  <a:pt x="0" y="27150"/>
                </a:lnTo>
                <a:lnTo>
                  <a:pt x="0" y="40726"/>
                </a:lnTo>
                <a:lnTo>
                  <a:pt x="16455" y="40726"/>
                </a:lnTo>
                <a:lnTo>
                  <a:pt x="16455" y="105722"/>
                </a:lnTo>
                <a:cubicBezTo>
                  <a:pt x="16455" y="120531"/>
                  <a:pt x="23859" y="128964"/>
                  <a:pt x="38463" y="128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B5B1E-8E8C-4A06-B63D-52B92AE4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816" y="2522492"/>
            <a:ext cx="82480" cy="101814"/>
          </a:xfrm>
          <a:custGeom xmlns:a="http://schemas.openxmlformats.org/drawingml/2006/main">
            <a:pathLst>
              <a:path w="82480" h="101814">
                <a:moveTo>
                  <a:pt x="82480" y="99346"/>
                </a:moveTo>
                <a:lnTo>
                  <a:pt x="82480" y="0"/>
                </a:lnTo>
                <a:lnTo>
                  <a:pt x="67053" y="0"/>
                </a:lnTo>
                <a:lnTo>
                  <a:pt x="67053" y="73018"/>
                </a:lnTo>
                <a:cubicBezTo>
                  <a:pt x="61294" y="81040"/>
                  <a:pt x="49776" y="88033"/>
                  <a:pt x="37640" y="88033"/>
                </a:cubicBezTo>
                <a:cubicBezTo>
                  <a:pt x="24271" y="88033"/>
                  <a:pt x="15426" y="82891"/>
                  <a:pt x="15426" y="65408"/>
                </a:cubicBezTo>
                <a:lnTo>
                  <a:pt x="15426" y="0"/>
                </a:lnTo>
                <a:lnTo>
                  <a:pt x="0" y="0"/>
                </a:lnTo>
                <a:lnTo>
                  <a:pt x="0" y="70139"/>
                </a:lnTo>
                <a:cubicBezTo>
                  <a:pt x="0" y="91735"/>
                  <a:pt x="10901" y="101814"/>
                  <a:pt x="31675" y="101814"/>
                </a:cubicBezTo>
                <a:cubicBezTo>
                  <a:pt x="46485" y="101814"/>
                  <a:pt x="59443" y="93998"/>
                  <a:pt x="67053" y="85359"/>
                </a:cubicBezTo>
                <a:lnTo>
                  <a:pt x="67053" y="99346"/>
                </a:lnTo>
                <a:lnTo>
                  <a:pt x="82480" y="99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8CF4A-06B9-4EAB-B205-B00A48E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48" y="2520435"/>
            <a:ext cx="48542" cy="101403"/>
          </a:xfrm>
          <a:custGeom xmlns:a="http://schemas.openxmlformats.org/drawingml/2006/main">
            <a:pathLst>
              <a:path w="48542" h="101403">
                <a:moveTo>
                  <a:pt x="15426" y="101403"/>
                </a:moveTo>
                <a:lnTo>
                  <a:pt x="15426" y="31058"/>
                </a:lnTo>
                <a:cubicBezTo>
                  <a:pt x="19951" y="23037"/>
                  <a:pt x="32910" y="15221"/>
                  <a:pt x="42371" y="15221"/>
                </a:cubicBezTo>
                <a:cubicBezTo>
                  <a:pt x="44839" y="15221"/>
                  <a:pt x="46690" y="15426"/>
                  <a:pt x="48542" y="15838"/>
                </a:cubicBezTo>
                <a:lnTo>
                  <a:pt x="48542" y="0"/>
                </a:lnTo>
                <a:cubicBezTo>
                  <a:pt x="34966" y="0"/>
                  <a:pt x="23448" y="7610"/>
                  <a:pt x="15426" y="18100"/>
                </a:cubicBezTo>
                <a:lnTo>
                  <a:pt x="15426" y="2057"/>
                </a:lnTo>
                <a:lnTo>
                  <a:pt x="0" y="2057"/>
                </a:lnTo>
                <a:lnTo>
                  <a:pt x="0" y="101403"/>
                </a:lnTo>
                <a:lnTo>
                  <a:pt x="15426" y="1014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8F2A4-46B4-4424-A876-68E47B59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264" y="2520023"/>
            <a:ext cx="96672" cy="104282"/>
          </a:xfrm>
          <a:custGeom xmlns:a="http://schemas.openxmlformats.org/drawingml/2006/main">
            <a:pathLst>
              <a:path w="96672" h="104282">
                <a:moveTo>
                  <a:pt x="50598" y="104282"/>
                </a:moveTo>
                <a:cubicBezTo>
                  <a:pt x="66848" y="104282"/>
                  <a:pt x="80217" y="98934"/>
                  <a:pt x="90090" y="89062"/>
                </a:cubicBezTo>
                <a:lnTo>
                  <a:pt x="82685" y="78983"/>
                </a:lnTo>
                <a:cubicBezTo>
                  <a:pt x="74869" y="87005"/>
                  <a:pt x="63351" y="91530"/>
                  <a:pt x="52038" y="91530"/>
                </a:cubicBezTo>
                <a:cubicBezTo>
                  <a:pt x="30647" y="91530"/>
                  <a:pt x="17483" y="75898"/>
                  <a:pt x="16249" y="57180"/>
                </a:cubicBezTo>
                <a:lnTo>
                  <a:pt x="96672" y="57180"/>
                </a:lnTo>
                <a:lnTo>
                  <a:pt x="96672" y="53272"/>
                </a:lnTo>
                <a:cubicBezTo>
                  <a:pt x="96672" y="23448"/>
                  <a:pt x="78983" y="0"/>
                  <a:pt x="48953" y="0"/>
                </a:cubicBezTo>
                <a:cubicBezTo>
                  <a:pt x="20568" y="0"/>
                  <a:pt x="0" y="23242"/>
                  <a:pt x="0" y="52038"/>
                </a:cubicBezTo>
                <a:cubicBezTo>
                  <a:pt x="0" y="83097"/>
                  <a:pt x="21186" y="104282"/>
                  <a:pt x="50598" y="104282"/>
                </a:cubicBezTo>
                <a:close/>
                <a:moveTo>
                  <a:pt x="81451" y="45868"/>
                </a:moveTo>
                <a:lnTo>
                  <a:pt x="16249" y="45868"/>
                </a:lnTo>
                <a:cubicBezTo>
                  <a:pt x="17072" y="30647"/>
                  <a:pt x="27562" y="12752"/>
                  <a:pt x="48747" y="12752"/>
                </a:cubicBezTo>
                <a:cubicBezTo>
                  <a:pt x="71373" y="12752"/>
                  <a:pt x="81245" y="31058"/>
                  <a:pt x="81451" y="45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4EEC0-4B2B-4B46-8BFA-F7E2DE87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185" y="2520023"/>
            <a:ext cx="79189" cy="104282"/>
          </a:xfrm>
          <a:custGeom xmlns:a="http://schemas.openxmlformats.org/drawingml/2006/main">
            <a:pathLst>
              <a:path w="79189" h="104282">
                <a:moveTo>
                  <a:pt x="40109" y="104282"/>
                </a:moveTo>
                <a:cubicBezTo>
                  <a:pt x="65819" y="104282"/>
                  <a:pt x="79189" y="90913"/>
                  <a:pt x="79189" y="74252"/>
                </a:cubicBezTo>
                <a:cubicBezTo>
                  <a:pt x="79189" y="35583"/>
                  <a:pt x="17689" y="49981"/>
                  <a:pt x="17689" y="28179"/>
                </a:cubicBezTo>
                <a:cubicBezTo>
                  <a:pt x="17689" y="19334"/>
                  <a:pt x="26122" y="12547"/>
                  <a:pt x="39697" y="12547"/>
                </a:cubicBezTo>
                <a:cubicBezTo>
                  <a:pt x="52450" y="12547"/>
                  <a:pt x="63351" y="17895"/>
                  <a:pt x="69316" y="25094"/>
                </a:cubicBezTo>
                <a:lnTo>
                  <a:pt x="76515" y="14398"/>
                </a:lnTo>
                <a:cubicBezTo>
                  <a:pt x="68493" y="6376"/>
                  <a:pt x="56563" y="0"/>
                  <a:pt x="39697" y="0"/>
                </a:cubicBezTo>
                <a:cubicBezTo>
                  <a:pt x="16043" y="0"/>
                  <a:pt x="2674" y="13164"/>
                  <a:pt x="2674" y="28590"/>
                </a:cubicBezTo>
                <a:cubicBezTo>
                  <a:pt x="2674" y="65408"/>
                  <a:pt x="64174" y="50598"/>
                  <a:pt x="64174" y="74664"/>
                </a:cubicBezTo>
                <a:cubicBezTo>
                  <a:pt x="64174" y="84536"/>
                  <a:pt x="55946" y="91735"/>
                  <a:pt x="40726" y="91735"/>
                </a:cubicBezTo>
                <a:cubicBezTo>
                  <a:pt x="27150" y="91735"/>
                  <a:pt x="14604" y="85153"/>
                  <a:pt x="8022" y="77543"/>
                </a:cubicBezTo>
                <a:lnTo>
                  <a:pt x="0" y="88650"/>
                </a:lnTo>
                <a:cubicBezTo>
                  <a:pt x="10079" y="99346"/>
                  <a:pt x="23859" y="104282"/>
                  <a:pt x="40109" y="104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B476A-575D-4249-991C-D019569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1" y="1110054"/>
            <a:ext cx="411370" cy="2159690"/>
          </a:xfrm>
          <a:custGeom xmlns:a="http://schemas.openxmlformats.org/drawingml/2006/main">
            <a:pathLst>
              <a:path w="411370" h="2159690" fill="none">
                <a:moveTo>
                  <a:pt x="411370" y="2159690"/>
                </a:moveTo>
                <a:lnTo>
                  <a:pt x="205685" y="2159690"/>
                </a:lnTo>
                <a:cubicBezTo>
                  <a:pt x="68562" y="2159690"/>
                  <a:pt x="0" y="2091129"/>
                  <a:pt x="0" y="1954005"/>
                </a:cubicBezTo>
                <a:lnTo>
                  <a:pt x="0" y="205685"/>
                </a:lnTo>
                <a:cubicBezTo>
                  <a:pt x="0" y="68562"/>
                  <a:pt x="17620" y="0"/>
                  <a:pt x="52861" y="0"/>
                </a:cubicBezTo>
                <a:lnTo>
                  <a:pt x="10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8BE8C-9DAC-4D85-89C6-183D61AF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7" y="1058633"/>
            <a:ext cx="102842" cy="102842"/>
          </a:xfrm>
          <a:custGeom xmlns:a="http://schemas.openxmlformats.org/drawingml/2006/main">
            <a:pathLst>
              <a:path w="102842" h="102842">
                <a:moveTo>
                  <a:pt x="102842" y="51421"/>
                </a:moveTo>
                <a:lnTo>
                  <a:pt x="0" y="102842"/>
                </a:lnTo>
                <a:lnTo>
                  <a:pt x="25711" y="51421"/>
                </a:lnTo>
                <a:lnTo>
                  <a:pt x="0" y="0"/>
                </a:lnTo>
                <a:lnTo>
                  <a:pt x="102842" y="51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658B0-5068-4C07-9C9E-DC3B709D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7" y="1058633"/>
            <a:ext cx="102842" cy="102842"/>
          </a:xfrm>
          <a:custGeom xmlns:a="http://schemas.openxmlformats.org/drawingml/2006/main">
            <a:pathLst>
              <a:path w="102842" h="102842" fill="none">
                <a:moveTo>
                  <a:pt x="102842" y="51421"/>
                </a:moveTo>
                <a:lnTo>
                  <a:pt x="0" y="102842"/>
                </a:lnTo>
                <a:lnTo>
                  <a:pt x="25711" y="51421"/>
                </a:lnTo>
                <a:lnTo>
                  <a:pt x="0" y="0"/>
                </a:lnTo>
                <a:lnTo>
                  <a:pt x="102842" y="51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EB644-C3CB-4CFB-847D-72ACAEAD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" y="1778530"/>
            <a:ext cx="240748" cy="966718"/>
          </a:xfrm>
          <a:custGeom xmlns:a="http://schemas.openxmlformats.org/drawingml/2006/main">
            <a:pathLst>
              <a:path w="240748" h="966718">
                <a:moveTo>
                  <a:pt x="240748" y="0"/>
                </a:moveTo>
                <a:lnTo>
                  <a:pt x="0" y="0"/>
                </a:lnTo>
                <a:lnTo>
                  <a:pt x="0" y="966718"/>
                </a:lnTo>
                <a:lnTo>
                  <a:pt x="240748" y="966718"/>
                </a:lnTo>
                <a:lnTo>
                  <a:pt x="24074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3A369-0857-4919-B1F2-145525BE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1" y="2550735"/>
            <a:ext cx="191698" cy="191698"/>
          </a:xfrm>
          <a:custGeom xmlns:a="http://schemas.openxmlformats.org/drawingml/2006/main">
            <a:pathLst>
              <a:path w="191698" h="191698">
                <a:moveTo>
                  <a:pt x="191698" y="95849"/>
                </a:moveTo>
                <a:cubicBezTo>
                  <a:pt x="191698" y="43399"/>
                  <a:pt x="149121" y="0"/>
                  <a:pt x="95849" y="0"/>
                </a:cubicBezTo>
                <a:cubicBezTo>
                  <a:pt x="42988" y="0"/>
                  <a:pt x="0" y="42988"/>
                  <a:pt x="0" y="95849"/>
                </a:cubicBezTo>
                <a:cubicBezTo>
                  <a:pt x="0" y="148710"/>
                  <a:pt x="42988" y="191698"/>
                  <a:pt x="95849" y="191698"/>
                </a:cubicBezTo>
                <a:cubicBezTo>
                  <a:pt x="148710" y="191698"/>
                  <a:pt x="191698" y="148710"/>
                  <a:pt x="191698" y="95849"/>
                </a:cubicBezTo>
                <a:close/>
                <a:moveTo>
                  <a:pt x="185116" y="95849"/>
                </a:moveTo>
                <a:cubicBezTo>
                  <a:pt x="185116" y="145213"/>
                  <a:pt x="145213" y="185116"/>
                  <a:pt x="95849" y="185116"/>
                </a:cubicBezTo>
                <a:cubicBezTo>
                  <a:pt x="46896" y="185116"/>
                  <a:pt x="6582" y="145625"/>
                  <a:pt x="6582" y="95849"/>
                </a:cubicBezTo>
                <a:cubicBezTo>
                  <a:pt x="6582" y="46485"/>
                  <a:pt x="46485" y="6582"/>
                  <a:pt x="95849" y="6582"/>
                </a:cubicBezTo>
                <a:cubicBezTo>
                  <a:pt x="145213" y="6582"/>
                  <a:pt x="185116" y="46485"/>
                  <a:pt x="185116" y="95849"/>
                </a:cubicBezTo>
                <a:close/>
                <a:moveTo>
                  <a:pt x="147887" y="99963"/>
                </a:moveTo>
                <a:lnTo>
                  <a:pt x="147887" y="83097"/>
                </a:lnTo>
                <a:lnTo>
                  <a:pt x="41343" y="83097"/>
                </a:lnTo>
                <a:lnTo>
                  <a:pt x="41343" y="96055"/>
                </a:lnTo>
                <a:cubicBezTo>
                  <a:pt x="45045" y="103048"/>
                  <a:pt x="47925" y="110864"/>
                  <a:pt x="49776" y="121765"/>
                </a:cubicBezTo>
                <a:lnTo>
                  <a:pt x="60677" y="121765"/>
                </a:lnTo>
                <a:lnTo>
                  <a:pt x="60677" y="99963"/>
                </a:lnTo>
                <a:lnTo>
                  <a:pt x="147887" y="99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14975-3A2E-4C63-979F-CAFB44B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" y="2384748"/>
            <a:ext cx="137192" cy="89884"/>
          </a:xfrm>
          <a:custGeom xmlns:a="http://schemas.openxmlformats.org/drawingml/2006/main">
            <a:pathLst>
              <a:path w="137192" h="89884">
                <a:moveTo>
                  <a:pt x="137192" y="0"/>
                </a:moveTo>
                <a:lnTo>
                  <a:pt x="121971" y="0"/>
                </a:lnTo>
                <a:lnTo>
                  <a:pt x="121971" y="72812"/>
                </a:lnTo>
                <a:lnTo>
                  <a:pt x="74664" y="72812"/>
                </a:lnTo>
                <a:lnTo>
                  <a:pt x="74664" y="1440"/>
                </a:lnTo>
                <a:lnTo>
                  <a:pt x="59443" y="1440"/>
                </a:lnTo>
                <a:lnTo>
                  <a:pt x="59443" y="72812"/>
                </a:lnTo>
                <a:lnTo>
                  <a:pt x="15221" y="72812"/>
                </a:lnTo>
                <a:lnTo>
                  <a:pt x="15221" y="0"/>
                </a:lnTo>
                <a:lnTo>
                  <a:pt x="0" y="0"/>
                </a:lnTo>
                <a:lnTo>
                  <a:pt x="0" y="89884"/>
                </a:lnTo>
                <a:lnTo>
                  <a:pt x="137192" y="89884"/>
                </a:lnTo>
                <a:lnTo>
                  <a:pt x="1371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67B6E-FA0E-433B-93D1-6C36B5C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5" y="2275941"/>
            <a:ext cx="99346" cy="95232"/>
          </a:xfrm>
          <a:custGeom xmlns:a="http://schemas.openxmlformats.org/drawingml/2006/main">
            <a:pathLst>
              <a:path w="99346" h="95232">
                <a:moveTo>
                  <a:pt x="99346" y="0"/>
                </a:moveTo>
                <a:lnTo>
                  <a:pt x="48336" y="38257"/>
                </a:lnTo>
                <a:lnTo>
                  <a:pt x="0" y="2263"/>
                </a:lnTo>
                <a:lnTo>
                  <a:pt x="0" y="20157"/>
                </a:lnTo>
                <a:lnTo>
                  <a:pt x="37846" y="47719"/>
                </a:lnTo>
                <a:lnTo>
                  <a:pt x="0" y="75281"/>
                </a:lnTo>
                <a:lnTo>
                  <a:pt x="0" y="93175"/>
                </a:lnTo>
                <a:lnTo>
                  <a:pt x="48336" y="57180"/>
                </a:lnTo>
                <a:lnTo>
                  <a:pt x="99346" y="95232"/>
                </a:lnTo>
                <a:lnTo>
                  <a:pt x="99346" y="77543"/>
                </a:lnTo>
                <a:lnTo>
                  <a:pt x="58620" y="47719"/>
                </a:lnTo>
                <a:lnTo>
                  <a:pt x="99346" y="17895"/>
                </a:lnTo>
                <a:lnTo>
                  <a:pt x="993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94769-87C0-4C07-B73E-9669A5FD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7" y="2174949"/>
            <a:ext cx="104282" cy="96672"/>
          </a:xfrm>
          <a:custGeom xmlns:a="http://schemas.openxmlformats.org/drawingml/2006/main">
            <a:pathLst>
              <a:path w="104282" h="96672">
                <a:moveTo>
                  <a:pt x="104282" y="46073"/>
                </a:moveTo>
                <a:cubicBezTo>
                  <a:pt x="104282" y="29824"/>
                  <a:pt x="98934" y="16455"/>
                  <a:pt x="89062" y="6582"/>
                </a:cubicBezTo>
                <a:lnTo>
                  <a:pt x="78983" y="13987"/>
                </a:lnTo>
                <a:cubicBezTo>
                  <a:pt x="87005" y="21803"/>
                  <a:pt x="91530" y="33321"/>
                  <a:pt x="91530" y="44634"/>
                </a:cubicBezTo>
                <a:cubicBezTo>
                  <a:pt x="91530" y="66025"/>
                  <a:pt x="75898" y="79189"/>
                  <a:pt x="57180" y="80423"/>
                </a:cubicBezTo>
                <a:lnTo>
                  <a:pt x="57180" y="0"/>
                </a:lnTo>
                <a:lnTo>
                  <a:pt x="53272" y="0"/>
                </a:lnTo>
                <a:cubicBezTo>
                  <a:pt x="23448" y="0"/>
                  <a:pt x="0" y="17689"/>
                  <a:pt x="0" y="47719"/>
                </a:cubicBezTo>
                <a:cubicBezTo>
                  <a:pt x="0" y="76103"/>
                  <a:pt x="23242" y="96672"/>
                  <a:pt x="52038" y="96672"/>
                </a:cubicBezTo>
                <a:cubicBezTo>
                  <a:pt x="83097" y="96672"/>
                  <a:pt x="104282" y="75486"/>
                  <a:pt x="104282" y="46073"/>
                </a:cubicBezTo>
                <a:close/>
                <a:moveTo>
                  <a:pt x="45868" y="15221"/>
                </a:moveTo>
                <a:lnTo>
                  <a:pt x="45868" y="80423"/>
                </a:lnTo>
                <a:cubicBezTo>
                  <a:pt x="30647" y="79600"/>
                  <a:pt x="12752" y="69110"/>
                  <a:pt x="12752" y="47925"/>
                </a:cubicBezTo>
                <a:cubicBezTo>
                  <a:pt x="12752" y="25299"/>
                  <a:pt x="31058" y="15426"/>
                  <a:pt x="45868" y="15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A0B6D-0BD0-4A1D-A0EC-97E136A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7" y="2069845"/>
            <a:ext cx="104282" cy="85976"/>
          </a:xfrm>
          <a:custGeom xmlns:a="http://schemas.openxmlformats.org/drawingml/2006/main">
            <a:pathLst>
              <a:path w="104282" h="85976">
                <a:moveTo>
                  <a:pt x="104282" y="36406"/>
                </a:moveTo>
                <a:cubicBezTo>
                  <a:pt x="104282" y="18306"/>
                  <a:pt x="96878" y="7610"/>
                  <a:pt x="87005" y="0"/>
                </a:cubicBezTo>
                <a:lnTo>
                  <a:pt x="77543" y="10284"/>
                </a:lnTo>
                <a:cubicBezTo>
                  <a:pt x="86388" y="16866"/>
                  <a:pt x="90501" y="25299"/>
                  <a:pt x="90501" y="35583"/>
                </a:cubicBezTo>
                <a:cubicBezTo>
                  <a:pt x="90501" y="56769"/>
                  <a:pt x="74047" y="69933"/>
                  <a:pt x="52038" y="69933"/>
                </a:cubicBezTo>
                <a:cubicBezTo>
                  <a:pt x="30030" y="69933"/>
                  <a:pt x="13781" y="56769"/>
                  <a:pt x="13781" y="35583"/>
                </a:cubicBezTo>
                <a:cubicBezTo>
                  <a:pt x="13781" y="25299"/>
                  <a:pt x="17689" y="16866"/>
                  <a:pt x="26739" y="10284"/>
                </a:cubicBezTo>
                <a:lnTo>
                  <a:pt x="17278" y="0"/>
                </a:lnTo>
                <a:cubicBezTo>
                  <a:pt x="7405" y="7610"/>
                  <a:pt x="0" y="18306"/>
                  <a:pt x="0" y="36406"/>
                </a:cubicBezTo>
                <a:cubicBezTo>
                  <a:pt x="0" y="66025"/>
                  <a:pt x="22625" y="85976"/>
                  <a:pt x="52038" y="85976"/>
                </a:cubicBezTo>
                <a:cubicBezTo>
                  <a:pt x="81657" y="85976"/>
                  <a:pt x="104282" y="66025"/>
                  <a:pt x="104282" y="364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8F69B-3BD9-47A1-9B1C-D83E18AF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5" y="1965768"/>
            <a:ext cx="101814" cy="82480"/>
          </a:xfrm>
          <a:custGeom xmlns:a="http://schemas.openxmlformats.org/drawingml/2006/main">
            <a:pathLst>
              <a:path w="101814" h="82480">
                <a:moveTo>
                  <a:pt x="99346" y="0"/>
                </a:moveTo>
                <a:lnTo>
                  <a:pt x="0" y="0"/>
                </a:lnTo>
                <a:lnTo>
                  <a:pt x="0" y="15426"/>
                </a:lnTo>
                <a:lnTo>
                  <a:pt x="73018" y="15426"/>
                </a:lnTo>
                <a:cubicBezTo>
                  <a:pt x="81040" y="21186"/>
                  <a:pt x="88033" y="32704"/>
                  <a:pt x="88033" y="44839"/>
                </a:cubicBezTo>
                <a:cubicBezTo>
                  <a:pt x="88033" y="58209"/>
                  <a:pt x="82891" y="67053"/>
                  <a:pt x="65408" y="67053"/>
                </a:cubicBezTo>
                <a:lnTo>
                  <a:pt x="0" y="67053"/>
                </a:lnTo>
                <a:lnTo>
                  <a:pt x="0" y="82480"/>
                </a:lnTo>
                <a:lnTo>
                  <a:pt x="70139" y="82480"/>
                </a:lnTo>
                <a:cubicBezTo>
                  <a:pt x="91735" y="82480"/>
                  <a:pt x="101814" y="71578"/>
                  <a:pt x="101814" y="50804"/>
                </a:cubicBezTo>
                <a:cubicBezTo>
                  <a:pt x="101814" y="35995"/>
                  <a:pt x="93998" y="23037"/>
                  <a:pt x="85359" y="15426"/>
                </a:cubicBezTo>
                <a:lnTo>
                  <a:pt x="99346" y="15426"/>
                </a:lnTo>
                <a:lnTo>
                  <a:pt x="993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7F44A-BC5D-4AF4-9054-3491DBFF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5" y="1891310"/>
            <a:ext cx="128964" cy="56975"/>
          </a:xfrm>
          <a:custGeom xmlns:a="http://schemas.openxmlformats.org/drawingml/2006/main">
            <a:pathLst>
              <a:path w="128964" h="56975">
                <a:moveTo>
                  <a:pt x="128964" y="18512"/>
                </a:moveTo>
                <a:cubicBezTo>
                  <a:pt x="128964" y="9461"/>
                  <a:pt x="126290" y="3908"/>
                  <a:pt x="122588" y="0"/>
                </a:cubicBezTo>
                <a:lnTo>
                  <a:pt x="111070" y="4525"/>
                </a:lnTo>
                <a:cubicBezTo>
                  <a:pt x="113332" y="6582"/>
                  <a:pt x="115183" y="10696"/>
                  <a:pt x="115183" y="15015"/>
                </a:cubicBezTo>
                <a:cubicBezTo>
                  <a:pt x="115183" y="21803"/>
                  <a:pt x="109836" y="25094"/>
                  <a:pt x="102431" y="25094"/>
                </a:cubicBezTo>
                <a:lnTo>
                  <a:pt x="40726" y="25094"/>
                </a:lnTo>
                <a:lnTo>
                  <a:pt x="40726" y="4936"/>
                </a:lnTo>
                <a:lnTo>
                  <a:pt x="27150" y="4936"/>
                </a:lnTo>
                <a:lnTo>
                  <a:pt x="27150" y="25094"/>
                </a:lnTo>
                <a:lnTo>
                  <a:pt x="0" y="25094"/>
                </a:lnTo>
                <a:lnTo>
                  <a:pt x="0" y="40520"/>
                </a:lnTo>
                <a:lnTo>
                  <a:pt x="27150" y="40520"/>
                </a:lnTo>
                <a:lnTo>
                  <a:pt x="27150" y="56975"/>
                </a:lnTo>
                <a:lnTo>
                  <a:pt x="40726" y="56975"/>
                </a:lnTo>
                <a:lnTo>
                  <a:pt x="40726" y="40520"/>
                </a:lnTo>
                <a:lnTo>
                  <a:pt x="105722" y="40520"/>
                </a:lnTo>
                <a:cubicBezTo>
                  <a:pt x="120531" y="40520"/>
                  <a:pt x="128964" y="33115"/>
                  <a:pt x="128964" y="18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466B9-7293-463F-9559-E379D948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7" y="1783531"/>
            <a:ext cx="104282" cy="96672"/>
          </a:xfrm>
          <a:custGeom xmlns:a="http://schemas.openxmlformats.org/drawingml/2006/main">
            <a:pathLst>
              <a:path w="104282" h="96672">
                <a:moveTo>
                  <a:pt x="104282" y="46073"/>
                </a:moveTo>
                <a:cubicBezTo>
                  <a:pt x="104282" y="29824"/>
                  <a:pt x="98934" y="16455"/>
                  <a:pt x="89062" y="6582"/>
                </a:cubicBezTo>
                <a:lnTo>
                  <a:pt x="78983" y="13987"/>
                </a:lnTo>
                <a:cubicBezTo>
                  <a:pt x="87005" y="21803"/>
                  <a:pt x="91530" y="33321"/>
                  <a:pt x="91530" y="44634"/>
                </a:cubicBezTo>
                <a:cubicBezTo>
                  <a:pt x="91530" y="66025"/>
                  <a:pt x="75898" y="79189"/>
                  <a:pt x="57180" y="80423"/>
                </a:cubicBezTo>
                <a:lnTo>
                  <a:pt x="57180" y="0"/>
                </a:lnTo>
                <a:lnTo>
                  <a:pt x="53272" y="0"/>
                </a:lnTo>
                <a:cubicBezTo>
                  <a:pt x="23448" y="0"/>
                  <a:pt x="0" y="17689"/>
                  <a:pt x="0" y="47719"/>
                </a:cubicBezTo>
                <a:cubicBezTo>
                  <a:pt x="0" y="76103"/>
                  <a:pt x="23242" y="96672"/>
                  <a:pt x="52038" y="96672"/>
                </a:cubicBezTo>
                <a:cubicBezTo>
                  <a:pt x="83097" y="96672"/>
                  <a:pt x="104282" y="75486"/>
                  <a:pt x="104282" y="46073"/>
                </a:cubicBezTo>
                <a:close/>
                <a:moveTo>
                  <a:pt x="45868" y="15221"/>
                </a:moveTo>
                <a:lnTo>
                  <a:pt x="45868" y="80423"/>
                </a:lnTo>
                <a:cubicBezTo>
                  <a:pt x="30647" y="79600"/>
                  <a:pt x="12752" y="69110"/>
                  <a:pt x="12752" y="47925"/>
                </a:cubicBezTo>
                <a:cubicBezTo>
                  <a:pt x="12752" y="25299"/>
                  <a:pt x="31058" y="15426"/>
                  <a:pt x="45868" y="15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580C4-E7B0-4BE4-9D4B-2AE41353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36" y="698685"/>
            <a:ext cx="3476073" cy="1439793"/>
          </a:xfrm>
          <a:custGeom xmlns:a="http://schemas.openxmlformats.org/drawingml/2006/main">
            <a:pathLst>
              <a:path w="3476073" h="1439793">
                <a:moveTo>
                  <a:pt x="0" y="0"/>
                </a:moveTo>
                <a:lnTo>
                  <a:pt x="3476073" y="0"/>
                </a:lnTo>
                <a:lnTo>
                  <a:pt x="3476073" y="1439793"/>
                </a:lnTo>
                <a:lnTo>
                  <a:pt x="0" y="14397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7E0B5-C303-4BFE-BF81-5D878EC0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36" y="698685"/>
            <a:ext cx="3476073" cy="1439793"/>
          </a:xfrm>
          <a:custGeom xmlns:a="http://schemas.openxmlformats.org/drawingml/2006/main">
            <a:pathLst>
              <a:path w="3476073" h="1439793" fill="none">
                <a:moveTo>
                  <a:pt x="0" y="0"/>
                </a:moveTo>
                <a:lnTo>
                  <a:pt x="3476073" y="0"/>
                </a:lnTo>
                <a:lnTo>
                  <a:pt x="3476073" y="1439793"/>
                </a:lnTo>
                <a:lnTo>
                  <a:pt x="0" y="14397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82B366"/>
            </a:solidFill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0EE56-AC8A-4F31-A0B9-BE1B9BE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95" y="791161"/>
            <a:ext cx="157966" cy="164630"/>
          </a:xfrm>
          <a:custGeom xmlns:a="http://schemas.openxmlformats.org/drawingml/2006/main">
            <a:pathLst>
              <a:path w="157966" h="164630">
                <a:moveTo>
                  <a:pt x="157966" y="164630"/>
                </a:moveTo>
                <a:lnTo>
                  <a:pt x="91571" y="0"/>
                </a:lnTo>
                <a:lnTo>
                  <a:pt x="66148" y="0"/>
                </a:lnTo>
                <a:lnTo>
                  <a:pt x="0" y="164630"/>
                </a:lnTo>
                <a:lnTo>
                  <a:pt x="23448" y="164630"/>
                </a:lnTo>
                <a:lnTo>
                  <a:pt x="38011" y="128100"/>
                </a:lnTo>
                <a:lnTo>
                  <a:pt x="119955" y="128100"/>
                </a:lnTo>
                <a:lnTo>
                  <a:pt x="134518" y="164630"/>
                </a:lnTo>
                <a:lnTo>
                  <a:pt x="157966" y="164630"/>
                </a:lnTo>
                <a:close/>
                <a:moveTo>
                  <a:pt x="113785" y="109836"/>
                </a:moveTo>
                <a:lnTo>
                  <a:pt x="43934" y="109836"/>
                </a:lnTo>
                <a:lnTo>
                  <a:pt x="78983" y="21227"/>
                </a:lnTo>
                <a:lnTo>
                  <a:pt x="113785" y="109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07B2E-B6F2-41A1-B8E1-527E50EA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083" y="833614"/>
            <a:ext cx="103171" cy="125139"/>
          </a:xfrm>
          <a:custGeom xmlns:a="http://schemas.openxmlformats.org/drawingml/2006/main">
            <a:pathLst>
              <a:path w="103171" h="125139">
                <a:moveTo>
                  <a:pt x="59484" y="125139"/>
                </a:moveTo>
                <a:cubicBezTo>
                  <a:pt x="81204" y="125139"/>
                  <a:pt x="94039" y="116253"/>
                  <a:pt x="103171" y="104406"/>
                </a:cubicBezTo>
                <a:lnTo>
                  <a:pt x="90830" y="93052"/>
                </a:lnTo>
                <a:cubicBezTo>
                  <a:pt x="82932" y="103665"/>
                  <a:pt x="72812" y="108602"/>
                  <a:pt x="60471" y="108602"/>
                </a:cubicBezTo>
                <a:cubicBezTo>
                  <a:pt x="35049" y="108602"/>
                  <a:pt x="19252" y="88856"/>
                  <a:pt x="19252" y="62446"/>
                </a:cubicBezTo>
                <a:cubicBezTo>
                  <a:pt x="19252" y="36036"/>
                  <a:pt x="35049" y="16537"/>
                  <a:pt x="60471" y="16537"/>
                </a:cubicBezTo>
                <a:cubicBezTo>
                  <a:pt x="72812" y="16537"/>
                  <a:pt x="82932" y="21227"/>
                  <a:pt x="90830" y="32087"/>
                </a:cubicBezTo>
                <a:lnTo>
                  <a:pt x="103171" y="20733"/>
                </a:lnTo>
                <a:cubicBezTo>
                  <a:pt x="94039" y="8886"/>
                  <a:pt x="81204" y="0"/>
                  <a:pt x="59484" y="0"/>
                </a:cubicBezTo>
                <a:cubicBezTo>
                  <a:pt x="23942" y="0"/>
                  <a:pt x="0" y="27150"/>
                  <a:pt x="0" y="62446"/>
                </a:cubicBezTo>
                <a:cubicBezTo>
                  <a:pt x="0" y="97988"/>
                  <a:pt x="23942" y="125139"/>
                  <a:pt x="59484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C67C8-9D82-41CD-8102-58C5F2D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261" y="833614"/>
            <a:ext cx="103171" cy="125139"/>
          </a:xfrm>
          <a:custGeom xmlns:a="http://schemas.openxmlformats.org/drawingml/2006/main">
            <a:pathLst>
              <a:path w="103171" h="125139">
                <a:moveTo>
                  <a:pt x="59484" y="125139"/>
                </a:moveTo>
                <a:cubicBezTo>
                  <a:pt x="81204" y="125139"/>
                  <a:pt x="94039" y="116253"/>
                  <a:pt x="103171" y="104406"/>
                </a:cubicBezTo>
                <a:lnTo>
                  <a:pt x="90830" y="93052"/>
                </a:lnTo>
                <a:cubicBezTo>
                  <a:pt x="82932" y="103665"/>
                  <a:pt x="72812" y="108602"/>
                  <a:pt x="60471" y="108602"/>
                </a:cubicBezTo>
                <a:cubicBezTo>
                  <a:pt x="35049" y="108602"/>
                  <a:pt x="19252" y="88856"/>
                  <a:pt x="19252" y="62446"/>
                </a:cubicBezTo>
                <a:cubicBezTo>
                  <a:pt x="19252" y="36036"/>
                  <a:pt x="35049" y="16537"/>
                  <a:pt x="60471" y="16537"/>
                </a:cubicBezTo>
                <a:cubicBezTo>
                  <a:pt x="72812" y="16537"/>
                  <a:pt x="82932" y="21227"/>
                  <a:pt x="90830" y="32087"/>
                </a:cubicBezTo>
                <a:lnTo>
                  <a:pt x="103171" y="20733"/>
                </a:lnTo>
                <a:cubicBezTo>
                  <a:pt x="94039" y="8886"/>
                  <a:pt x="81204" y="0"/>
                  <a:pt x="59484" y="0"/>
                </a:cubicBezTo>
                <a:cubicBezTo>
                  <a:pt x="23942" y="0"/>
                  <a:pt x="0" y="27150"/>
                  <a:pt x="0" y="62446"/>
                </a:cubicBezTo>
                <a:cubicBezTo>
                  <a:pt x="0" y="97988"/>
                  <a:pt x="23942" y="125139"/>
                  <a:pt x="59484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1FA4A-03E8-422F-936B-9F98DC4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439" y="833614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A3528-430B-495C-B590-F913E53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946" y="833614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DE809-FC90-48D7-8030-BDE9FF5C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718" y="833614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BDDA1-8CF4-4177-852D-B3E4C61D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47" y="791161"/>
            <a:ext cx="157966" cy="164630"/>
          </a:xfrm>
          <a:custGeom xmlns:a="http://schemas.openxmlformats.org/drawingml/2006/main">
            <a:pathLst>
              <a:path w="157966" h="164630">
                <a:moveTo>
                  <a:pt x="157966" y="164630"/>
                </a:moveTo>
                <a:lnTo>
                  <a:pt x="91571" y="0"/>
                </a:lnTo>
                <a:lnTo>
                  <a:pt x="66148" y="0"/>
                </a:lnTo>
                <a:lnTo>
                  <a:pt x="0" y="164630"/>
                </a:lnTo>
                <a:lnTo>
                  <a:pt x="23448" y="164630"/>
                </a:lnTo>
                <a:lnTo>
                  <a:pt x="38011" y="128100"/>
                </a:lnTo>
                <a:lnTo>
                  <a:pt x="119955" y="128100"/>
                </a:lnTo>
                <a:lnTo>
                  <a:pt x="134518" y="164630"/>
                </a:lnTo>
                <a:lnTo>
                  <a:pt x="157966" y="164630"/>
                </a:lnTo>
                <a:close/>
                <a:moveTo>
                  <a:pt x="113785" y="109836"/>
                </a:moveTo>
                <a:lnTo>
                  <a:pt x="43934" y="109836"/>
                </a:lnTo>
                <a:lnTo>
                  <a:pt x="78983" y="21227"/>
                </a:lnTo>
                <a:lnTo>
                  <a:pt x="113785" y="109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6FFE4-A8A7-4E9E-A3B1-3210346D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947" y="791161"/>
            <a:ext cx="111810" cy="167592"/>
          </a:xfrm>
          <a:custGeom xmlns:a="http://schemas.openxmlformats.org/drawingml/2006/main">
            <a:pathLst>
              <a:path w="111810" h="167592">
                <a:moveTo>
                  <a:pt x="18512" y="132296"/>
                </a:moveTo>
                <a:lnTo>
                  <a:pt x="18512" y="78242"/>
                </a:lnTo>
                <a:cubicBezTo>
                  <a:pt x="24929" y="67876"/>
                  <a:pt x="39491" y="58990"/>
                  <a:pt x="54054" y="58990"/>
                </a:cubicBezTo>
                <a:cubicBezTo>
                  <a:pt x="78242" y="58990"/>
                  <a:pt x="92558" y="78736"/>
                  <a:pt x="92558" y="105146"/>
                </a:cubicBezTo>
                <a:cubicBezTo>
                  <a:pt x="92558" y="131556"/>
                  <a:pt x="78242" y="151055"/>
                  <a:pt x="54054" y="151055"/>
                </a:cubicBezTo>
                <a:cubicBezTo>
                  <a:pt x="39491" y="151055"/>
                  <a:pt x="24929" y="142663"/>
                  <a:pt x="18512" y="132296"/>
                </a:cubicBezTo>
                <a:close/>
                <a:moveTo>
                  <a:pt x="18512" y="164630"/>
                </a:moveTo>
                <a:lnTo>
                  <a:pt x="18512" y="146859"/>
                </a:lnTo>
                <a:cubicBezTo>
                  <a:pt x="27397" y="158953"/>
                  <a:pt x="41960" y="167592"/>
                  <a:pt x="58744" y="167592"/>
                </a:cubicBezTo>
                <a:cubicBezTo>
                  <a:pt x="89843" y="167592"/>
                  <a:pt x="111810" y="143897"/>
                  <a:pt x="111810" y="105146"/>
                </a:cubicBezTo>
                <a:cubicBezTo>
                  <a:pt x="111810" y="67136"/>
                  <a:pt x="89843" y="42453"/>
                  <a:pt x="58744" y="42453"/>
                </a:cubicBezTo>
                <a:cubicBezTo>
                  <a:pt x="42453" y="42453"/>
                  <a:pt x="28138" y="50352"/>
                  <a:pt x="18512" y="63433"/>
                </a:cubicBezTo>
                <a:lnTo>
                  <a:pt x="18512" y="0"/>
                </a:lnTo>
                <a:lnTo>
                  <a:pt x="0" y="0"/>
                </a:lnTo>
                <a:lnTo>
                  <a:pt x="0" y="164630"/>
                </a:lnTo>
                <a:lnTo>
                  <a:pt x="18512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27BA5-6593-494E-A410-E9C9B2EB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505" y="833614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F4AB2-9525-43CE-BF39-0A212861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601" y="803995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3BD45-17B9-4175-B328-4F6D2195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10" y="834108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46B61-C462-4995-9219-4A20BF3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997" y="833614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A25C2-2AE1-4A03-9D28-35CE9E39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27" y="833614"/>
            <a:ext cx="103171" cy="125139"/>
          </a:xfrm>
          <a:custGeom xmlns:a="http://schemas.openxmlformats.org/drawingml/2006/main">
            <a:pathLst>
              <a:path w="103171" h="125139">
                <a:moveTo>
                  <a:pt x="59484" y="125139"/>
                </a:moveTo>
                <a:cubicBezTo>
                  <a:pt x="81204" y="125139"/>
                  <a:pt x="94039" y="116253"/>
                  <a:pt x="103171" y="104406"/>
                </a:cubicBezTo>
                <a:lnTo>
                  <a:pt x="90830" y="93052"/>
                </a:lnTo>
                <a:cubicBezTo>
                  <a:pt x="82932" y="103665"/>
                  <a:pt x="72812" y="108602"/>
                  <a:pt x="60471" y="108602"/>
                </a:cubicBezTo>
                <a:cubicBezTo>
                  <a:pt x="35049" y="108602"/>
                  <a:pt x="19252" y="88856"/>
                  <a:pt x="19252" y="62446"/>
                </a:cubicBezTo>
                <a:cubicBezTo>
                  <a:pt x="19252" y="36036"/>
                  <a:pt x="35049" y="16537"/>
                  <a:pt x="60471" y="16537"/>
                </a:cubicBezTo>
                <a:cubicBezTo>
                  <a:pt x="72812" y="16537"/>
                  <a:pt x="82932" y="21227"/>
                  <a:pt x="90830" y="32087"/>
                </a:cubicBezTo>
                <a:lnTo>
                  <a:pt x="103171" y="20733"/>
                </a:lnTo>
                <a:cubicBezTo>
                  <a:pt x="94039" y="8886"/>
                  <a:pt x="81204" y="0"/>
                  <a:pt x="59484" y="0"/>
                </a:cubicBezTo>
                <a:cubicBezTo>
                  <a:pt x="23942" y="0"/>
                  <a:pt x="0" y="27150"/>
                  <a:pt x="0" y="62446"/>
                </a:cubicBezTo>
                <a:cubicBezTo>
                  <a:pt x="0" y="97988"/>
                  <a:pt x="23942" y="125139"/>
                  <a:pt x="59484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B3A69-33FA-4453-8D31-B223662D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872" y="803995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F87EC-32F5-48B7-83C4-B14A74D7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273" y="794616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985CC-FD8C-40A0-8D88-78368BF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105" y="833614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52C16-85EA-4E4E-ADCF-C417031F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200" y="833614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141FE-5178-476D-9B66-44367549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617" y="1932794"/>
            <a:ext cx="10" cy="486033"/>
          </a:xfrm>
          <a:custGeom xmlns:a="http://schemas.openxmlformats.org/drawingml/2006/main">
            <a:pathLst>
              <a:path w="1" h="486033" fill="none">
                <a:moveTo>
                  <a:pt x="0" y="0"/>
                </a:moveTo>
                <a:lnTo>
                  <a:pt x="0" y="308527"/>
                </a:lnTo>
                <a:lnTo>
                  <a:pt x="0" y="486033"/>
                </a:lnTo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AB53C-36D3-4076-8530-7F14390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27" y="2382832"/>
            <a:ext cx="143979" cy="143979"/>
          </a:xfrm>
          <a:custGeom xmlns:a="http://schemas.openxmlformats.org/drawingml/2006/main">
            <a:pathLst>
              <a:path w="143979" h="143979">
                <a:moveTo>
                  <a:pt x="71990" y="143979"/>
                </a:moveTo>
                <a:lnTo>
                  <a:pt x="0" y="0"/>
                </a:lnTo>
                <a:lnTo>
                  <a:pt x="71990" y="35995"/>
                </a:lnTo>
                <a:lnTo>
                  <a:pt x="143979" y="0"/>
                </a:lnTo>
                <a:lnTo>
                  <a:pt x="71990" y="143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3B685-3D77-4B3E-932B-846ABC0C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27" y="2382832"/>
            <a:ext cx="143979" cy="143979"/>
          </a:xfrm>
          <a:custGeom xmlns:a="http://schemas.openxmlformats.org/drawingml/2006/main">
            <a:pathLst>
              <a:path w="143979" h="143979" fill="none">
                <a:moveTo>
                  <a:pt x="71990" y="143979"/>
                </a:moveTo>
                <a:lnTo>
                  <a:pt x="0" y="0"/>
                </a:lnTo>
                <a:lnTo>
                  <a:pt x="71990" y="35995"/>
                </a:lnTo>
                <a:lnTo>
                  <a:pt x="143979" y="0"/>
                </a:lnTo>
                <a:lnTo>
                  <a:pt x="71990" y="143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72" name="Text 0x404a20">
            <a:extLst xmlns:a="http://schemas.openxmlformats.org/drawingml/2006/main">
              <a:ext uri="{FF2B5EF4-FFF2-40B4-BE49-F238E27FC236}">
                <a16:creationId xmlns:a16="http://schemas.microsoft.com/office/drawing/2014/main" id="{A9F4E6B0-1BF2-4ED5-879C-9C65CC7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900" y="2247367"/>
            <a:ext cx="879664" cy="170594"/>
          </a:xfrm>
          <a:custGeom xmlns:a="http://schemas.openxmlformats.org/drawingml/2006/main">
            <a:pathLst>
              <a:path w="879664" h="170594">
                <a:moveTo>
                  <a:pt x="43893" y="170594"/>
                </a:moveTo>
                <a:cubicBezTo>
                  <a:pt x="39822" y="170594"/>
                  <a:pt x="35749" y="170179"/>
                  <a:pt x="31675" y="169348"/>
                </a:cubicBezTo>
                <a:cubicBezTo>
                  <a:pt x="27604" y="168520"/>
                  <a:pt x="23833" y="167125"/>
                  <a:pt x="20362" y="165164"/>
                </a:cubicBezTo>
                <a:cubicBezTo>
                  <a:pt x="16894" y="163203"/>
                  <a:pt x="13763" y="160677"/>
                  <a:pt x="10972" y="157586"/>
                </a:cubicBezTo>
                <a:cubicBezTo>
                  <a:pt x="8182" y="154493"/>
                  <a:pt x="5958" y="151099"/>
                  <a:pt x="4298" y="147405"/>
                </a:cubicBezTo>
                <a:cubicBezTo>
                  <a:pt x="2639" y="143709"/>
                  <a:pt x="1508" y="139825"/>
                  <a:pt x="905" y="135753"/>
                </a:cubicBezTo>
                <a:cubicBezTo>
                  <a:pt x="302" y="131680"/>
                  <a:pt x="0" y="127607"/>
                  <a:pt x="0" y="123535"/>
                </a:cubicBezTo>
                <a:lnTo>
                  <a:pt x="0" y="47739"/>
                </a:lnTo>
                <a:cubicBezTo>
                  <a:pt x="0" y="43668"/>
                  <a:pt x="302" y="39596"/>
                  <a:pt x="905" y="35525"/>
                </a:cubicBezTo>
                <a:cubicBezTo>
                  <a:pt x="1508" y="31451"/>
                  <a:pt x="2639" y="27567"/>
                  <a:pt x="4298" y="23873"/>
                </a:cubicBezTo>
                <a:cubicBezTo>
                  <a:pt x="5958" y="20177"/>
                  <a:pt x="8182" y="16783"/>
                  <a:pt x="10972" y="13692"/>
                </a:cubicBezTo>
                <a:cubicBezTo>
                  <a:pt x="13763" y="10599"/>
                  <a:pt x="16931" y="8072"/>
                  <a:pt x="20476" y="6111"/>
                </a:cubicBezTo>
                <a:cubicBezTo>
                  <a:pt x="24020" y="4150"/>
                  <a:pt x="27791" y="2641"/>
                  <a:pt x="31789" y="1585"/>
                </a:cubicBezTo>
                <a:cubicBezTo>
                  <a:pt x="35787" y="528"/>
                  <a:pt x="39822" y="0"/>
                  <a:pt x="43893" y="0"/>
                </a:cubicBezTo>
                <a:cubicBezTo>
                  <a:pt x="47965" y="0"/>
                  <a:pt x="51999" y="528"/>
                  <a:pt x="55997" y="1585"/>
                </a:cubicBezTo>
                <a:cubicBezTo>
                  <a:pt x="59995" y="2641"/>
                  <a:pt x="63766" y="4150"/>
                  <a:pt x="67310" y="6111"/>
                </a:cubicBezTo>
                <a:cubicBezTo>
                  <a:pt x="70855" y="8072"/>
                  <a:pt x="74022" y="10599"/>
                  <a:pt x="76811" y="13692"/>
                </a:cubicBezTo>
                <a:cubicBezTo>
                  <a:pt x="79603" y="16783"/>
                  <a:pt x="81829" y="20177"/>
                  <a:pt x="83488" y="23873"/>
                </a:cubicBezTo>
                <a:cubicBezTo>
                  <a:pt x="85148" y="27567"/>
                  <a:pt x="86279" y="31451"/>
                  <a:pt x="86882" y="35525"/>
                </a:cubicBezTo>
                <a:cubicBezTo>
                  <a:pt x="87485" y="39596"/>
                  <a:pt x="87786" y="43668"/>
                  <a:pt x="87786" y="47739"/>
                </a:cubicBezTo>
                <a:lnTo>
                  <a:pt x="87786" y="123535"/>
                </a:lnTo>
                <a:cubicBezTo>
                  <a:pt x="87786" y="127607"/>
                  <a:pt x="87485" y="131680"/>
                  <a:pt x="86882" y="135753"/>
                </a:cubicBezTo>
                <a:cubicBezTo>
                  <a:pt x="86279" y="139825"/>
                  <a:pt x="85148" y="143709"/>
                  <a:pt x="83488" y="147405"/>
                </a:cubicBezTo>
                <a:cubicBezTo>
                  <a:pt x="81829" y="151099"/>
                  <a:pt x="79603" y="154493"/>
                  <a:pt x="76811" y="157586"/>
                </a:cubicBezTo>
                <a:cubicBezTo>
                  <a:pt x="74022" y="160677"/>
                  <a:pt x="70892" y="163203"/>
                  <a:pt x="67421" y="165164"/>
                </a:cubicBezTo>
                <a:cubicBezTo>
                  <a:pt x="63952" y="167125"/>
                  <a:pt x="60181" y="168520"/>
                  <a:pt x="56108" y="169348"/>
                </a:cubicBezTo>
                <a:cubicBezTo>
                  <a:pt x="52036" y="170179"/>
                  <a:pt x="47965" y="170594"/>
                  <a:pt x="43893" y="170594"/>
                </a:cubicBezTo>
                <a:moveTo>
                  <a:pt x="17648" y="96838"/>
                </a:moveTo>
                <a:lnTo>
                  <a:pt x="70138" y="54979"/>
                </a:lnTo>
                <a:lnTo>
                  <a:pt x="70138" y="47739"/>
                </a:lnTo>
                <a:cubicBezTo>
                  <a:pt x="70138" y="45175"/>
                  <a:pt x="69987" y="42611"/>
                  <a:pt x="69686" y="40047"/>
                </a:cubicBezTo>
                <a:cubicBezTo>
                  <a:pt x="69384" y="37483"/>
                  <a:pt x="68743" y="34957"/>
                  <a:pt x="67763" y="32469"/>
                </a:cubicBezTo>
                <a:cubicBezTo>
                  <a:pt x="66782" y="29979"/>
                  <a:pt x="65537" y="27679"/>
                  <a:pt x="64027" y="25568"/>
                </a:cubicBezTo>
                <a:cubicBezTo>
                  <a:pt x="62520" y="23455"/>
                  <a:pt x="60673" y="21721"/>
                  <a:pt x="58486" y="20365"/>
                </a:cubicBezTo>
                <a:cubicBezTo>
                  <a:pt x="56300" y="19007"/>
                  <a:pt x="53925" y="18027"/>
                  <a:pt x="51361" y="17424"/>
                </a:cubicBezTo>
                <a:cubicBezTo>
                  <a:pt x="48797" y="16819"/>
                  <a:pt x="46157" y="16516"/>
                  <a:pt x="43441" y="16516"/>
                </a:cubicBezTo>
                <a:cubicBezTo>
                  <a:pt x="40877" y="16516"/>
                  <a:pt x="38350" y="16856"/>
                  <a:pt x="35860" y="17534"/>
                </a:cubicBezTo>
                <a:cubicBezTo>
                  <a:pt x="33372" y="18213"/>
                  <a:pt x="31071" y="19270"/>
                  <a:pt x="28958" y="20704"/>
                </a:cubicBezTo>
                <a:cubicBezTo>
                  <a:pt x="26848" y="22135"/>
                  <a:pt x="25038" y="23908"/>
                  <a:pt x="23528" y="26020"/>
                </a:cubicBezTo>
                <a:cubicBezTo>
                  <a:pt x="22020" y="28131"/>
                  <a:pt x="20814" y="30355"/>
                  <a:pt x="19910" y="32694"/>
                </a:cubicBezTo>
                <a:cubicBezTo>
                  <a:pt x="19005" y="35032"/>
                  <a:pt x="18402" y="37483"/>
                  <a:pt x="18101" y="40047"/>
                </a:cubicBezTo>
                <a:cubicBezTo>
                  <a:pt x="17799" y="42611"/>
                  <a:pt x="17648" y="45175"/>
                  <a:pt x="17648" y="47739"/>
                </a:cubicBezTo>
                <a:lnTo>
                  <a:pt x="17648" y="96838"/>
                </a:lnTo>
                <a:moveTo>
                  <a:pt x="43893" y="154759"/>
                </a:moveTo>
                <a:cubicBezTo>
                  <a:pt x="46457" y="154759"/>
                  <a:pt x="49021" y="154457"/>
                  <a:pt x="51585" y="153854"/>
                </a:cubicBezTo>
                <a:cubicBezTo>
                  <a:pt x="54149" y="153249"/>
                  <a:pt x="56486" y="152230"/>
                  <a:pt x="58597" y="150799"/>
                </a:cubicBezTo>
                <a:cubicBezTo>
                  <a:pt x="60710" y="149365"/>
                  <a:pt x="62558" y="147593"/>
                  <a:pt x="64141" y="145482"/>
                </a:cubicBezTo>
                <a:cubicBezTo>
                  <a:pt x="65727" y="143369"/>
                  <a:pt x="66972" y="141107"/>
                  <a:pt x="67877" y="138695"/>
                </a:cubicBezTo>
                <a:cubicBezTo>
                  <a:pt x="68781" y="136280"/>
                  <a:pt x="69384" y="133791"/>
                  <a:pt x="69686" y="131227"/>
                </a:cubicBezTo>
                <a:cubicBezTo>
                  <a:pt x="69987" y="128663"/>
                  <a:pt x="70138" y="126099"/>
                  <a:pt x="70138" y="123535"/>
                </a:cubicBezTo>
                <a:lnTo>
                  <a:pt x="70138" y="74436"/>
                </a:lnTo>
                <a:lnTo>
                  <a:pt x="17648" y="116296"/>
                </a:lnTo>
                <a:lnTo>
                  <a:pt x="17648" y="123535"/>
                </a:lnTo>
                <a:cubicBezTo>
                  <a:pt x="17648" y="126099"/>
                  <a:pt x="17799" y="128663"/>
                  <a:pt x="18101" y="131227"/>
                </a:cubicBezTo>
                <a:cubicBezTo>
                  <a:pt x="18402" y="133791"/>
                  <a:pt x="19005" y="136280"/>
                  <a:pt x="19910" y="138695"/>
                </a:cubicBezTo>
                <a:cubicBezTo>
                  <a:pt x="20814" y="141107"/>
                  <a:pt x="22058" y="143369"/>
                  <a:pt x="23642" y="145482"/>
                </a:cubicBezTo>
                <a:cubicBezTo>
                  <a:pt x="25227" y="147593"/>
                  <a:pt x="27076" y="149365"/>
                  <a:pt x="29186" y="150799"/>
                </a:cubicBezTo>
                <a:cubicBezTo>
                  <a:pt x="31299" y="152230"/>
                  <a:pt x="33637" y="153249"/>
                  <a:pt x="36201" y="153854"/>
                </a:cubicBezTo>
                <a:cubicBezTo>
                  <a:pt x="38765" y="154457"/>
                  <a:pt x="41329" y="154759"/>
                  <a:pt x="43893" y="154759"/>
                </a:cubicBezTo>
                <a:close/>
                <a:moveTo>
                  <a:pt x="110864" y="168785"/>
                </a:moveTo>
                <a:lnTo>
                  <a:pt x="147290" y="109961"/>
                </a:lnTo>
                <a:lnTo>
                  <a:pt x="110864" y="51133"/>
                </a:lnTo>
                <a:lnTo>
                  <a:pt x="131450" y="51133"/>
                </a:lnTo>
                <a:lnTo>
                  <a:pt x="157018" y="93669"/>
                </a:lnTo>
                <a:lnTo>
                  <a:pt x="182587" y="51133"/>
                </a:lnTo>
                <a:lnTo>
                  <a:pt x="203173" y="51133"/>
                </a:lnTo>
                <a:lnTo>
                  <a:pt x="166747" y="109961"/>
                </a:lnTo>
                <a:lnTo>
                  <a:pt x="203173" y="168785"/>
                </a:lnTo>
                <a:lnTo>
                  <a:pt x="182587" y="168785"/>
                </a:lnTo>
                <a:lnTo>
                  <a:pt x="157018" y="126249"/>
                </a:lnTo>
                <a:lnTo>
                  <a:pt x="131450" y="168785"/>
                </a:lnTo>
                <a:lnTo>
                  <a:pt x="110864" y="168785"/>
                </a:lnTo>
                <a:close/>
                <a:moveTo>
                  <a:pt x="280100" y="168785"/>
                </a:moveTo>
                <a:lnTo>
                  <a:pt x="280100" y="124892"/>
                </a:lnTo>
                <a:lnTo>
                  <a:pt x="226251" y="124892"/>
                </a:lnTo>
                <a:lnTo>
                  <a:pt x="226251" y="109053"/>
                </a:lnTo>
                <a:lnTo>
                  <a:pt x="279192" y="2489"/>
                </a:lnTo>
                <a:lnTo>
                  <a:pt x="298425" y="2489"/>
                </a:lnTo>
                <a:lnTo>
                  <a:pt x="245484" y="109053"/>
                </a:lnTo>
                <a:lnTo>
                  <a:pt x="280100" y="109053"/>
                </a:lnTo>
                <a:lnTo>
                  <a:pt x="280100" y="68329"/>
                </a:lnTo>
                <a:lnTo>
                  <a:pt x="297745" y="68329"/>
                </a:lnTo>
                <a:lnTo>
                  <a:pt x="297745" y="109053"/>
                </a:lnTo>
                <a:lnTo>
                  <a:pt x="312228" y="109053"/>
                </a:lnTo>
                <a:lnTo>
                  <a:pt x="312228" y="124892"/>
                </a:lnTo>
                <a:lnTo>
                  <a:pt x="297745" y="124892"/>
                </a:lnTo>
                <a:lnTo>
                  <a:pt x="297745" y="168785"/>
                </a:lnTo>
                <a:lnTo>
                  <a:pt x="280100" y="168785"/>
                </a:lnTo>
                <a:close/>
                <a:moveTo>
                  <a:pt x="383269" y="170594"/>
                </a:moveTo>
                <a:cubicBezTo>
                  <a:pt x="379198" y="170594"/>
                  <a:pt x="375125" y="170179"/>
                  <a:pt x="371051" y="169348"/>
                </a:cubicBezTo>
                <a:cubicBezTo>
                  <a:pt x="366980" y="168520"/>
                  <a:pt x="363209" y="167125"/>
                  <a:pt x="359738" y="165164"/>
                </a:cubicBezTo>
                <a:cubicBezTo>
                  <a:pt x="356269" y="163203"/>
                  <a:pt x="353139" y="160677"/>
                  <a:pt x="350347" y="157586"/>
                </a:cubicBezTo>
                <a:cubicBezTo>
                  <a:pt x="347558" y="154493"/>
                  <a:pt x="345333" y="151099"/>
                  <a:pt x="343674" y="147405"/>
                </a:cubicBezTo>
                <a:cubicBezTo>
                  <a:pt x="342015" y="143709"/>
                  <a:pt x="340883" y="139825"/>
                  <a:pt x="340280" y="135753"/>
                </a:cubicBezTo>
                <a:cubicBezTo>
                  <a:pt x="339677" y="131680"/>
                  <a:pt x="339376" y="127607"/>
                  <a:pt x="339376" y="123535"/>
                </a:cubicBezTo>
                <a:lnTo>
                  <a:pt x="339376" y="47739"/>
                </a:lnTo>
                <a:cubicBezTo>
                  <a:pt x="339376" y="43668"/>
                  <a:pt x="339677" y="39596"/>
                  <a:pt x="340280" y="35525"/>
                </a:cubicBezTo>
                <a:cubicBezTo>
                  <a:pt x="340883" y="31451"/>
                  <a:pt x="342015" y="27567"/>
                  <a:pt x="343674" y="23873"/>
                </a:cubicBezTo>
                <a:cubicBezTo>
                  <a:pt x="345333" y="20177"/>
                  <a:pt x="347558" y="16783"/>
                  <a:pt x="350347" y="13692"/>
                </a:cubicBezTo>
                <a:cubicBezTo>
                  <a:pt x="353139" y="10599"/>
                  <a:pt x="356307" y="8072"/>
                  <a:pt x="359852" y="6111"/>
                </a:cubicBezTo>
                <a:cubicBezTo>
                  <a:pt x="363396" y="4150"/>
                  <a:pt x="367167" y="2641"/>
                  <a:pt x="371165" y="1585"/>
                </a:cubicBezTo>
                <a:cubicBezTo>
                  <a:pt x="375163" y="528"/>
                  <a:pt x="379198" y="0"/>
                  <a:pt x="383269" y="0"/>
                </a:cubicBezTo>
                <a:cubicBezTo>
                  <a:pt x="387341" y="0"/>
                  <a:pt x="391375" y="528"/>
                  <a:pt x="395373" y="1585"/>
                </a:cubicBezTo>
                <a:cubicBezTo>
                  <a:pt x="399371" y="2641"/>
                  <a:pt x="403142" y="4150"/>
                  <a:pt x="406686" y="6111"/>
                </a:cubicBezTo>
                <a:cubicBezTo>
                  <a:pt x="410231" y="8072"/>
                  <a:pt x="413398" y="10599"/>
                  <a:pt x="416187" y="13692"/>
                </a:cubicBezTo>
                <a:cubicBezTo>
                  <a:pt x="418979" y="16783"/>
                  <a:pt x="421205" y="20177"/>
                  <a:pt x="422864" y="23873"/>
                </a:cubicBezTo>
                <a:cubicBezTo>
                  <a:pt x="424523" y="27567"/>
                  <a:pt x="425655" y="31451"/>
                  <a:pt x="426258" y="35525"/>
                </a:cubicBezTo>
                <a:cubicBezTo>
                  <a:pt x="426861" y="39596"/>
                  <a:pt x="427162" y="43668"/>
                  <a:pt x="427162" y="47739"/>
                </a:cubicBezTo>
                <a:lnTo>
                  <a:pt x="427162" y="123535"/>
                </a:lnTo>
                <a:cubicBezTo>
                  <a:pt x="427162" y="127607"/>
                  <a:pt x="426861" y="131680"/>
                  <a:pt x="426258" y="135753"/>
                </a:cubicBezTo>
                <a:cubicBezTo>
                  <a:pt x="425655" y="139825"/>
                  <a:pt x="424523" y="143709"/>
                  <a:pt x="422864" y="147405"/>
                </a:cubicBezTo>
                <a:cubicBezTo>
                  <a:pt x="421205" y="151099"/>
                  <a:pt x="418979" y="154493"/>
                  <a:pt x="416187" y="157586"/>
                </a:cubicBezTo>
                <a:cubicBezTo>
                  <a:pt x="413398" y="160677"/>
                  <a:pt x="410268" y="163203"/>
                  <a:pt x="406797" y="165164"/>
                </a:cubicBezTo>
                <a:cubicBezTo>
                  <a:pt x="403328" y="167125"/>
                  <a:pt x="399557" y="168520"/>
                  <a:pt x="395483" y="169348"/>
                </a:cubicBezTo>
                <a:cubicBezTo>
                  <a:pt x="391412" y="170179"/>
                  <a:pt x="387341" y="170594"/>
                  <a:pt x="383269" y="170594"/>
                </a:cubicBezTo>
                <a:moveTo>
                  <a:pt x="357024" y="96838"/>
                </a:moveTo>
                <a:lnTo>
                  <a:pt x="409514" y="54979"/>
                </a:lnTo>
                <a:lnTo>
                  <a:pt x="409514" y="47739"/>
                </a:lnTo>
                <a:cubicBezTo>
                  <a:pt x="409514" y="45175"/>
                  <a:pt x="409363" y="42611"/>
                  <a:pt x="409062" y="40047"/>
                </a:cubicBezTo>
                <a:cubicBezTo>
                  <a:pt x="408760" y="37483"/>
                  <a:pt x="408119" y="34957"/>
                  <a:pt x="407139" y="32469"/>
                </a:cubicBezTo>
                <a:cubicBezTo>
                  <a:pt x="406158" y="29979"/>
                  <a:pt x="404913" y="27679"/>
                  <a:pt x="403403" y="25568"/>
                </a:cubicBezTo>
                <a:cubicBezTo>
                  <a:pt x="401896" y="23455"/>
                  <a:pt x="400049" y="21721"/>
                  <a:pt x="397862" y="20365"/>
                </a:cubicBezTo>
                <a:cubicBezTo>
                  <a:pt x="395676" y="19007"/>
                  <a:pt x="393300" y="18027"/>
                  <a:pt x="390736" y="17424"/>
                </a:cubicBezTo>
                <a:cubicBezTo>
                  <a:pt x="388173" y="16819"/>
                  <a:pt x="385533" y="16516"/>
                  <a:pt x="382817" y="16516"/>
                </a:cubicBezTo>
                <a:cubicBezTo>
                  <a:pt x="380253" y="16516"/>
                  <a:pt x="377726" y="16856"/>
                  <a:pt x="375235" y="17534"/>
                </a:cubicBezTo>
                <a:cubicBezTo>
                  <a:pt x="372747" y="18213"/>
                  <a:pt x="370447" y="19270"/>
                  <a:pt x="368334" y="20704"/>
                </a:cubicBezTo>
                <a:cubicBezTo>
                  <a:pt x="366224" y="22135"/>
                  <a:pt x="364413" y="23908"/>
                  <a:pt x="362904" y="26020"/>
                </a:cubicBezTo>
                <a:cubicBezTo>
                  <a:pt x="361396" y="28131"/>
                  <a:pt x="360190" y="30355"/>
                  <a:pt x="359286" y="32694"/>
                </a:cubicBezTo>
                <a:cubicBezTo>
                  <a:pt x="358381" y="35032"/>
                  <a:pt x="357778" y="37483"/>
                  <a:pt x="357477" y="40047"/>
                </a:cubicBezTo>
                <a:cubicBezTo>
                  <a:pt x="357175" y="42611"/>
                  <a:pt x="357024" y="45175"/>
                  <a:pt x="357024" y="47739"/>
                </a:cubicBezTo>
                <a:lnTo>
                  <a:pt x="357024" y="96838"/>
                </a:lnTo>
                <a:moveTo>
                  <a:pt x="383269" y="154759"/>
                </a:moveTo>
                <a:cubicBezTo>
                  <a:pt x="385833" y="154759"/>
                  <a:pt x="388397" y="154457"/>
                  <a:pt x="390961" y="153854"/>
                </a:cubicBezTo>
                <a:cubicBezTo>
                  <a:pt x="393525" y="153249"/>
                  <a:pt x="395862" y="152230"/>
                  <a:pt x="397973" y="150799"/>
                </a:cubicBezTo>
                <a:cubicBezTo>
                  <a:pt x="400085" y="149365"/>
                  <a:pt x="401934" y="147593"/>
                  <a:pt x="403517" y="145482"/>
                </a:cubicBezTo>
                <a:cubicBezTo>
                  <a:pt x="405103" y="143369"/>
                  <a:pt x="406348" y="141107"/>
                  <a:pt x="407253" y="138695"/>
                </a:cubicBezTo>
                <a:cubicBezTo>
                  <a:pt x="408157" y="136280"/>
                  <a:pt x="408760" y="133791"/>
                  <a:pt x="409062" y="131227"/>
                </a:cubicBezTo>
                <a:cubicBezTo>
                  <a:pt x="409363" y="128663"/>
                  <a:pt x="409514" y="126099"/>
                  <a:pt x="409514" y="123535"/>
                </a:cubicBezTo>
                <a:lnTo>
                  <a:pt x="409514" y="74436"/>
                </a:lnTo>
                <a:lnTo>
                  <a:pt x="357024" y="116296"/>
                </a:lnTo>
                <a:lnTo>
                  <a:pt x="357024" y="123535"/>
                </a:lnTo>
                <a:cubicBezTo>
                  <a:pt x="357024" y="126099"/>
                  <a:pt x="357175" y="128663"/>
                  <a:pt x="357477" y="131227"/>
                </a:cubicBezTo>
                <a:cubicBezTo>
                  <a:pt x="357778" y="133791"/>
                  <a:pt x="358381" y="136280"/>
                  <a:pt x="359286" y="138695"/>
                </a:cubicBezTo>
                <a:cubicBezTo>
                  <a:pt x="360190" y="141107"/>
                  <a:pt x="361434" y="143369"/>
                  <a:pt x="363018" y="145482"/>
                </a:cubicBezTo>
                <a:cubicBezTo>
                  <a:pt x="364603" y="147593"/>
                  <a:pt x="366451" y="149365"/>
                  <a:pt x="368562" y="150799"/>
                </a:cubicBezTo>
                <a:cubicBezTo>
                  <a:pt x="370675" y="152230"/>
                  <a:pt x="373013" y="153249"/>
                  <a:pt x="375577" y="153854"/>
                </a:cubicBezTo>
                <a:cubicBezTo>
                  <a:pt x="378141" y="154457"/>
                  <a:pt x="380705" y="154759"/>
                  <a:pt x="383269" y="154759"/>
                </a:cubicBezTo>
                <a:close/>
                <a:moveTo>
                  <a:pt x="506351" y="168785"/>
                </a:moveTo>
                <a:lnTo>
                  <a:pt x="506351" y="124892"/>
                </a:lnTo>
                <a:lnTo>
                  <a:pt x="452501" y="124892"/>
                </a:lnTo>
                <a:lnTo>
                  <a:pt x="452501" y="109053"/>
                </a:lnTo>
                <a:lnTo>
                  <a:pt x="505443" y="2489"/>
                </a:lnTo>
                <a:lnTo>
                  <a:pt x="524676" y="2489"/>
                </a:lnTo>
                <a:lnTo>
                  <a:pt x="471734" y="109053"/>
                </a:lnTo>
                <a:lnTo>
                  <a:pt x="506351" y="109053"/>
                </a:lnTo>
                <a:lnTo>
                  <a:pt x="506351" y="68329"/>
                </a:lnTo>
                <a:lnTo>
                  <a:pt x="523996" y="68329"/>
                </a:lnTo>
                <a:lnTo>
                  <a:pt x="523996" y="109053"/>
                </a:lnTo>
                <a:lnTo>
                  <a:pt x="538478" y="109053"/>
                </a:lnTo>
                <a:lnTo>
                  <a:pt x="538478" y="124892"/>
                </a:lnTo>
                <a:lnTo>
                  <a:pt x="523996" y="124892"/>
                </a:lnTo>
                <a:lnTo>
                  <a:pt x="523996" y="168785"/>
                </a:lnTo>
                <a:lnTo>
                  <a:pt x="506351" y="168785"/>
                </a:lnTo>
                <a:close/>
                <a:moveTo>
                  <a:pt x="598659" y="170594"/>
                </a:moveTo>
                <a:cubicBezTo>
                  <a:pt x="594134" y="170594"/>
                  <a:pt x="589684" y="169917"/>
                  <a:pt x="585309" y="168561"/>
                </a:cubicBezTo>
                <a:cubicBezTo>
                  <a:pt x="580936" y="167203"/>
                  <a:pt x="577202" y="164865"/>
                  <a:pt x="574109" y="161546"/>
                </a:cubicBezTo>
                <a:cubicBezTo>
                  <a:pt x="571018" y="158227"/>
                  <a:pt x="568832" y="154381"/>
                  <a:pt x="567550" y="150008"/>
                </a:cubicBezTo>
                <a:cubicBezTo>
                  <a:pt x="566268" y="145633"/>
                  <a:pt x="565627" y="141258"/>
                  <a:pt x="565627" y="136882"/>
                </a:cubicBezTo>
                <a:cubicBezTo>
                  <a:pt x="565627" y="132960"/>
                  <a:pt x="566117" y="129114"/>
                  <a:pt x="567097" y="125344"/>
                </a:cubicBezTo>
                <a:cubicBezTo>
                  <a:pt x="568078" y="121575"/>
                  <a:pt x="569737" y="118181"/>
                  <a:pt x="572076" y="115164"/>
                </a:cubicBezTo>
                <a:cubicBezTo>
                  <a:pt x="574414" y="112146"/>
                  <a:pt x="577242" y="109620"/>
                  <a:pt x="580558" y="107586"/>
                </a:cubicBezTo>
                <a:cubicBezTo>
                  <a:pt x="583877" y="105549"/>
                  <a:pt x="587383" y="103927"/>
                  <a:pt x="591077" y="102721"/>
                </a:cubicBezTo>
                <a:cubicBezTo>
                  <a:pt x="594774" y="101513"/>
                  <a:pt x="598507" y="100683"/>
                  <a:pt x="602277" y="100232"/>
                </a:cubicBezTo>
                <a:cubicBezTo>
                  <a:pt x="606049" y="99779"/>
                  <a:pt x="609896" y="99552"/>
                  <a:pt x="613818" y="99552"/>
                </a:cubicBezTo>
                <a:lnTo>
                  <a:pt x="633956" y="99552"/>
                </a:lnTo>
                <a:lnTo>
                  <a:pt x="633956" y="88466"/>
                </a:lnTo>
                <a:cubicBezTo>
                  <a:pt x="633956" y="85297"/>
                  <a:pt x="633427" y="82129"/>
                  <a:pt x="632371" y="78962"/>
                </a:cubicBezTo>
                <a:cubicBezTo>
                  <a:pt x="631315" y="75795"/>
                  <a:pt x="629579" y="73156"/>
                  <a:pt x="627165" y="71046"/>
                </a:cubicBezTo>
                <a:cubicBezTo>
                  <a:pt x="624753" y="68933"/>
                  <a:pt x="621963" y="67424"/>
                  <a:pt x="618796" y="66520"/>
                </a:cubicBezTo>
                <a:cubicBezTo>
                  <a:pt x="615629" y="65615"/>
                  <a:pt x="612461" y="65163"/>
                  <a:pt x="609292" y="65163"/>
                </a:cubicBezTo>
                <a:cubicBezTo>
                  <a:pt x="606277" y="65163"/>
                  <a:pt x="603299" y="65465"/>
                  <a:pt x="600357" y="66068"/>
                </a:cubicBezTo>
                <a:cubicBezTo>
                  <a:pt x="597416" y="66671"/>
                  <a:pt x="594738" y="67802"/>
                  <a:pt x="592324" y="69461"/>
                </a:cubicBezTo>
                <a:cubicBezTo>
                  <a:pt x="589912" y="71121"/>
                  <a:pt x="588027" y="73308"/>
                  <a:pt x="586669" y="76024"/>
                </a:cubicBezTo>
                <a:cubicBezTo>
                  <a:pt x="585311" y="78738"/>
                  <a:pt x="584632" y="81527"/>
                  <a:pt x="584632" y="84393"/>
                </a:cubicBezTo>
                <a:lnTo>
                  <a:pt x="566983" y="84393"/>
                </a:lnTo>
                <a:cubicBezTo>
                  <a:pt x="566983" y="80924"/>
                  <a:pt x="567474" y="77531"/>
                  <a:pt x="568454" y="74212"/>
                </a:cubicBezTo>
                <a:cubicBezTo>
                  <a:pt x="569435" y="70893"/>
                  <a:pt x="570905" y="67801"/>
                  <a:pt x="572866" y="64935"/>
                </a:cubicBezTo>
                <a:cubicBezTo>
                  <a:pt x="574827" y="62070"/>
                  <a:pt x="577202" y="59619"/>
                  <a:pt x="579992" y="57582"/>
                </a:cubicBezTo>
                <a:cubicBezTo>
                  <a:pt x="582784" y="55545"/>
                  <a:pt x="585763" y="53885"/>
                  <a:pt x="588930" y="52603"/>
                </a:cubicBezTo>
                <a:cubicBezTo>
                  <a:pt x="592097" y="51321"/>
                  <a:pt x="595415" y="50455"/>
                  <a:pt x="598883" y="50004"/>
                </a:cubicBezTo>
                <a:cubicBezTo>
                  <a:pt x="602354" y="49550"/>
                  <a:pt x="605824" y="49324"/>
                  <a:pt x="609292" y="49324"/>
                </a:cubicBezTo>
                <a:cubicBezTo>
                  <a:pt x="612912" y="49324"/>
                  <a:pt x="616533" y="49588"/>
                  <a:pt x="620153" y="50118"/>
                </a:cubicBezTo>
                <a:cubicBezTo>
                  <a:pt x="623773" y="50645"/>
                  <a:pt x="627243" y="51662"/>
                  <a:pt x="630562" y="53170"/>
                </a:cubicBezTo>
                <a:cubicBezTo>
                  <a:pt x="633881" y="54677"/>
                  <a:pt x="636935" y="56638"/>
                  <a:pt x="639724" y="59052"/>
                </a:cubicBezTo>
                <a:cubicBezTo>
                  <a:pt x="642514" y="61467"/>
                  <a:pt x="644813" y="64257"/>
                  <a:pt x="646622" y="67424"/>
                </a:cubicBezTo>
                <a:cubicBezTo>
                  <a:pt x="648434" y="70591"/>
                  <a:pt x="649717" y="73985"/>
                  <a:pt x="650472" y="77605"/>
                </a:cubicBezTo>
                <a:cubicBezTo>
                  <a:pt x="651227" y="81226"/>
                  <a:pt x="651604" y="84846"/>
                  <a:pt x="651604" y="88466"/>
                </a:cubicBezTo>
                <a:lnTo>
                  <a:pt x="651604" y="168785"/>
                </a:lnTo>
                <a:lnTo>
                  <a:pt x="633956" y="168785"/>
                </a:lnTo>
                <a:lnTo>
                  <a:pt x="633956" y="149328"/>
                </a:lnTo>
                <a:cubicBezTo>
                  <a:pt x="632598" y="152647"/>
                  <a:pt x="630674" y="155702"/>
                  <a:pt x="628183" y="158494"/>
                </a:cubicBezTo>
                <a:cubicBezTo>
                  <a:pt x="625695" y="161283"/>
                  <a:pt x="622868" y="163621"/>
                  <a:pt x="619701" y="165506"/>
                </a:cubicBezTo>
                <a:cubicBezTo>
                  <a:pt x="616534" y="167391"/>
                  <a:pt x="613140" y="168709"/>
                  <a:pt x="609520" y="169462"/>
                </a:cubicBezTo>
                <a:cubicBezTo>
                  <a:pt x="605900" y="170217"/>
                  <a:pt x="602279" y="170594"/>
                  <a:pt x="598659" y="170594"/>
                </a:cubicBezTo>
                <a:moveTo>
                  <a:pt x="605446" y="154759"/>
                </a:moveTo>
                <a:cubicBezTo>
                  <a:pt x="609066" y="154759"/>
                  <a:pt x="612724" y="154268"/>
                  <a:pt x="616418" y="153288"/>
                </a:cubicBezTo>
                <a:cubicBezTo>
                  <a:pt x="620114" y="152307"/>
                  <a:pt x="623320" y="150573"/>
                  <a:pt x="626036" y="148085"/>
                </a:cubicBezTo>
                <a:cubicBezTo>
                  <a:pt x="628752" y="145595"/>
                  <a:pt x="630751" y="142577"/>
                  <a:pt x="632033" y="139033"/>
                </a:cubicBezTo>
                <a:cubicBezTo>
                  <a:pt x="633315" y="135489"/>
                  <a:pt x="633956" y="131831"/>
                  <a:pt x="633956" y="128061"/>
                </a:cubicBezTo>
                <a:lnTo>
                  <a:pt x="633956" y="115391"/>
                </a:lnTo>
                <a:lnTo>
                  <a:pt x="613818" y="115391"/>
                </a:lnTo>
                <a:cubicBezTo>
                  <a:pt x="611556" y="115391"/>
                  <a:pt x="609255" y="115504"/>
                  <a:pt x="606917" y="115730"/>
                </a:cubicBezTo>
                <a:cubicBezTo>
                  <a:pt x="604581" y="115955"/>
                  <a:pt x="602318" y="116333"/>
                  <a:pt x="600129" y="116862"/>
                </a:cubicBezTo>
                <a:cubicBezTo>
                  <a:pt x="597943" y="117389"/>
                  <a:pt x="595793" y="118143"/>
                  <a:pt x="593680" y="119123"/>
                </a:cubicBezTo>
                <a:cubicBezTo>
                  <a:pt x="591570" y="120104"/>
                  <a:pt x="589685" y="121349"/>
                  <a:pt x="588026" y="122859"/>
                </a:cubicBezTo>
                <a:cubicBezTo>
                  <a:pt x="586366" y="124366"/>
                  <a:pt x="585159" y="126213"/>
                  <a:pt x="584404" y="128400"/>
                </a:cubicBezTo>
                <a:cubicBezTo>
                  <a:pt x="583651" y="130586"/>
                  <a:pt x="583275" y="132811"/>
                  <a:pt x="583275" y="135073"/>
                </a:cubicBezTo>
                <a:cubicBezTo>
                  <a:pt x="583275" y="137789"/>
                  <a:pt x="583802" y="140505"/>
                  <a:pt x="584856" y="143221"/>
                </a:cubicBezTo>
                <a:cubicBezTo>
                  <a:pt x="585913" y="145934"/>
                  <a:pt x="587496" y="148197"/>
                  <a:pt x="589607" y="150008"/>
                </a:cubicBezTo>
                <a:cubicBezTo>
                  <a:pt x="591720" y="151817"/>
                  <a:pt x="594171" y="153061"/>
                  <a:pt x="596960" y="153740"/>
                </a:cubicBezTo>
                <a:cubicBezTo>
                  <a:pt x="599752" y="154419"/>
                  <a:pt x="602581" y="154759"/>
                  <a:pt x="605446" y="154759"/>
                </a:cubicBezTo>
                <a:close/>
                <a:moveTo>
                  <a:pt x="680561" y="168785"/>
                </a:moveTo>
                <a:lnTo>
                  <a:pt x="680561" y="168558"/>
                </a:lnTo>
                <a:cubicBezTo>
                  <a:pt x="680561" y="164486"/>
                  <a:pt x="680636" y="160415"/>
                  <a:pt x="680785" y="156343"/>
                </a:cubicBezTo>
                <a:cubicBezTo>
                  <a:pt x="680937" y="152269"/>
                  <a:pt x="681353" y="148197"/>
                  <a:pt x="682032" y="144125"/>
                </a:cubicBezTo>
                <a:cubicBezTo>
                  <a:pt x="682711" y="140052"/>
                  <a:pt x="683691" y="136054"/>
                  <a:pt x="684973" y="132132"/>
                </a:cubicBezTo>
                <a:cubicBezTo>
                  <a:pt x="686255" y="128210"/>
                  <a:pt x="687839" y="124477"/>
                  <a:pt x="689724" y="120932"/>
                </a:cubicBezTo>
                <a:cubicBezTo>
                  <a:pt x="691611" y="117388"/>
                  <a:pt x="693798" y="113956"/>
                  <a:pt x="696286" y="110637"/>
                </a:cubicBezTo>
                <a:cubicBezTo>
                  <a:pt x="698774" y="107319"/>
                  <a:pt x="701489" y="104226"/>
                  <a:pt x="704431" y="101361"/>
                </a:cubicBezTo>
                <a:cubicBezTo>
                  <a:pt x="707372" y="98496"/>
                  <a:pt x="710426" y="95819"/>
                  <a:pt x="713593" y="93331"/>
                </a:cubicBezTo>
                <a:cubicBezTo>
                  <a:pt x="716762" y="90841"/>
                  <a:pt x="720005" y="88389"/>
                  <a:pt x="723322" y="85977"/>
                </a:cubicBezTo>
                <a:cubicBezTo>
                  <a:pt x="726641" y="83563"/>
                  <a:pt x="729884" y="81036"/>
                  <a:pt x="733051" y="78396"/>
                </a:cubicBezTo>
                <a:cubicBezTo>
                  <a:pt x="736220" y="75756"/>
                  <a:pt x="738936" y="72740"/>
                  <a:pt x="741198" y="69347"/>
                </a:cubicBezTo>
                <a:cubicBezTo>
                  <a:pt x="743461" y="65953"/>
                  <a:pt x="745157" y="62257"/>
                  <a:pt x="746287" y="58262"/>
                </a:cubicBezTo>
                <a:cubicBezTo>
                  <a:pt x="747419" y="54264"/>
                  <a:pt x="747985" y="50228"/>
                  <a:pt x="747985" y="46154"/>
                </a:cubicBezTo>
                <a:cubicBezTo>
                  <a:pt x="747985" y="42536"/>
                  <a:pt x="747570" y="38879"/>
                  <a:pt x="746739" y="35183"/>
                </a:cubicBezTo>
                <a:cubicBezTo>
                  <a:pt x="745911" y="31487"/>
                  <a:pt x="744403" y="28168"/>
                  <a:pt x="742217" y="25226"/>
                </a:cubicBezTo>
                <a:cubicBezTo>
                  <a:pt x="740030" y="22285"/>
                  <a:pt x="737163" y="20098"/>
                  <a:pt x="733617" y="18667"/>
                </a:cubicBezTo>
                <a:cubicBezTo>
                  <a:pt x="730072" y="17233"/>
                  <a:pt x="726491" y="16516"/>
                  <a:pt x="722873" y="16516"/>
                </a:cubicBezTo>
                <a:cubicBezTo>
                  <a:pt x="719554" y="16516"/>
                  <a:pt x="716235" y="17044"/>
                  <a:pt x="712916" y="18101"/>
                </a:cubicBezTo>
                <a:cubicBezTo>
                  <a:pt x="709598" y="19157"/>
                  <a:pt x="706769" y="20892"/>
                  <a:pt x="704431" y="23307"/>
                </a:cubicBezTo>
                <a:cubicBezTo>
                  <a:pt x="702094" y="25719"/>
                  <a:pt x="700398" y="28546"/>
                  <a:pt x="699342" y="31789"/>
                </a:cubicBezTo>
                <a:cubicBezTo>
                  <a:pt x="698285" y="35032"/>
                  <a:pt x="697757" y="38388"/>
                  <a:pt x="697757" y="41856"/>
                </a:cubicBezTo>
                <a:lnTo>
                  <a:pt x="697757" y="41970"/>
                </a:lnTo>
                <a:lnTo>
                  <a:pt x="697757" y="42084"/>
                </a:lnTo>
                <a:lnTo>
                  <a:pt x="680109" y="42084"/>
                </a:lnTo>
                <a:lnTo>
                  <a:pt x="680109" y="41860"/>
                </a:lnTo>
                <a:cubicBezTo>
                  <a:pt x="680109" y="41708"/>
                  <a:pt x="680109" y="41556"/>
                  <a:pt x="680109" y="41404"/>
                </a:cubicBezTo>
                <a:cubicBezTo>
                  <a:pt x="680109" y="37784"/>
                  <a:pt x="680523" y="34126"/>
                  <a:pt x="681352" y="30432"/>
                </a:cubicBezTo>
                <a:cubicBezTo>
                  <a:pt x="682182" y="26736"/>
                  <a:pt x="683502" y="23267"/>
                  <a:pt x="685311" y="20024"/>
                </a:cubicBezTo>
                <a:cubicBezTo>
                  <a:pt x="687123" y="16781"/>
                  <a:pt x="689385" y="13877"/>
                  <a:pt x="692099" y="11313"/>
                </a:cubicBezTo>
                <a:cubicBezTo>
                  <a:pt x="694815" y="8749"/>
                  <a:pt x="697832" y="6638"/>
                  <a:pt x="701151" y="4978"/>
                </a:cubicBezTo>
                <a:cubicBezTo>
                  <a:pt x="704470" y="3319"/>
                  <a:pt x="707976" y="2188"/>
                  <a:pt x="711670" y="1585"/>
                </a:cubicBezTo>
                <a:cubicBezTo>
                  <a:pt x="715366" y="982"/>
                  <a:pt x="719101" y="680"/>
                  <a:pt x="722873" y="680"/>
                </a:cubicBezTo>
                <a:cubicBezTo>
                  <a:pt x="726793" y="680"/>
                  <a:pt x="730713" y="1058"/>
                  <a:pt x="734635" y="1812"/>
                </a:cubicBezTo>
                <a:cubicBezTo>
                  <a:pt x="738557" y="2565"/>
                  <a:pt x="742252" y="3922"/>
                  <a:pt x="745721" y="5883"/>
                </a:cubicBezTo>
                <a:cubicBezTo>
                  <a:pt x="749191" y="7844"/>
                  <a:pt x="752247" y="10295"/>
                  <a:pt x="754887" y="13236"/>
                </a:cubicBezTo>
                <a:cubicBezTo>
                  <a:pt x="757527" y="16178"/>
                  <a:pt x="759676" y="19459"/>
                  <a:pt x="761336" y="23079"/>
                </a:cubicBezTo>
                <a:cubicBezTo>
                  <a:pt x="762995" y="26699"/>
                  <a:pt x="764126" y="30470"/>
                  <a:pt x="764729" y="34392"/>
                </a:cubicBezTo>
                <a:cubicBezTo>
                  <a:pt x="765332" y="38314"/>
                  <a:pt x="765634" y="42235"/>
                  <a:pt x="765634" y="46154"/>
                </a:cubicBezTo>
                <a:cubicBezTo>
                  <a:pt x="765634" y="50530"/>
                  <a:pt x="765144" y="54867"/>
                  <a:pt x="764163" y="59166"/>
                </a:cubicBezTo>
                <a:cubicBezTo>
                  <a:pt x="763183" y="63466"/>
                  <a:pt x="761674" y="67538"/>
                  <a:pt x="759637" y="71384"/>
                </a:cubicBezTo>
                <a:cubicBezTo>
                  <a:pt x="757600" y="75230"/>
                  <a:pt x="755111" y="78813"/>
                  <a:pt x="752170" y="82131"/>
                </a:cubicBezTo>
                <a:cubicBezTo>
                  <a:pt x="749228" y="85450"/>
                  <a:pt x="746098" y="88504"/>
                  <a:pt x="742779" y="91294"/>
                </a:cubicBezTo>
                <a:cubicBezTo>
                  <a:pt x="739463" y="94083"/>
                  <a:pt x="736069" y="96798"/>
                  <a:pt x="732598" y="99438"/>
                </a:cubicBezTo>
                <a:cubicBezTo>
                  <a:pt x="729130" y="102078"/>
                  <a:pt x="725774" y="104869"/>
                  <a:pt x="722531" y="107810"/>
                </a:cubicBezTo>
                <a:cubicBezTo>
                  <a:pt x="719288" y="110751"/>
                  <a:pt x="716271" y="113882"/>
                  <a:pt x="713479" y="117200"/>
                </a:cubicBezTo>
                <a:cubicBezTo>
                  <a:pt x="710690" y="120519"/>
                  <a:pt x="708239" y="124102"/>
                  <a:pt x="706126" y="127948"/>
                </a:cubicBezTo>
                <a:cubicBezTo>
                  <a:pt x="704015" y="131793"/>
                  <a:pt x="702357" y="135828"/>
                  <a:pt x="701151" y="140052"/>
                </a:cubicBezTo>
                <a:cubicBezTo>
                  <a:pt x="699945" y="144275"/>
                  <a:pt x="699115" y="148573"/>
                  <a:pt x="698662" y="152946"/>
                </a:cubicBezTo>
                <a:lnTo>
                  <a:pt x="764729" y="152946"/>
                </a:lnTo>
                <a:lnTo>
                  <a:pt x="764729" y="168785"/>
                </a:lnTo>
                <a:lnTo>
                  <a:pt x="680561" y="168785"/>
                </a:lnTo>
                <a:close/>
                <a:moveTo>
                  <a:pt x="835770" y="170594"/>
                </a:moveTo>
                <a:cubicBezTo>
                  <a:pt x="831699" y="170594"/>
                  <a:pt x="827626" y="170179"/>
                  <a:pt x="823553" y="169348"/>
                </a:cubicBezTo>
                <a:cubicBezTo>
                  <a:pt x="819481" y="168520"/>
                  <a:pt x="815710" y="167125"/>
                  <a:pt x="812239" y="165164"/>
                </a:cubicBezTo>
                <a:cubicBezTo>
                  <a:pt x="808771" y="163203"/>
                  <a:pt x="805641" y="160677"/>
                  <a:pt x="802849" y="157586"/>
                </a:cubicBezTo>
                <a:cubicBezTo>
                  <a:pt x="800059" y="154493"/>
                  <a:pt x="797835" y="151099"/>
                  <a:pt x="796175" y="147405"/>
                </a:cubicBezTo>
                <a:cubicBezTo>
                  <a:pt x="794516" y="143709"/>
                  <a:pt x="793385" y="139825"/>
                  <a:pt x="792782" y="135753"/>
                </a:cubicBezTo>
                <a:cubicBezTo>
                  <a:pt x="792179" y="131680"/>
                  <a:pt x="791877" y="127607"/>
                  <a:pt x="791877" y="123535"/>
                </a:cubicBezTo>
                <a:lnTo>
                  <a:pt x="791877" y="47739"/>
                </a:lnTo>
                <a:cubicBezTo>
                  <a:pt x="791877" y="43668"/>
                  <a:pt x="792179" y="39596"/>
                  <a:pt x="792782" y="35525"/>
                </a:cubicBezTo>
                <a:cubicBezTo>
                  <a:pt x="793385" y="31451"/>
                  <a:pt x="794516" y="27567"/>
                  <a:pt x="796175" y="23873"/>
                </a:cubicBezTo>
                <a:cubicBezTo>
                  <a:pt x="797835" y="20177"/>
                  <a:pt x="800059" y="16783"/>
                  <a:pt x="802849" y="13692"/>
                </a:cubicBezTo>
                <a:cubicBezTo>
                  <a:pt x="805641" y="10599"/>
                  <a:pt x="808809" y="8072"/>
                  <a:pt x="812353" y="6111"/>
                </a:cubicBezTo>
                <a:cubicBezTo>
                  <a:pt x="815898" y="4150"/>
                  <a:pt x="819669" y="2641"/>
                  <a:pt x="823667" y="1585"/>
                </a:cubicBezTo>
                <a:cubicBezTo>
                  <a:pt x="827664" y="528"/>
                  <a:pt x="831699" y="0"/>
                  <a:pt x="835770" y="0"/>
                </a:cubicBezTo>
                <a:cubicBezTo>
                  <a:pt x="839842" y="0"/>
                  <a:pt x="843877" y="528"/>
                  <a:pt x="847874" y="1585"/>
                </a:cubicBezTo>
                <a:cubicBezTo>
                  <a:pt x="851872" y="2641"/>
                  <a:pt x="855643" y="4150"/>
                  <a:pt x="859188" y="6111"/>
                </a:cubicBezTo>
                <a:cubicBezTo>
                  <a:pt x="862732" y="8072"/>
                  <a:pt x="865899" y="10599"/>
                  <a:pt x="868689" y="13692"/>
                </a:cubicBezTo>
                <a:cubicBezTo>
                  <a:pt x="871480" y="16783"/>
                  <a:pt x="873706" y="20177"/>
                  <a:pt x="875365" y="23873"/>
                </a:cubicBezTo>
                <a:cubicBezTo>
                  <a:pt x="877025" y="27567"/>
                  <a:pt x="878156" y="31451"/>
                  <a:pt x="878759" y="35525"/>
                </a:cubicBezTo>
                <a:cubicBezTo>
                  <a:pt x="879362" y="39596"/>
                  <a:pt x="879664" y="43668"/>
                  <a:pt x="879664" y="47739"/>
                </a:cubicBezTo>
                <a:lnTo>
                  <a:pt x="879664" y="123535"/>
                </a:lnTo>
                <a:cubicBezTo>
                  <a:pt x="879664" y="127607"/>
                  <a:pt x="879362" y="131680"/>
                  <a:pt x="878759" y="135753"/>
                </a:cubicBezTo>
                <a:cubicBezTo>
                  <a:pt x="878156" y="139825"/>
                  <a:pt x="877025" y="143709"/>
                  <a:pt x="875365" y="147405"/>
                </a:cubicBezTo>
                <a:cubicBezTo>
                  <a:pt x="873706" y="151099"/>
                  <a:pt x="871480" y="154493"/>
                  <a:pt x="868689" y="157586"/>
                </a:cubicBezTo>
                <a:cubicBezTo>
                  <a:pt x="865899" y="160677"/>
                  <a:pt x="862769" y="163203"/>
                  <a:pt x="859298" y="165164"/>
                </a:cubicBezTo>
                <a:cubicBezTo>
                  <a:pt x="855830" y="167125"/>
                  <a:pt x="852059" y="168520"/>
                  <a:pt x="847985" y="169348"/>
                </a:cubicBezTo>
                <a:cubicBezTo>
                  <a:pt x="843913" y="170179"/>
                  <a:pt x="839842" y="170594"/>
                  <a:pt x="835770" y="170594"/>
                </a:cubicBezTo>
                <a:moveTo>
                  <a:pt x="809526" y="96838"/>
                </a:moveTo>
                <a:lnTo>
                  <a:pt x="862015" y="54979"/>
                </a:lnTo>
                <a:lnTo>
                  <a:pt x="862015" y="47739"/>
                </a:lnTo>
                <a:cubicBezTo>
                  <a:pt x="862015" y="45175"/>
                  <a:pt x="861864" y="42611"/>
                  <a:pt x="861563" y="40047"/>
                </a:cubicBezTo>
                <a:cubicBezTo>
                  <a:pt x="861261" y="37483"/>
                  <a:pt x="860620" y="34957"/>
                  <a:pt x="859640" y="32469"/>
                </a:cubicBezTo>
                <a:cubicBezTo>
                  <a:pt x="858660" y="29979"/>
                  <a:pt x="857414" y="27679"/>
                  <a:pt x="855905" y="25568"/>
                </a:cubicBezTo>
                <a:cubicBezTo>
                  <a:pt x="854397" y="23455"/>
                  <a:pt x="852550" y="21721"/>
                  <a:pt x="850364" y="20365"/>
                </a:cubicBezTo>
                <a:cubicBezTo>
                  <a:pt x="848177" y="19007"/>
                  <a:pt x="845802" y="18027"/>
                  <a:pt x="843238" y="17424"/>
                </a:cubicBezTo>
                <a:cubicBezTo>
                  <a:pt x="840674" y="16819"/>
                  <a:pt x="838034" y="16516"/>
                  <a:pt x="835318" y="16516"/>
                </a:cubicBezTo>
                <a:cubicBezTo>
                  <a:pt x="832754" y="16516"/>
                  <a:pt x="830227" y="16856"/>
                  <a:pt x="827737" y="17534"/>
                </a:cubicBezTo>
                <a:cubicBezTo>
                  <a:pt x="825249" y="18213"/>
                  <a:pt x="822948" y="19270"/>
                  <a:pt x="820836" y="20704"/>
                </a:cubicBezTo>
                <a:cubicBezTo>
                  <a:pt x="818725" y="22135"/>
                  <a:pt x="816915" y="23908"/>
                  <a:pt x="815405" y="26020"/>
                </a:cubicBezTo>
                <a:cubicBezTo>
                  <a:pt x="813898" y="28131"/>
                  <a:pt x="812691" y="30355"/>
                  <a:pt x="811787" y="32694"/>
                </a:cubicBezTo>
                <a:cubicBezTo>
                  <a:pt x="810882" y="35032"/>
                  <a:pt x="810279" y="37483"/>
                  <a:pt x="809978" y="40047"/>
                </a:cubicBezTo>
                <a:cubicBezTo>
                  <a:pt x="809676" y="42611"/>
                  <a:pt x="809526" y="45175"/>
                  <a:pt x="809526" y="47739"/>
                </a:cubicBezTo>
                <a:lnTo>
                  <a:pt x="809526" y="96838"/>
                </a:lnTo>
                <a:moveTo>
                  <a:pt x="835770" y="154759"/>
                </a:moveTo>
                <a:cubicBezTo>
                  <a:pt x="838334" y="154759"/>
                  <a:pt x="840898" y="154457"/>
                  <a:pt x="843462" y="153854"/>
                </a:cubicBezTo>
                <a:cubicBezTo>
                  <a:pt x="846026" y="153249"/>
                  <a:pt x="848363" y="152230"/>
                  <a:pt x="850474" y="150799"/>
                </a:cubicBezTo>
                <a:cubicBezTo>
                  <a:pt x="852587" y="149365"/>
                  <a:pt x="854435" y="147593"/>
                  <a:pt x="856018" y="145482"/>
                </a:cubicBezTo>
                <a:cubicBezTo>
                  <a:pt x="857604" y="143369"/>
                  <a:pt x="858849" y="141107"/>
                  <a:pt x="859754" y="138695"/>
                </a:cubicBezTo>
                <a:cubicBezTo>
                  <a:pt x="860658" y="136280"/>
                  <a:pt x="861261" y="133791"/>
                  <a:pt x="861563" y="131227"/>
                </a:cubicBezTo>
                <a:cubicBezTo>
                  <a:pt x="861864" y="128663"/>
                  <a:pt x="862015" y="126099"/>
                  <a:pt x="862015" y="123535"/>
                </a:cubicBezTo>
                <a:lnTo>
                  <a:pt x="862015" y="74436"/>
                </a:lnTo>
                <a:lnTo>
                  <a:pt x="809526" y="116296"/>
                </a:lnTo>
                <a:lnTo>
                  <a:pt x="809526" y="123535"/>
                </a:lnTo>
                <a:cubicBezTo>
                  <a:pt x="809526" y="126099"/>
                  <a:pt x="809676" y="128663"/>
                  <a:pt x="809978" y="131227"/>
                </a:cubicBezTo>
                <a:cubicBezTo>
                  <a:pt x="810279" y="133791"/>
                  <a:pt x="810882" y="136280"/>
                  <a:pt x="811787" y="138695"/>
                </a:cubicBezTo>
                <a:cubicBezTo>
                  <a:pt x="812691" y="141107"/>
                  <a:pt x="813935" y="143369"/>
                  <a:pt x="815519" y="145482"/>
                </a:cubicBezTo>
                <a:cubicBezTo>
                  <a:pt x="817105" y="147593"/>
                  <a:pt x="818953" y="149365"/>
                  <a:pt x="821063" y="150799"/>
                </a:cubicBezTo>
                <a:cubicBezTo>
                  <a:pt x="823176" y="152230"/>
                  <a:pt x="825515" y="153249"/>
                  <a:pt x="828079" y="153854"/>
                </a:cubicBezTo>
                <a:cubicBezTo>
                  <a:pt x="830643" y="154457"/>
                  <a:pt x="833206" y="154759"/>
                  <a:pt x="835770" y="15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44608-0B71-4A54-820C-1D434C8A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20" y="1110054"/>
            <a:ext cx="1439793" cy="822739"/>
          </a:xfrm>
          <a:custGeom xmlns:a="http://schemas.openxmlformats.org/drawingml/2006/main">
            <a:pathLst>
              <a:path w="1439793" h="822739">
                <a:moveTo>
                  <a:pt x="0" y="0"/>
                </a:moveTo>
                <a:lnTo>
                  <a:pt x="1439793" y="0"/>
                </a:lnTo>
                <a:lnTo>
                  <a:pt x="1439793" y="822739"/>
                </a:lnTo>
                <a:lnTo>
                  <a:pt x="0" y="8227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FBC6F-A6AA-4007-84B3-163617FF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20" y="1110054"/>
            <a:ext cx="1439793" cy="822739"/>
          </a:xfrm>
          <a:custGeom xmlns:a="http://schemas.openxmlformats.org/drawingml/2006/main">
            <a:pathLst>
              <a:path w="1439793" h="822739" fill="none">
                <a:moveTo>
                  <a:pt x="0" y="0"/>
                </a:moveTo>
                <a:lnTo>
                  <a:pt x="1439793" y="0"/>
                </a:lnTo>
                <a:lnTo>
                  <a:pt x="1439793" y="822739"/>
                </a:lnTo>
                <a:lnTo>
                  <a:pt x="0" y="8227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C8193-98CA-4553-AAEF-D905EECE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547" y="1264235"/>
            <a:ext cx="157966" cy="164630"/>
          </a:xfrm>
          <a:custGeom xmlns:a="http://schemas.openxmlformats.org/drawingml/2006/main">
            <a:pathLst>
              <a:path w="157966" h="164630">
                <a:moveTo>
                  <a:pt x="157966" y="164630"/>
                </a:moveTo>
                <a:lnTo>
                  <a:pt x="91571" y="0"/>
                </a:lnTo>
                <a:lnTo>
                  <a:pt x="66148" y="0"/>
                </a:lnTo>
                <a:lnTo>
                  <a:pt x="0" y="164630"/>
                </a:lnTo>
                <a:lnTo>
                  <a:pt x="23448" y="164630"/>
                </a:lnTo>
                <a:lnTo>
                  <a:pt x="38011" y="128100"/>
                </a:lnTo>
                <a:lnTo>
                  <a:pt x="119955" y="128100"/>
                </a:lnTo>
                <a:lnTo>
                  <a:pt x="134518" y="164630"/>
                </a:lnTo>
                <a:lnTo>
                  <a:pt x="157966" y="164630"/>
                </a:lnTo>
                <a:close/>
                <a:moveTo>
                  <a:pt x="113785" y="109836"/>
                </a:moveTo>
                <a:lnTo>
                  <a:pt x="43934" y="109836"/>
                </a:lnTo>
                <a:lnTo>
                  <a:pt x="78983" y="21227"/>
                </a:lnTo>
                <a:lnTo>
                  <a:pt x="113785" y="109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9D45A-DC3A-4926-AC0D-72BD2662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336" y="1264235"/>
            <a:ext cx="111810" cy="167592"/>
          </a:xfrm>
          <a:custGeom xmlns:a="http://schemas.openxmlformats.org/drawingml/2006/main">
            <a:pathLst>
              <a:path w="111810" h="167592">
                <a:moveTo>
                  <a:pt x="111810" y="164630"/>
                </a:moveTo>
                <a:lnTo>
                  <a:pt x="111810" y="0"/>
                </a:lnTo>
                <a:lnTo>
                  <a:pt x="93299" y="0"/>
                </a:lnTo>
                <a:lnTo>
                  <a:pt x="93299" y="63433"/>
                </a:lnTo>
                <a:cubicBezTo>
                  <a:pt x="83673" y="50352"/>
                  <a:pt x="69110" y="42453"/>
                  <a:pt x="53067" y="42453"/>
                </a:cubicBezTo>
                <a:cubicBezTo>
                  <a:pt x="21720" y="42453"/>
                  <a:pt x="0" y="67136"/>
                  <a:pt x="0" y="105146"/>
                </a:cubicBezTo>
                <a:cubicBezTo>
                  <a:pt x="0" y="143897"/>
                  <a:pt x="21967" y="167592"/>
                  <a:pt x="53067" y="167592"/>
                </a:cubicBezTo>
                <a:cubicBezTo>
                  <a:pt x="69851" y="167592"/>
                  <a:pt x="84413" y="158953"/>
                  <a:pt x="93299" y="146859"/>
                </a:cubicBezTo>
                <a:lnTo>
                  <a:pt x="93299" y="164630"/>
                </a:lnTo>
                <a:lnTo>
                  <a:pt x="111810" y="164630"/>
                </a:lnTo>
                <a:close/>
                <a:moveTo>
                  <a:pt x="57509" y="151055"/>
                </a:moveTo>
                <a:cubicBezTo>
                  <a:pt x="33568" y="151055"/>
                  <a:pt x="19252" y="131556"/>
                  <a:pt x="19252" y="105146"/>
                </a:cubicBezTo>
                <a:cubicBezTo>
                  <a:pt x="19252" y="78736"/>
                  <a:pt x="33568" y="58990"/>
                  <a:pt x="57509" y="58990"/>
                </a:cubicBezTo>
                <a:cubicBezTo>
                  <a:pt x="72319" y="58990"/>
                  <a:pt x="86634" y="67876"/>
                  <a:pt x="93299" y="78242"/>
                </a:cubicBezTo>
                <a:lnTo>
                  <a:pt x="93299" y="132296"/>
                </a:lnTo>
                <a:cubicBezTo>
                  <a:pt x="86634" y="142663"/>
                  <a:pt x="72319" y="151055"/>
                  <a:pt x="57509" y="1510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01851-60FB-4EB5-8924-C3BA8B5E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260" y="1264235"/>
            <a:ext cx="111810" cy="167592"/>
          </a:xfrm>
          <a:custGeom xmlns:a="http://schemas.openxmlformats.org/drawingml/2006/main">
            <a:pathLst>
              <a:path w="111810" h="167592">
                <a:moveTo>
                  <a:pt x="111810" y="164630"/>
                </a:moveTo>
                <a:lnTo>
                  <a:pt x="111810" y="0"/>
                </a:lnTo>
                <a:lnTo>
                  <a:pt x="93299" y="0"/>
                </a:lnTo>
                <a:lnTo>
                  <a:pt x="93299" y="63433"/>
                </a:lnTo>
                <a:cubicBezTo>
                  <a:pt x="83673" y="50352"/>
                  <a:pt x="69110" y="42453"/>
                  <a:pt x="53067" y="42453"/>
                </a:cubicBezTo>
                <a:cubicBezTo>
                  <a:pt x="21720" y="42453"/>
                  <a:pt x="0" y="67136"/>
                  <a:pt x="0" y="105146"/>
                </a:cubicBezTo>
                <a:cubicBezTo>
                  <a:pt x="0" y="143897"/>
                  <a:pt x="21967" y="167592"/>
                  <a:pt x="53067" y="167592"/>
                </a:cubicBezTo>
                <a:cubicBezTo>
                  <a:pt x="69851" y="167592"/>
                  <a:pt x="84413" y="158953"/>
                  <a:pt x="93299" y="146859"/>
                </a:cubicBezTo>
                <a:lnTo>
                  <a:pt x="93299" y="164630"/>
                </a:lnTo>
                <a:lnTo>
                  <a:pt x="111810" y="164630"/>
                </a:lnTo>
                <a:close/>
                <a:moveTo>
                  <a:pt x="57509" y="151055"/>
                </a:moveTo>
                <a:cubicBezTo>
                  <a:pt x="33568" y="151055"/>
                  <a:pt x="19252" y="131556"/>
                  <a:pt x="19252" y="105146"/>
                </a:cubicBezTo>
                <a:cubicBezTo>
                  <a:pt x="19252" y="78736"/>
                  <a:pt x="33568" y="58990"/>
                  <a:pt x="57509" y="58990"/>
                </a:cubicBezTo>
                <a:cubicBezTo>
                  <a:pt x="72319" y="58990"/>
                  <a:pt x="86634" y="67876"/>
                  <a:pt x="93299" y="78242"/>
                </a:cubicBezTo>
                <a:lnTo>
                  <a:pt x="93299" y="132296"/>
                </a:lnTo>
                <a:cubicBezTo>
                  <a:pt x="86634" y="142663"/>
                  <a:pt x="72319" y="151055"/>
                  <a:pt x="57509" y="1510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66E60-BA1B-4651-869F-0DECBDE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094" y="1307182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02F2C-A02F-4F7E-896C-9B366360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635" y="1306689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3A285-75CD-43B1-B8B0-ABF61CFA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41" y="1306689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26B8A-AB80-4411-B7A9-5BD0E4AC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914" y="1306689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130B6-F562-4EF4-983F-7100409D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379" y="1572763"/>
            <a:ext cx="107861" cy="164630"/>
          </a:xfrm>
          <a:custGeom xmlns:a="http://schemas.openxmlformats.org/drawingml/2006/main">
            <a:pathLst>
              <a:path w="107861" h="164630">
                <a:moveTo>
                  <a:pt x="107861" y="164630"/>
                </a:moveTo>
                <a:lnTo>
                  <a:pt x="107861" y="146365"/>
                </a:lnTo>
                <a:lnTo>
                  <a:pt x="20486" y="146365"/>
                </a:lnTo>
                <a:lnTo>
                  <a:pt x="20486" y="89596"/>
                </a:lnTo>
                <a:lnTo>
                  <a:pt x="106133" y="89596"/>
                </a:lnTo>
                <a:lnTo>
                  <a:pt x="106133" y="71331"/>
                </a:lnTo>
                <a:lnTo>
                  <a:pt x="20486" y="71331"/>
                </a:lnTo>
                <a:lnTo>
                  <a:pt x="20486" y="18265"/>
                </a:lnTo>
                <a:lnTo>
                  <a:pt x="107861" y="18265"/>
                </a:lnTo>
                <a:lnTo>
                  <a:pt x="107861" y="0"/>
                </a:lnTo>
                <a:lnTo>
                  <a:pt x="0" y="0"/>
                </a:lnTo>
                <a:lnTo>
                  <a:pt x="0" y="164630"/>
                </a:lnTo>
                <a:lnTo>
                  <a:pt x="107861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51924-6BE1-4572-9D3E-2975E5E9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15" y="1615216"/>
            <a:ext cx="95026" cy="125139"/>
          </a:xfrm>
          <a:custGeom xmlns:a="http://schemas.openxmlformats.org/drawingml/2006/main">
            <a:pathLst>
              <a:path w="95026" h="125139">
                <a:moveTo>
                  <a:pt x="48130" y="125139"/>
                </a:moveTo>
                <a:cubicBezTo>
                  <a:pt x="78983" y="125139"/>
                  <a:pt x="95026" y="109095"/>
                  <a:pt x="95026" y="89103"/>
                </a:cubicBezTo>
                <a:cubicBezTo>
                  <a:pt x="95026" y="42700"/>
                  <a:pt x="21227" y="59978"/>
                  <a:pt x="21227" y="33815"/>
                </a:cubicBezTo>
                <a:cubicBezTo>
                  <a:pt x="21227" y="23201"/>
                  <a:pt x="31346" y="15056"/>
                  <a:pt x="47637" y="15056"/>
                </a:cubicBezTo>
                <a:cubicBezTo>
                  <a:pt x="62940" y="15056"/>
                  <a:pt x="76021" y="21473"/>
                  <a:pt x="83179" y="30112"/>
                </a:cubicBezTo>
                <a:lnTo>
                  <a:pt x="91818" y="17278"/>
                </a:lnTo>
                <a:cubicBezTo>
                  <a:pt x="82192" y="7651"/>
                  <a:pt x="67876" y="0"/>
                  <a:pt x="47637" y="0"/>
                </a:cubicBezTo>
                <a:cubicBezTo>
                  <a:pt x="19252" y="0"/>
                  <a:pt x="3209" y="15797"/>
                  <a:pt x="3209" y="34308"/>
                </a:cubicBezTo>
                <a:cubicBezTo>
                  <a:pt x="3209" y="78489"/>
                  <a:pt x="77008" y="60718"/>
                  <a:pt x="77008" y="89596"/>
                </a:cubicBezTo>
                <a:cubicBezTo>
                  <a:pt x="77008" y="101444"/>
                  <a:pt x="67136" y="110082"/>
                  <a:pt x="48871" y="110082"/>
                </a:cubicBezTo>
                <a:cubicBezTo>
                  <a:pt x="32580" y="110082"/>
                  <a:pt x="17524" y="102184"/>
                  <a:pt x="9626" y="93052"/>
                </a:cubicBezTo>
                <a:lnTo>
                  <a:pt x="0" y="106380"/>
                </a:lnTo>
                <a:cubicBezTo>
                  <a:pt x="12094" y="119215"/>
                  <a:pt x="28631" y="125139"/>
                  <a:pt x="48130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0F454-2C44-4799-B24A-DC30D06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810" y="1585597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DD3A5-4F55-4E81-8AF1-C116AED8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211" y="1576218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0D1FF-E5BC-4871-AD76-3350EE3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956" y="1615216"/>
            <a:ext cx="162409" cy="122177"/>
          </a:xfrm>
          <a:custGeom xmlns:a="http://schemas.openxmlformats.org/drawingml/2006/main">
            <a:pathLst>
              <a:path w="162409" h="122177">
                <a:moveTo>
                  <a:pt x="162409" y="122177"/>
                </a:moveTo>
                <a:lnTo>
                  <a:pt x="162409" y="36036"/>
                </a:lnTo>
                <a:cubicBezTo>
                  <a:pt x="162409" y="12094"/>
                  <a:pt x="150808" y="0"/>
                  <a:pt x="129088" y="0"/>
                </a:cubicBezTo>
                <a:cubicBezTo>
                  <a:pt x="111810" y="0"/>
                  <a:pt x="95767" y="11354"/>
                  <a:pt x="89103" y="22214"/>
                </a:cubicBezTo>
                <a:cubicBezTo>
                  <a:pt x="85647" y="9873"/>
                  <a:pt x="75281" y="0"/>
                  <a:pt x="57016" y="0"/>
                </a:cubicBezTo>
                <a:cubicBezTo>
                  <a:pt x="39491" y="0"/>
                  <a:pt x="23448" y="12588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4929" y="25423"/>
                  <a:pt x="37764" y="16537"/>
                  <a:pt x="49858" y="16537"/>
                </a:cubicBezTo>
                <a:cubicBezTo>
                  <a:pt x="65408" y="16537"/>
                  <a:pt x="71825" y="26163"/>
                  <a:pt x="71825" y="41219"/>
                </a:cubicBezTo>
                <a:lnTo>
                  <a:pt x="71825" y="122177"/>
                </a:lnTo>
                <a:lnTo>
                  <a:pt x="90337" y="122177"/>
                </a:lnTo>
                <a:lnTo>
                  <a:pt x="90337" y="34802"/>
                </a:lnTo>
                <a:cubicBezTo>
                  <a:pt x="96507" y="25423"/>
                  <a:pt x="109589" y="16537"/>
                  <a:pt x="121930" y="16537"/>
                </a:cubicBezTo>
                <a:cubicBezTo>
                  <a:pt x="137233" y="16537"/>
                  <a:pt x="143897" y="26163"/>
                  <a:pt x="143897" y="41219"/>
                </a:cubicBezTo>
                <a:lnTo>
                  <a:pt x="143897" y="122177"/>
                </a:lnTo>
                <a:lnTo>
                  <a:pt x="162409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95AAA-29C5-4509-ACDC-F74F38B1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724" y="1615216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39CCD-D485-4781-86B2-E0458E69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422" y="1585597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284C3-DAA6-456D-885E-5DABBF43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823" y="1576218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B74E2-6E8C-411E-AAEA-5A7F2538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655" y="1615216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7398D-8A45-4A2A-A55F-B74D8B10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750" y="1615216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58FBB-1C6E-4686-92A2-7473DAB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095" y="1932794"/>
            <a:ext cx="10" cy="486033"/>
          </a:xfrm>
          <a:custGeom xmlns:a="http://schemas.openxmlformats.org/drawingml/2006/main">
            <a:pathLst>
              <a:path w="1" h="486033" fill="none">
                <a:moveTo>
                  <a:pt x="0" y="0"/>
                </a:moveTo>
                <a:lnTo>
                  <a:pt x="0" y="308527"/>
                </a:lnTo>
                <a:lnTo>
                  <a:pt x="0" y="486033"/>
                </a:lnTo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CA868-D93E-43E5-B617-4E91C989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106" y="2382832"/>
            <a:ext cx="143979" cy="143979"/>
          </a:xfrm>
          <a:custGeom xmlns:a="http://schemas.openxmlformats.org/drawingml/2006/main">
            <a:pathLst>
              <a:path w="143979" h="143979">
                <a:moveTo>
                  <a:pt x="71990" y="143979"/>
                </a:moveTo>
                <a:lnTo>
                  <a:pt x="0" y="0"/>
                </a:lnTo>
                <a:lnTo>
                  <a:pt x="71990" y="35995"/>
                </a:lnTo>
                <a:lnTo>
                  <a:pt x="143979" y="0"/>
                </a:lnTo>
                <a:lnTo>
                  <a:pt x="71990" y="143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47DEA-E6E5-46E5-A959-FF98CE8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106" y="2382832"/>
            <a:ext cx="143979" cy="143979"/>
          </a:xfrm>
          <a:custGeom xmlns:a="http://schemas.openxmlformats.org/drawingml/2006/main">
            <a:pathLst>
              <a:path w="143979" h="143979" fill="none">
                <a:moveTo>
                  <a:pt x="71990" y="143979"/>
                </a:moveTo>
                <a:lnTo>
                  <a:pt x="0" y="0"/>
                </a:lnTo>
                <a:lnTo>
                  <a:pt x="71990" y="35995"/>
                </a:lnTo>
                <a:lnTo>
                  <a:pt x="143979" y="0"/>
                </a:lnTo>
                <a:lnTo>
                  <a:pt x="71990" y="143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000000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5BA13-2B5E-42CA-9303-4CF9B7DE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542" y="2265241"/>
            <a:ext cx="54301" cy="150911"/>
          </a:xfrm>
          <a:custGeom xmlns:a="http://schemas.openxmlformats.org/drawingml/2006/main">
            <a:pathLst>
              <a:path w="54301" h="150911">
                <a:moveTo>
                  <a:pt x="54301" y="150911"/>
                </a:moveTo>
                <a:lnTo>
                  <a:pt x="54301" y="0"/>
                </a:lnTo>
                <a:lnTo>
                  <a:pt x="37784" y="0"/>
                </a:lnTo>
                <a:lnTo>
                  <a:pt x="0" y="38916"/>
                </a:lnTo>
                <a:lnTo>
                  <a:pt x="11313" y="50454"/>
                </a:lnTo>
                <a:lnTo>
                  <a:pt x="35522" y="24888"/>
                </a:lnTo>
                <a:lnTo>
                  <a:pt x="35522" y="150911"/>
                </a:lnTo>
                <a:lnTo>
                  <a:pt x="54301" y="150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66772-E3DF-44D2-ACFC-D339CDFA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423" y="2265241"/>
            <a:ext cx="106792" cy="153626"/>
          </a:xfrm>
          <a:custGeom xmlns:a="http://schemas.openxmlformats.org/drawingml/2006/main">
            <a:pathLst>
              <a:path w="106792" h="153626">
                <a:moveTo>
                  <a:pt x="53170" y="153626"/>
                </a:moveTo>
                <a:cubicBezTo>
                  <a:pt x="83487" y="153626"/>
                  <a:pt x="106792" y="134621"/>
                  <a:pt x="106792" y="103850"/>
                </a:cubicBezTo>
                <a:cubicBezTo>
                  <a:pt x="106792" y="72854"/>
                  <a:pt x="83940" y="55658"/>
                  <a:pt x="58826" y="55658"/>
                </a:cubicBezTo>
                <a:cubicBezTo>
                  <a:pt x="43667" y="55658"/>
                  <a:pt x="30770" y="61993"/>
                  <a:pt x="23530" y="69233"/>
                </a:cubicBezTo>
                <a:lnTo>
                  <a:pt x="23530" y="16743"/>
                </a:lnTo>
                <a:lnTo>
                  <a:pt x="97063" y="16743"/>
                </a:lnTo>
                <a:lnTo>
                  <a:pt x="97063" y="0"/>
                </a:lnTo>
                <a:lnTo>
                  <a:pt x="4751" y="0"/>
                </a:lnTo>
                <a:lnTo>
                  <a:pt x="4751" y="81451"/>
                </a:lnTo>
                <a:lnTo>
                  <a:pt x="18553" y="86202"/>
                </a:lnTo>
                <a:cubicBezTo>
                  <a:pt x="28734" y="76247"/>
                  <a:pt x="40047" y="71949"/>
                  <a:pt x="53396" y="71949"/>
                </a:cubicBezTo>
                <a:cubicBezTo>
                  <a:pt x="73759" y="71949"/>
                  <a:pt x="88013" y="84619"/>
                  <a:pt x="88013" y="104529"/>
                </a:cubicBezTo>
                <a:cubicBezTo>
                  <a:pt x="88013" y="122856"/>
                  <a:pt x="73759" y="136883"/>
                  <a:pt x="53170" y="136883"/>
                </a:cubicBezTo>
                <a:cubicBezTo>
                  <a:pt x="34617" y="136883"/>
                  <a:pt x="21494" y="129643"/>
                  <a:pt x="11539" y="116973"/>
                </a:cubicBezTo>
                <a:lnTo>
                  <a:pt x="0" y="129417"/>
                </a:lnTo>
                <a:cubicBezTo>
                  <a:pt x="11313" y="144350"/>
                  <a:pt x="27603" y="153626"/>
                  <a:pt x="53170" y="153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B189F-D439-4F15-AC9F-27B0F121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320" y="2265241"/>
            <a:ext cx="102493" cy="153626"/>
          </a:xfrm>
          <a:custGeom xmlns:a="http://schemas.openxmlformats.org/drawingml/2006/main">
            <a:pathLst>
              <a:path w="102493" h="153626">
                <a:moveTo>
                  <a:pt x="16969" y="121272"/>
                </a:moveTo>
                <a:lnTo>
                  <a:pt x="16969" y="71722"/>
                </a:lnTo>
                <a:cubicBezTo>
                  <a:pt x="22852" y="62220"/>
                  <a:pt x="36201" y="54075"/>
                  <a:pt x="49549" y="54075"/>
                </a:cubicBezTo>
                <a:cubicBezTo>
                  <a:pt x="71722" y="54075"/>
                  <a:pt x="84845" y="72175"/>
                  <a:pt x="84845" y="96384"/>
                </a:cubicBezTo>
                <a:cubicBezTo>
                  <a:pt x="84845" y="120593"/>
                  <a:pt x="71722" y="138467"/>
                  <a:pt x="49549" y="138467"/>
                </a:cubicBezTo>
                <a:cubicBezTo>
                  <a:pt x="36201" y="138467"/>
                  <a:pt x="22852" y="130774"/>
                  <a:pt x="16969" y="121272"/>
                </a:cubicBezTo>
                <a:close/>
                <a:moveTo>
                  <a:pt x="16969" y="150911"/>
                </a:moveTo>
                <a:lnTo>
                  <a:pt x="16969" y="134621"/>
                </a:lnTo>
                <a:cubicBezTo>
                  <a:pt x="25114" y="145707"/>
                  <a:pt x="38463" y="153626"/>
                  <a:pt x="53848" y="153626"/>
                </a:cubicBezTo>
                <a:cubicBezTo>
                  <a:pt x="82356" y="153626"/>
                  <a:pt x="102493" y="131906"/>
                  <a:pt x="102493" y="96384"/>
                </a:cubicBezTo>
                <a:cubicBezTo>
                  <a:pt x="102493" y="61541"/>
                  <a:pt x="82356" y="38916"/>
                  <a:pt x="53848" y="38916"/>
                </a:cubicBezTo>
                <a:cubicBezTo>
                  <a:pt x="38916" y="38916"/>
                  <a:pt x="25793" y="46156"/>
                  <a:pt x="16969" y="58147"/>
                </a:cubicBezTo>
                <a:lnTo>
                  <a:pt x="16969" y="0"/>
                </a:lnTo>
                <a:lnTo>
                  <a:pt x="0" y="0"/>
                </a:lnTo>
                <a:lnTo>
                  <a:pt x="0" y="150911"/>
                </a:lnTo>
                <a:lnTo>
                  <a:pt x="16969" y="150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EBA11-FDA3-412C-9AF9-86E08FB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474" y="2268409"/>
            <a:ext cx="22852" cy="147743"/>
          </a:xfrm>
          <a:custGeom xmlns:a="http://schemas.openxmlformats.org/drawingml/2006/main">
            <a:pathLst>
              <a:path w="22852" h="147743">
                <a:moveTo>
                  <a:pt x="11313" y="22852"/>
                </a:moveTo>
                <a:cubicBezTo>
                  <a:pt x="17648" y="22852"/>
                  <a:pt x="22852" y="17874"/>
                  <a:pt x="22852" y="11539"/>
                </a:cubicBezTo>
                <a:cubicBezTo>
                  <a:pt x="22852" y="5204"/>
                  <a:pt x="17648" y="0"/>
                  <a:pt x="11313" y="0"/>
                </a:cubicBezTo>
                <a:cubicBezTo>
                  <a:pt x="5204" y="0"/>
                  <a:pt x="0" y="5204"/>
                  <a:pt x="0" y="11539"/>
                </a:cubicBezTo>
                <a:cubicBezTo>
                  <a:pt x="0" y="17874"/>
                  <a:pt x="5204" y="22852"/>
                  <a:pt x="11313" y="22852"/>
                </a:cubicBezTo>
                <a:close/>
                <a:moveTo>
                  <a:pt x="19910" y="147743"/>
                </a:moveTo>
                <a:lnTo>
                  <a:pt x="19910" y="38463"/>
                </a:lnTo>
                <a:lnTo>
                  <a:pt x="2941" y="38463"/>
                </a:lnTo>
                <a:lnTo>
                  <a:pt x="2941" y="147743"/>
                </a:lnTo>
                <a:lnTo>
                  <a:pt x="19910" y="147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C4F5B-CB2B-4E55-B034-D4C895C1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615" y="2277007"/>
            <a:ext cx="62672" cy="141861"/>
          </a:xfrm>
          <a:custGeom xmlns:a="http://schemas.openxmlformats.org/drawingml/2006/main">
            <a:pathLst>
              <a:path w="62672" h="141861">
                <a:moveTo>
                  <a:pt x="42309" y="141861"/>
                </a:moveTo>
                <a:cubicBezTo>
                  <a:pt x="52265" y="141861"/>
                  <a:pt x="58373" y="138919"/>
                  <a:pt x="62672" y="134847"/>
                </a:cubicBezTo>
                <a:lnTo>
                  <a:pt x="57695" y="122177"/>
                </a:lnTo>
                <a:cubicBezTo>
                  <a:pt x="55432" y="124666"/>
                  <a:pt x="50907" y="126702"/>
                  <a:pt x="46156" y="126702"/>
                </a:cubicBezTo>
                <a:cubicBezTo>
                  <a:pt x="38689" y="126702"/>
                  <a:pt x="35069" y="120819"/>
                  <a:pt x="35069" y="112674"/>
                </a:cubicBezTo>
                <a:lnTo>
                  <a:pt x="35069" y="44798"/>
                </a:lnTo>
                <a:lnTo>
                  <a:pt x="57242" y="44798"/>
                </a:lnTo>
                <a:lnTo>
                  <a:pt x="57242" y="29865"/>
                </a:lnTo>
                <a:lnTo>
                  <a:pt x="35069" y="29865"/>
                </a:lnTo>
                <a:lnTo>
                  <a:pt x="35069" y="0"/>
                </a:lnTo>
                <a:lnTo>
                  <a:pt x="18100" y="0"/>
                </a:lnTo>
                <a:lnTo>
                  <a:pt x="18100" y="29865"/>
                </a:lnTo>
                <a:lnTo>
                  <a:pt x="0" y="29865"/>
                </a:lnTo>
                <a:lnTo>
                  <a:pt x="0" y="44798"/>
                </a:lnTo>
                <a:lnTo>
                  <a:pt x="18100" y="44798"/>
                </a:lnTo>
                <a:lnTo>
                  <a:pt x="18100" y="116294"/>
                </a:lnTo>
                <a:cubicBezTo>
                  <a:pt x="18100" y="132584"/>
                  <a:pt x="26245" y="141861"/>
                  <a:pt x="42309" y="1418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FC516-64D7-482D-A572-42B2F0F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36" y="2304157"/>
            <a:ext cx="87108" cy="114710"/>
          </a:xfrm>
          <a:custGeom xmlns:a="http://schemas.openxmlformats.org/drawingml/2006/main">
            <a:pathLst>
              <a:path w="87108" h="114710">
                <a:moveTo>
                  <a:pt x="44119" y="114710"/>
                </a:moveTo>
                <a:cubicBezTo>
                  <a:pt x="72401" y="114710"/>
                  <a:pt x="87108" y="100004"/>
                  <a:pt x="87108" y="81677"/>
                </a:cubicBezTo>
                <a:cubicBezTo>
                  <a:pt x="87108" y="39142"/>
                  <a:pt x="19458" y="54980"/>
                  <a:pt x="19458" y="30997"/>
                </a:cubicBezTo>
                <a:cubicBezTo>
                  <a:pt x="19458" y="21268"/>
                  <a:pt x="28734" y="13801"/>
                  <a:pt x="43667" y="13801"/>
                </a:cubicBezTo>
                <a:cubicBezTo>
                  <a:pt x="57695" y="13801"/>
                  <a:pt x="69686" y="19684"/>
                  <a:pt x="76247" y="27603"/>
                </a:cubicBezTo>
                <a:lnTo>
                  <a:pt x="84166" y="15838"/>
                </a:lnTo>
                <a:cubicBezTo>
                  <a:pt x="75342" y="7014"/>
                  <a:pt x="62220" y="0"/>
                  <a:pt x="43667" y="0"/>
                </a:cubicBezTo>
                <a:cubicBezTo>
                  <a:pt x="17648" y="0"/>
                  <a:pt x="2941" y="14480"/>
                  <a:pt x="2941" y="31449"/>
                </a:cubicBezTo>
                <a:cubicBezTo>
                  <a:pt x="2941" y="71949"/>
                  <a:pt x="70591" y="55658"/>
                  <a:pt x="70591" y="82130"/>
                </a:cubicBezTo>
                <a:cubicBezTo>
                  <a:pt x="70591" y="92990"/>
                  <a:pt x="61541" y="100909"/>
                  <a:pt x="44798" y="100909"/>
                </a:cubicBezTo>
                <a:cubicBezTo>
                  <a:pt x="29865" y="100909"/>
                  <a:pt x="16064" y="93669"/>
                  <a:pt x="8824" y="85297"/>
                </a:cubicBezTo>
                <a:lnTo>
                  <a:pt x="0" y="97515"/>
                </a:lnTo>
                <a:cubicBezTo>
                  <a:pt x="11086" y="109280"/>
                  <a:pt x="26245" y="114710"/>
                  <a:pt x="44119" y="1147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3EC6D-6934-4F6F-9A3F-BD7A92D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199" y="1110054"/>
            <a:ext cx="1439793" cy="822739"/>
          </a:xfrm>
          <a:custGeom xmlns:a="http://schemas.openxmlformats.org/drawingml/2006/main">
            <a:pathLst>
              <a:path w="1439793" h="822739">
                <a:moveTo>
                  <a:pt x="0" y="0"/>
                </a:moveTo>
                <a:lnTo>
                  <a:pt x="1439793" y="0"/>
                </a:lnTo>
                <a:lnTo>
                  <a:pt x="1439793" y="822739"/>
                </a:lnTo>
                <a:lnTo>
                  <a:pt x="0" y="8227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69D71-EC62-44F8-9138-26FD092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199" y="1110054"/>
            <a:ext cx="1439793" cy="822739"/>
          </a:xfrm>
          <a:custGeom xmlns:a="http://schemas.openxmlformats.org/drawingml/2006/main">
            <a:pathLst>
              <a:path w="1439793" h="822739" fill="none">
                <a:moveTo>
                  <a:pt x="0" y="0"/>
                </a:moveTo>
                <a:lnTo>
                  <a:pt x="1439793" y="0"/>
                </a:lnTo>
                <a:lnTo>
                  <a:pt x="1439793" y="822739"/>
                </a:lnTo>
                <a:lnTo>
                  <a:pt x="0" y="8227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68" cap="flat">
            <a:solidFill>
              <a:srgbClr val="36393D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96372-6044-44D2-AB72-045D5F9D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15" y="1264235"/>
            <a:ext cx="117734" cy="164630"/>
          </a:xfrm>
          <a:custGeom xmlns:a="http://schemas.openxmlformats.org/drawingml/2006/main">
            <a:pathLst>
              <a:path w="117734" h="164630">
                <a:moveTo>
                  <a:pt x="20486" y="164630"/>
                </a:moveTo>
                <a:lnTo>
                  <a:pt x="20486" y="99222"/>
                </a:lnTo>
                <a:lnTo>
                  <a:pt x="66148" y="99222"/>
                </a:lnTo>
                <a:cubicBezTo>
                  <a:pt x="98729" y="99222"/>
                  <a:pt x="117734" y="76515"/>
                  <a:pt x="117734" y="49611"/>
                </a:cubicBezTo>
                <a:cubicBezTo>
                  <a:pt x="117734" y="22708"/>
                  <a:pt x="99222" y="0"/>
                  <a:pt x="66148" y="0"/>
                </a:cubicBezTo>
                <a:lnTo>
                  <a:pt x="0" y="0"/>
                </a:lnTo>
                <a:lnTo>
                  <a:pt x="0" y="164630"/>
                </a:lnTo>
                <a:lnTo>
                  <a:pt x="20486" y="164630"/>
                </a:lnTo>
                <a:close/>
                <a:moveTo>
                  <a:pt x="63680" y="80958"/>
                </a:moveTo>
                <a:lnTo>
                  <a:pt x="20486" y="80958"/>
                </a:lnTo>
                <a:lnTo>
                  <a:pt x="20486" y="18265"/>
                </a:lnTo>
                <a:lnTo>
                  <a:pt x="63680" y="18265"/>
                </a:lnTo>
                <a:cubicBezTo>
                  <a:pt x="83179" y="18265"/>
                  <a:pt x="96507" y="31100"/>
                  <a:pt x="96507" y="49611"/>
                </a:cubicBezTo>
                <a:cubicBezTo>
                  <a:pt x="96507" y="68123"/>
                  <a:pt x="83179" y="80958"/>
                  <a:pt x="63680" y="809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566BD-DCC4-495B-91F5-33698A33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960" y="1307182"/>
            <a:ext cx="58250" cy="121683"/>
          </a:xfrm>
          <a:custGeom xmlns:a="http://schemas.openxmlformats.org/drawingml/2006/main">
            <a:pathLst>
              <a:path w="58250" h="121683">
                <a:moveTo>
                  <a:pt x="18512" y="121683"/>
                </a:moveTo>
                <a:lnTo>
                  <a:pt x="18512" y="37270"/>
                </a:lnTo>
                <a:cubicBezTo>
                  <a:pt x="23942" y="27644"/>
                  <a:pt x="39491" y="18265"/>
                  <a:pt x="50845" y="18265"/>
                </a:cubicBezTo>
                <a:cubicBezTo>
                  <a:pt x="53807" y="18265"/>
                  <a:pt x="56029" y="18512"/>
                  <a:pt x="58250" y="19005"/>
                </a:cubicBezTo>
                <a:lnTo>
                  <a:pt x="58250" y="0"/>
                </a:lnTo>
                <a:cubicBezTo>
                  <a:pt x="41960" y="0"/>
                  <a:pt x="28138" y="9132"/>
                  <a:pt x="18512" y="21720"/>
                </a:cubicBezTo>
                <a:lnTo>
                  <a:pt x="18512" y="2468"/>
                </a:lnTo>
                <a:lnTo>
                  <a:pt x="0" y="2468"/>
                </a:lnTo>
                <a:lnTo>
                  <a:pt x="0" y="121683"/>
                </a:lnTo>
                <a:lnTo>
                  <a:pt x="18512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6EBC0-80C8-401F-9D46-80C512F8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502" y="1306689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17788-4EF5-4390-B55D-AB8D69F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63" y="1264235"/>
            <a:ext cx="111810" cy="167592"/>
          </a:xfrm>
          <a:custGeom xmlns:a="http://schemas.openxmlformats.org/drawingml/2006/main">
            <a:pathLst>
              <a:path w="111810" h="167592">
                <a:moveTo>
                  <a:pt x="111810" y="164630"/>
                </a:moveTo>
                <a:lnTo>
                  <a:pt x="111810" y="0"/>
                </a:lnTo>
                <a:lnTo>
                  <a:pt x="93299" y="0"/>
                </a:lnTo>
                <a:lnTo>
                  <a:pt x="93299" y="63433"/>
                </a:lnTo>
                <a:cubicBezTo>
                  <a:pt x="83673" y="50352"/>
                  <a:pt x="69110" y="42453"/>
                  <a:pt x="53067" y="42453"/>
                </a:cubicBezTo>
                <a:cubicBezTo>
                  <a:pt x="21720" y="42453"/>
                  <a:pt x="0" y="67136"/>
                  <a:pt x="0" y="105146"/>
                </a:cubicBezTo>
                <a:cubicBezTo>
                  <a:pt x="0" y="143897"/>
                  <a:pt x="21967" y="167592"/>
                  <a:pt x="53067" y="167592"/>
                </a:cubicBezTo>
                <a:cubicBezTo>
                  <a:pt x="69851" y="167592"/>
                  <a:pt x="84413" y="158953"/>
                  <a:pt x="93299" y="146859"/>
                </a:cubicBezTo>
                <a:lnTo>
                  <a:pt x="93299" y="164630"/>
                </a:lnTo>
                <a:lnTo>
                  <a:pt x="111810" y="164630"/>
                </a:lnTo>
                <a:close/>
                <a:moveTo>
                  <a:pt x="57509" y="151055"/>
                </a:moveTo>
                <a:cubicBezTo>
                  <a:pt x="33568" y="151055"/>
                  <a:pt x="19252" y="131556"/>
                  <a:pt x="19252" y="105146"/>
                </a:cubicBezTo>
                <a:cubicBezTo>
                  <a:pt x="19252" y="78736"/>
                  <a:pt x="33568" y="58990"/>
                  <a:pt x="57509" y="58990"/>
                </a:cubicBezTo>
                <a:cubicBezTo>
                  <a:pt x="72319" y="58990"/>
                  <a:pt x="86634" y="67876"/>
                  <a:pt x="93299" y="78242"/>
                </a:cubicBezTo>
                <a:lnTo>
                  <a:pt x="93299" y="132296"/>
                </a:lnTo>
                <a:cubicBezTo>
                  <a:pt x="86634" y="142663"/>
                  <a:pt x="72319" y="151055"/>
                  <a:pt x="57509" y="1510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B9DEA-4102-4DFA-AA05-70444FA9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089" y="1267691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9E95D-6C72-4FDD-8B87-6C489435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921" y="1306689"/>
            <a:ext cx="103171" cy="125139"/>
          </a:xfrm>
          <a:custGeom xmlns:a="http://schemas.openxmlformats.org/drawingml/2006/main">
            <a:pathLst>
              <a:path w="103171" h="125139">
                <a:moveTo>
                  <a:pt x="59484" y="125139"/>
                </a:moveTo>
                <a:cubicBezTo>
                  <a:pt x="81204" y="125139"/>
                  <a:pt x="94039" y="116253"/>
                  <a:pt x="103171" y="104406"/>
                </a:cubicBezTo>
                <a:lnTo>
                  <a:pt x="90830" y="93052"/>
                </a:lnTo>
                <a:cubicBezTo>
                  <a:pt x="82932" y="103665"/>
                  <a:pt x="72812" y="108602"/>
                  <a:pt x="60471" y="108602"/>
                </a:cubicBezTo>
                <a:cubicBezTo>
                  <a:pt x="35049" y="108602"/>
                  <a:pt x="19252" y="88856"/>
                  <a:pt x="19252" y="62446"/>
                </a:cubicBezTo>
                <a:cubicBezTo>
                  <a:pt x="19252" y="36036"/>
                  <a:pt x="35049" y="16537"/>
                  <a:pt x="60471" y="16537"/>
                </a:cubicBezTo>
                <a:cubicBezTo>
                  <a:pt x="72812" y="16537"/>
                  <a:pt x="82932" y="21227"/>
                  <a:pt x="90830" y="32087"/>
                </a:cubicBezTo>
                <a:lnTo>
                  <a:pt x="103171" y="20733"/>
                </a:lnTo>
                <a:cubicBezTo>
                  <a:pt x="94039" y="8886"/>
                  <a:pt x="81204" y="0"/>
                  <a:pt x="59484" y="0"/>
                </a:cubicBezTo>
                <a:cubicBezTo>
                  <a:pt x="23942" y="0"/>
                  <a:pt x="0" y="27150"/>
                  <a:pt x="0" y="62446"/>
                </a:cubicBezTo>
                <a:cubicBezTo>
                  <a:pt x="0" y="97988"/>
                  <a:pt x="23942" y="125139"/>
                  <a:pt x="59484" y="125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4B21D-704E-4135-9866-1C900BB8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346" y="1306689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80AD4-BD53-4C73-BE91-455E4B1A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43" y="1277070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19B9C-FC73-4A1F-B3A5-FB301DE2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741" y="1306689"/>
            <a:ext cx="116006" cy="125139"/>
          </a:xfrm>
          <a:custGeom xmlns:a="http://schemas.openxmlformats.org/drawingml/2006/main">
            <a:pathLst>
              <a:path w="116006" h="125139">
                <a:moveTo>
                  <a:pt x="60718" y="125139"/>
                </a:moveTo>
                <a:cubicBezTo>
                  <a:pt x="80217" y="125139"/>
                  <a:pt x="96260" y="118721"/>
                  <a:pt x="108108" y="106874"/>
                </a:cubicBezTo>
                <a:lnTo>
                  <a:pt x="99222" y="94780"/>
                </a:lnTo>
                <a:cubicBezTo>
                  <a:pt x="89843" y="104406"/>
                  <a:pt x="76021" y="109836"/>
                  <a:pt x="62446" y="109836"/>
                </a:cubicBezTo>
                <a:cubicBezTo>
                  <a:pt x="36776" y="109836"/>
                  <a:pt x="20980" y="91077"/>
                  <a:pt x="19499" y="68616"/>
                </a:cubicBezTo>
                <a:lnTo>
                  <a:pt x="116006" y="68616"/>
                </a:lnTo>
                <a:lnTo>
                  <a:pt x="116006" y="63927"/>
                </a:lnTo>
                <a:cubicBezTo>
                  <a:pt x="116006" y="28138"/>
                  <a:pt x="94780" y="0"/>
                  <a:pt x="58744" y="0"/>
                </a:cubicBezTo>
                <a:cubicBezTo>
                  <a:pt x="24682" y="0"/>
                  <a:pt x="0" y="27891"/>
                  <a:pt x="0" y="62446"/>
                </a:cubicBezTo>
                <a:cubicBezTo>
                  <a:pt x="0" y="99716"/>
                  <a:pt x="25423" y="125139"/>
                  <a:pt x="60718" y="125139"/>
                </a:cubicBezTo>
                <a:close/>
                <a:moveTo>
                  <a:pt x="97741" y="55041"/>
                </a:moveTo>
                <a:lnTo>
                  <a:pt x="19499" y="55041"/>
                </a:lnTo>
                <a:cubicBezTo>
                  <a:pt x="20486" y="36776"/>
                  <a:pt x="33074" y="15303"/>
                  <a:pt x="58497" y="15303"/>
                </a:cubicBezTo>
                <a:cubicBezTo>
                  <a:pt x="85647" y="15303"/>
                  <a:pt x="97495" y="37270"/>
                  <a:pt x="97741" y="55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C1EB5-3886-4EDF-B8E4-32484400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807" y="1570295"/>
            <a:ext cx="123905" cy="170060"/>
          </a:xfrm>
          <a:custGeom xmlns:a="http://schemas.openxmlformats.org/drawingml/2006/main">
            <a:pathLst>
              <a:path w="123905" h="170060">
                <a:moveTo>
                  <a:pt x="63186" y="170060"/>
                </a:moveTo>
                <a:cubicBezTo>
                  <a:pt x="107614" y="170060"/>
                  <a:pt x="123905" y="145625"/>
                  <a:pt x="123905" y="121683"/>
                </a:cubicBezTo>
                <a:cubicBezTo>
                  <a:pt x="123905" y="60225"/>
                  <a:pt x="26410" y="81451"/>
                  <a:pt x="26410" y="44428"/>
                </a:cubicBezTo>
                <a:cubicBezTo>
                  <a:pt x="26410" y="28878"/>
                  <a:pt x="40479" y="18265"/>
                  <a:pt x="60225" y="18265"/>
                </a:cubicBezTo>
                <a:cubicBezTo>
                  <a:pt x="78242" y="18265"/>
                  <a:pt x="95520" y="24435"/>
                  <a:pt x="107861" y="38011"/>
                </a:cubicBezTo>
                <a:lnTo>
                  <a:pt x="120202" y="22954"/>
                </a:lnTo>
                <a:cubicBezTo>
                  <a:pt x="106380" y="8392"/>
                  <a:pt x="86881" y="0"/>
                  <a:pt x="61705" y="0"/>
                </a:cubicBezTo>
                <a:cubicBezTo>
                  <a:pt x="29372" y="0"/>
                  <a:pt x="5183" y="18512"/>
                  <a:pt x="5183" y="45662"/>
                </a:cubicBezTo>
                <a:cubicBezTo>
                  <a:pt x="5183" y="104406"/>
                  <a:pt x="102678" y="80958"/>
                  <a:pt x="102678" y="123411"/>
                </a:cubicBezTo>
                <a:cubicBezTo>
                  <a:pt x="102678" y="135999"/>
                  <a:pt x="93299" y="151795"/>
                  <a:pt x="63927" y="151795"/>
                </a:cubicBezTo>
                <a:cubicBezTo>
                  <a:pt x="40726" y="151795"/>
                  <a:pt x="22954" y="140442"/>
                  <a:pt x="12094" y="128347"/>
                </a:cubicBezTo>
                <a:lnTo>
                  <a:pt x="0" y="143897"/>
                </a:lnTo>
                <a:cubicBezTo>
                  <a:pt x="13575" y="159200"/>
                  <a:pt x="34555" y="170060"/>
                  <a:pt x="63186" y="170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C6E0B-9853-4047-94AF-A749DBB9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369" y="1576218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1E830-5C46-4DB8-81B2-05C59C8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112" y="1615216"/>
            <a:ext cx="162409" cy="122177"/>
          </a:xfrm>
          <a:custGeom xmlns:a="http://schemas.openxmlformats.org/drawingml/2006/main">
            <a:pathLst>
              <a:path w="162409" h="122177">
                <a:moveTo>
                  <a:pt x="162409" y="122177"/>
                </a:moveTo>
                <a:lnTo>
                  <a:pt x="162409" y="36036"/>
                </a:lnTo>
                <a:cubicBezTo>
                  <a:pt x="162409" y="12094"/>
                  <a:pt x="150808" y="0"/>
                  <a:pt x="129088" y="0"/>
                </a:cubicBezTo>
                <a:cubicBezTo>
                  <a:pt x="111810" y="0"/>
                  <a:pt x="95767" y="11354"/>
                  <a:pt x="89103" y="22214"/>
                </a:cubicBezTo>
                <a:cubicBezTo>
                  <a:pt x="85647" y="9873"/>
                  <a:pt x="75281" y="0"/>
                  <a:pt x="57016" y="0"/>
                </a:cubicBezTo>
                <a:cubicBezTo>
                  <a:pt x="39491" y="0"/>
                  <a:pt x="23448" y="12588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4929" y="25423"/>
                  <a:pt x="37764" y="16537"/>
                  <a:pt x="49858" y="16537"/>
                </a:cubicBezTo>
                <a:cubicBezTo>
                  <a:pt x="65408" y="16537"/>
                  <a:pt x="71825" y="26163"/>
                  <a:pt x="71825" y="41219"/>
                </a:cubicBezTo>
                <a:lnTo>
                  <a:pt x="71825" y="122177"/>
                </a:lnTo>
                <a:lnTo>
                  <a:pt x="90337" y="122177"/>
                </a:lnTo>
                <a:lnTo>
                  <a:pt x="90337" y="34802"/>
                </a:lnTo>
                <a:cubicBezTo>
                  <a:pt x="96507" y="25423"/>
                  <a:pt x="109589" y="16537"/>
                  <a:pt x="121930" y="16537"/>
                </a:cubicBezTo>
                <a:cubicBezTo>
                  <a:pt x="137233" y="16537"/>
                  <a:pt x="143897" y="26163"/>
                  <a:pt x="143897" y="41219"/>
                </a:cubicBezTo>
                <a:lnTo>
                  <a:pt x="143897" y="122177"/>
                </a:lnTo>
                <a:lnTo>
                  <a:pt x="162409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BFEF1-9605-4834-86AC-F5D8B278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47" y="1618178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19215"/>
                </a:moveTo>
                <a:lnTo>
                  <a:pt x="98976" y="0"/>
                </a:lnTo>
                <a:lnTo>
                  <a:pt x="80464" y="0"/>
                </a:lnTo>
                <a:lnTo>
                  <a:pt x="80464" y="87622"/>
                </a:lnTo>
                <a:cubicBezTo>
                  <a:pt x="73553" y="97248"/>
                  <a:pt x="59731" y="105640"/>
                  <a:pt x="45168" y="105640"/>
                </a:cubicBezTo>
                <a:cubicBezTo>
                  <a:pt x="29125" y="105640"/>
                  <a:pt x="18512" y="99469"/>
                  <a:pt x="18512" y="78489"/>
                </a:cubicBezTo>
                <a:lnTo>
                  <a:pt x="18512" y="0"/>
                </a:lnTo>
                <a:lnTo>
                  <a:pt x="0" y="0"/>
                </a:lnTo>
                <a:lnTo>
                  <a:pt x="0" y="84166"/>
                </a:lnTo>
                <a:cubicBezTo>
                  <a:pt x="0" y="110082"/>
                  <a:pt x="13082" y="122177"/>
                  <a:pt x="38011" y="122177"/>
                </a:cubicBezTo>
                <a:cubicBezTo>
                  <a:pt x="55782" y="122177"/>
                  <a:pt x="71331" y="112798"/>
                  <a:pt x="80464" y="102431"/>
                </a:cubicBezTo>
                <a:lnTo>
                  <a:pt x="80464" y="119215"/>
                </a:lnTo>
                <a:lnTo>
                  <a:pt x="98976" y="119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78021-B13A-4737-B624-6790E651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546" y="1572763"/>
            <a:ext cx="18512" cy="164630"/>
          </a:xfrm>
          <a:custGeom xmlns:a="http://schemas.openxmlformats.org/drawingml/2006/main">
            <a:pathLst>
              <a:path w="18512" h="164630">
                <a:moveTo>
                  <a:pt x="18512" y="164630"/>
                </a:moveTo>
                <a:lnTo>
                  <a:pt x="18512" y="0"/>
                </a:lnTo>
                <a:lnTo>
                  <a:pt x="0" y="0"/>
                </a:lnTo>
                <a:lnTo>
                  <a:pt x="0" y="164630"/>
                </a:lnTo>
                <a:lnTo>
                  <a:pt x="18512" y="164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72D54-60FF-414A-A9E9-87B28B05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417" y="1615216"/>
            <a:ext cx="99716" cy="125139"/>
          </a:xfrm>
          <a:custGeom xmlns:a="http://schemas.openxmlformats.org/drawingml/2006/main">
            <a:pathLst>
              <a:path w="99716" h="125139">
                <a:moveTo>
                  <a:pt x="99716" y="122177"/>
                </a:moveTo>
                <a:lnTo>
                  <a:pt x="99716" y="40232"/>
                </a:lnTo>
                <a:cubicBezTo>
                  <a:pt x="99716" y="11354"/>
                  <a:pt x="78736" y="0"/>
                  <a:pt x="53560" y="0"/>
                </a:cubicBezTo>
                <a:cubicBezTo>
                  <a:pt x="34061" y="0"/>
                  <a:pt x="18758" y="6417"/>
                  <a:pt x="5924" y="19746"/>
                </a:cubicBezTo>
                <a:lnTo>
                  <a:pt x="14562" y="32580"/>
                </a:lnTo>
                <a:cubicBezTo>
                  <a:pt x="25176" y="21227"/>
                  <a:pt x="36776" y="16043"/>
                  <a:pt x="51092" y="16043"/>
                </a:cubicBezTo>
                <a:cubicBezTo>
                  <a:pt x="68370" y="16043"/>
                  <a:pt x="81204" y="25176"/>
                  <a:pt x="81204" y="41219"/>
                </a:cubicBezTo>
                <a:lnTo>
                  <a:pt x="81204" y="62693"/>
                </a:lnTo>
                <a:cubicBezTo>
                  <a:pt x="71578" y="51586"/>
                  <a:pt x="58003" y="46402"/>
                  <a:pt x="41713" y="46402"/>
                </a:cubicBezTo>
                <a:cubicBezTo>
                  <a:pt x="21473" y="46402"/>
                  <a:pt x="0" y="58990"/>
                  <a:pt x="0" y="85647"/>
                </a:cubicBezTo>
                <a:cubicBezTo>
                  <a:pt x="0" y="111563"/>
                  <a:pt x="21473" y="125139"/>
                  <a:pt x="41713" y="125139"/>
                </a:cubicBezTo>
                <a:cubicBezTo>
                  <a:pt x="57756" y="125139"/>
                  <a:pt x="71331" y="119462"/>
                  <a:pt x="81204" y="108602"/>
                </a:cubicBezTo>
                <a:lnTo>
                  <a:pt x="81204" y="122177"/>
                </a:lnTo>
                <a:lnTo>
                  <a:pt x="99716" y="122177"/>
                </a:lnTo>
                <a:close/>
                <a:moveTo>
                  <a:pt x="48377" y="111810"/>
                </a:moveTo>
                <a:cubicBezTo>
                  <a:pt x="31100" y="111810"/>
                  <a:pt x="19005" y="100950"/>
                  <a:pt x="19005" y="85894"/>
                </a:cubicBezTo>
                <a:cubicBezTo>
                  <a:pt x="19005" y="70591"/>
                  <a:pt x="31100" y="59731"/>
                  <a:pt x="48377" y="59731"/>
                </a:cubicBezTo>
                <a:cubicBezTo>
                  <a:pt x="61459" y="59731"/>
                  <a:pt x="74047" y="64667"/>
                  <a:pt x="81204" y="74540"/>
                </a:cubicBezTo>
                <a:lnTo>
                  <a:pt x="81204" y="97001"/>
                </a:lnTo>
                <a:cubicBezTo>
                  <a:pt x="74047" y="106874"/>
                  <a:pt x="61459" y="111810"/>
                  <a:pt x="48377" y="111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F2377-3171-49CA-AEFD-7112B65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113" y="1585597"/>
            <a:ext cx="68370" cy="154757"/>
          </a:xfrm>
          <a:custGeom xmlns:a="http://schemas.openxmlformats.org/drawingml/2006/main">
            <a:pathLst>
              <a:path w="68370" h="154757">
                <a:moveTo>
                  <a:pt x="46156" y="154757"/>
                </a:moveTo>
                <a:cubicBezTo>
                  <a:pt x="57016" y="154757"/>
                  <a:pt x="63680" y="151549"/>
                  <a:pt x="68370" y="147106"/>
                </a:cubicBezTo>
                <a:lnTo>
                  <a:pt x="62940" y="133284"/>
                </a:lnTo>
                <a:cubicBezTo>
                  <a:pt x="60471" y="135999"/>
                  <a:pt x="55535" y="138220"/>
                  <a:pt x="50352" y="138220"/>
                </a:cubicBezTo>
                <a:cubicBezTo>
                  <a:pt x="42207" y="138220"/>
                  <a:pt x="38257" y="131803"/>
                  <a:pt x="38257" y="122917"/>
                </a:cubicBezTo>
                <a:lnTo>
                  <a:pt x="38257" y="48871"/>
                </a:lnTo>
                <a:lnTo>
                  <a:pt x="62446" y="48871"/>
                </a:lnTo>
                <a:lnTo>
                  <a:pt x="62446" y="32580"/>
                </a:lnTo>
                <a:lnTo>
                  <a:pt x="38257" y="32580"/>
                </a:lnTo>
                <a:lnTo>
                  <a:pt x="38257" y="0"/>
                </a:lnTo>
                <a:lnTo>
                  <a:pt x="19746" y="0"/>
                </a:lnTo>
                <a:lnTo>
                  <a:pt x="19746" y="32580"/>
                </a:lnTo>
                <a:lnTo>
                  <a:pt x="0" y="32580"/>
                </a:lnTo>
                <a:lnTo>
                  <a:pt x="0" y="48871"/>
                </a:lnTo>
                <a:lnTo>
                  <a:pt x="19746" y="48871"/>
                </a:lnTo>
                <a:lnTo>
                  <a:pt x="19746" y="126866"/>
                </a:lnTo>
                <a:cubicBezTo>
                  <a:pt x="19746" y="144638"/>
                  <a:pt x="28631" y="154757"/>
                  <a:pt x="46156" y="15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187B6-B4AC-4E6D-8E57-2F4373CA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14" y="1576218"/>
            <a:ext cx="24929" cy="161175"/>
          </a:xfrm>
          <a:custGeom xmlns:a="http://schemas.openxmlformats.org/drawingml/2006/main">
            <a:pathLst>
              <a:path w="24929" h="161175">
                <a:moveTo>
                  <a:pt x="12341" y="24929"/>
                </a:moveTo>
                <a:cubicBezTo>
                  <a:pt x="19252" y="24929"/>
                  <a:pt x="24929" y="19499"/>
                  <a:pt x="24929" y="12588"/>
                </a:cubicBezTo>
                <a:cubicBezTo>
                  <a:pt x="24929" y="5677"/>
                  <a:pt x="19252" y="0"/>
                  <a:pt x="12341" y="0"/>
                </a:cubicBezTo>
                <a:cubicBezTo>
                  <a:pt x="5677" y="0"/>
                  <a:pt x="0" y="5677"/>
                  <a:pt x="0" y="12588"/>
                </a:cubicBezTo>
                <a:cubicBezTo>
                  <a:pt x="0" y="19499"/>
                  <a:pt x="5677" y="24929"/>
                  <a:pt x="12341" y="24929"/>
                </a:cubicBezTo>
                <a:close/>
                <a:moveTo>
                  <a:pt x="21720" y="161175"/>
                </a:moveTo>
                <a:lnTo>
                  <a:pt x="21720" y="41960"/>
                </a:lnTo>
                <a:lnTo>
                  <a:pt x="3209" y="41960"/>
                </a:lnTo>
                <a:lnTo>
                  <a:pt x="3209" y="161175"/>
                </a:lnTo>
                <a:lnTo>
                  <a:pt x="21720" y="16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71806-A7D3-4659-A586-5D3EE16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46" y="1615216"/>
            <a:ext cx="117981" cy="125139"/>
          </a:xfrm>
          <a:custGeom xmlns:a="http://schemas.openxmlformats.org/drawingml/2006/main">
            <a:pathLst>
              <a:path w="117981" h="125139">
                <a:moveTo>
                  <a:pt x="58990" y="125139"/>
                </a:moveTo>
                <a:cubicBezTo>
                  <a:pt x="95273" y="125139"/>
                  <a:pt x="117981" y="97001"/>
                  <a:pt x="117981" y="62446"/>
                </a:cubicBezTo>
                <a:cubicBezTo>
                  <a:pt x="117981" y="27891"/>
                  <a:pt x="95273" y="0"/>
                  <a:pt x="58990" y="0"/>
                </a:cubicBezTo>
                <a:cubicBezTo>
                  <a:pt x="22708" y="0"/>
                  <a:pt x="0" y="27891"/>
                  <a:pt x="0" y="62446"/>
                </a:cubicBezTo>
                <a:cubicBezTo>
                  <a:pt x="0" y="97001"/>
                  <a:pt x="22708" y="125139"/>
                  <a:pt x="58990" y="125139"/>
                </a:cubicBezTo>
                <a:close/>
                <a:moveTo>
                  <a:pt x="58990" y="108602"/>
                </a:moveTo>
                <a:cubicBezTo>
                  <a:pt x="33568" y="108602"/>
                  <a:pt x="19252" y="86881"/>
                  <a:pt x="19252" y="62446"/>
                </a:cubicBezTo>
                <a:cubicBezTo>
                  <a:pt x="19252" y="38257"/>
                  <a:pt x="33568" y="16537"/>
                  <a:pt x="58990" y="16537"/>
                </a:cubicBezTo>
                <a:cubicBezTo>
                  <a:pt x="84413" y="16537"/>
                  <a:pt x="98482" y="38257"/>
                  <a:pt x="98482" y="62446"/>
                </a:cubicBezTo>
                <a:cubicBezTo>
                  <a:pt x="98482" y="86881"/>
                  <a:pt x="84413" y="108602"/>
                  <a:pt x="58990" y="10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7C50E-83B3-4C47-B5C5-6FBCFF56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41" y="1615216"/>
            <a:ext cx="98976" cy="122177"/>
          </a:xfrm>
          <a:custGeom xmlns:a="http://schemas.openxmlformats.org/drawingml/2006/main">
            <a:pathLst>
              <a:path w="98976" h="122177">
                <a:moveTo>
                  <a:pt x="98976" y="122177"/>
                </a:moveTo>
                <a:lnTo>
                  <a:pt x="98976" y="38504"/>
                </a:lnTo>
                <a:cubicBezTo>
                  <a:pt x="98976" y="12588"/>
                  <a:pt x="85894" y="0"/>
                  <a:pt x="60965" y="0"/>
                </a:cubicBezTo>
                <a:cubicBezTo>
                  <a:pt x="43194" y="0"/>
                  <a:pt x="26904" y="10367"/>
                  <a:pt x="18512" y="20239"/>
                </a:cubicBezTo>
                <a:lnTo>
                  <a:pt x="18512" y="2962"/>
                </a:lnTo>
                <a:lnTo>
                  <a:pt x="0" y="2962"/>
                </a:lnTo>
                <a:lnTo>
                  <a:pt x="0" y="122177"/>
                </a:lnTo>
                <a:lnTo>
                  <a:pt x="18512" y="122177"/>
                </a:lnTo>
                <a:lnTo>
                  <a:pt x="18512" y="35049"/>
                </a:lnTo>
                <a:cubicBezTo>
                  <a:pt x="25423" y="25423"/>
                  <a:pt x="39245" y="16537"/>
                  <a:pt x="53807" y="16537"/>
                </a:cubicBezTo>
                <a:cubicBezTo>
                  <a:pt x="69851" y="16537"/>
                  <a:pt x="80464" y="23201"/>
                  <a:pt x="80464" y="44181"/>
                </a:cubicBezTo>
                <a:lnTo>
                  <a:pt x="80464" y="122177"/>
                </a:lnTo>
                <a:lnTo>
                  <a:pt x="98976" y="122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331542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2026-09-05T18:29:15.9190000Z</dcterms:created>
  <dcterms:modified xsi:type="dcterms:W3CDTF">2026-09-05T18:29:15.9190000Z</dcterms:modified>
</coreProperties>
</file>