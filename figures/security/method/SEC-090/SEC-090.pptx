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b2fca9ea84c3e" /><Relationship Type="http://schemas.openxmlformats.org/officeDocument/2006/relationships/extended-properties" Target="/docProps/app.xml" Id="R659ff7ab52954f61" /><Relationship Type="http://schemas.openxmlformats.org/officeDocument/2006/relationships/officeDocument" Target="/ppt/presentation.xml" Id="R106be5b9ae7f45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af3635a69849a0"/>
  </p:sldMasterIdLst>
  <p:notesMasterIdLst>
    <p:notesMasterId xmlns:r="http://schemas.openxmlformats.org/officeDocument/2006/relationships" r:id="R3449b0a7874140a3"/>
  </p:notesMasterIdLst>
  <p:sldIdLst>
    <p:sldId xmlns:r="http://schemas.openxmlformats.org/officeDocument/2006/relationships" id="256" r:id="Rf3534e278e7c4bca"/>
  </p:sldIdLst>
  <p:sldSz cx="19050000" cy="4200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b731dfc40347fd" /><Relationship Type="http://schemas.openxmlformats.org/officeDocument/2006/relationships/slideMaster" Target="/ppt/slideMasters/slideMaster1.xml" Id="R14af3635a69849a0" /><Relationship Type="http://schemas.openxmlformats.org/officeDocument/2006/relationships/notesMaster" Target="/ppt/notesMasters/notesMaster1.xml" Id="R3449b0a7874140a3" /><Relationship Type="http://schemas.openxmlformats.org/officeDocument/2006/relationships/presProps" Target="/ppt/presProps.xml" Id="R6e3255c9da264d55" /><Relationship Type="http://schemas.openxmlformats.org/officeDocument/2006/relationships/tableStyles" Target="/ppt/tableStyles.xml" Id="Rc748565727de4dc1" /><Relationship Type="http://schemas.openxmlformats.org/officeDocument/2006/relationships/slide" Target="/ppt/slides/slide1.xml" Id="Rf3534e278e7c4b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c21df4f0884e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6e1a33838d4f6f" /><Relationship Type="http://schemas.openxmlformats.org/officeDocument/2006/relationships/notesMaster" Target="/ppt/notesMasters/notesMaster1.xml" Id="R5d25e1d2847644a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素材ID：SEC-090</ns1:t>
            </ns1:r>
          </ns1:p>
          <ns1:p>
            <ns1:r>
              <ns1:t>论文：Distributed Backdoor Attacks on Federated Graph Learning and Certified Defenses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2，PDF第5页</ns1:t>
            </ns1:r>
          </ns1:p>
          <ns1:p>
            <ns1:r>
              <ns1:t>类型：方法细节</ns1:t>
            </ns1:r>
          </ns1:p>
          <ns1:p>
            <ns1:r>
              <ns1:t>借鉴点：同时呈现图输入、位置与规模选择、节点边注意力、客户端嵌入和触发器输出，双分支及公式有明确对应。</ns1:t>
            </ns1:r>
          </ns1:p>
          <ns1:p>
            <ns1:r>
              <ns1:t>论文URL：https://par.nsf.gov/servlets/purl/10578173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e923a0e3f4c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c532e039c141be" /><Relationship Type="http://schemas.openxmlformats.org/officeDocument/2006/relationships/slideLayout" Target="/ppt/slideLayouts/slideLayout1.xml" Id="R26b4c675ac984b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4c675ac984b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8f1c35cea470e" /><Relationship Type="http://schemas.openxmlformats.org/officeDocument/2006/relationships/image" Target="/ppt/media/image.png" Id="Rc7682a8dbb29460e" /><Relationship Type="http://schemas.openxmlformats.org/officeDocument/2006/relationships/notesSlide" Target="/ppt/notesSlides/notesSlide1.xml" Id="R6a5b5b7fb62741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5" name="SEC-090-1">
            <a:extLst xmlns:a="http://schemas.openxmlformats.org/drawingml/2006/main">
              <a:ext uri="{FF2B5EF4-FFF2-40B4-BE49-F238E27FC236}">
                <a16:creationId xmlns:a16="http://schemas.microsoft.com/office/drawing/2014/main" id="{AE0DDCFA-F824-4EF1-82E1-31FE1873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76200"/>
            <a:ext cx="15573375" cy="3619500"/>
          </a:xfrm>
          <a:prstGeom xmlns:a="http://schemas.openxmlformats.org/drawingml/2006/main" prst="roundRect">
            <a:avLst>
              <a:gd name="adj" fmla="val 4211"/>
            </a:avLst>
          </a:prstGeom>
          <a:gradFill xmlns:a="http://schemas.openxmlformats.org/drawingml/2006/main">
            <a:gsLst>
              <a:gs pos="0">
                <a:srgbClr val="FFFFFF"/>
              </a:gs>
              <a:gs pos="55000">
                <a:srgbClr val="FFFBEA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33338">
            <a:solidFill>
              <a:srgbClr val="B88C00"/>
            </a:solidFill>
          </a:ln>
        </p:spPr>
      </p:sp>
      <p:sp>
        <p:nvSpPr>
          <p:cNvPr id="2" name="SEC-090-2">
            <a:extLst xmlns:a="http://schemas.openxmlformats.org/drawingml/2006/main">
              <a:ext uri="{FF2B5EF4-FFF2-40B4-BE49-F238E27FC236}">
                <a16:creationId xmlns:a16="http://schemas.microsoft.com/office/drawing/2014/main" id="{CC393732-6A59-4F76-84EE-DC735906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49600" y="76200"/>
            <a:ext cx="3124200" cy="3619500"/>
          </a:xfrm>
          <a:prstGeom xmlns:a="http://schemas.openxmlformats.org/drawingml/2006/main" prst="roundRect">
            <a:avLst>
              <a:gd name="adj" fmla="val 4878"/>
            </a:avLst>
          </a:prstGeom>
          <a:gradFill xmlns:a="http://schemas.openxmlformats.org/drawingml/2006/main">
            <a:gsLst>
              <a:gs pos="0">
                <a:srgbClr val="FFFFFF"/>
              </a:gs>
              <a:gs pos="65000">
                <a:srgbClr val="E9EEFA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33338">
            <a:solidFill>
              <a:srgbClr val="8BA6D8"/>
            </a:solidFill>
          </a:ln>
        </p:spPr>
      </p:sp>
      <p:sp>
        <p:nvSpPr>
          <p:cNvPr id="3" name="SEC-090-3">
            <a:extLst xmlns:a="http://schemas.openxmlformats.org/drawingml/2006/main">
              <a:ext uri="{FF2B5EF4-FFF2-40B4-BE49-F238E27FC236}">
                <a16:creationId xmlns:a16="http://schemas.microsoft.com/office/drawing/2014/main" id="{054044EA-E3D2-4F9A-992D-E2E7A697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483519"/>
            <a:ext cx="390525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BCC00129-33A5-4BAE-8A5F-C9823762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266700" cy="552450"/>
          </a:xfrm>
          <a:custGeom xmlns:a="http://schemas.openxmlformats.org/drawingml/2006/main">
            <a:pathLst>
              <a:path w="266700" h="552450">
                <a:moveTo>
                  <a:pt x="0" y="0"/>
                </a:moveTo>
                <a:lnTo>
                  <a:pt x="26670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" name="SEC-090-5">
            <a:extLst xmlns:a="http://schemas.openxmlformats.org/drawingml/2006/main">
              <a:ext uri="{FF2B5EF4-FFF2-40B4-BE49-F238E27FC236}">
                <a16:creationId xmlns:a16="http://schemas.microsoft.com/office/drawing/2014/main" id="{4A81B275-A91C-4D9B-A3CE-F84F4024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819" y="1162050"/>
            <a:ext cx="23813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07EFCEA0-A976-4C25-A701-EDAF8544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390525" cy="447675"/>
          </a:xfrm>
          <a:custGeom xmlns:a="http://schemas.openxmlformats.org/drawingml/2006/main">
            <a:pathLst>
              <a:path w="390525" h="447675">
                <a:moveTo>
                  <a:pt x="390525" y="0"/>
                </a:move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A133DACA-77AC-4721-8378-DC6BB325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228725"/>
            <a:ext cx="323850" cy="266700"/>
          </a:xfrm>
          <a:custGeom xmlns:a="http://schemas.openxmlformats.org/drawingml/2006/main">
            <a:pathLst>
              <a:path w="323850" h="266700">
                <a:moveTo>
                  <a:pt x="0" y="0"/>
                </a:moveTo>
                <a:lnTo>
                  <a:pt x="32385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ED829256-4577-4CDF-8ECE-6191379D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228725"/>
            <a:ext cx="180975" cy="600075"/>
          </a:xfrm>
          <a:custGeom xmlns:a="http://schemas.openxmlformats.org/drawingml/2006/main">
            <a:pathLst>
              <a:path w="180975" h="600075">
                <a:moveTo>
                  <a:pt x="0" y="0"/>
                </a:moveTo>
                <a:lnTo>
                  <a:pt x="180975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36F659EF-2724-4D2F-802E-94133156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28725"/>
            <a:ext cx="171450" cy="600075"/>
          </a:xfrm>
          <a:custGeom xmlns:a="http://schemas.openxmlformats.org/drawingml/2006/main">
            <a:pathLst>
              <a:path w="171450" h="600075">
                <a:moveTo>
                  <a:pt x="17145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0" name="SEC-090-10">
            <a:extLst xmlns:a="http://schemas.openxmlformats.org/drawingml/2006/main">
              <a:ext uri="{FF2B5EF4-FFF2-40B4-BE49-F238E27FC236}">
                <a16:creationId xmlns:a16="http://schemas.microsoft.com/office/drawing/2014/main" id="{F0B8C681-A159-4B2D-B306-789D1FD5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816894"/>
            <a:ext cx="352425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774AD754-2C20-40C9-A38D-F196C96B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276225" cy="219075"/>
          </a:xfrm>
          <a:custGeom xmlns:a="http://schemas.openxmlformats.org/drawingml/2006/main">
            <a:pathLst>
              <a:path w="276225" h="219075">
                <a:moveTo>
                  <a:pt x="276225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27CACE0B-E338-4BA8-BC0C-59602660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828800"/>
            <a:ext cx="123825" cy="219075"/>
          </a:xfrm>
          <a:custGeom xmlns:a="http://schemas.openxmlformats.org/drawingml/2006/main">
            <a:pathLst>
              <a:path w="123825" h="219075">
                <a:moveTo>
                  <a:pt x="123825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13" name="SEC-090-13">
            <a:extLst xmlns:a="http://schemas.openxmlformats.org/drawingml/2006/main">
              <a:ext uri="{FF2B5EF4-FFF2-40B4-BE49-F238E27FC236}">
                <a16:creationId xmlns:a16="http://schemas.microsoft.com/office/drawing/2014/main" id="{CD448E5B-8927-48AE-9D9E-74F2B89F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3" y="1431608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14" name="SEC-090-14">
            <a:extLst xmlns:a="http://schemas.openxmlformats.org/drawingml/2006/main">
              <a:ext uri="{FF2B5EF4-FFF2-40B4-BE49-F238E27FC236}">
                <a16:creationId xmlns:a16="http://schemas.microsoft.com/office/drawing/2014/main" id="{C9B0D98B-7ED3-4155-9A9D-46518A65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0017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15" name="SEC-090-15">
            <a:extLst xmlns:a="http://schemas.openxmlformats.org/drawingml/2006/main">
              <a:ext uri="{FF2B5EF4-FFF2-40B4-BE49-F238E27FC236}">
                <a16:creationId xmlns:a16="http://schemas.microsoft.com/office/drawing/2014/main" id="{93CAA56E-CF17-48D5-89E0-475623EE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4780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16" name="SEC-090-16">
            <a:extLst xmlns:a="http://schemas.openxmlformats.org/drawingml/2006/main">
              <a:ext uri="{FF2B5EF4-FFF2-40B4-BE49-F238E27FC236}">
                <a16:creationId xmlns:a16="http://schemas.microsoft.com/office/drawing/2014/main" id="{AAA294FF-2BA7-4EF7-9328-69E09F4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9542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17" name="SEC-090-17">
            <a:extLst xmlns:a="http://schemas.openxmlformats.org/drawingml/2006/main">
              <a:ext uri="{FF2B5EF4-FFF2-40B4-BE49-F238E27FC236}">
                <a16:creationId xmlns:a16="http://schemas.microsoft.com/office/drawing/2014/main" id="{EFB04850-1210-4E6F-9244-30B1DDEE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54305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18" name="SEC-090-18">
            <a:extLst xmlns:a="http://schemas.openxmlformats.org/drawingml/2006/main">
              <a:ext uri="{FF2B5EF4-FFF2-40B4-BE49-F238E27FC236}">
                <a16:creationId xmlns:a16="http://schemas.microsoft.com/office/drawing/2014/main" id="{8F40CE60-11A0-48C5-ADCF-B73D20F1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8" y="1098233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19" name="SEC-090-19">
            <a:extLst xmlns:a="http://schemas.openxmlformats.org/drawingml/2006/main">
              <a:ext uri="{FF2B5EF4-FFF2-40B4-BE49-F238E27FC236}">
                <a16:creationId xmlns:a16="http://schemas.microsoft.com/office/drawing/2014/main" id="{11D08BD3-98D6-46B8-BA60-6B066280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89535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20" name="SEC-090-20">
            <a:extLst xmlns:a="http://schemas.openxmlformats.org/drawingml/2006/main">
              <a:ext uri="{FF2B5EF4-FFF2-40B4-BE49-F238E27FC236}">
                <a16:creationId xmlns:a16="http://schemas.microsoft.com/office/drawing/2014/main" id="{7BFBD5FC-2B63-4504-A67B-8FE3B959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94297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21" name="SEC-090-21">
            <a:extLst xmlns:a="http://schemas.openxmlformats.org/drawingml/2006/main">
              <a:ext uri="{FF2B5EF4-FFF2-40B4-BE49-F238E27FC236}">
                <a16:creationId xmlns:a16="http://schemas.microsoft.com/office/drawing/2014/main" id="{35A46B0B-2FC7-4B3A-87F4-45E14BC0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99060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22" name="SEC-090-22">
            <a:extLst xmlns:a="http://schemas.openxmlformats.org/drawingml/2006/main">
              <a:ext uri="{FF2B5EF4-FFF2-40B4-BE49-F238E27FC236}">
                <a16:creationId xmlns:a16="http://schemas.microsoft.com/office/drawing/2014/main" id="{68975426-CE0F-4543-B361-0613C674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103822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23" name="SEC-090-23">
            <a:extLst xmlns:a="http://schemas.openxmlformats.org/drawingml/2006/main">
              <a:ext uri="{FF2B5EF4-FFF2-40B4-BE49-F238E27FC236}">
                <a16:creationId xmlns:a16="http://schemas.microsoft.com/office/drawing/2014/main" id="{3244D142-2A6F-4816-861B-78FDD061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8" y="1431608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928C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24" name="SEC-090-24">
            <a:extLst xmlns:a="http://schemas.openxmlformats.org/drawingml/2006/main">
              <a:ext uri="{FF2B5EF4-FFF2-40B4-BE49-F238E27FC236}">
                <a16:creationId xmlns:a16="http://schemas.microsoft.com/office/drawing/2014/main" id="{7AA2E81A-A856-4BEE-8E26-6E6E732E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160972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28C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25" name="SEC-090-25">
            <a:extLst xmlns:a="http://schemas.openxmlformats.org/drawingml/2006/main">
              <a:ext uri="{FF2B5EF4-FFF2-40B4-BE49-F238E27FC236}">
                <a16:creationId xmlns:a16="http://schemas.microsoft.com/office/drawing/2014/main" id="{6A0EF22D-653E-4812-B097-648551DF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165735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28C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26" name="SEC-090-26">
            <a:extLst xmlns:a="http://schemas.openxmlformats.org/drawingml/2006/main">
              <a:ext uri="{FF2B5EF4-FFF2-40B4-BE49-F238E27FC236}">
                <a16:creationId xmlns:a16="http://schemas.microsoft.com/office/drawing/2014/main" id="{BEE10B48-D4D3-4970-B598-30864223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170497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28C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27" name="SEC-090-27">
            <a:extLst xmlns:a="http://schemas.openxmlformats.org/drawingml/2006/main">
              <a:ext uri="{FF2B5EF4-FFF2-40B4-BE49-F238E27FC236}">
                <a16:creationId xmlns:a16="http://schemas.microsoft.com/office/drawing/2014/main" id="{315E9EF7-43D5-4EE5-B884-6E628D3A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175260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28C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28" name="SEC-090-28">
            <a:extLst xmlns:a="http://schemas.openxmlformats.org/drawingml/2006/main">
              <a:ext uri="{FF2B5EF4-FFF2-40B4-BE49-F238E27FC236}">
                <a16:creationId xmlns:a16="http://schemas.microsoft.com/office/drawing/2014/main" id="{3C68F5B5-EDF4-4E47-814D-F6A2BE9F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758" y="1164908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8ADA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29" name="SEC-090-29">
            <a:extLst xmlns:a="http://schemas.openxmlformats.org/drawingml/2006/main">
              <a:ext uri="{FF2B5EF4-FFF2-40B4-BE49-F238E27FC236}">
                <a16:creationId xmlns:a16="http://schemas.microsoft.com/office/drawing/2014/main" id="{C78B6DBD-23E4-4A46-9471-183E56E3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96202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ADA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30" name="SEC-090-30">
            <a:extLst xmlns:a="http://schemas.openxmlformats.org/drawingml/2006/main">
              <a:ext uri="{FF2B5EF4-FFF2-40B4-BE49-F238E27FC236}">
                <a16:creationId xmlns:a16="http://schemas.microsoft.com/office/drawing/2014/main" id="{4C726954-B720-4C76-8B68-9BFC2B48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00965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ADA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31" name="SEC-090-31">
            <a:extLst xmlns:a="http://schemas.openxmlformats.org/drawingml/2006/main">
              <a:ext uri="{FF2B5EF4-FFF2-40B4-BE49-F238E27FC236}">
                <a16:creationId xmlns:a16="http://schemas.microsoft.com/office/drawing/2014/main" id="{17D397C6-60CD-41B7-B199-69D4D3DA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05727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ADA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32" name="SEC-090-32">
            <a:extLst xmlns:a="http://schemas.openxmlformats.org/drawingml/2006/main">
              <a:ext uri="{FF2B5EF4-FFF2-40B4-BE49-F238E27FC236}">
                <a16:creationId xmlns:a16="http://schemas.microsoft.com/office/drawing/2014/main" id="{59B180B9-CEE8-47C8-951D-DF37079E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10490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ADA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33" name="SEC-090-33">
            <a:extLst xmlns:a="http://schemas.openxmlformats.org/drawingml/2006/main">
              <a:ext uri="{FF2B5EF4-FFF2-40B4-BE49-F238E27FC236}">
                <a16:creationId xmlns:a16="http://schemas.microsoft.com/office/drawing/2014/main" id="{9C64517A-6B69-474D-9A22-7AC10D72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608" y="1431608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2E6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34" name="SEC-090-34">
            <a:extLst xmlns:a="http://schemas.openxmlformats.org/drawingml/2006/main">
              <a:ext uri="{FF2B5EF4-FFF2-40B4-BE49-F238E27FC236}">
                <a16:creationId xmlns:a16="http://schemas.microsoft.com/office/drawing/2014/main" id="{DBFD026E-F32E-428E-A997-4BA3B942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" y="122872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2E6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35" name="SEC-090-35">
            <a:extLst xmlns:a="http://schemas.openxmlformats.org/drawingml/2006/main">
              <a:ext uri="{FF2B5EF4-FFF2-40B4-BE49-F238E27FC236}">
                <a16:creationId xmlns:a16="http://schemas.microsoft.com/office/drawing/2014/main" id="{C3444C0B-9CCC-4CC7-92C6-74529FA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" y="127635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2E6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36" name="SEC-090-36">
            <a:extLst xmlns:a="http://schemas.openxmlformats.org/drawingml/2006/main">
              <a:ext uri="{FF2B5EF4-FFF2-40B4-BE49-F238E27FC236}">
                <a16:creationId xmlns:a16="http://schemas.microsoft.com/office/drawing/2014/main" id="{0EA9D552-454B-4315-AC79-24FEB311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" y="132397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2E6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37" name="SEC-090-37">
            <a:extLst xmlns:a="http://schemas.openxmlformats.org/drawingml/2006/main">
              <a:ext uri="{FF2B5EF4-FFF2-40B4-BE49-F238E27FC236}">
                <a16:creationId xmlns:a16="http://schemas.microsoft.com/office/drawing/2014/main" id="{C2E60CA0-8A42-4837-BB1F-526E87EF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" y="137160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2E6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38" name="SEC-090-38">
            <a:extLst xmlns:a="http://schemas.openxmlformats.org/drawingml/2006/main">
              <a:ext uri="{FF2B5EF4-FFF2-40B4-BE49-F238E27FC236}">
                <a16:creationId xmlns:a16="http://schemas.microsoft.com/office/drawing/2014/main" id="{DC2276EC-0D75-42CC-B264-1495E718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733" y="1764983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A377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39" name="SEC-090-39">
            <a:extLst xmlns:a="http://schemas.openxmlformats.org/drawingml/2006/main">
              <a:ext uri="{FF2B5EF4-FFF2-40B4-BE49-F238E27FC236}">
                <a16:creationId xmlns:a16="http://schemas.microsoft.com/office/drawing/2014/main" id="{75D5F0BF-E927-48D8-8681-8CF0E039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173355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377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40" name="SEC-090-40">
            <a:extLst xmlns:a="http://schemas.openxmlformats.org/drawingml/2006/main">
              <a:ext uri="{FF2B5EF4-FFF2-40B4-BE49-F238E27FC236}">
                <a16:creationId xmlns:a16="http://schemas.microsoft.com/office/drawing/2014/main" id="{48B41927-ECB7-44CE-A769-4879A877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178117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377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41" name="SEC-090-41">
            <a:extLst xmlns:a="http://schemas.openxmlformats.org/drawingml/2006/main">
              <a:ext uri="{FF2B5EF4-FFF2-40B4-BE49-F238E27FC236}">
                <a16:creationId xmlns:a16="http://schemas.microsoft.com/office/drawing/2014/main" id="{72DD0F92-42AD-41F0-ADBD-02708303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182880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377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42" name="SEC-090-42">
            <a:extLst xmlns:a="http://schemas.openxmlformats.org/drawingml/2006/main">
              <a:ext uri="{FF2B5EF4-FFF2-40B4-BE49-F238E27FC236}">
                <a16:creationId xmlns:a16="http://schemas.microsoft.com/office/drawing/2014/main" id="{319F2212-39FF-4B03-892A-D4674585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187642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377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43" name="SEC-090-43">
            <a:extLst xmlns:a="http://schemas.openxmlformats.org/drawingml/2006/main">
              <a:ext uri="{FF2B5EF4-FFF2-40B4-BE49-F238E27FC236}">
                <a16:creationId xmlns:a16="http://schemas.microsoft.com/office/drawing/2014/main" id="{618C2AD2-6211-47AE-900D-B53E1AA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908" y="1984058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44" name="SEC-090-44">
            <a:extLst xmlns:a="http://schemas.openxmlformats.org/drawingml/2006/main">
              <a:ext uri="{FF2B5EF4-FFF2-40B4-BE49-F238E27FC236}">
                <a16:creationId xmlns:a16="http://schemas.microsoft.com/office/drawing/2014/main" id="{E5688BFE-3C0C-4713-9950-AF5D2410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215265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45" name="SEC-090-45">
            <a:extLst xmlns:a="http://schemas.openxmlformats.org/drawingml/2006/main">
              <a:ext uri="{FF2B5EF4-FFF2-40B4-BE49-F238E27FC236}">
                <a16:creationId xmlns:a16="http://schemas.microsoft.com/office/drawing/2014/main" id="{F6BA4D5E-A5FB-4BA9-B7C8-8BEF9BF7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220027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46" name="SEC-090-46">
            <a:extLst xmlns:a="http://schemas.openxmlformats.org/drawingml/2006/main">
              <a:ext uri="{FF2B5EF4-FFF2-40B4-BE49-F238E27FC236}">
                <a16:creationId xmlns:a16="http://schemas.microsoft.com/office/drawing/2014/main" id="{03B0D007-16FA-485E-857D-F8F3B2B7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224790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47" name="SEC-090-47">
            <a:extLst xmlns:a="http://schemas.openxmlformats.org/drawingml/2006/main">
              <a:ext uri="{FF2B5EF4-FFF2-40B4-BE49-F238E27FC236}">
                <a16:creationId xmlns:a16="http://schemas.microsoft.com/office/drawing/2014/main" id="{DA18BA98-376D-4C89-B19B-91DCE1E7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229552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48" name="SEC-090-48">
            <a:extLst xmlns:a="http://schemas.openxmlformats.org/drawingml/2006/main">
              <a:ext uri="{FF2B5EF4-FFF2-40B4-BE49-F238E27FC236}">
                <a16:creationId xmlns:a16="http://schemas.microsoft.com/office/drawing/2014/main" id="{79E1C88A-603C-459A-B87E-FF6B50B0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83" y="1984058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49" name="SEC-090-49">
            <a:extLst xmlns:a="http://schemas.openxmlformats.org/drawingml/2006/main">
              <a:ext uri="{FF2B5EF4-FFF2-40B4-BE49-F238E27FC236}">
                <a16:creationId xmlns:a16="http://schemas.microsoft.com/office/drawing/2014/main" id="{A0F5E8EA-0F2C-4BE8-A0AB-5089F5B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15265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50" name="SEC-090-50">
            <a:extLst xmlns:a="http://schemas.openxmlformats.org/drawingml/2006/main">
              <a:ext uri="{FF2B5EF4-FFF2-40B4-BE49-F238E27FC236}">
                <a16:creationId xmlns:a16="http://schemas.microsoft.com/office/drawing/2014/main" id="{6EA18FFD-449A-4275-AA4C-56575722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0027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51" name="SEC-090-51">
            <a:extLst xmlns:a="http://schemas.openxmlformats.org/drawingml/2006/main">
              <a:ext uri="{FF2B5EF4-FFF2-40B4-BE49-F238E27FC236}">
                <a16:creationId xmlns:a16="http://schemas.microsoft.com/office/drawing/2014/main" id="{2DAFCC65-4169-45C4-B951-1B507EF3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4790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52" name="SEC-090-52">
            <a:extLst xmlns:a="http://schemas.openxmlformats.org/drawingml/2006/main">
              <a:ext uri="{FF2B5EF4-FFF2-40B4-BE49-F238E27FC236}">
                <a16:creationId xmlns:a16="http://schemas.microsoft.com/office/drawing/2014/main" id="{73C2620E-B703-44AF-A217-CC06583C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9552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53" name="SEC-090-53">
            <a:extLst xmlns:a="http://schemas.openxmlformats.org/drawingml/2006/main">
              <a:ext uri="{FF2B5EF4-FFF2-40B4-BE49-F238E27FC236}">
                <a16:creationId xmlns:a16="http://schemas.microsoft.com/office/drawing/2014/main" id="{517316DC-232A-4829-8A8E-724899F9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3" y="1879283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54" name="SEC-090-54">
            <a:extLst xmlns:a="http://schemas.openxmlformats.org/drawingml/2006/main">
              <a:ext uri="{FF2B5EF4-FFF2-40B4-BE49-F238E27FC236}">
                <a16:creationId xmlns:a16="http://schemas.microsoft.com/office/drawing/2014/main" id="{DBB5A949-356E-49ED-B532-8C5DCA13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04787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55" name="SEC-090-55">
            <a:extLst xmlns:a="http://schemas.openxmlformats.org/drawingml/2006/main">
              <a:ext uri="{FF2B5EF4-FFF2-40B4-BE49-F238E27FC236}">
                <a16:creationId xmlns:a16="http://schemas.microsoft.com/office/drawing/2014/main" id="{8134C47C-B028-4224-9B54-6A754A03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09550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56" name="SEC-090-56">
            <a:extLst xmlns:a="http://schemas.openxmlformats.org/drawingml/2006/main">
              <a:ext uri="{FF2B5EF4-FFF2-40B4-BE49-F238E27FC236}">
                <a16:creationId xmlns:a16="http://schemas.microsoft.com/office/drawing/2014/main" id="{D40EB36C-EFF5-4364-9C2F-C450D0AA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14312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57" name="SEC-090-57">
            <a:extLst xmlns:a="http://schemas.openxmlformats.org/drawingml/2006/main">
              <a:ext uri="{FF2B5EF4-FFF2-40B4-BE49-F238E27FC236}">
                <a16:creationId xmlns:a16="http://schemas.microsoft.com/office/drawing/2014/main" id="{2A827EC9-AC3F-4E1A-ACB9-78C5E7E3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19075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58" name="SEC-090-58">
            <a:extLst xmlns:a="http://schemas.openxmlformats.org/drawingml/2006/main">
              <a:ext uri="{FF2B5EF4-FFF2-40B4-BE49-F238E27FC236}">
                <a16:creationId xmlns:a16="http://schemas.microsoft.com/office/drawing/2014/main" id="{33E155FD-DB24-4286-9BBB-BF7A0B0C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8" y="1764983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1BD"/>
          </a:solidFill>
          <a:ln xmlns:a="http://schemas.openxmlformats.org/drawingml/2006/main" w="26670">
            <a:solidFill>
              <a:srgbClr val="000000"/>
            </a:solidFill>
          </a:ln>
        </p:spPr>
      </p:sp>
      <p:sp>
        <p:nvSpPr>
          <p:cNvPr id="59" name="SEC-090-59">
            <a:extLst xmlns:a="http://schemas.openxmlformats.org/drawingml/2006/main">
              <a:ext uri="{FF2B5EF4-FFF2-40B4-BE49-F238E27FC236}">
                <a16:creationId xmlns:a16="http://schemas.microsoft.com/office/drawing/2014/main" id="{696F247F-4EF6-45D5-A357-22BC731A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193357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1BD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60" name="SEC-090-60">
            <a:extLst xmlns:a="http://schemas.openxmlformats.org/drawingml/2006/main">
              <a:ext uri="{FF2B5EF4-FFF2-40B4-BE49-F238E27FC236}">
                <a16:creationId xmlns:a16="http://schemas.microsoft.com/office/drawing/2014/main" id="{BA940579-797D-436E-AE6D-40A123A8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198120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1BD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61" name="SEC-090-61">
            <a:extLst xmlns:a="http://schemas.openxmlformats.org/drawingml/2006/main">
              <a:ext uri="{FF2B5EF4-FFF2-40B4-BE49-F238E27FC236}">
                <a16:creationId xmlns:a16="http://schemas.microsoft.com/office/drawing/2014/main" id="{B1BDA429-873F-4E0B-BC26-974A90A8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2028825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1BD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62" name="SEC-090-62">
            <a:extLst xmlns:a="http://schemas.openxmlformats.org/drawingml/2006/main">
              <a:ext uri="{FF2B5EF4-FFF2-40B4-BE49-F238E27FC236}">
                <a16:creationId xmlns:a16="http://schemas.microsoft.com/office/drawing/2014/main" id="{68ACA6CA-A8CF-44C1-857B-70BDEAC1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2076450"/>
            <a:ext cx="114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1BD"/>
          </a:solidFill>
          <a:ln xmlns:a="http://schemas.openxmlformats.org/drawingml/2006/main" w="7620">
            <a:solidFill>
              <a:srgbClr val="52657A"/>
            </a:solidFill>
          </a:ln>
        </p:spPr>
      </p:sp>
      <p:sp>
        <p:nvSpPr>
          <p:cNvPr id="63" name="SEC-090-63">
            <a:extLst xmlns:a="http://schemas.openxmlformats.org/drawingml/2006/main">
              <a:ext uri="{FF2B5EF4-FFF2-40B4-BE49-F238E27FC236}">
                <a16:creationId xmlns:a16="http://schemas.microsoft.com/office/drawing/2014/main" id="{7AC763E4-570E-4E18-8333-98579044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5100" y="1629489"/>
            <a:ext cx="382715" cy="23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F479BC1A-71F1-417E-84F9-E249B9A0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1641158"/>
            <a:ext cx="261366" cy="541401"/>
          </a:xfrm>
          <a:custGeom xmlns:a="http://schemas.openxmlformats.org/drawingml/2006/main">
            <a:pathLst>
              <a:path w="261366" h="541401">
                <a:moveTo>
                  <a:pt x="0" y="0"/>
                </a:moveTo>
                <a:lnTo>
                  <a:pt x="261366" y="541401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111111"/>
            </a:solidFill>
          </a:ln>
        </p:spPr>
      </p:sp>
      <p:sp>
        <p:nvSpPr>
          <p:cNvPr id="65" name="SEC-090-65">
            <a:extLst xmlns:a="http://schemas.openxmlformats.org/drawingml/2006/main">
              <a:ext uri="{FF2B5EF4-FFF2-40B4-BE49-F238E27FC236}">
                <a16:creationId xmlns:a16="http://schemas.microsoft.com/office/drawing/2014/main" id="{5CDA1A65-A2ED-44B0-8861-D3EB5BD0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6146" y="1314450"/>
            <a:ext cx="23336" cy="326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5325FB0D-26AE-40F9-B493-D4EE90A6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1641158"/>
            <a:ext cx="382715" cy="438722"/>
          </a:xfrm>
          <a:custGeom xmlns:a="http://schemas.openxmlformats.org/drawingml/2006/main">
            <a:pathLst>
              <a:path w="382715" h="438722">
                <a:moveTo>
                  <a:pt x="382715" y="0"/>
                </a:moveTo>
                <a:lnTo>
                  <a:pt x="0" y="438722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111111"/>
            </a:solidFill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BE9715E6-1515-474B-A850-F4924E5E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6466" y="1967865"/>
            <a:ext cx="270700" cy="214693"/>
          </a:xfrm>
          <a:custGeom xmlns:a="http://schemas.openxmlformats.org/drawingml/2006/main">
            <a:pathLst>
              <a:path w="270700" h="214693">
                <a:moveTo>
                  <a:pt x="270700" y="0"/>
                </a:moveTo>
                <a:lnTo>
                  <a:pt x="0" y="214693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111111"/>
            </a:solidFill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ECC0D361-7995-49CB-9F5F-1F113F47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1195" y="1967865"/>
            <a:ext cx="121348" cy="214693"/>
          </a:xfrm>
          <a:custGeom xmlns:a="http://schemas.openxmlformats.org/drawingml/2006/main">
            <a:pathLst>
              <a:path w="121348" h="214693">
                <a:moveTo>
                  <a:pt x="121348" y="0"/>
                </a:moveTo>
                <a:lnTo>
                  <a:pt x="0" y="214693"/>
                </a:lnTo>
              </a:path>
            </a:pathLst>
          </a:custGeom>
          <a:noFill xmlns:a="http://schemas.openxmlformats.org/drawingml/2006/main"/>
          <a:ln xmlns:a="http://schemas.openxmlformats.org/drawingml/2006/main" w="23336">
            <a:solidFill>
              <a:srgbClr val="111111"/>
            </a:solidFill>
          </a:ln>
        </p:spPr>
      </p:sp>
      <p:sp>
        <p:nvSpPr>
          <p:cNvPr id="69" name="SEC-090-69">
            <a:extLst xmlns:a="http://schemas.openxmlformats.org/drawingml/2006/main">
              <a:ext uri="{FF2B5EF4-FFF2-40B4-BE49-F238E27FC236}">
                <a16:creationId xmlns:a16="http://schemas.microsoft.com/office/drawing/2014/main" id="{1180C75D-C77F-4E90-B21A-9798C9F6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7815" y="1627156"/>
            <a:ext cx="634746" cy="28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916"/>
          </a:solidFill>
          <a:ln xmlns:a="http://schemas.openxmlformats.org/drawingml/2006/main" w="0">
            <a:noFill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F4972DF5-50BA-4D63-8F7A-CA4F45E3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7815" y="1641158"/>
            <a:ext cx="494728" cy="326707"/>
          </a:xfrm>
          <a:custGeom xmlns:a="http://schemas.openxmlformats.org/drawingml/2006/main">
            <a:pathLst>
              <a:path w="494728" h="326707">
                <a:moveTo>
                  <a:pt x="0" y="0"/>
                </a:moveTo>
                <a:lnTo>
                  <a:pt x="494728" y="326707"/>
                </a:lnTo>
              </a:path>
            </a:pathLst>
          </a:custGeom>
          <a:noFill xmlns:a="http://schemas.openxmlformats.org/drawingml/2006/main"/>
          <a:ln xmlns:a="http://schemas.openxmlformats.org/drawingml/2006/main" w="28004">
            <a:solidFill>
              <a:srgbClr val="D30916"/>
            </a:solidFill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5943FFF4-02C7-44DA-ACC1-22984FC4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5188" y="1379792"/>
            <a:ext cx="177355" cy="588073"/>
          </a:xfrm>
          <a:custGeom xmlns:a="http://schemas.openxmlformats.org/drawingml/2006/main">
            <a:pathLst>
              <a:path w="177355" h="588073">
                <a:moveTo>
                  <a:pt x="0" y="0"/>
                </a:moveTo>
                <a:lnTo>
                  <a:pt x="177355" y="588073"/>
                </a:lnTo>
              </a:path>
            </a:pathLst>
          </a:custGeom>
          <a:noFill xmlns:a="http://schemas.openxmlformats.org/drawingml/2006/main"/>
          <a:ln xmlns:a="http://schemas.openxmlformats.org/drawingml/2006/main" w="28004">
            <a:solidFill>
              <a:srgbClr val="D30916"/>
            </a:solidFill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2E92FF3F-E457-4FC1-AEAD-5904348B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7166" y="1379792"/>
            <a:ext cx="168021" cy="588073"/>
          </a:xfrm>
          <a:custGeom xmlns:a="http://schemas.openxmlformats.org/drawingml/2006/main">
            <a:pathLst>
              <a:path w="168021" h="588073">
                <a:moveTo>
                  <a:pt x="168021" y="0"/>
                </a:moveTo>
                <a:lnTo>
                  <a:pt x="0" y="588073"/>
                </a:lnTo>
              </a:path>
            </a:pathLst>
          </a:custGeom>
          <a:noFill xmlns:a="http://schemas.openxmlformats.org/drawingml/2006/main"/>
          <a:ln xmlns:a="http://schemas.openxmlformats.org/drawingml/2006/main" w="28004">
            <a:solidFill>
              <a:srgbClr val="D30916"/>
            </a:solidFill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7C9E0AD4-EC5D-499F-B4F2-AD31FB7B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7166" y="1641158"/>
            <a:ext cx="485394" cy="326707"/>
          </a:xfrm>
          <a:custGeom xmlns:a="http://schemas.openxmlformats.org/drawingml/2006/main">
            <a:pathLst>
              <a:path w="485394" h="326707">
                <a:moveTo>
                  <a:pt x="485394" y="0"/>
                </a:moveTo>
                <a:lnTo>
                  <a:pt x="0" y="326707"/>
                </a:lnTo>
              </a:path>
            </a:pathLst>
          </a:custGeom>
          <a:noFill xmlns:a="http://schemas.openxmlformats.org/drawingml/2006/main"/>
          <a:ln xmlns:a="http://schemas.openxmlformats.org/drawingml/2006/main" w="28004">
            <a:solidFill>
              <a:srgbClr val="D30916"/>
            </a:solidFill>
          </a:ln>
        </p:spPr>
      </p:sp>
      <p:sp>
        <p:nvSpPr>
          <p:cNvPr id="74" name="SEC-090-74">
            <a:extLst xmlns:a="http://schemas.openxmlformats.org/drawingml/2006/main">
              <a:ext uri="{FF2B5EF4-FFF2-40B4-BE49-F238E27FC236}">
                <a16:creationId xmlns:a16="http://schemas.microsoft.com/office/drawing/2014/main" id="{8F04AEC9-318C-43F7-B437-5E295BE9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2559" y="1578616"/>
            <a:ext cx="125082" cy="1250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26137">
            <a:solidFill>
              <a:srgbClr val="000000"/>
            </a:solidFill>
          </a:ln>
        </p:spPr>
      </p:sp>
      <p:sp>
        <p:nvSpPr>
          <p:cNvPr id="75" name="SEC-090-75">
            <a:extLst xmlns:a="http://schemas.openxmlformats.org/drawingml/2006/main">
              <a:ext uri="{FF2B5EF4-FFF2-40B4-BE49-F238E27FC236}">
                <a16:creationId xmlns:a16="http://schemas.microsoft.com/office/drawing/2014/main" id="{5AD1751A-95D0-43D6-9795-EF07F313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9741" y="1547813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76" name="SEC-090-76">
            <a:extLst xmlns:a="http://schemas.openxmlformats.org/drawingml/2006/main">
              <a:ext uri="{FF2B5EF4-FFF2-40B4-BE49-F238E27FC236}">
                <a16:creationId xmlns:a16="http://schemas.microsoft.com/office/drawing/2014/main" id="{97B7FB70-EF80-4BCB-B16B-3A9FD2DC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9741" y="1594485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77" name="SEC-090-77">
            <a:extLst xmlns:a="http://schemas.openxmlformats.org/drawingml/2006/main">
              <a:ext uri="{FF2B5EF4-FFF2-40B4-BE49-F238E27FC236}">
                <a16:creationId xmlns:a16="http://schemas.microsoft.com/office/drawing/2014/main" id="{D3850B5C-8961-46C5-A140-D6C6E42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9741" y="1641158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78" name="SEC-090-78">
            <a:extLst xmlns:a="http://schemas.openxmlformats.org/drawingml/2006/main">
              <a:ext uri="{FF2B5EF4-FFF2-40B4-BE49-F238E27FC236}">
                <a16:creationId xmlns:a16="http://schemas.microsoft.com/office/drawing/2014/main" id="{30F7924D-3C9A-4E26-8884-7413A8CA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9741" y="1687830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79" name="SEC-090-79">
            <a:extLst xmlns:a="http://schemas.openxmlformats.org/drawingml/2006/main">
              <a:ext uri="{FF2B5EF4-FFF2-40B4-BE49-F238E27FC236}">
                <a16:creationId xmlns:a16="http://schemas.microsoft.com/office/drawing/2014/main" id="{998F1B5A-5F5F-4DBC-BF98-6E322B80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5273" y="1251909"/>
            <a:ext cx="125082" cy="1250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26137">
            <a:solidFill>
              <a:srgbClr val="000000"/>
            </a:solidFill>
          </a:ln>
        </p:spPr>
      </p:sp>
      <p:sp>
        <p:nvSpPr>
          <p:cNvPr id="80" name="SEC-090-80">
            <a:extLst xmlns:a="http://schemas.openxmlformats.org/drawingml/2006/main">
              <a:ext uri="{FF2B5EF4-FFF2-40B4-BE49-F238E27FC236}">
                <a16:creationId xmlns:a16="http://schemas.microsoft.com/office/drawing/2014/main" id="{FD5F0E60-8275-4E3F-8FA8-A45D22D4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1808" y="1053084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81" name="SEC-090-81">
            <a:extLst xmlns:a="http://schemas.openxmlformats.org/drawingml/2006/main">
              <a:ext uri="{FF2B5EF4-FFF2-40B4-BE49-F238E27FC236}">
                <a16:creationId xmlns:a16="http://schemas.microsoft.com/office/drawing/2014/main" id="{4F1E475F-E91E-40E5-819B-47B5CE0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1808" y="1099757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82" name="SEC-090-82">
            <a:extLst xmlns:a="http://schemas.openxmlformats.org/drawingml/2006/main">
              <a:ext uri="{FF2B5EF4-FFF2-40B4-BE49-F238E27FC236}">
                <a16:creationId xmlns:a16="http://schemas.microsoft.com/office/drawing/2014/main" id="{930663E1-3A8C-4339-B8D0-53D02E5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1808" y="1146429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83" name="SEC-090-83">
            <a:extLst xmlns:a="http://schemas.openxmlformats.org/drawingml/2006/main">
              <a:ext uri="{FF2B5EF4-FFF2-40B4-BE49-F238E27FC236}">
                <a16:creationId xmlns:a16="http://schemas.microsoft.com/office/drawing/2014/main" id="{6D1146DF-B41E-44EC-9C8E-A0910B44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1808" y="1193102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84" name="SEC-090-84">
            <a:extLst xmlns:a="http://schemas.openxmlformats.org/drawingml/2006/main">
              <a:ext uri="{FF2B5EF4-FFF2-40B4-BE49-F238E27FC236}">
                <a16:creationId xmlns:a16="http://schemas.microsoft.com/office/drawing/2014/main" id="{48375E5F-CB41-46BC-A67F-80300189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9802" y="1543145"/>
            <a:ext cx="196024" cy="19602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57982"/>
              </a:gs>
              <a:gs pos="100000">
                <a:srgbClr val="AD000B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85" name="SEC-090-85">
            <a:extLst xmlns:a="http://schemas.openxmlformats.org/drawingml/2006/main">
              <a:ext uri="{FF2B5EF4-FFF2-40B4-BE49-F238E27FC236}">
                <a16:creationId xmlns:a16="http://schemas.microsoft.com/office/drawing/2014/main" id="{289CE56D-1F03-4D60-AF8D-84A6AD8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1808" y="1753172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56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86" name="SEC-090-86">
            <a:extLst xmlns:a="http://schemas.openxmlformats.org/drawingml/2006/main">
              <a:ext uri="{FF2B5EF4-FFF2-40B4-BE49-F238E27FC236}">
                <a16:creationId xmlns:a16="http://schemas.microsoft.com/office/drawing/2014/main" id="{C3ADE9EE-5310-444C-AD87-57A0EB94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1808" y="1799844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56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87" name="SEC-090-87">
            <a:extLst xmlns:a="http://schemas.openxmlformats.org/drawingml/2006/main">
              <a:ext uri="{FF2B5EF4-FFF2-40B4-BE49-F238E27FC236}">
                <a16:creationId xmlns:a16="http://schemas.microsoft.com/office/drawing/2014/main" id="{26845C80-590E-4CFD-A9B6-0CA2CD81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1808" y="1846517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56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88" name="SEC-090-88">
            <a:extLst xmlns:a="http://schemas.openxmlformats.org/drawingml/2006/main">
              <a:ext uri="{FF2B5EF4-FFF2-40B4-BE49-F238E27FC236}">
                <a16:creationId xmlns:a16="http://schemas.microsoft.com/office/drawing/2014/main" id="{05D20385-D5DE-4316-81B9-E9AB43C2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1808" y="1893189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56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89" name="SEC-090-89">
            <a:extLst xmlns:a="http://schemas.openxmlformats.org/drawingml/2006/main">
              <a:ext uri="{FF2B5EF4-FFF2-40B4-BE49-F238E27FC236}">
                <a16:creationId xmlns:a16="http://schemas.microsoft.com/office/drawing/2014/main" id="{FE706D17-54CA-4305-8FF4-F239D42B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37175" y="1281779"/>
            <a:ext cx="196024" cy="19602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9C75CD"/>
              </a:gs>
              <a:gs pos="100000">
                <a:srgbClr val="413075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90" name="SEC-090-90">
            <a:extLst xmlns:a="http://schemas.openxmlformats.org/drawingml/2006/main">
              <a:ext uri="{FF2B5EF4-FFF2-40B4-BE49-F238E27FC236}">
                <a16:creationId xmlns:a16="http://schemas.microsoft.com/office/drawing/2014/main" id="{7AA626F3-B5B9-42D6-8425-D1EE05D4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9180" y="1118426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4693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91" name="SEC-090-91">
            <a:extLst xmlns:a="http://schemas.openxmlformats.org/drawingml/2006/main">
              <a:ext uri="{FF2B5EF4-FFF2-40B4-BE49-F238E27FC236}">
                <a16:creationId xmlns:a16="http://schemas.microsoft.com/office/drawing/2014/main" id="{84BA0002-12B2-4B65-B8A1-A22E0ECB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9180" y="1165098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4693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92" name="SEC-090-92">
            <a:extLst xmlns:a="http://schemas.openxmlformats.org/drawingml/2006/main">
              <a:ext uri="{FF2B5EF4-FFF2-40B4-BE49-F238E27FC236}">
                <a16:creationId xmlns:a16="http://schemas.microsoft.com/office/drawing/2014/main" id="{0A53F4A6-FE72-4520-8B11-160B4492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9180" y="1211771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4693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93" name="SEC-090-93">
            <a:extLst xmlns:a="http://schemas.openxmlformats.org/drawingml/2006/main">
              <a:ext uri="{FF2B5EF4-FFF2-40B4-BE49-F238E27FC236}">
                <a16:creationId xmlns:a16="http://schemas.microsoft.com/office/drawing/2014/main" id="{F41D70B4-ECD6-41D9-88AF-21C905F6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9180" y="1258443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4693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94" name="SEC-090-94">
            <a:extLst xmlns:a="http://schemas.openxmlformats.org/drawingml/2006/main">
              <a:ext uri="{FF2B5EF4-FFF2-40B4-BE49-F238E27FC236}">
                <a16:creationId xmlns:a16="http://schemas.microsoft.com/office/drawing/2014/main" id="{C9008A35-46E7-49A5-9891-7901676C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4548" y="1543145"/>
            <a:ext cx="196024" cy="19602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0CFE2"/>
              </a:gs>
              <a:gs pos="100000">
                <a:srgbClr val="045179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95" name="SEC-090-95">
            <a:extLst xmlns:a="http://schemas.openxmlformats.org/drawingml/2006/main">
              <a:ext uri="{FF2B5EF4-FFF2-40B4-BE49-F238E27FC236}">
                <a16:creationId xmlns:a16="http://schemas.microsoft.com/office/drawing/2014/main" id="{A7E4F6F6-C041-46F4-8EF2-EF15B0D1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6553" y="1379792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BBA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96" name="SEC-090-96">
            <a:extLst xmlns:a="http://schemas.openxmlformats.org/drawingml/2006/main">
              <a:ext uri="{FF2B5EF4-FFF2-40B4-BE49-F238E27FC236}">
                <a16:creationId xmlns:a16="http://schemas.microsoft.com/office/drawing/2014/main" id="{4C32A818-F9CA-49E0-88EF-4E65DEB3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6553" y="1426464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BBA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97" name="SEC-090-97">
            <a:extLst xmlns:a="http://schemas.openxmlformats.org/drawingml/2006/main">
              <a:ext uri="{FF2B5EF4-FFF2-40B4-BE49-F238E27FC236}">
                <a16:creationId xmlns:a16="http://schemas.microsoft.com/office/drawing/2014/main" id="{44649002-F7A0-445C-9FD4-549DF8DE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6553" y="1473137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BBA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98" name="SEC-090-98">
            <a:extLst xmlns:a="http://schemas.openxmlformats.org/drawingml/2006/main">
              <a:ext uri="{FF2B5EF4-FFF2-40B4-BE49-F238E27FC236}">
                <a16:creationId xmlns:a16="http://schemas.microsoft.com/office/drawing/2014/main" id="{EA9EF010-1D83-48BB-BEB2-1458122B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6553" y="1519809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BBA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99" name="SEC-090-99">
            <a:extLst xmlns:a="http://schemas.openxmlformats.org/drawingml/2006/main">
              <a:ext uri="{FF2B5EF4-FFF2-40B4-BE49-F238E27FC236}">
                <a16:creationId xmlns:a16="http://schemas.microsoft.com/office/drawing/2014/main" id="{2B82C222-1B5E-4AB6-8FAD-0198A290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4531" y="1869853"/>
            <a:ext cx="196024" cy="19602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98E38"/>
              </a:gs>
              <a:gs pos="100000">
                <a:srgbClr val="005406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00" name="SEC-090-100">
            <a:extLst xmlns:a="http://schemas.openxmlformats.org/drawingml/2006/main">
              <a:ext uri="{FF2B5EF4-FFF2-40B4-BE49-F238E27FC236}">
                <a16:creationId xmlns:a16="http://schemas.microsoft.com/office/drawing/2014/main" id="{8FF810A5-6C93-49EE-84B0-160E0E48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5222" y="1874520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6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01" name="SEC-090-101">
            <a:extLst xmlns:a="http://schemas.openxmlformats.org/drawingml/2006/main">
              <a:ext uri="{FF2B5EF4-FFF2-40B4-BE49-F238E27FC236}">
                <a16:creationId xmlns:a16="http://schemas.microsoft.com/office/drawing/2014/main" id="{5F5C7BB9-0260-4C55-8B2C-A22F3AB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5222" y="1921193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6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02" name="SEC-090-102">
            <a:extLst xmlns:a="http://schemas.openxmlformats.org/drawingml/2006/main">
              <a:ext uri="{FF2B5EF4-FFF2-40B4-BE49-F238E27FC236}">
                <a16:creationId xmlns:a16="http://schemas.microsoft.com/office/drawing/2014/main" id="{EAF862D2-FE5F-426F-9EA8-79DB0FEB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5222" y="1967865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6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03" name="SEC-090-103">
            <a:extLst xmlns:a="http://schemas.openxmlformats.org/drawingml/2006/main">
              <a:ext uri="{FF2B5EF4-FFF2-40B4-BE49-F238E27FC236}">
                <a16:creationId xmlns:a16="http://schemas.microsoft.com/office/drawing/2014/main" id="{610E69D2-1DF4-4693-AEB4-91262BE9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5222" y="2014538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6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04" name="SEC-090-104">
            <a:extLst xmlns:a="http://schemas.openxmlformats.org/drawingml/2006/main">
              <a:ext uri="{FF2B5EF4-FFF2-40B4-BE49-F238E27FC236}">
                <a16:creationId xmlns:a16="http://schemas.microsoft.com/office/drawing/2014/main" id="{544482A1-9D4A-4B02-AEB2-C64E529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28653" y="2120017"/>
            <a:ext cx="125082" cy="1250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26137">
            <a:solidFill>
              <a:srgbClr val="000000"/>
            </a:solidFill>
          </a:ln>
        </p:spPr>
      </p:sp>
      <p:sp>
        <p:nvSpPr>
          <p:cNvPr id="105" name="SEC-090-105">
            <a:extLst xmlns:a="http://schemas.openxmlformats.org/drawingml/2006/main">
              <a:ext uri="{FF2B5EF4-FFF2-40B4-BE49-F238E27FC236}">
                <a16:creationId xmlns:a16="http://schemas.microsoft.com/office/drawing/2014/main" id="{E79F6E20-9666-45E4-8663-730834EC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5188" y="2285238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06" name="SEC-090-106">
            <a:extLst xmlns:a="http://schemas.openxmlformats.org/drawingml/2006/main">
              <a:ext uri="{FF2B5EF4-FFF2-40B4-BE49-F238E27FC236}">
                <a16:creationId xmlns:a16="http://schemas.microsoft.com/office/drawing/2014/main" id="{2D99C609-40F5-4CCB-B844-15997BB2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5188" y="2331911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07" name="SEC-090-107">
            <a:extLst xmlns:a="http://schemas.openxmlformats.org/drawingml/2006/main">
              <a:ext uri="{FF2B5EF4-FFF2-40B4-BE49-F238E27FC236}">
                <a16:creationId xmlns:a16="http://schemas.microsoft.com/office/drawing/2014/main" id="{99284305-B099-4FDA-9A1E-F9C91834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5188" y="2378583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08" name="SEC-090-108">
            <a:extLst xmlns:a="http://schemas.openxmlformats.org/drawingml/2006/main">
              <a:ext uri="{FF2B5EF4-FFF2-40B4-BE49-F238E27FC236}">
                <a16:creationId xmlns:a16="http://schemas.microsoft.com/office/drawing/2014/main" id="{0B6C6BE5-EA96-46FA-AF3E-B29F7010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5188" y="2425256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09" name="SEC-090-109">
            <a:extLst xmlns:a="http://schemas.openxmlformats.org/drawingml/2006/main">
              <a:ext uri="{FF2B5EF4-FFF2-40B4-BE49-F238E27FC236}">
                <a16:creationId xmlns:a16="http://schemas.microsoft.com/office/drawing/2014/main" id="{B5813523-7EBC-4E92-98E1-9B8CD476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3925" y="2120017"/>
            <a:ext cx="125082" cy="1250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26137">
            <a:solidFill>
              <a:srgbClr val="000000"/>
            </a:solidFill>
          </a:ln>
        </p:spPr>
      </p:sp>
      <p:sp>
        <p:nvSpPr>
          <p:cNvPr id="110" name="SEC-090-110">
            <a:extLst xmlns:a="http://schemas.openxmlformats.org/drawingml/2006/main">
              <a:ext uri="{FF2B5EF4-FFF2-40B4-BE49-F238E27FC236}">
                <a16:creationId xmlns:a16="http://schemas.microsoft.com/office/drawing/2014/main" id="{3CEC7709-CE9C-424E-8355-0D811DDC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0459" y="2285238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11" name="SEC-090-111">
            <a:extLst xmlns:a="http://schemas.openxmlformats.org/drawingml/2006/main">
              <a:ext uri="{FF2B5EF4-FFF2-40B4-BE49-F238E27FC236}">
                <a16:creationId xmlns:a16="http://schemas.microsoft.com/office/drawing/2014/main" id="{C6FA7CC7-1DAA-4E60-8233-AF77F134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0459" y="2331911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12" name="SEC-090-112">
            <a:extLst xmlns:a="http://schemas.openxmlformats.org/drawingml/2006/main">
              <a:ext uri="{FF2B5EF4-FFF2-40B4-BE49-F238E27FC236}">
                <a16:creationId xmlns:a16="http://schemas.microsoft.com/office/drawing/2014/main" id="{4AB96BA5-239E-465B-A2D1-AE1FF13E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0459" y="2378583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13" name="SEC-090-113">
            <a:extLst xmlns:a="http://schemas.openxmlformats.org/drawingml/2006/main">
              <a:ext uri="{FF2B5EF4-FFF2-40B4-BE49-F238E27FC236}">
                <a16:creationId xmlns:a16="http://schemas.microsoft.com/office/drawing/2014/main" id="{30376664-138F-45A0-80BA-86058B51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0459" y="2425256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14" name="SEC-090-114">
            <a:extLst xmlns:a="http://schemas.openxmlformats.org/drawingml/2006/main">
              <a:ext uri="{FF2B5EF4-FFF2-40B4-BE49-F238E27FC236}">
                <a16:creationId xmlns:a16="http://schemas.microsoft.com/office/drawing/2014/main" id="{6158D304-3328-4A04-ACDA-E4C7BB77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2559" y="2017338"/>
            <a:ext cx="125082" cy="1250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26137">
            <a:solidFill>
              <a:srgbClr val="000000"/>
            </a:solidFill>
          </a:ln>
        </p:spPr>
      </p:sp>
      <p:sp>
        <p:nvSpPr>
          <p:cNvPr id="115" name="SEC-090-115">
            <a:extLst xmlns:a="http://schemas.openxmlformats.org/drawingml/2006/main">
              <a:ext uri="{FF2B5EF4-FFF2-40B4-BE49-F238E27FC236}">
                <a16:creationId xmlns:a16="http://schemas.microsoft.com/office/drawing/2014/main" id="{1E3293FA-B564-4A56-A9B3-B3A66F03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9093" y="2182559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16" name="SEC-090-116">
            <a:extLst xmlns:a="http://schemas.openxmlformats.org/drawingml/2006/main">
              <a:ext uri="{FF2B5EF4-FFF2-40B4-BE49-F238E27FC236}">
                <a16:creationId xmlns:a16="http://schemas.microsoft.com/office/drawing/2014/main" id="{A6900DBD-AD39-40FB-9F8F-FEFD80D4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9093" y="2229231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17" name="SEC-090-117">
            <a:extLst xmlns:a="http://schemas.openxmlformats.org/drawingml/2006/main">
              <a:ext uri="{FF2B5EF4-FFF2-40B4-BE49-F238E27FC236}">
                <a16:creationId xmlns:a16="http://schemas.microsoft.com/office/drawing/2014/main" id="{E87CC089-F142-4C4C-8DBF-A356870A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9093" y="2275904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18" name="SEC-090-118">
            <a:extLst xmlns:a="http://schemas.openxmlformats.org/drawingml/2006/main">
              <a:ext uri="{FF2B5EF4-FFF2-40B4-BE49-F238E27FC236}">
                <a16:creationId xmlns:a16="http://schemas.microsoft.com/office/drawing/2014/main" id="{5E0CCC20-252E-4FFA-AA44-6424F0CA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9093" y="2322576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19" name="SEC-090-119">
            <a:extLst xmlns:a="http://schemas.openxmlformats.org/drawingml/2006/main">
              <a:ext uri="{FF2B5EF4-FFF2-40B4-BE49-F238E27FC236}">
                <a16:creationId xmlns:a16="http://schemas.microsoft.com/office/drawing/2014/main" id="{FC3B3854-D3E3-47D0-A3DE-F940859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9154" y="1869853"/>
            <a:ext cx="196024" cy="19602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947A8"/>
              </a:gs>
              <a:gs pos="100000">
                <a:srgbClr val="970083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0" name="SEC-090-120">
            <a:extLst xmlns:a="http://schemas.openxmlformats.org/drawingml/2006/main">
              <a:ext uri="{FF2B5EF4-FFF2-40B4-BE49-F238E27FC236}">
                <a16:creationId xmlns:a16="http://schemas.microsoft.com/office/drawing/2014/main" id="{20E636A0-C749-497D-91DE-D2C01F31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159" y="2070545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9BF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21" name="SEC-090-121">
            <a:extLst xmlns:a="http://schemas.openxmlformats.org/drawingml/2006/main">
              <a:ext uri="{FF2B5EF4-FFF2-40B4-BE49-F238E27FC236}">
                <a16:creationId xmlns:a16="http://schemas.microsoft.com/office/drawing/2014/main" id="{0E1CFA58-0184-46DE-A4CA-CF085491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159" y="2117217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9BF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22" name="SEC-090-122">
            <a:extLst xmlns:a="http://schemas.openxmlformats.org/drawingml/2006/main">
              <a:ext uri="{FF2B5EF4-FFF2-40B4-BE49-F238E27FC236}">
                <a16:creationId xmlns:a16="http://schemas.microsoft.com/office/drawing/2014/main" id="{15C00D7E-EC4E-4321-96E2-4EC03CB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159" y="2163890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9BF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23" name="SEC-090-123">
            <a:extLst xmlns:a="http://schemas.openxmlformats.org/drawingml/2006/main">
              <a:ext uri="{FF2B5EF4-FFF2-40B4-BE49-F238E27FC236}">
                <a16:creationId xmlns:a16="http://schemas.microsoft.com/office/drawing/2014/main" id="{DEEB990A-29E7-4869-81EC-5F57A43C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1159" y="2210562"/>
            <a:ext cx="112014" cy="29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9BF"/>
          </a:solidFill>
          <a:ln xmlns:a="http://schemas.openxmlformats.org/drawingml/2006/main" w="7468">
            <a:solidFill>
              <a:srgbClr val="52657A"/>
            </a:solidFill>
          </a:ln>
        </p:spPr>
      </p:sp>
      <p:sp>
        <p:nvSpPr>
          <p:cNvPr id="124" name="SEC-090-124">
            <a:extLst xmlns:a="http://schemas.openxmlformats.org/drawingml/2006/main">
              <a:ext uri="{FF2B5EF4-FFF2-40B4-BE49-F238E27FC236}">
                <a16:creationId xmlns:a16="http://schemas.microsoft.com/office/drawing/2014/main" id="{AF311C43-0388-45AE-BF90-2F348212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3925" y="676513"/>
            <a:ext cx="335851" cy="20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48B2237B-9F94-4027-BA49-43F29A01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3925" y="686753"/>
            <a:ext cx="229362" cy="475107"/>
          </a:xfrm>
          <a:custGeom xmlns:a="http://schemas.openxmlformats.org/drawingml/2006/main">
            <a:pathLst>
              <a:path w="229362" h="475107">
                <a:moveTo>
                  <a:pt x="0" y="0"/>
                </a:moveTo>
                <a:lnTo>
                  <a:pt x="229362" y="475107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26" name="SEC-090-126">
            <a:extLst xmlns:a="http://schemas.openxmlformats.org/drawingml/2006/main">
              <a:ext uri="{FF2B5EF4-FFF2-40B4-BE49-F238E27FC236}">
                <a16:creationId xmlns:a16="http://schemas.microsoft.com/office/drawing/2014/main" id="{33AB3989-CACC-4EA9-81CA-75C12F1F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89537" y="400050"/>
            <a:ext cx="20479" cy="286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ED618C85-2590-492B-9001-63FAE8B3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3925" y="686753"/>
            <a:ext cx="335851" cy="385001"/>
          </a:xfrm>
          <a:custGeom xmlns:a="http://schemas.openxmlformats.org/drawingml/2006/main">
            <a:pathLst>
              <a:path w="335851" h="385001">
                <a:moveTo>
                  <a:pt x="335851" y="0"/>
                </a:moveTo>
                <a:lnTo>
                  <a:pt x="0" y="385001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E6480139-3D2F-470A-AC24-38CBEC01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8288" y="457390"/>
            <a:ext cx="278511" cy="229362"/>
          </a:xfrm>
          <a:custGeom xmlns:a="http://schemas.openxmlformats.org/drawingml/2006/main">
            <a:pathLst>
              <a:path w="278511" h="229362">
                <a:moveTo>
                  <a:pt x="0" y="0"/>
                </a:moveTo>
                <a:lnTo>
                  <a:pt x="278511" y="229362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7EABFB88-5BE1-46CA-8299-E49BF22E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8288" y="457390"/>
            <a:ext cx="155638" cy="516064"/>
          </a:xfrm>
          <a:custGeom xmlns:a="http://schemas.openxmlformats.org/drawingml/2006/main">
            <a:pathLst>
              <a:path w="155638" h="516064">
                <a:moveTo>
                  <a:pt x="0" y="0"/>
                </a:moveTo>
                <a:lnTo>
                  <a:pt x="155638" y="516064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6E7B3D8D-2124-489A-95DA-4AA44E35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841" y="457390"/>
            <a:ext cx="147447" cy="516064"/>
          </a:xfrm>
          <a:custGeom xmlns:a="http://schemas.openxmlformats.org/drawingml/2006/main">
            <a:pathLst>
              <a:path w="147447" h="516064">
                <a:moveTo>
                  <a:pt x="147447" y="0"/>
                </a:moveTo>
                <a:lnTo>
                  <a:pt x="0" y="516064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31" name="SEC-090-131">
            <a:extLst xmlns:a="http://schemas.openxmlformats.org/drawingml/2006/main">
              <a:ext uri="{FF2B5EF4-FFF2-40B4-BE49-F238E27FC236}">
                <a16:creationId xmlns:a16="http://schemas.microsoft.com/office/drawing/2014/main" id="{C7E5E420-CD9A-429E-B7F2-FB82EB07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30841" y="963216"/>
            <a:ext cx="303085" cy="20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6B214E09-E818-4364-9E65-70FFF21B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3287" y="973455"/>
            <a:ext cx="237554" cy="188405"/>
          </a:xfrm>
          <a:custGeom xmlns:a="http://schemas.openxmlformats.org/drawingml/2006/main">
            <a:pathLst>
              <a:path w="237554" h="188405">
                <a:moveTo>
                  <a:pt x="237554" y="0"/>
                </a:moveTo>
                <a:lnTo>
                  <a:pt x="0" y="188405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E241D0C5-6B9C-4A77-AD84-E880458C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7437" y="973455"/>
            <a:ext cx="106489" cy="188405"/>
          </a:xfrm>
          <a:custGeom xmlns:a="http://schemas.openxmlformats.org/drawingml/2006/main">
            <a:pathLst>
              <a:path w="106489" h="188405">
                <a:moveTo>
                  <a:pt x="106489" y="0"/>
                </a:moveTo>
                <a:lnTo>
                  <a:pt x="0" y="188405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34" name="SEC-090-134">
            <a:extLst xmlns:a="http://schemas.openxmlformats.org/drawingml/2006/main">
              <a:ext uri="{FF2B5EF4-FFF2-40B4-BE49-F238E27FC236}">
                <a16:creationId xmlns:a16="http://schemas.microsoft.com/office/drawing/2014/main" id="{9FB7EEC3-F831-4F3A-A19A-2A6A7CCA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9042" y="631869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35" name="SEC-090-135">
            <a:extLst xmlns:a="http://schemas.openxmlformats.org/drawingml/2006/main">
              <a:ext uri="{FF2B5EF4-FFF2-40B4-BE49-F238E27FC236}">
                <a16:creationId xmlns:a16="http://schemas.microsoft.com/office/drawing/2014/main" id="{BDBB9593-C133-4FFB-B66B-271AAED0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3712" y="604837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36" name="SEC-090-136">
            <a:extLst xmlns:a="http://schemas.openxmlformats.org/drawingml/2006/main">
              <a:ext uri="{FF2B5EF4-FFF2-40B4-BE49-F238E27FC236}">
                <a16:creationId xmlns:a16="http://schemas.microsoft.com/office/drawing/2014/main" id="{7D0EFE0F-B0EF-4554-A365-156B7DF5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3712" y="645795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37" name="SEC-090-137">
            <a:extLst xmlns:a="http://schemas.openxmlformats.org/drawingml/2006/main">
              <a:ext uri="{FF2B5EF4-FFF2-40B4-BE49-F238E27FC236}">
                <a16:creationId xmlns:a16="http://schemas.microsoft.com/office/drawing/2014/main" id="{3B1BD4E0-E173-4D1E-AF3B-7AB01BB0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3712" y="686753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38" name="SEC-090-138">
            <a:extLst xmlns:a="http://schemas.openxmlformats.org/drawingml/2006/main">
              <a:ext uri="{FF2B5EF4-FFF2-40B4-BE49-F238E27FC236}">
                <a16:creationId xmlns:a16="http://schemas.microsoft.com/office/drawing/2014/main" id="{7D2CE292-3508-4054-9E86-44B46C16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3712" y="727710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39" name="SEC-090-139">
            <a:extLst xmlns:a="http://schemas.openxmlformats.org/drawingml/2006/main">
              <a:ext uri="{FF2B5EF4-FFF2-40B4-BE49-F238E27FC236}">
                <a16:creationId xmlns:a16="http://schemas.microsoft.com/office/drawing/2014/main" id="{556F9921-70BF-4197-BB45-54DB4EBF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4893" y="345167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40" name="SEC-090-140">
            <a:extLst xmlns:a="http://schemas.openxmlformats.org/drawingml/2006/main">
              <a:ext uri="{FF2B5EF4-FFF2-40B4-BE49-F238E27FC236}">
                <a16:creationId xmlns:a16="http://schemas.microsoft.com/office/drawing/2014/main" id="{7525B2E8-E7A9-449B-8D96-8BB7CCCC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0628" y="170688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41" name="SEC-090-141">
            <a:extLst xmlns:a="http://schemas.openxmlformats.org/drawingml/2006/main">
              <a:ext uri="{FF2B5EF4-FFF2-40B4-BE49-F238E27FC236}">
                <a16:creationId xmlns:a16="http://schemas.microsoft.com/office/drawing/2014/main" id="{7B188AAE-5580-41C1-BAB7-18979686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0628" y="211646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42" name="SEC-090-142">
            <a:extLst xmlns:a="http://schemas.openxmlformats.org/drawingml/2006/main">
              <a:ext uri="{FF2B5EF4-FFF2-40B4-BE49-F238E27FC236}">
                <a16:creationId xmlns:a16="http://schemas.microsoft.com/office/drawing/2014/main" id="{F60217C2-4A06-4DA4-A635-AAFC2101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0628" y="252603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43" name="SEC-090-143">
            <a:extLst xmlns:a="http://schemas.openxmlformats.org/drawingml/2006/main">
              <a:ext uri="{FF2B5EF4-FFF2-40B4-BE49-F238E27FC236}">
                <a16:creationId xmlns:a16="http://schemas.microsoft.com/office/drawing/2014/main" id="{935F6073-7D32-4B90-A910-575BA275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0628" y="293561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44" name="SEC-090-144">
            <a:extLst xmlns:a="http://schemas.openxmlformats.org/drawingml/2006/main">
              <a:ext uri="{FF2B5EF4-FFF2-40B4-BE49-F238E27FC236}">
                <a16:creationId xmlns:a16="http://schemas.microsoft.com/office/drawing/2014/main" id="{87D47DB5-087F-4C82-9348-B6B8CF06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4893" y="631869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928C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45" name="SEC-090-145">
            <a:extLst xmlns:a="http://schemas.openxmlformats.org/drawingml/2006/main">
              <a:ext uri="{FF2B5EF4-FFF2-40B4-BE49-F238E27FC236}">
                <a16:creationId xmlns:a16="http://schemas.microsoft.com/office/drawing/2014/main" id="{58C152C1-0F3B-4F5A-98BF-6BA706E2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0628" y="785050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28C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46" name="SEC-090-146">
            <a:extLst xmlns:a="http://schemas.openxmlformats.org/drawingml/2006/main">
              <a:ext uri="{FF2B5EF4-FFF2-40B4-BE49-F238E27FC236}">
                <a16:creationId xmlns:a16="http://schemas.microsoft.com/office/drawing/2014/main" id="{EB85029E-3D0A-4E6A-AF8A-71BB9E1B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0628" y="826008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28C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47" name="SEC-090-147">
            <a:extLst xmlns:a="http://schemas.openxmlformats.org/drawingml/2006/main">
              <a:ext uri="{FF2B5EF4-FFF2-40B4-BE49-F238E27FC236}">
                <a16:creationId xmlns:a16="http://schemas.microsoft.com/office/drawing/2014/main" id="{4C96E6CB-A3B1-4879-A3D3-38C7AC28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0628" y="866966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28C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48" name="SEC-090-148">
            <a:extLst xmlns:a="http://schemas.openxmlformats.org/drawingml/2006/main">
              <a:ext uri="{FF2B5EF4-FFF2-40B4-BE49-F238E27FC236}">
                <a16:creationId xmlns:a16="http://schemas.microsoft.com/office/drawing/2014/main" id="{9B77E8C2-6A5A-46BA-896E-EA84D74D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0628" y="907923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928C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49" name="SEC-090-149">
            <a:extLst xmlns:a="http://schemas.openxmlformats.org/drawingml/2006/main">
              <a:ext uri="{FF2B5EF4-FFF2-40B4-BE49-F238E27FC236}">
                <a16:creationId xmlns:a16="http://schemas.microsoft.com/office/drawing/2014/main" id="{4C19EDF4-597B-48B7-9456-AE96FDFB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23404" y="402507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8ADA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50" name="SEC-090-150">
            <a:extLst xmlns:a="http://schemas.openxmlformats.org/drawingml/2006/main">
              <a:ext uri="{FF2B5EF4-FFF2-40B4-BE49-F238E27FC236}">
                <a16:creationId xmlns:a16="http://schemas.microsoft.com/office/drawing/2014/main" id="{88C731DD-C658-4CC8-963D-AA223729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29139" y="228028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ADA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51" name="SEC-090-151">
            <a:extLst xmlns:a="http://schemas.openxmlformats.org/drawingml/2006/main">
              <a:ext uri="{FF2B5EF4-FFF2-40B4-BE49-F238E27FC236}">
                <a16:creationId xmlns:a16="http://schemas.microsoft.com/office/drawing/2014/main" id="{1AD0844B-5532-4E4B-A51C-42231D6D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29139" y="268986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ADA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52" name="SEC-090-152">
            <a:extLst xmlns:a="http://schemas.openxmlformats.org/drawingml/2006/main">
              <a:ext uri="{FF2B5EF4-FFF2-40B4-BE49-F238E27FC236}">
                <a16:creationId xmlns:a16="http://schemas.microsoft.com/office/drawing/2014/main" id="{4832DB07-B680-48C6-A8A9-6B86989F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29139" y="309943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ADA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53" name="SEC-090-153">
            <a:extLst xmlns:a="http://schemas.openxmlformats.org/drawingml/2006/main">
              <a:ext uri="{FF2B5EF4-FFF2-40B4-BE49-F238E27FC236}">
                <a16:creationId xmlns:a16="http://schemas.microsoft.com/office/drawing/2014/main" id="{2D3C30F9-099B-428F-BE57-C70D24D8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29139" y="350901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8ADA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54" name="SEC-090-154">
            <a:extLst xmlns:a="http://schemas.openxmlformats.org/drawingml/2006/main">
              <a:ext uri="{FF2B5EF4-FFF2-40B4-BE49-F238E27FC236}">
                <a16:creationId xmlns:a16="http://schemas.microsoft.com/office/drawing/2014/main" id="{60D82370-6AFF-4D56-B122-3A50753C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1915" y="631869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2E6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55" name="SEC-090-155">
            <a:extLst xmlns:a="http://schemas.openxmlformats.org/drawingml/2006/main">
              <a:ext uri="{FF2B5EF4-FFF2-40B4-BE49-F238E27FC236}">
                <a16:creationId xmlns:a16="http://schemas.microsoft.com/office/drawing/2014/main" id="{2433CEF5-206C-4071-84A0-3DEC909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650" y="457390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2E6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56" name="SEC-090-156">
            <a:extLst xmlns:a="http://schemas.openxmlformats.org/drawingml/2006/main">
              <a:ext uri="{FF2B5EF4-FFF2-40B4-BE49-F238E27FC236}">
                <a16:creationId xmlns:a16="http://schemas.microsoft.com/office/drawing/2014/main" id="{71290EE6-34C6-447D-87CB-25F1081B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650" y="498348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2E6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57" name="SEC-090-157">
            <a:extLst xmlns:a="http://schemas.openxmlformats.org/drawingml/2006/main">
              <a:ext uri="{FF2B5EF4-FFF2-40B4-BE49-F238E27FC236}">
                <a16:creationId xmlns:a16="http://schemas.microsoft.com/office/drawing/2014/main" id="{AA46866B-4A4E-42B3-8F96-0D1AC6E1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650" y="539305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2E6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58" name="SEC-090-158">
            <a:extLst xmlns:a="http://schemas.openxmlformats.org/drawingml/2006/main">
              <a:ext uri="{FF2B5EF4-FFF2-40B4-BE49-F238E27FC236}">
                <a16:creationId xmlns:a16="http://schemas.microsoft.com/office/drawing/2014/main" id="{0FF6F9C9-C735-4FB3-B783-DB55E112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650" y="580263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2E6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59" name="SEC-090-159">
            <a:extLst xmlns:a="http://schemas.openxmlformats.org/drawingml/2006/main">
              <a:ext uri="{FF2B5EF4-FFF2-40B4-BE49-F238E27FC236}">
                <a16:creationId xmlns:a16="http://schemas.microsoft.com/office/drawing/2014/main" id="{85EE1468-94E1-4805-9553-24679833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79043" y="918572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A377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60" name="SEC-090-160">
            <a:extLst xmlns:a="http://schemas.openxmlformats.org/drawingml/2006/main">
              <a:ext uri="{FF2B5EF4-FFF2-40B4-BE49-F238E27FC236}">
                <a16:creationId xmlns:a16="http://schemas.microsoft.com/office/drawing/2014/main" id="{AE141113-217D-4971-A122-4C014B13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4033" y="891540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377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61" name="SEC-090-161">
            <a:extLst xmlns:a="http://schemas.openxmlformats.org/drawingml/2006/main">
              <a:ext uri="{FF2B5EF4-FFF2-40B4-BE49-F238E27FC236}">
                <a16:creationId xmlns:a16="http://schemas.microsoft.com/office/drawing/2014/main" id="{2C389531-DAF5-40C8-9A66-74970754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4033" y="932497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377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62" name="SEC-090-162">
            <a:extLst xmlns:a="http://schemas.openxmlformats.org/drawingml/2006/main">
              <a:ext uri="{FF2B5EF4-FFF2-40B4-BE49-F238E27FC236}">
                <a16:creationId xmlns:a16="http://schemas.microsoft.com/office/drawing/2014/main" id="{C4A27E4E-D811-429A-8AB5-330D66CE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4033" y="973455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377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63" name="SEC-090-163">
            <a:extLst xmlns:a="http://schemas.openxmlformats.org/drawingml/2006/main">
              <a:ext uri="{FF2B5EF4-FFF2-40B4-BE49-F238E27FC236}">
                <a16:creationId xmlns:a16="http://schemas.microsoft.com/office/drawing/2014/main" id="{5EDE6D8A-A0CD-4E7C-A006-512095A4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4033" y="1014412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377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64" name="SEC-090-164">
            <a:extLst xmlns:a="http://schemas.openxmlformats.org/drawingml/2006/main">
              <a:ext uri="{FF2B5EF4-FFF2-40B4-BE49-F238E27FC236}">
                <a16:creationId xmlns:a16="http://schemas.microsoft.com/office/drawing/2014/main" id="{40B43A92-9942-4C74-95F4-983CDCC6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72553" y="1106976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65" name="SEC-090-165">
            <a:extLst xmlns:a="http://schemas.openxmlformats.org/drawingml/2006/main">
              <a:ext uri="{FF2B5EF4-FFF2-40B4-BE49-F238E27FC236}">
                <a16:creationId xmlns:a16="http://schemas.microsoft.com/office/drawing/2014/main" id="{AD909EB7-10C2-4EF9-9620-84A67EA7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78288" y="1251966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66" name="SEC-090-166">
            <a:extLst xmlns:a="http://schemas.openxmlformats.org/drawingml/2006/main">
              <a:ext uri="{FF2B5EF4-FFF2-40B4-BE49-F238E27FC236}">
                <a16:creationId xmlns:a16="http://schemas.microsoft.com/office/drawing/2014/main" id="{9721BBFA-5F0F-4EFB-A6A0-648E413E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78288" y="1292924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67" name="SEC-090-167">
            <a:extLst xmlns:a="http://schemas.openxmlformats.org/drawingml/2006/main">
              <a:ext uri="{FF2B5EF4-FFF2-40B4-BE49-F238E27FC236}">
                <a16:creationId xmlns:a16="http://schemas.microsoft.com/office/drawing/2014/main" id="{56CFA550-219A-4CA0-BA00-3229D300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78288" y="1333881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68" name="SEC-090-168">
            <a:extLst xmlns:a="http://schemas.openxmlformats.org/drawingml/2006/main">
              <a:ext uri="{FF2B5EF4-FFF2-40B4-BE49-F238E27FC236}">
                <a16:creationId xmlns:a16="http://schemas.microsoft.com/office/drawing/2014/main" id="{ECB49C40-42FA-42F1-B892-1E9FA789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78288" y="1374839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69" name="SEC-090-169">
            <a:extLst xmlns:a="http://schemas.openxmlformats.org/drawingml/2006/main">
              <a:ext uri="{FF2B5EF4-FFF2-40B4-BE49-F238E27FC236}">
                <a16:creationId xmlns:a16="http://schemas.microsoft.com/office/drawing/2014/main" id="{C84E51B3-F9FF-4D1F-90D4-1F18827C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38404" y="1106976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70" name="SEC-090-170">
            <a:extLst xmlns:a="http://schemas.openxmlformats.org/drawingml/2006/main">
              <a:ext uri="{FF2B5EF4-FFF2-40B4-BE49-F238E27FC236}">
                <a16:creationId xmlns:a16="http://schemas.microsoft.com/office/drawing/2014/main" id="{D9FE72F9-DB5B-46A3-8D59-DC406ACF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4138" y="1251966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71" name="SEC-090-171">
            <a:extLst xmlns:a="http://schemas.openxmlformats.org/drawingml/2006/main">
              <a:ext uri="{FF2B5EF4-FFF2-40B4-BE49-F238E27FC236}">
                <a16:creationId xmlns:a16="http://schemas.microsoft.com/office/drawing/2014/main" id="{9D567287-1C25-499A-8D19-90302922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4138" y="1292924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72" name="SEC-090-172">
            <a:extLst xmlns:a="http://schemas.openxmlformats.org/drawingml/2006/main">
              <a:ext uri="{FF2B5EF4-FFF2-40B4-BE49-F238E27FC236}">
                <a16:creationId xmlns:a16="http://schemas.microsoft.com/office/drawing/2014/main" id="{CBD3C46E-1658-48F1-9D6F-6062C2B1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4138" y="1333881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73" name="SEC-090-173">
            <a:extLst xmlns:a="http://schemas.openxmlformats.org/drawingml/2006/main">
              <a:ext uri="{FF2B5EF4-FFF2-40B4-BE49-F238E27FC236}">
                <a16:creationId xmlns:a16="http://schemas.microsoft.com/office/drawing/2014/main" id="{7A4F3528-F402-4ECC-95ED-51F4C80E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4138" y="1374839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74" name="SEC-090-174">
            <a:extLst xmlns:a="http://schemas.openxmlformats.org/drawingml/2006/main">
              <a:ext uri="{FF2B5EF4-FFF2-40B4-BE49-F238E27FC236}">
                <a16:creationId xmlns:a16="http://schemas.microsoft.com/office/drawing/2014/main" id="{84BCE35D-31B4-43F8-A06E-27A1A40E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9042" y="1016870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75" name="SEC-090-175">
            <a:extLst xmlns:a="http://schemas.openxmlformats.org/drawingml/2006/main">
              <a:ext uri="{FF2B5EF4-FFF2-40B4-BE49-F238E27FC236}">
                <a16:creationId xmlns:a16="http://schemas.microsoft.com/office/drawing/2014/main" id="{4741C04D-B101-4800-A986-2B7D6B31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4776" y="1161860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76" name="SEC-090-176">
            <a:extLst xmlns:a="http://schemas.openxmlformats.org/drawingml/2006/main">
              <a:ext uri="{FF2B5EF4-FFF2-40B4-BE49-F238E27FC236}">
                <a16:creationId xmlns:a16="http://schemas.microsoft.com/office/drawing/2014/main" id="{995EFFC4-137A-432B-A952-EF3D0DDA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4776" y="1202817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77" name="SEC-090-177">
            <a:extLst xmlns:a="http://schemas.openxmlformats.org/drawingml/2006/main">
              <a:ext uri="{FF2B5EF4-FFF2-40B4-BE49-F238E27FC236}">
                <a16:creationId xmlns:a16="http://schemas.microsoft.com/office/drawing/2014/main" id="{96AF7E32-501E-4293-8F52-9B327A79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4776" y="1243774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78" name="SEC-090-178">
            <a:extLst xmlns:a="http://schemas.openxmlformats.org/drawingml/2006/main">
              <a:ext uri="{FF2B5EF4-FFF2-40B4-BE49-F238E27FC236}">
                <a16:creationId xmlns:a16="http://schemas.microsoft.com/office/drawing/2014/main" id="{6CEBC389-4FBF-48A4-94A4-B35EDCCF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4776" y="1284732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79" name="SEC-090-179">
            <a:extLst xmlns:a="http://schemas.openxmlformats.org/drawingml/2006/main">
              <a:ext uri="{FF2B5EF4-FFF2-40B4-BE49-F238E27FC236}">
                <a16:creationId xmlns:a16="http://schemas.microsoft.com/office/drawing/2014/main" id="{D0DFA736-D1A5-4143-9A6F-2BE0D14C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5957" y="918572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1BD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80" name="SEC-090-180">
            <a:extLst xmlns:a="http://schemas.openxmlformats.org/drawingml/2006/main">
              <a:ext uri="{FF2B5EF4-FFF2-40B4-BE49-F238E27FC236}">
                <a16:creationId xmlns:a16="http://schemas.microsoft.com/office/drawing/2014/main" id="{C656685D-C246-4FFF-A5D0-1F3B8FFB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1691" y="1063561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1BD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81" name="SEC-090-181">
            <a:extLst xmlns:a="http://schemas.openxmlformats.org/drawingml/2006/main">
              <a:ext uri="{FF2B5EF4-FFF2-40B4-BE49-F238E27FC236}">
                <a16:creationId xmlns:a16="http://schemas.microsoft.com/office/drawing/2014/main" id="{B855BDD7-08E3-4F50-8C2E-26DE3BCA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1691" y="1104519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1BD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82" name="SEC-090-182">
            <a:extLst xmlns:a="http://schemas.openxmlformats.org/drawingml/2006/main">
              <a:ext uri="{FF2B5EF4-FFF2-40B4-BE49-F238E27FC236}">
                <a16:creationId xmlns:a16="http://schemas.microsoft.com/office/drawing/2014/main" id="{D9BBD1BB-2A4B-41A9-961E-701C5460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1691" y="1145477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1BD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83" name="SEC-090-183">
            <a:extLst xmlns:a="http://schemas.openxmlformats.org/drawingml/2006/main">
              <a:ext uri="{FF2B5EF4-FFF2-40B4-BE49-F238E27FC236}">
                <a16:creationId xmlns:a16="http://schemas.microsoft.com/office/drawing/2014/main" id="{C0ABA687-B362-4FEE-9451-5529695E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1691" y="1186434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1BD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84" name="SEC-090-184">
            <a:extLst xmlns:a="http://schemas.openxmlformats.org/drawingml/2006/main">
              <a:ext uri="{FF2B5EF4-FFF2-40B4-BE49-F238E27FC236}">
                <a16:creationId xmlns:a16="http://schemas.microsoft.com/office/drawing/2014/main" id="{397C4402-6820-483A-AC10-67FC48A3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92675" y="676513"/>
            <a:ext cx="335851" cy="20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85" name="path-185">
            <a:extLst xmlns:a="http://schemas.openxmlformats.org/drawingml/2006/main">
              <a:ext uri="{FF2B5EF4-FFF2-40B4-BE49-F238E27FC236}">
                <a16:creationId xmlns:a16="http://schemas.microsoft.com/office/drawing/2014/main" id="{A6BFECED-2671-403E-B879-00BCDE24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2675" y="686753"/>
            <a:ext cx="229362" cy="475107"/>
          </a:xfrm>
          <a:custGeom xmlns:a="http://schemas.openxmlformats.org/drawingml/2006/main">
            <a:pathLst>
              <a:path w="229362" h="475107">
                <a:moveTo>
                  <a:pt x="0" y="0"/>
                </a:moveTo>
                <a:lnTo>
                  <a:pt x="229362" y="475107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86" name="SEC-090-186">
            <a:extLst xmlns:a="http://schemas.openxmlformats.org/drawingml/2006/main">
              <a:ext uri="{FF2B5EF4-FFF2-40B4-BE49-F238E27FC236}">
                <a16:creationId xmlns:a16="http://schemas.microsoft.com/office/drawing/2014/main" id="{A7D0D651-820D-4F1F-BD3D-903A020B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18287" y="400050"/>
            <a:ext cx="20479" cy="2867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87" name="path-187">
            <a:extLst xmlns:a="http://schemas.openxmlformats.org/drawingml/2006/main">
              <a:ext uri="{FF2B5EF4-FFF2-40B4-BE49-F238E27FC236}">
                <a16:creationId xmlns:a16="http://schemas.microsoft.com/office/drawing/2014/main" id="{1022CE08-648E-4E02-AFBC-0F8C2351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2675" y="686753"/>
            <a:ext cx="335851" cy="385001"/>
          </a:xfrm>
          <a:custGeom xmlns:a="http://schemas.openxmlformats.org/drawingml/2006/main">
            <a:pathLst>
              <a:path w="335851" h="385001">
                <a:moveTo>
                  <a:pt x="335851" y="0"/>
                </a:moveTo>
                <a:lnTo>
                  <a:pt x="0" y="385001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88" name="path-188">
            <a:extLst xmlns:a="http://schemas.openxmlformats.org/drawingml/2006/main">
              <a:ext uri="{FF2B5EF4-FFF2-40B4-BE49-F238E27FC236}">
                <a16:creationId xmlns:a16="http://schemas.microsoft.com/office/drawing/2014/main" id="{7BBCE7B7-9B26-4825-9B6E-EDA73AA6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2037" y="973455"/>
            <a:ext cx="237554" cy="188405"/>
          </a:xfrm>
          <a:custGeom xmlns:a="http://schemas.openxmlformats.org/drawingml/2006/main">
            <a:pathLst>
              <a:path w="237554" h="188405">
                <a:moveTo>
                  <a:pt x="237554" y="0"/>
                </a:moveTo>
                <a:lnTo>
                  <a:pt x="0" y="188405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89" name="path-189">
            <a:extLst xmlns:a="http://schemas.openxmlformats.org/drawingml/2006/main">
              <a:ext uri="{FF2B5EF4-FFF2-40B4-BE49-F238E27FC236}">
                <a16:creationId xmlns:a16="http://schemas.microsoft.com/office/drawing/2014/main" id="{F4B47EB2-E061-4ED6-98C3-9A464542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6187" y="973455"/>
            <a:ext cx="106489" cy="188405"/>
          </a:xfrm>
          <a:custGeom xmlns:a="http://schemas.openxmlformats.org/drawingml/2006/main">
            <a:pathLst>
              <a:path w="106489" h="188405">
                <a:moveTo>
                  <a:pt x="106489" y="0"/>
                </a:moveTo>
                <a:lnTo>
                  <a:pt x="0" y="188405"/>
                </a:lnTo>
              </a:path>
            </a:pathLst>
          </a:custGeom>
          <a:noFill xmlns:a="http://schemas.openxmlformats.org/drawingml/2006/main"/>
          <a:ln xmlns:a="http://schemas.openxmlformats.org/drawingml/2006/main" w="20479">
            <a:solidFill>
              <a:srgbClr val="111111"/>
            </a:solidFill>
          </a:ln>
        </p:spPr>
      </p:sp>
      <p:sp>
        <p:nvSpPr>
          <p:cNvPr id="190" name="SEC-090-190">
            <a:extLst xmlns:a="http://schemas.openxmlformats.org/drawingml/2006/main">
              <a:ext uri="{FF2B5EF4-FFF2-40B4-BE49-F238E27FC236}">
                <a16:creationId xmlns:a16="http://schemas.microsoft.com/office/drawing/2014/main" id="{BF9A3026-DA3F-4A02-8DD7-0F60EA73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28527" y="674465"/>
            <a:ext cx="557022" cy="2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0916"/>
          </a:solidFill>
          <a:ln xmlns:a="http://schemas.openxmlformats.org/drawingml/2006/main" w="0">
            <a:noFill/>
          </a:ln>
        </p:spPr>
      </p:sp>
      <p:sp>
        <p:nvSpPr>
          <p:cNvPr id="191" name="path-191">
            <a:extLst xmlns:a="http://schemas.openxmlformats.org/drawingml/2006/main">
              <a:ext uri="{FF2B5EF4-FFF2-40B4-BE49-F238E27FC236}">
                <a16:creationId xmlns:a16="http://schemas.microsoft.com/office/drawing/2014/main" id="{3BC84127-4DA8-40B0-858E-D708113B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8527" y="686753"/>
            <a:ext cx="434149" cy="286702"/>
          </a:xfrm>
          <a:custGeom xmlns:a="http://schemas.openxmlformats.org/drawingml/2006/main">
            <a:pathLst>
              <a:path w="434149" h="286702">
                <a:moveTo>
                  <a:pt x="0" y="0"/>
                </a:moveTo>
                <a:lnTo>
                  <a:pt x="434149" y="286702"/>
                </a:lnTo>
              </a:path>
            </a:pathLst>
          </a:custGeom>
          <a:noFill xmlns:a="http://schemas.openxmlformats.org/drawingml/2006/main"/>
          <a:ln xmlns:a="http://schemas.openxmlformats.org/drawingml/2006/main" w="24575">
            <a:solidFill>
              <a:srgbClr val="D30916"/>
            </a:solidFill>
          </a:ln>
        </p:spPr>
      </p:sp>
      <p:sp>
        <p:nvSpPr>
          <p:cNvPr id="192" name="path-192">
            <a:extLst xmlns:a="http://schemas.openxmlformats.org/drawingml/2006/main">
              <a:ext uri="{FF2B5EF4-FFF2-40B4-BE49-F238E27FC236}">
                <a16:creationId xmlns:a16="http://schemas.microsoft.com/office/drawing/2014/main" id="{584B387F-E00B-4598-9296-6870F670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7038" y="457390"/>
            <a:ext cx="155638" cy="516064"/>
          </a:xfrm>
          <a:custGeom xmlns:a="http://schemas.openxmlformats.org/drawingml/2006/main">
            <a:pathLst>
              <a:path w="155638" h="516064">
                <a:moveTo>
                  <a:pt x="0" y="0"/>
                </a:moveTo>
                <a:lnTo>
                  <a:pt x="155638" y="516064"/>
                </a:lnTo>
              </a:path>
            </a:pathLst>
          </a:custGeom>
          <a:noFill xmlns:a="http://schemas.openxmlformats.org/drawingml/2006/main"/>
          <a:ln xmlns:a="http://schemas.openxmlformats.org/drawingml/2006/main" w="24575">
            <a:solidFill>
              <a:srgbClr val="D30916"/>
            </a:solidFill>
          </a:ln>
        </p:spPr>
      </p:sp>
      <p:sp>
        <p:nvSpPr>
          <p:cNvPr id="193" name="path-193">
            <a:extLst xmlns:a="http://schemas.openxmlformats.org/drawingml/2006/main">
              <a:ext uri="{FF2B5EF4-FFF2-40B4-BE49-F238E27FC236}">
                <a16:creationId xmlns:a16="http://schemas.microsoft.com/office/drawing/2014/main" id="{0F5B5E72-4C94-479B-9BB4-0B58C2B5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591" y="457390"/>
            <a:ext cx="147447" cy="516064"/>
          </a:xfrm>
          <a:custGeom xmlns:a="http://schemas.openxmlformats.org/drawingml/2006/main">
            <a:pathLst>
              <a:path w="147447" h="516064">
                <a:moveTo>
                  <a:pt x="147447" y="0"/>
                </a:moveTo>
                <a:lnTo>
                  <a:pt x="0" y="516064"/>
                </a:lnTo>
              </a:path>
            </a:pathLst>
          </a:custGeom>
          <a:noFill xmlns:a="http://schemas.openxmlformats.org/drawingml/2006/main"/>
          <a:ln xmlns:a="http://schemas.openxmlformats.org/drawingml/2006/main" w="24575">
            <a:solidFill>
              <a:srgbClr val="D30916"/>
            </a:solidFill>
          </a:ln>
        </p:spPr>
      </p:sp>
      <p:sp>
        <p:nvSpPr>
          <p:cNvPr id="194" name="path-194">
            <a:extLst xmlns:a="http://schemas.openxmlformats.org/drawingml/2006/main">
              <a:ext uri="{FF2B5EF4-FFF2-40B4-BE49-F238E27FC236}">
                <a16:creationId xmlns:a16="http://schemas.microsoft.com/office/drawing/2014/main" id="{21FFFAB5-7966-4A0C-B224-9C1A14D7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591" y="686753"/>
            <a:ext cx="425958" cy="286702"/>
          </a:xfrm>
          <a:custGeom xmlns:a="http://schemas.openxmlformats.org/drawingml/2006/main">
            <a:pathLst>
              <a:path w="425958" h="286702">
                <a:moveTo>
                  <a:pt x="425958" y="0"/>
                </a:moveTo>
                <a:lnTo>
                  <a:pt x="0" y="286702"/>
                </a:lnTo>
              </a:path>
            </a:pathLst>
          </a:custGeom>
          <a:noFill xmlns:a="http://schemas.openxmlformats.org/drawingml/2006/main"/>
          <a:ln xmlns:a="http://schemas.openxmlformats.org/drawingml/2006/main" w="24575">
            <a:solidFill>
              <a:srgbClr val="D30916"/>
            </a:solidFill>
          </a:ln>
        </p:spPr>
      </p:sp>
      <p:sp>
        <p:nvSpPr>
          <p:cNvPr id="195" name="SEC-090-195">
            <a:extLst xmlns:a="http://schemas.openxmlformats.org/drawingml/2006/main">
              <a:ext uri="{FF2B5EF4-FFF2-40B4-BE49-F238E27FC236}">
                <a16:creationId xmlns:a16="http://schemas.microsoft.com/office/drawing/2014/main" id="{747054E6-8C46-4ECC-9D93-604AFA8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37792" y="631869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196" name="SEC-090-196">
            <a:extLst xmlns:a="http://schemas.openxmlformats.org/drawingml/2006/main">
              <a:ext uri="{FF2B5EF4-FFF2-40B4-BE49-F238E27FC236}">
                <a16:creationId xmlns:a16="http://schemas.microsoft.com/office/drawing/2014/main" id="{327522FA-5183-4D3F-A3CF-B50AA60E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12462" y="604837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97" name="SEC-090-197">
            <a:extLst xmlns:a="http://schemas.openxmlformats.org/drawingml/2006/main">
              <a:ext uri="{FF2B5EF4-FFF2-40B4-BE49-F238E27FC236}">
                <a16:creationId xmlns:a16="http://schemas.microsoft.com/office/drawing/2014/main" id="{581BFEA6-980F-469E-8288-F0ABF081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12462" y="645795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98" name="SEC-090-198">
            <a:extLst xmlns:a="http://schemas.openxmlformats.org/drawingml/2006/main">
              <a:ext uri="{FF2B5EF4-FFF2-40B4-BE49-F238E27FC236}">
                <a16:creationId xmlns:a16="http://schemas.microsoft.com/office/drawing/2014/main" id="{B0ECD346-38B2-4925-9AD4-518A723C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12462" y="686753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199" name="SEC-090-199">
            <a:extLst xmlns:a="http://schemas.openxmlformats.org/drawingml/2006/main">
              <a:ext uri="{FF2B5EF4-FFF2-40B4-BE49-F238E27FC236}">
                <a16:creationId xmlns:a16="http://schemas.microsoft.com/office/drawing/2014/main" id="{BD0EF6C5-3352-4EF8-9638-03C353BD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12462" y="727710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572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00" name="SEC-090-200">
            <a:extLst xmlns:a="http://schemas.openxmlformats.org/drawingml/2006/main">
              <a:ext uri="{FF2B5EF4-FFF2-40B4-BE49-F238E27FC236}">
                <a16:creationId xmlns:a16="http://schemas.microsoft.com/office/drawing/2014/main" id="{E78FFBE4-066D-4264-BF66-F8AB4598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3643" y="345167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201" name="SEC-090-201">
            <a:extLst xmlns:a="http://schemas.openxmlformats.org/drawingml/2006/main">
              <a:ext uri="{FF2B5EF4-FFF2-40B4-BE49-F238E27FC236}">
                <a16:creationId xmlns:a16="http://schemas.microsoft.com/office/drawing/2014/main" id="{D885A69E-8FBA-4985-9A77-7D2F3EB0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9378" y="170688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02" name="SEC-090-202">
            <a:extLst xmlns:a="http://schemas.openxmlformats.org/drawingml/2006/main">
              <a:ext uri="{FF2B5EF4-FFF2-40B4-BE49-F238E27FC236}">
                <a16:creationId xmlns:a16="http://schemas.microsoft.com/office/drawing/2014/main" id="{D19EF94D-7EA5-4064-A0B0-8EF2CD2C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9378" y="211646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03" name="SEC-090-203">
            <a:extLst xmlns:a="http://schemas.openxmlformats.org/drawingml/2006/main">
              <a:ext uri="{FF2B5EF4-FFF2-40B4-BE49-F238E27FC236}">
                <a16:creationId xmlns:a16="http://schemas.microsoft.com/office/drawing/2014/main" id="{8972DB83-FFBC-4740-B01F-AF76E8A9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9378" y="252603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04" name="SEC-090-204">
            <a:extLst xmlns:a="http://schemas.openxmlformats.org/drawingml/2006/main">
              <a:ext uri="{FF2B5EF4-FFF2-40B4-BE49-F238E27FC236}">
                <a16:creationId xmlns:a16="http://schemas.microsoft.com/office/drawing/2014/main" id="{7C91A4E4-ED0B-43CC-9EF8-43352E62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9378" y="293561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05" name="SEC-090-205">
            <a:extLst xmlns:a="http://schemas.openxmlformats.org/drawingml/2006/main">
              <a:ext uri="{FF2B5EF4-FFF2-40B4-BE49-F238E27FC236}">
                <a16:creationId xmlns:a16="http://schemas.microsoft.com/office/drawing/2014/main" id="{CDD8D63C-E348-4018-B558-F691F3C4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2516" y="600742"/>
            <a:ext cx="172022" cy="17202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57982"/>
              </a:gs>
              <a:gs pos="100000">
                <a:srgbClr val="AD000B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206" name="SEC-090-206">
            <a:extLst xmlns:a="http://schemas.openxmlformats.org/drawingml/2006/main">
              <a:ext uri="{FF2B5EF4-FFF2-40B4-BE49-F238E27FC236}">
                <a16:creationId xmlns:a16="http://schemas.microsoft.com/office/drawing/2014/main" id="{C4174A68-8B07-4174-B74F-6591CFF8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9378" y="785050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56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07" name="SEC-090-207">
            <a:extLst xmlns:a="http://schemas.openxmlformats.org/drawingml/2006/main">
              <a:ext uri="{FF2B5EF4-FFF2-40B4-BE49-F238E27FC236}">
                <a16:creationId xmlns:a16="http://schemas.microsoft.com/office/drawing/2014/main" id="{CE51FC88-7093-4B9B-97A4-F01F84D8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9378" y="826008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56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08" name="SEC-090-208">
            <a:extLst xmlns:a="http://schemas.openxmlformats.org/drawingml/2006/main">
              <a:ext uri="{FF2B5EF4-FFF2-40B4-BE49-F238E27FC236}">
                <a16:creationId xmlns:a16="http://schemas.microsoft.com/office/drawing/2014/main" id="{3EA99F9E-9B74-4686-93C7-83563067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9378" y="866966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56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09" name="SEC-090-209">
            <a:extLst xmlns:a="http://schemas.openxmlformats.org/drawingml/2006/main">
              <a:ext uri="{FF2B5EF4-FFF2-40B4-BE49-F238E27FC236}">
                <a16:creationId xmlns:a16="http://schemas.microsoft.com/office/drawing/2014/main" id="{5210CC0E-1767-4E02-BBDE-92E6AAA2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79378" y="907923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56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10" name="SEC-090-210">
            <a:extLst xmlns:a="http://schemas.openxmlformats.org/drawingml/2006/main">
              <a:ext uri="{FF2B5EF4-FFF2-40B4-BE49-F238E27FC236}">
                <a16:creationId xmlns:a16="http://schemas.microsoft.com/office/drawing/2014/main" id="{F5667FB8-4E4A-4898-B562-6A9C080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1027" y="371380"/>
            <a:ext cx="172022" cy="17202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9C75CD"/>
              </a:gs>
              <a:gs pos="100000">
                <a:srgbClr val="413075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211" name="SEC-090-211">
            <a:extLst xmlns:a="http://schemas.openxmlformats.org/drawingml/2006/main">
              <a:ext uri="{FF2B5EF4-FFF2-40B4-BE49-F238E27FC236}">
                <a16:creationId xmlns:a16="http://schemas.microsoft.com/office/drawing/2014/main" id="{1E9D5BA2-6239-4CC8-AB15-1C927650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7889" y="228028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4693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12" name="SEC-090-212">
            <a:extLst xmlns:a="http://schemas.openxmlformats.org/drawingml/2006/main">
              <a:ext uri="{FF2B5EF4-FFF2-40B4-BE49-F238E27FC236}">
                <a16:creationId xmlns:a16="http://schemas.microsoft.com/office/drawing/2014/main" id="{AB2348BD-2BBA-4DD2-AE6F-EF47ED5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7889" y="268986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4693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13" name="SEC-090-213">
            <a:extLst xmlns:a="http://schemas.openxmlformats.org/drawingml/2006/main">
              <a:ext uri="{FF2B5EF4-FFF2-40B4-BE49-F238E27FC236}">
                <a16:creationId xmlns:a16="http://schemas.microsoft.com/office/drawing/2014/main" id="{AD44F015-90B0-4D27-B328-B4ADA22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7889" y="309943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4693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14" name="SEC-090-214">
            <a:extLst xmlns:a="http://schemas.openxmlformats.org/drawingml/2006/main">
              <a:ext uri="{FF2B5EF4-FFF2-40B4-BE49-F238E27FC236}">
                <a16:creationId xmlns:a16="http://schemas.microsoft.com/office/drawing/2014/main" id="{28B47AE6-EB36-4607-B0ED-1839CCAA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7889" y="350901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4693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15" name="SEC-090-215">
            <a:extLst xmlns:a="http://schemas.openxmlformats.org/drawingml/2006/main">
              <a:ext uri="{FF2B5EF4-FFF2-40B4-BE49-F238E27FC236}">
                <a16:creationId xmlns:a16="http://schemas.microsoft.com/office/drawing/2014/main" id="{905E0E47-D569-4704-B2C1-8C7B03A9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99538" y="600742"/>
            <a:ext cx="172022" cy="17202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0CFE2"/>
              </a:gs>
              <a:gs pos="100000">
                <a:srgbClr val="045179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216" name="SEC-090-216">
            <a:extLst xmlns:a="http://schemas.openxmlformats.org/drawingml/2006/main">
              <a:ext uri="{FF2B5EF4-FFF2-40B4-BE49-F238E27FC236}">
                <a16:creationId xmlns:a16="http://schemas.microsoft.com/office/drawing/2014/main" id="{91F65CDF-D509-4976-8584-46235432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36400" y="457390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BBA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17" name="SEC-090-217">
            <a:extLst xmlns:a="http://schemas.openxmlformats.org/drawingml/2006/main">
              <a:ext uri="{FF2B5EF4-FFF2-40B4-BE49-F238E27FC236}">
                <a16:creationId xmlns:a16="http://schemas.microsoft.com/office/drawing/2014/main" id="{B925116B-8E93-43F0-8A66-F8AF5BEC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36400" y="498348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BBA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18" name="SEC-090-218">
            <a:extLst xmlns:a="http://schemas.openxmlformats.org/drawingml/2006/main">
              <a:ext uri="{FF2B5EF4-FFF2-40B4-BE49-F238E27FC236}">
                <a16:creationId xmlns:a16="http://schemas.microsoft.com/office/drawing/2014/main" id="{BB8C7573-1913-464E-91B9-5E293EF8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36400" y="539305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BBA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19" name="SEC-090-219">
            <a:extLst xmlns:a="http://schemas.openxmlformats.org/drawingml/2006/main">
              <a:ext uri="{FF2B5EF4-FFF2-40B4-BE49-F238E27FC236}">
                <a16:creationId xmlns:a16="http://schemas.microsoft.com/office/drawing/2014/main" id="{84979F2C-05CB-439A-A980-5154054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36400" y="580263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BBA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20" name="SEC-090-220">
            <a:extLst xmlns:a="http://schemas.openxmlformats.org/drawingml/2006/main">
              <a:ext uri="{FF2B5EF4-FFF2-40B4-BE49-F238E27FC236}">
                <a16:creationId xmlns:a16="http://schemas.microsoft.com/office/drawing/2014/main" id="{BD0A6FA2-048B-45C5-820C-BEB5B8D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76665" y="887444"/>
            <a:ext cx="172022" cy="17202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398E38"/>
              </a:gs>
              <a:gs pos="100000">
                <a:srgbClr val="005406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221" name="SEC-090-221">
            <a:extLst xmlns:a="http://schemas.openxmlformats.org/drawingml/2006/main">
              <a:ext uri="{FF2B5EF4-FFF2-40B4-BE49-F238E27FC236}">
                <a16:creationId xmlns:a16="http://schemas.microsoft.com/office/drawing/2014/main" id="{7FCC912F-817A-4D5D-AB9A-39ACF92D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2783" y="891540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6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22" name="SEC-090-222">
            <a:extLst xmlns:a="http://schemas.openxmlformats.org/drawingml/2006/main">
              <a:ext uri="{FF2B5EF4-FFF2-40B4-BE49-F238E27FC236}">
                <a16:creationId xmlns:a16="http://schemas.microsoft.com/office/drawing/2014/main" id="{34A4EA15-8B2E-4730-B70F-33BF3C3E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2783" y="932497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6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23" name="SEC-090-223">
            <a:extLst xmlns:a="http://schemas.openxmlformats.org/drawingml/2006/main">
              <a:ext uri="{FF2B5EF4-FFF2-40B4-BE49-F238E27FC236}">
                <a16:creationId xmlns:a16="http://schemas.microsoft.com/office/drawing/2014/main" id="{C5B6AEEF-BB41-41EE-9686-FD65667E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2783" y="973455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6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24" name="SEC-090-224">
            <a:extLst xmlns:a="http://schemas.openxmlformats.org/drawingml/2006/main">
              <a:ext uri="{FF2B5EF4-FFF2-40B4-BE49-F238E27FC236}">
                <a16:creationId xmlns:a16="http://schemas.microsoft.com/office/drawing/2014/main" id="{117E6F06-12B7-43C1-ACC0-2ED13C1C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2783" y="1014412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6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25" name="SEC-090-225">
            <a:extLst xmlns:a="http://schemas.openxmlformats.org/drawingml/2006/main">
              <a:ext uri="{FF2B5EF4-FFF2-40B4-BE49-F238E27FC236}">
                <a16:creationId xmlns:a16="http://schemas.microsoft.com/office/drawing/2014/main" id="{D9AF7339-BC96-4C2E-A844-B08D4389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1303" y="1106976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226" name="SEC-090-226">
            <a:extLst xmlns:a="http://schemas.openxmlformats.org/drawingml/2006/main">
              <a:ext uri="{FF2B5EF4-FFF2-40B4-BE49-F238E27FC236}">
                <a16:creationId xmlns:a16="http://schemas.microsoft.com/office/drawing/2014/main" id="{D0338318-6A01-4A69-9E9F-6B778E67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7038" y="1251966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27" name="SEC-090-227">
            <a:extLst xmlns:a="http://schemas.openxmlformats.org/drawingml/2006/main">
              <a:ext uri="{FF2B5EF4-FFF2-40B4-BE49-F238E27FC236}">
                <a16:creationId xmlns:a16="http://schemas.microsoft.com/office/drawing/2014/main" id="{0690FFD7-CE5E-443C-AE63-293528CD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7038" y="1292924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28" name="SEC-090-228">
            <a:extLst xmlns:a="http://schemas.openxmlformats.org/drawingml/2006/main">
              <a:ext uri="{FF2B5EF4-FFF2-40B4-BE49-F238E27FC236}">
                <a16:creationId xmlns:a16="http://schemas.microsoft.com/office/drawing/2014/main" id="{4E0F4854-C99B-46CB-8E93-FFBDAD87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7038" y="1333881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29" name="SEC-090-229">
            <a:extLst xmlns:a="http://schemas.openxmlformats.org/drawingml/2006/main">
              <a:ext uri="{FF2B5EF4-FFF2-40B4-BE49-F238E27FC236}">
                <a16:creationId xmlns:a16="http://schemas.microsoft.com/office/drawing/2014/main" id="{D75930FD-7B57-4923-B2BE-8F71E675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07038" y="1374839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030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30" name="SEC-090-230">
            <a:extLst xmlns:a="http://schemas.openxmlformats.org/drawingml/2006/main">
              <a:ext uri="{FF2B5EF4-FFF2-40B4-BE49-F238E27FC236}">
                <a16:creationId xmlns:a16="http://schemas.microsoft.com/office/drawing/2014/main" id="{6A847B72-0778-4E5F-A6E3-546BEA3C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7154" y="1106976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231" name="SEC-090-231">
            <a:extLst xmlns:a="http://schemas.openxmlformats.org/drawingml/2006/main">
              <a:ext uri="{FF2B5EF4-FFF2-40B4-BE49-F238E27FC236}">
                <a16:creationId xmlns:a16="http://schemas.microsoft.com/office/drawing/2014/main" id="{E33A4A1A-1E2B-4548-8494-5DFC5EFC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72888" y="1251966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32" name="SEC-090-232">
            <a:extLst xmlns:a="http://schemas.openxmlformats.org/drawingml/2006/main">
              <a:ext uri="{FF2B5EF4-FFF2-40B4-BE49-F238E27FC236}">
                <a16:creationId xmlns:a16="http://schemas.microsoft.com/office/drawing/2014/main" id="{29DBF074-C09E-44B3-8410-7892A06E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72888" y="1292924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33" name="SEC-090-233">
            <a:extLst xmlns:a="http://schemas.openxmlformats.org/drawingml/2006/main">
              <a:ext uri="{FF2B5EF4-FFF2-40B4-BE49-F238E27FC236}">
                <a16:creationId xmlns:a16="http://schemas.microsoft.com/office/drawing/2014/main" id="{A57C276B-B96F-4058-936F-16AFEA55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72888" y="1333881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34" name="SEC-090-234">
            <a:extLst xmlns:a="http://schemas.openxmlformats.org/drawingml/2006/main">
              <a:ext uri="{FF2B5EF4-FFF2-40B4-BE49-F238E27FC236}">
                <a16:creationId xmlns:a16="http://schemas.microsoft.com/office/drawing/2014/main" id="{A80000A1-6D9D-418D-8676-4C635F7A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72888" y="1374839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AF0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35" name="SEC-090-235">
            <a:extLst xmlns:a="http://schemas.openxmlformats.org/drawingml/2006/main">
              <a:ext uri="{FF2B5EF4-FFF2-40B4-BE49-F238E27FC236}">
                <a16:creationId xmlns:a16="http://schemas.microsoft.com/office/drawing/2014/main" id="{7F6E1E0F-0D0E-4613-983B-EDEC385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37792" y="1016870"/>
            <a:ext cx="109766" cy="1097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22936">
            <a:solidFill>
              <a:srgbClr val="000000"/>
            </a:solidFill>
          </a:ln>
        </p:spPr>
      </p:sp>
      <p:sp>
        <p:nvSpPr>
          <p:cNvPr id="236" name="SEC-090-236">
            <a:extLst xmlns:a="http://schemas.openxmlformats.org/drawingml/2006/main">
              <a:ext uri="{FF2B5EF4-FFF2-40B4-BE49-F238E27FC236}">
                <a16:creationId xmlns:a16="http://schemas.microsoft.com/office/drawing/2014/main" id="{25DEE62E-E2DA-493F-8BD1-E3434E01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43526" y="1161860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37" name="SEC-090-237">
            <a:extLst xmlns:a="http://schemas.openxmlformats.org/drawingml/2006/main">
              <a:ext uri="{FF2B5EF4-FFF2-40B4-BE49-F238E27FC236}">
                <a16:creationId xmlns:a16="http://schemas.microsoft.com/office/drawing/2014/main" id="{7F412D44-00DB-4214-972F-E79975EA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43526" y="1202817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38" name="SEC-090-238">
            <a:extLst xmlns:a="http://schemas.openxmlformats.org/drawingml/2006/main">
              <a:ext uri="{FF2B5EF4-FFF2-40B4-BE49-F238E27FC236}">
                <a16:creationId xmlns:a16="http://schemas.microsoft.com/office/drawing/2014/main" id="{A915A206-FD39-4F98-B1CE-58368AB3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43526" y="1243774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39" name="SEC-090-239">
            <a:extLst xmlns:a="http://schemas.openxmlformats.org/drawingml/2006/main">
              <a:ext uri="{FF2B5EF4-FFF2-40B4-BE49-F238E27FC236}">
                <a16:creationId xmlns:a16="http://schemas.microsoft.com/office/drawing/2014/main" id="{481F6595-AAAA-46AD-BA25-54782CDB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43526" y="1284732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2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40" name="SEC-090-240">
            <a:extLst xmlns:a="http://schemas.openxmlformats.org/drawingml/2006/main">
              <a:ext uri="{FF2B5EF4-FFF2-40B4-BE49-F238E27FC236}">
                <a16:creationId xmlns:a16="http://schemas.microsoft.com/office/drawing/2014/main" id="{CFA58211-AB22-42A5-83C5-810C169F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73580" y="887444"/>
            <a:ext cx="172022" cy="17202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947A8"/>
              </a:gs>
              <a:gs pos="100000">
                <a:srgbClr val="970083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241" name="SEC-090-241">
            <a:extLst xmlns:a="http://schemas.openxmlformats.org/drawingml/2006/main">
              <a:ext uri="{FF2B5EF4-FFF2-40B4-BE49-F238E27FC236}">
                <a16:creationId xmlns:a16="http://schemas.microsoft.com/office/drawing/2014/main" id="{559DE124-D13A-4E49-95FD-78EA0457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10442" y="1063561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9B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42" name="SEC-090-242">
            <a:extLst xmlns:a="http://schemas.openxmlformats.org/drawingml/2006/main">
              <a:ext uri="{FF2B5EF4-FFF2-40B4-BE49-F238E27FC236}">
                <a16:creationId xmlns:a16="http://schemas.microsoft.com/office/drawing/2014/main" id="{451075F4-F671-4AF8-9244-C82C2A15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10442" y="1104519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9B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43" name="SEC-090-243">
            <a:extLst xmlns:a="http://schemas.openxmlformats.org/drawingml/2006/main">
              <a:ext uri="{FF2B5EF4-FFF2-40B4-BE49-F238E27FC236}">
                <a16:creationId xmlns:a16="http://schemas.microsoft.com/office/drawing/2014/main" id="{99348286-C45B-47D6-A3D5-292DD0E7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10442" y="1145477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9B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44" name="SEC-090-244">
            <a:extLst xmlns:a="http://schemas.openxmlformats.org/drawingml/2006/main">
              <a:ext uri="{FF2B5EF4-FFF2-40B4-BE49-F238E27FC236}">
                <a16:creationId xmlns:a16="http://schemas.microsoft.com/office/drawing/2014/main" id="{CCD5A5BB-0431-4C80-BD88-FFC996FA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10442" y="1186434"/>
            <a:ext cx="98298" cy="2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29BF"/>
          </a:solidFill>
          <a:ln xmlns:a="http://schemas.openxmlformats.org/drawingml/2006/main" w="6553">
            <a:solidFill>
              <a:srgbClr val="52657A"/>
            </a:solidFill>
          </a:ln>
        </p:spPr>
      </p:sp>
      <p:sp>
        <p:nvSpPr>
          <p:cNvPr id="245" name="SEC-090-245">
            <a:extLst xmlns:a="http://schemas.openxmlformats.org/drawingml/2006/main">
              <a:ext uri="{FF2B5EF4-FFF2-40B4-BE49-F238E27FC236}">
                <a16:creationId xmlns:a16="http://schemas.microsoft.com/office/drawing/2014/main" id="{428EBEA2-2854-4D57-AA5A-F60F515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38150"/>
            <a:ext cx="1562100" cy="1019175"/>
          </a:xfrm>
          <a:prstGeom xmlns:a="http://schemas.openxmlformats.org/drawingml/2006/main" prst="roundRect">
            <a:avLst>
              <a:gd name="adj" fmla="val 13084"/>
            </a:avLst>
          </a:prstGeom>
          <a:gradFill xmlns:a="http://schemas.openxmlformats.org/drawingml/2006/main">
            <a:gsLst>
              <a:gs pos="0">
                <a:srgbClr val="FFF6EA"/>
              </a:gs>
              <a:gs pos="100000">
                <a:srgbClr val="F7CBAA"/>
              </a:gs>
            </a:gsLst>
            <a:path path="shape"/>
          </a:gra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46" name="SEC-090-246">
            <a:extLst xmlns:a="http://schemas.openxmlformats.org/drawingml/2006/main">
              <a:ext uri="{FF2B5EF4-FFF2-40B4-BE49-F238E27FC236}">
                <a16:creationId xmlns:a16="http://schemas.microsoft.com/office/drawing/2014/main" id="{EDD5A8D1-C4DE-4ECE-8300-FBDFC4FD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38150"/>
            <a:ext cx="15621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EdgeView</a:t>
            </a:r>
          </a:p>
        </p:txBody>
      </p:sp>
      <p:sp>
        <p:nvSpPr>
          <p:cNvPr id="247" name="SEC-090-247">
            <a:extLst xmlns:a="http://schemas.openxmlformats.org/drawingml/2006/main">
              <a:ext uri="{FF2B5EF4-FFF2-40B4-BE49-F238E27FC236}">
                <a16:creationId xmlns:a16="http://schemas.microsoft.com/office/drawing/2014/main" id="{D124B1F7-3FC5-4E0E-B662-1D629C5F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2152650"/>
            <a:ext cx="1571625" cy="1028700"/>
          </a:xfrm>
          <a:prstGeom xmlns:a="http://schemas.openxmlformats.org/drawingml/2006/main" prst="roundRect">
            <a:avLst>
              <a:gd name="adj" fmla="val 12963"/>
            </a:avLst>
          </a:prstGeom>
          <a:gradFill xmlns:a="http://schemas.openxmlformats.org/drawingml/2006/main">
            <a:gsLst>
              <a:gs pos="0">
                <a:srgbClr val="FFFBE8"/>
              </a:gs>
              <a:gs pos="100000">
                <a:srgbClr val="FFE68F"/>
              </a:gs>
            </a:gsLst>
            <a:path path="shape"/>
          </a:gra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48" name="SEC-090-248">
            <a:extLst xmlns:a="http://schemas.openxmlformats.org/drawingml/2006/main">
              <a:ext uri="{FF2B5EF4-FFF2-40B4-BE49-F238E27FC236}">
                <a16:creationId xmlns:a16="http://schemas.microsoft.com/office/drawing/2014/main" id="{7F9A988E-6CFB-449B-9AC6-438405CB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2152650"/>
            <a:ext cx="1571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NodeView</a:t>
            </a:r>
          </a:p>
        </p:txBody>
      </p:sp>
      <p:sp>
        <p:nvSpPr>
          <p:cNvPr id="249" name="SEC-090-249">
            <a:extLst xmlns:a="http://schemas.openxmlformats.org/drawingml/2006/main">
              <a:ext uri="{FF2B5EF4-FFF2-40B4-BE49-F238E27FC236}">
                <a16:creationId xmlns:a16="http://schemas.microsoft.com/office/drawing/2014/main" id="{24036220-8C5A-443A-B0B5-E3A15DCF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0" y="895350"/>
            <a:ext cx="1609725" cy="733425"/>
          </a:xfrm>
          <a:prstGeom xmlns:a="http://schemas.openxmlformats.org/drawingml/2006/main" prst="roundRect">
            <a:avLst>
              <a:gd name="adj" fmla="val 18182"/>
            </a:avLst>
          </a:prstGeom>
          <a:gradFill xmlns:a="http://schemas.openxmlformats.org/drawingml/2006/main">
            <a:gsLst>
              <a:gs pos="0">
                <a:srgbClr val="FFF6EA"/>
              </a:gs>
              <a:gs pos="100000">
                <a:srgbClr val="F7CBAA"/>
              </a:gs>
            </a:gsLst>
            <a:path path="shape"/>
          </a:gra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50" name="SEC-090-250">
            <a:extLst xmlns:a="http://schemas.openxmlformats.org/drawingml/2006/main">
              <a:ext uri="{FF2B5EF4-FFF2-40B4-BE49-F238E27FC236}">
                <a16:creationId xmlns:a16="http://schemas.microsoft.com/office/drawing/2014/main" id="{E5644F4D-8072-46F4-9FE6-D406F3AD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0" y="895350"/>
            <a:ext cx="16097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EdgeAtt</a:t>
            </a:r>
          </a:p>
        </p:txBody>
      </p:sp>
      <p:sp>
        <p:nvSpPr>
          <p:cNvPr id="251" name="SEC-090-251">
            <a:extLst xmlns:a="http://schemas.openxmlformats.org/drawingml/2006/main">
              <a:ext uri="{FF2B5EF4-FFF2-40B4-BE49-F238E27FC236}">
                <a16:creationId xmlns:a16="http://schemas.microsoft.com/office/drawing/2014/main" id="{C8A5610C-084D-4BBC-9CE1-031B56B3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0" y="2105025"/>
            <a:ext cx="1609725" cy="742950"/>
          </a:xfrm>
          <a:prstGeom xmlns:a="http://schemas.openxmlformats.org/drawingml/2006/main" prst="roundRect">
            <a:avLst>
              <a:gd name="adj" fmla="val 17949"/>
            </a:avLst>
          </a:prstGeom>
          <a:gradFill xmlns:a="http://schemas.openxmlformats.org/drawingml/2006/main">
            <a:gsLst>
              <a:gs pos="0">
                <a:srgbClr val="FFFBE8"/>
              </a:gs>
              <a:gs pos="100000">
                <a:srgbClr val="FFE68F"/>
              </a:gs>
            </a:gsLst>
            <a:path path="shape"/>
          </a:gra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52" name="SEC-090-252">
            <a:extLst xmlns:a="http://schemas.openxmlformats.org/drawingml/2006/main">
              <a:ext uri="{FF2B5EF4-FFF2-40B4-BE49-F238E27FC236}">
                <a16:creationId xmlns:a16="http://schemas.microsoft.com/office/drawing/2014/main" id="{8B108320-380B-4947-AE2E-1F2973CC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0" y="2105025"/>
            <a:ext cx="1609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NodeAtt</a:t>
            </a:r>
          </a:p>
        </p:txBody>
      </p:sp>
      <p:sp>
        <p:nvSpPr>
          <p:cNvPr id="253" name="SEC-090-253">
            <a:extLst xmlns:a="http://schemas.openxmlformats.org/drawingml/2006/main">
              <a:ext uri="{FF2B5EF4-FFF2-40B4-BE49-F238E27FC236}">
                <a16:creationId xmlns:a16="http://schemas.microsoft.com/office/drawing/2014/main" id="{FD7B38A9-42B2-41F2-AD0B-C1F20919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5775" y="266700"/>
            <a:ext cx="2095500" cy="447675"/>
          </a:xfrm>
          <a:prstGeom xmlns:a="http://schemas.openxmlformats.org/drawingml/2006/main" prst="roundRect">
            <a:avLst>
              <a:gd name="adj" fmla="val 29787"/>
            </a:avLst>
          </a:prstGeom>
          <a:gradFill xmlns:a="http://schemas.openxmlformats.org/drawingml/2006/main">
            <a:gsLst>
              <a:gs pos="0">
                <a:srgbClr val="FFF6EA"/>
              </a:gs>
              <a:gs pos="100000">
                <a:srgbClr val="F7CBAA"/>
              </a:gs>
            </a:gsLst>
            <a:path path="shape"/>
          </a:gra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54" name="SEC-090-254">
            <a:extLst xmlns:a="http://schemas.openxmlformats.org/drawingml/2006/main">
              <a:ext uri="{FF2B5EF4-FFF2-40B4-BE49-F238E27FC236}">
                <a16:creationId xmlns:a16="http://schemas.microsoft.com/office/drawing/2014/main" id="{761FA46E-A0B3-45B7-992F-214E07F8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5775" y="266700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EdgeEmb</a:t>
            </a:r>
          </a:p>
        </p:txBody>
      </p:sp>
      <p:sp>
        <p:nvSpPr>
          <p:cNvPr id="255" name="SEC-090-255">
            <a:extLst xmlns:a="http://schemas.openxmlformats.org/drawingml/2006/main">
              <a:ext uri="{FF2B5EF4-FFF2-40B4-BE49-F238E27FC236}">
                <a16:creationId xmlns:a16="http://schemas.microsoft.com/office/drawing/2014/main" id="{46470F9B-DDBF-4F9E-9959-BD3DAA7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5775" y="3048000"/>
            <a:ext cx="2095500" cy="447675"/>
          </a:xfrm>
          <a:prstGeom xmlns:a="http://schemas.openxmlformats.org/drawingml/2006/main" prst="roundRect">
            <a:avLst>
              <a:gd name="adj" fmla="val 29787"/>
            </a:avLst>
          </a:prstGeom>
          <a:gradFill xmlns:a="http://schemas.openxmlformats.org/drawingml/2006/main">
            <a:gsLst>
              <a:gs pos="0">
                <a:srgbClr val="FFFBE8"/>
              </a:gs>
              <a:gs pos="100000">
                <a:srgbClr val="FFE68F"/>
              </a:gs>
            </a:gsLst>
            <a:path path="shape"/>
          </a:gra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56" name="SEC-090-256">
            <a:extLst xmlns:a="http://schemas.openxmlformats.org/drawingml/2006/main">
              <a:ext uri="{FF2B5EF4-FFF2-40B4-BE49-F238E27FC236}">
                <a16:creationId xmlns:a16="http://schemas.microsoft.com/office/drawing/2014/main" id="{D2E81080-1BB9-48CE-8C58-FAFFDEFD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5775" y="3048000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NodeEmb</a:t>
            </a:r>
          </a:p>
        </p:txBody>
      </p:sp>
      <p:sp>
        <p:nvSpPr>
          <p:cNvPr id="257" name="SEC-090-257">
            <a:extLst xmlns:a="http://schemas.openxmlformats.org/drawingml/2006/main">
              <a:ext uri="{FF2B5EF4-FFF2-40B4-BE49-F238E27FC236}">
                <a16:creationId xmlns:a16="http://schemas.microsoft.com/office/drawing/2014/main" id="{F1BAD71E-D173-4940-AF93-36AB4D82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" y="2457450"/>
            <a:ext cx="1638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Clean Graph Gᶦ</a:t>
            </a:r>
          </a:p>
        </p:txBody>
      </p:sp>
      <p:sp>
        <p:nvSpPr>
          <p:cNvPr id="258" name="SEC-090-258">
            <a:extLst xmlns:a="http://schemas.openxmlformats.org/drawingml/2006/main">
              <a:ext uri="{FF2B5EF4-FFF2-40B4-BE49-F238E27FC236}">
                <a16:creationId xmlns:a16="http://schemas.microsoft.com/office/drawing/2014/main" id="{B373B7C1-531B-440B-8B13-DF423D86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0" y="247650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Backboored Graph</a:t>
            </a:r>
          </a:p>
        </p:txBody>
      </p:sp>
      <p:sp>
        <p:nvSpPr>
          <p:cNvPr id="259" name="SEC-090-259">
            <a:extLst xmlns:a="http://schemas.openxmlformats.org/drawingml/2006/main">
              <a:ext uri="{FF2B5EF4-FFF2-40B4-BE49-F238E27FC236}">
                <a16:creationId xmlns:a16="http://schemas.microsoft.com/office/drawing/2014/main" id="{A32E38B6-08DA-4024-97EA-0A157649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379095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AF85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AF8500"/>
                </a:solidFill>
                <a:latin typeface="Times New Roman"/>
                <a:ea typeface="Times New Roman"/>
                <a:cs typeface="Times New Roman"/>
              </a:rPr>
              <a:t>Adaptive Trigger Generator</a:t>
            </a:r>
          </a:p>
        </p:txBody>
      </p:sp>
      <p:sp>
        <p:nvSpPr>
          <p:cNvPr id="260" name="SEC-090-260">
            <a:extLst xmlns:a="http://schemas.openxmlformats.org/drawingml/2006/main">
              <a:ext uri="{FF2B5EF4-FFF2-40B4-BE49-F238E27FC236}">
                <a16:creationId xmlns:a16="http://schemas.microsoft.com/office/drawing/2014/main" id="{7B43E06C-4A49-472A-8F88-DE47406B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0" y="379095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385C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385C99"/>
                </a:solidFill>
                <a:latin typeface="Times New Roman"/>
                <a:ea typeface="Times New Roman"/>
                <a:cs typeface="Times New Roman"/>
              </a:rPr>
              <a:t>Client Model</a:t>
            </a:r>
          </a:p>
        </p:txBody>
      </p:sp>
      <p:sp>
        <p:nvSpPr>
          <p:cNvPr id="261" name="SEC-090-261">
            <a:extLst xmlns:a="http://schemas.openxmlformats.org/drawingml/2006/main">
              <a:ext uri="{FF2B5EF4-FFF2-40B4-BE49-F238E27FC236}">
                <a16:creationId xmlns:a16="http://schemas.microsoft.com/office/drawing/2014/main" id="{3B1AFF56-9D2A-4040-A602-274B99E2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" y="3238500"/>
            <a:ext cx="1724025" cy="447675"/>
          </a:xfrm>
          <a:prstGeom xmlns:a="http://schemas.openxmlformats.org/drawingml/2006/main" prst="roundRect">
            <a:avLst>
              <a:gd name="adj" fmla="val 27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8C00"/>
            </a:solidFill>
            <a:prstDash val="dash"/>
          </a:ln>
        </p:spPr>
      </p:sp>
      <p:sp>
        <p:nvSpPr>
          <p:cNvPr id="262" name="SEC-090-262">
            <a:extLst xmlns:a="http://schemas.openxmlformats.org/drawingml/2006/main">
              <a:ext uri="{FF2B5EF4-FFF2-40B4-BE49-F238E27FC236}">
                <a16:creationId xmlns:a16="http://schemas.microsoft.com/office/drawing/2014/main" id="{F2A50F3E-5E9C-45FB-9E09-BF6307C7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" y="3238500"/>
            <a:ext cx="1724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Trigger Location</a:t>
            </a:r>
          </a:p>
        </p:txBody>
      </p:sp>
      <p:sp>
        <p:nvSpPr>
          <p:cNvPr id="263" name="SEC-090-263">
            <a:extLst xmlns:a="http://schemas.openxmlformats.org/drawingml/2006/main">
              <a:ext uri="{FF2B5EF4-FFF2-40B4-BE49-F238E27FC236}">
                <a16:creationId xmlns:a16="http://schemas.microsoft.com/office/drawing/2014/main" id="{A1AFF323-DF7C-493C-9C56-EEAB3C96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3238500"/>
            <a:ext cx="1514475" cy="447675"/>
          </a:xfrm>
          <a:prstGeom xmlns:a="http://schemas.openxmlformats.org/drawingml/2006/main" prst="roundRect">
            <a:avLst>
              <a:gd name="adj" fmla="val 27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8C00"/>
            </a:solidFill>
            <a:prstDash val="dash"/>
          </a:ln>
        </p:spPr>
      </p:sp>
      <p:sp>
        <p:nvSpPr>
          <p:cNvPr id="264" name="SEC-090-264">
            <a:extLst xmlns:a="http://schemas.openxmlformats.org/drawingml/2006/main">
              <a:ext uri="{FF2B5EF4-FFF2-40B4-BE49-F238E27FC236}">
                <a16:creationId xmlns:a16="http://schemas.microsoft.com/office/drawing/2014/main" id="{FDFDD1A0-8D07-4E9D-81AD-42986C97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3238500"/>
            <a:ext cx="15144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Trigger Shape</a:t>
            </a:r>
          </a:p>
        </p:txBody>
      </p:sp>
      <p:sp>
        <p:nvSpPr>
          <p:cNvPr id="265" name="path-265">
            <a:extLst xmlns:a="http://schemas.openxmlformats.org/drawingml/2006/main">
              <a:ext uri="{FF2B5EF4-FFF2-40B4-BE49-F238E27FC236}">
                <a16:creationId xmlns:a16="http://schemas.microsoft.com/office/drawing/2014/main" id="{AE5499D9-93F6-4C13-BC58-9FCDDF4A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171575"/>
            <a:ext cx="390525" cy="419100"/>
          </a:xfrm>
          <a:custGeom xmlns:a="http://schemas.openxmlformats.org/drawingml/2006/main">
            <a:pathLst>
              <a:path w="390525" h="419100">
                <a:moveTo>
                  <a:pt x="0" y="41910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</a:ln>
        </p:spPr>
      </p:sp>
      <p:sp>
        <p:nvSpPr>
          <p:cNvPr id="266" name="path-266">
            <a:extLst xmlns:a="http://schemas.openxmlformats.org/drawingml/2006/main">
              <a:ext uri="{FF2B5EF4-FFF2-40B4-BE49-F238E27FC236}">
                <a16:creationId xmlns:a16="http://schemas.microsoft.com/office/drawing/2014/main" id="{620FC8A3-EAF2-4C5C-ADC6-4ABCD988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762" y="1171575"/>
            <a:ext cx="105688" cy="108493"/>
          </a:xfrm>
          <a:custGeom xmlns:a="http://schemas.openxmlformats.org/drawingml/2006/main">
            <a:pathLst>
              <a:path w="105688" h="108493">
                <a:moveTo>
                  <a:pt x="105688" y="0"/>
                </a:moveTo>
                <a:lnTo>
                  <a:pt x="69720" y="108493"/>
                </a:lnTo>
                <a:lnTo>
                  <a:pt x="0" y="43527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267" name="path-267">
            <a:extLst xmlns:a="http://schemas.openxmlformats.org/drawingml/2006/main">
              <a:ext uri="{FF2B5EF4-FFF2-40B4-BE49-F238E27FC236}">
                <a16:creationId xmlns:a16="http://schemas.microsoft.com/office/drawing/2014/main" id="{4FC08FF9-5322-4350-BFF3-DC5F634F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914525"/>
            <a:ext cx="390525" cy="438150"/>
          </a:xfrm>
          <a:custGeom xmlns:a="http://schemas.openxmlformats.org/drawingml/2006/main">
            <a:pathLst>
              <a:path w="390525" h="438150">
                <a:moveTo>
                  <a:pt x="0" y="0"/>
                </a:moveTo>
                <a:lnTo>
                  <a:pt x="390525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</a:ln>
        </p:spPr>
      </p:sp>
      <p:sp>
        <p:nvSpPr>
          <p:cNvPr id="268" name="path-268">
            <a:extLst xmlns:a="http://schemas.openxmlformats.org/drawingml/2006/main">
              <a:ext uri="{FF2B5EF4-FFF2-40B4-BE49-F238E27FC236}">
                <a16:creationId xmlns:a16="http://schemas.microsoft.com/office/drawing/2014/main" id="{9D79F481-BAF3-4D06-95EE-2F0D4335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51" y="2243412"/>
            <a:ext cx="104699" cy="109263"/>
          </a:xfrm>
          <a:custGeom xmlns:a="http://schemas.openxmlformats.org/drawingml/2006/main">
            <a:pathLst>
              <a:path w="104699" h="109263">
                <a:moveTo>
                  <a:pt x="104699" y="109263"/>
                </a:moveTo>
                <a:lnTo>
                  <a:pt x="0" y="63408"/>
                </a:lnTo>
                <a:lnTo>
                  <a:pt x="7114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269" name="path-269">
            <a:extLst xmlns:a="http://schemas.openxmlformats.org/drawingml/2006/main">
              <a:ext uri="{FF2B5EF4-FFF2-40B4-BE49-F238E27FC236}">
                <a16:creationId xmlns:a16="http://schemas.microsoft.com/office/drawing/2014/main" id="{50959DFE-77C1-4D3B-B209-0E3726AD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81100"/>
            <a:ext cx="400050" cy="438150"/>
          </a:xfrm>
          <a:custGeom xmlns:a="http://schemas.openxmlformats.org/drawingml/2006/main">
            <a:pathLst>
              <a:path w="400050" h="438150">
                <a:moveTo>
                  <a:pt x="0" y="0"/>
                </a:moveTo>
                <a:lnTo>
                  <a:pt x="40005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</a:ln>
        </p:spPr>
      </p:sp>
      <p:sp>
        <p:nvSpPr>
          <p:cNvPr id="270" name="path-270">
            <a:extLst xmlns:a="http://schemas.openxmlformats.org/drawingml/2006/main">
              <a:ext uri="{FF2B5EF4-FFF2-40B4-BE49-F238E27FC236}">
                <a16:creationId xmlns:a16="http://schemas.microsoft.com/office/drawing/2014/main" id="{8F9B6BEA-FF69-45A1-98C2-0C34DF70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009" y="1510397"/>
            <a:ext cx="105241" cy="108853"/>
          </a:xfrm>
          <a:custGeom xmlns:a="http://schemas.openxmlformats.org/drawingml/2006/main">
            <a:pathLst>
              <a:path w="105241" h="108853">
                <a:moveTo>
                  <a:pt x="105241" y="108853"/>
                </a:moveTo>
                <a:lnTo>
                  <a:pt x="0" y="64256"/>
                </a:lnTo>
                <a:lnTo>
                  <a:pt x="70375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271" name="path-271">
            <a:extLst xmlns:a="http://schemas.openxmlformats.org/drawingml/2006/main">
              <a:ext uri="{FF2B5EF4-FFF2-40B4-BE49-F238E27FC236}">
                <a16:creationId xmlns:a16="http://schemas.microsoft.com/office/drawing/2014/main" id="{A7244F0D-C173-49F5-9C98-FF2C2B55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43100"/>
            <a:ext cx="400050" cy="409575"/>
          </a:xfrm>
          <a:custGeom xmlns:a="http://schemas.openxmlformats.org/drawingml/2006/main">
            <a:pathLst>
              <a:path w="400050" h="409575">
                <a:moveTo>
                  <a:pt x="0" y="409575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</a:ln>
        </p:spPr>
      </p:sp>
      <p:sp>
        <p:nvSpPr>
          <p:cNvPr id="272" name="path-272">
            <a:extLst xmlns:a="http://schemas.openxmlformats.org/drawingml/2006/main">
              <a:ext uri="{FF2B5EF4-FFF2-40B4-BE49-F238E27FC236}">
                <a16:creationId xmlns:a16="http://schemas.microsoft.com/office/drawing/2014/main" id="{C49B1BBC-8A53-4F72-B500-B5782F5B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9568" y="1943100"/>
            <a:ext cx="106682" cy="107618"/>
          </a:xfrm>
          <a:custGeom xmlns:a="http://schemas.openxmlformats.org/drawingml/2006/main">
            <a:pathLst>
              <a:path w="106682" h="107618">
                <a:moveTo>
                  <a:pt x="106682" y="0"/>
                </a:moveTo>
                <a:lnTo>
                  <a:pt x="68173" y="107618"/>
                </a:lnTo>
                <a:lnTo>
                  <a:pt x="0" y="4103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273" name="SEC-090-273">
            <a:extLst xmlns:a="http://schemas.openxmlformats.org/drawingml/2006/main">
              <a:ext uri="{FF2B5EF4-FFF2-40B4-BE49-F238E27FC236}">
                <a16:creationId xmlns:a16="http://schemas.microsoft.com/office/drawing/2014/main" id="{9C1E450D-6E40-4918-8F58-237CA4BA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47825"/>
            <a:ext cx="333375" cy="333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274" name="SEC-090-274">
            <a:extLst xmlns:a="http://schemas.openxmlformats.org/drawingml/2006/main">
              <a:ext uri="{FF2B5EF4-FFF2-40B4-BE49-F238E27FC236}">
                <a16:creationId xmlns:a16="http://schemas.microsoft.com/office/drawing/2014/main" id="{7F7874EA-DA85-4E4C-8BC6-8742E0E0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1781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275" name="SEC-090-275">
            <a:extLst xmlns:a="http://schemas.openxmlformats.org/drawingml/2006/main">
              <a:ext uri="{FF2B5EF4-FFF2-40B4-BE49-F238E27FC236}">
                <a16:creationId xmlns:a16="http://schemas.microsoft.com/office/drawing/2014/main" id="{0C08A7F5-2A92-4332-A7DB-90EF6DF4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1804988"/>
            <a:ext cx="4667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276" name="path-276">
            <a:extLst xmlns:a="http://schemas.openxmlformats.org/drawingml/2006/main">
              <a:ext uri="{FF2B5EF4-FFF2-40B4-BE49-F238E27FC236}">
                <a16:creationId xmlns:a16="http://schemas.microsoft.com/office/drawing/2014/main" id="{599652A3-ADCE-4829-B3C8-B7BD1790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947" y="1767656"/>
            <a:ext cx="112553" cy="103238"/>
          </a:xfrm>
          <a:custGeom xmlns:a="http://schemas.openxmlformats.org/drawingml/2006/main">
            <a:pathLst>
              <a:path w="112553" h="103238">
                <a:moveTo>
                  <a:pt x="112553" y="51619"/>
                </a:moveTo>
                <a:lnTo>
                  <a:pt x="0" y="1032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277" name="SEC-090-277">
            <a:extLst xmlns:a="http://schemas.openxmlformats.org/drawingml/2006/main">
              <a:ext uri="{FF2B5EF4-FFF2-40B4-BE49-F238E27FC236}">
                <a16:creationId xmlns:a16="http://schemas.microsoft.com/office/drawing/2014/main" id="{5B80F56A-FA86-458A-9E49-C465EDB2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11144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278" name="SEC-090-278">
            <a:extLst xmlns:a="http://schemas.openxmlformats.org/drawingml/2006/main">
              <a:ext uri="{FF2B5EF4-FFF2-40B4-BE49-F238E27FC236}">
                <a16:creationId xmlns:a16="http://schemas.microsoft.com/office/drawing/2014/main" id="{FC7723BD-92C0-469D-BE47-9AD12946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975" y="1066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79" name="SEC-090-279">
            <a:extLst xmlns:a="http://schemas.openxmlformats.org/drawingml/2006/main">
              <a:ext uri="{FF2B5EF4-FFF2-40B4-BE49-F238E27FC236}">
                <a16:creationId xmlns:a16="http://schemas.microsoft.com/office/drawing/2014/main" id="{8E7233FE-33C2-4D63-9DE0-98F2581C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21145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80" name="SEC-090-280">
            <a:extLst xmlns:a="http://schemas.openxmlformats.org/drawingml/2006/main">
              <a:ext uri="{FF2B5EF4-FFF2-40B4-BE49-F238E27FC236}">
                <a16:creationId xmlns:a16="http://schemas.microsoft.com/office/drawing/2014/main" id="{F3462F6A-05E1-42F9-B2C0-F176BE53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0669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81" name="SEC-090-281">
            <a:extLst xmlns:a="http://schemas.openxmlformats.org/drawingml/2006/main">
              <a:ext uri="{FF2B5EF4-FFF2-40B4-BE49-F238E27FC236}">
                <a16:creationId xmlns:a16="http://schemas.microsoft.com/office/drawing/2014/main" id="{9D30F924-6658-4B47-9C2C-C4BB1853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14573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282" name="SEC-090-282">
            <a:extLst xmlns:a="http://schemas.openxmlformats.org/drawingml/2006/main">
              <a:ext uri="{FF2B5EF4-FFF2-40B4-BE49-F238E27FC236}">
                <a16:creationId xmlns:a16="http://schemas.microsoft.com/office/drawing/2014/main" id="{3DC84C75-DDCE-4F3C-8A42-C0E49912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1409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83" name="SEC-090-283">
            <a:extLst xmlns:a="http://schemas.openxmlformats.org/drawingml/2006/main">
              <a:ext uri="{FF2B5EF4-FFF2-40B4-BE49-F238E27FC236}">
                <a16:creationId xmlns:a16="http://schemas.microsoft.com/office/drawing/2014/main" id="{7B92D151-F59C-464B-BDEC-F880BD8F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266700"/>
            <a:ext cx="3419475" cy="1352550"/>
          </a:xfrm>
          <a:prstGeom xmlns:a="http://schemas.openxmlformats.org/drawingml/2006/main" prst="roundRect">
            <a:avLst>
              <a:gd name="adj" fmla="val 8451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FF2E4"/>
              </a:gs>
            </a:gsLst>
            <a:lin ang="5400000"/>
          </a:gradFill>
          <a:ln xmlns:a="http://schemas.openxmlformats.org/drawingml/2006/main" w="28575">
            <a:solidFill>
              <a:srgbClr val="F6B686"/>
            </a:solidFill>
          </a:ln>
        </p:spPr>
      </p:sp>
      <p:sp>
        <p:nvSpPr>
          <p:cNvPr id="284" name="SEC-090-284">
            <a:extLst xmlns:a="http://schemas.openxmlformats.org/drawingml/2006/main">
              <a:ext uri="{FF2B5EF4-FFF2-40B4-BE49-F238E27FC236}">
                <a16:creationId xmlns:a16="http://schemas.microsoft.com/office/drawing/2014/main" id="{3205F368-A449-4D00-B108-1A866E53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2162175"/>
            <a:ext cx="3419475" cy="1371600"/>
          </a:xfrm>
          <a:prstGeom xmlns:a="http://schemas.openxmlformats.org/drawingml/2006/main" prst="roundRect">
            <a:avLst>
              <a:gd name="adj" fmla="val 8333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FFBE5"/>
              </a:gs>
            </a:gsLst>
            <a:lin ang="5400000"/>
          </a:gradFill>
          <a:ln xmlns:a="http://schemas.openxmlformats.org/drawingml/2006/main" w="28575">
            <a:solidFill>
              <a:srgbClr val="FED75C"/>
            </a:solidFill>
          </a:ln>
        </p:spPr>
      </p:sp>
      <p:sp>
        <p:nvSpPr>
          <p:cNvPr id="285" name="SEC-090-285">
            <a:extLst xmlns:a="http://schemas.openxmlformats.org/drawingml/2006/main">
              <a:ext uri="{FF2B5EF4-FFF2-40B4-BE49-F238E27FC236}">
                <a16:creationId xmlns:a16="http://schemas.microsoft.com/office/drawing/2014/main" id="{AAF30004-84FB-449A-BC24-8195F7B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66700"/>
            <a:ext cx="20859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6B686"/>
            </a:solidFill>
          </a:ln>
        </p:spPr>
      </p:sp>
      <p:sp>
        <p:nvSpPr>
          <p:cNvPr id="286" name="SEC-090-286">
            <a:extLst xmlns:a="http://schemas.openxmlformats.org/drawingml/2006/main">
              <a:ext uri="{FF2B5EF4-FFF2-40B4-BE49-F238E27FC236}">
                <a16:creationId xmlns:a16="http://schemas.microsoft.com/office/drawing/2014/main" id="{5219C1D0-F541-4974-A195-E76D80E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2762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Definable-Trigger</a:t>
            </a:r>
          </a:p>
        </p:txBody>
      </p:sp>
      <p:sp>
        <p:nvSpPr>
          <p:cNvPr id="287" name="SEC-090-287">
            <a:extLst xmlns:a="http://schemas.openxmlformats.org/drawingml/2006/main">
              <a:ext uri="{FF2B5EF4-FFF2-40B4-BE49-F238E27FC236}">
                <a16:creationId xmlns:a16="http://schemas.microsoft.com/office/drawing/2014/main" id="{2B8C742F-4A9E-418B-B7EA-14B60C64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162175"/>
            <a:ext cx="20859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ED75C"/>
            </a:solidFill>
          </a:ln>
        </p:spPr>
      </p:sp>
      <p:sp>
        <p:nvSpPr>
          <p:cNvPr id="288" name="SEC-090-288">
            <a:extLst xmlns:a="http://schemas.openxmlformats.org/drawingml/2006/main">
              <a:ext uri="{FF2B5EF4-FFF2-40B4-BE49-F238E27FC236}">
                <a16:creationId xmlns:a16="http://schemas.microsoft.com/office/drawing/2014/main" id="{A71D6EA5-2088-475F-9210-7BA37167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1775" y="2171700"/>
            <a:ext cx="2066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Customized-Trigger</a:t>
            </a:r>
          </a:p>
        </p:txBody>
      </p:sp>
      <p:sp>
        <p:nvSpPr>
          <p:cNvPr id="289" name="SEC-090-289">
            <a:extLst xmlns:a="http://schemas.openxmlformats.org/drawingml/2006/main">
              <a:ext uri="{FF2B5EF4-FFF2-40B4-BE49-F238E27FC236}">
                <a16:creationId xmlns:a16="http://schemas.microsoft.com/office/drawing/2014/main" id="{00A2A598-B9C3-4C99-B7CB-8D081408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04800"/>
            <a:ext cx="323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90" name="SEC-090-290">
            <a:extLst xmlns:a="http://schemas.openxmlformats.org/drawingml/2006/main">
              <a:ext uri="{FF2B5EF4-FFF2-40B4-BE49-F238E27FC236}">
                <a16:creationId xmlns:a16="http://schemas.microsoft.com/office/drawing/2014/main" id="{ADE9E2B5-4DCA-4E8E-A031-BD55CC66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466725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tri</a:t>
            </a:r>
          </a:p>
        </p:txBody>
      </p:sp>
      <p:sp>
        <p:nvSpPr>
          <p:cNvPr id="291" name="SEC-090-291">
            <a:extLst xmlns:a="http://schemas.openxmlformats.org/drawingml/2006/main">
              <a:ext uri="{FF2B5EF4-FFF2-40B4-BE49-F238E27FC236}">
                <a16:creationId xmlns:a16="http://schemas.microsoft.com/office/drawing/2014/main" id="{1623B6E5-E6C8-4A41-B14C-7140D05F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647700"/>
            <a:ext cx="19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292" name="path-292">
            <a:extLst xmlns:a="http://schemas.openxmlformats.org/drawingml/2006/main">
              <a:ext uri="{FF2B5EF4-FFF2-40B4-BE49-F238E27FC236}">
                <a16:creationId xmlns:a16="http://schemas.microsoft.com/office/drawing/2014/main" id="{A48AE7ED-868F-485F-AB15-447A427B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1018" y="780196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86579"/>
                </a:moveTo>
                <a:lnTo>
                  <a:pt x="0" y="0"/>
                </a:lnTo>
                <a:lnTo>
                  <a:pt x="79414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293" name="SEC-090-293">
            <a:extLst xmlns:a="http://schemas.openxmlformats.org/drawingml/2006/main">
              <a:ext uri="{FF2B5EF4-FFF2-40B4-BE49-F238E27FC236}">
                <a16:creationId xmlns:a16="http://schemas.microsoft.com/office/drawing/2014/main" id="{2F136FF8-F340-4F5A-ACB0-56ACB003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975" y="904875"/>
            <a:ext cx="1724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F6C"/>
            </a:solidFill>
          </a:ln>
        </p:spPr>
      </p:sp>
      <p:sp>
        <p:nvSpPr>
          <p:cNvPr id="294" name="SEC-090-294">
            <a:extLst xmlns:a="http://schemas.openxmlformats.org/drawingml/2006/main">
              <a:ext uri="{FF2B5EF4-FFF2-40B4-BE49-F238E27FC236}">
                <a16:creationId xmlns:a16="http://schemas.microsoft.com/office/drawing/2014/main" id="{463BE232-36C0-482D-B5ED-02658748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975" y="904875"/>
            <a:ext cx="657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1CD"/>
          </a:solidFill>
          <a:ln xmlns:a="http://schemas.openxmlformats.org/drawingml/2006/main" w="19050">
            <a:solidFill>
              <a:srgbClr val="418F6C"/>
            </a:solidFill>
          </a:ln>
        </p:spPr>
      </p:sp>
      <p:sp>
        <p:nvSpPr>
          <p:cNvPr id="295" name="SEC-090-295">
            <a:extLst xmlns:a="http://schemas.openxmlformats.org/drawingml/2006/main">
              <a:ext uri="{FF2B5EF4-FFF2-40B4-BE49-F238E27FC236}">
                <a16:creationId xmlns:a16="http://schemas.microsoft.com/office/drawing/2014/main" id="{7D9722F7-2634-484F-BF1E-4591CA7F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923925"/>
            <a:ext cx="409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44A27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44A27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6" name="SEC-090-296">
            <a:extLst xmlns:a="http://schemas.openxmlformats.org/drawingml/2006/main">
              <a:ext uri="{FF2B5EF4-FFF2-40B4-BE49-F238E27FC236}">
                <a16:creationId xmlns:a16="http://schemas.microsoft.com/office/drawing/2014/main" id="{D6C3E623-7633-4C96-BFE7-5CA8A662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025" y="1352550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&lt;rank&gt;</a:t>
            </a:r>
          </a:p>
        </p:txBody>
      </p:sp>
      <p:sp>
        <p:nvSpPr>
          <p:cNvPr id="297" name="SEC-090-297">
            <a:extLst xmlns:a="http://schemas.openxmlformats.org/drawingml/2006/main">
              <a:ext uri="{FF2B5EF4-FFF2-40B4-BE49-F238E27FC236}">
                <a16:creationId xmlns:a16="http://schemas.microsoft.com/office/drawing/2014/main" id="{C04B3B04-BA0B-41A4-A0A9-758197B1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975" y="2714625"/>
            <a:ext cx="381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0FA"/>
          </a:solidFill>
          <a:ln xmlns:a="http://schemas.openxmlformats.org/drawingml/2006/main" w="19050">
            <a:solidFill>
              <a:srgbClr val="408D74"/>
            </a:solidFill>
          </a:ln>
        </p:spPr>
      </p:sp>
      <p:sp>
        <p:nvSpPr>
          <p:cNvPr id="298" name="SEC-090-298">
            <a:extLst xmlns:a="http://schemas.openxmlformats.org/drawingml/2006/main">
              <a:ext uri="{FF2B5EF4-FFF2-40B4-BE49-F238E27FC236}">
                <a16:creationId xmlns:a16="http://schemas.microsoft.com/office/drawing/2014/main" id="{22F6CC38-702A-4BCA-96DB-7637DAF1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5975" y="2714625"/>
            <a:ext cx="800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B8C8"/>
          </a:solidFill>
          <a:ln xmlns:a="http://schemas.openxmlformats.org/drawingml/2006/main" w="19050">
            <a:solidFill>
              <a:srgbClr val="408D74"/>
            </a:solidFill>
          </a:ln>
        </p:spPr>
      </p:sp>
      <p:sp>
        <p:nvSpPr>
          <p:cNvPr id="299" name="SEC-090-299">
            <a:extLst xmlns:a="http://schemas.openxmlformats.org/drawingml/2006/main">
              <a:ext uri="{FF2B5EF4-FFF2-40B4-BE49-F238E27FC236}">
                <a16:creationId xmlns:a16="http://schemas.microsoft.com/office/drawing/2014/main" id="{75343D5D-12E8-4A40-9E28-FEA2A1A7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6075" y="2714625"/>
            <a:ext cx="514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E3D3"/>
          </a:solidFill>
          <a:ln xmlns:a="http://schemas.openxmlformats.org/drawingml/2006/main" w="19050">
            <a:solidFill>
              <a:srgbClr val="408D74"/>
            </a:solidFill>
          </a:ln>
        </p:spPr>
      </p:sp>
      <p:sp>
        <p:nvSpPr>
          <p:cNvPr id="300" name="SEC-090-300">
            <a:extLst xmlns:a="http://schemas.openxmlformats.org/drawingml/2006/main">
              <a:ext uri="{FF2B5EF4-FFF2-40B4-BE49-F238E27FC236}">
                <a16:creationId xmlns:a16="http://schemas.microsoft.com/office/drawing/2014/main" id="{BBEDFD02-AF69-4A36-BD4F-72066AE5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733675"/>
            <a:ext cx="33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009D6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09D6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01" name="SEC-090-301">
            <a:extLst xmlns:a="http://schemas.openxmlformats.org/drawingml/2006/main">
              <a:ext uri="{FF2B5EF4-FFF2-40B4-BE49-F238E27FC236}">
                <a16:creationId xmlns:a16="http://schemas.microsoft.com/office/drawing/2014/main" id="{E6B77543-5E36-4361-8C9B-5BD4F8C1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31718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&lt;k-means &amp; gap&gt;</a:t>
            </a:r>
          </a:p>
        </p:txBody>
      </p:sp>
      <p:sp>
        <p:nvSpPr>
          <p:cNvPr id="302" name="SEC-090-302">
            <a:extLst xmlns:a="http://schemas.openxmlformats.org/drawingml/2006/main">
              <a:ext uri="{FF2B5EF4-FFF2-40B4-BE49-F238E27FC236}">
                <a16:creationId xmlns:a16="http://schemas.microsoft.com/office/drawing/2014/main" id="{12157D26-027C-4E33-96CF-36552448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095375"/>
            <a:ext cx="371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03" name="path-303">
            <a:extLst xmlns:a="http://schemas.openxmlformats.org/drawingml/2006/main">
              <a:ext uri="{FF2B5EF4-FFF2-40B4-BE49-F238E27FC236}">
                <a16:creationId xmlns:a16="http://schemas.microsoft.com/office/drawing/2014/main" id="{68BA4D8B-AC55-449E-ACE4-4C432DBE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8671" y="106519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04" name="SEC-090-304">
            <a:extLst xmlns:a="http://schemas.openxmlformats.org/drawingml/2006/main">
              <a:ext uri="{FF2B5EF4-FFF2-40B4-BE49-F238E27FC236}">
                <a16:creationId xmlns:a16="http://schemas.microsoft.com/office/drawing/2014/main" id="{8430C09F-E575-4E91-A812-D0241255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29241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05" name="path-305">
            <a:extLst xmlns:a="http://schemas.openxmlformats.org/drawingml/2006/main">
              <a:ext uri="{FF2B5EF4-FFF2-40B4-BE49-F238E27FC236}">
                <a16:creationId xmlns:a16="http://schemas.microsoft.com/office/drawing/2014/main" id="{56820647-E202-4DB0-8C08-46374818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196" y="289399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06" name="SEC-090-306">
            <a:extLst xmlns:a="http://schemas.openxmlformats.org/drawingml/2006/main">
              <a:ext uri="{FF2B5EF4-FFF2-40B4-BE49-F238E27FC236}">
                <a16:creationId xmlns:a16="http://schemas.microsoft.com/office/drawing/2014/main" id="{3CA47D8A-3926-4A83-8A4A-20C39BC8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72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307" name="SEC-090-307">
            <a:extLst xmlns:a="http://schemas.openxmlformats.org/drawingml/2006/main">
              <a:ext uri="{FF2B5EF4-FFF2-40B4-BE49-F238E27FC236}">
                <a16:creationId xmlns:a16="http://schemas.microsoft.com/office/drawing/2014/main" id="{1327EB03-2457-47AB-B034-7E02C0E0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904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308" name="SEC-090-308">
            <a:extLst xmlns:a="http://schemas.openxmlformats.org/drawingml/2006/main">
              <a:ext uri="{FF2B5EF4-FFF2-40B4-BE49-F238E27FC236}">
                <a16:creationId xmlns:a16="http://schemas.microsoft.com/office/drawing/2014/main" id="{5B985647-4191-4734-B229-A1148473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904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309" name="SEC-090-309">
            <a:extLst xmlns:a="http://schemas.openxmlformats.org/drawingml/2006/main">
              <a:ext uri="{FF2B5EF4-FFF2-40B4-BE49-F238E27FC236}">
                <a16:creationId xmlns:a16="http://schemas.microsoft.com/office/drawing/2014/main" id="{4AC19170-2945-4A35-B318-EBDC9414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1152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310" name="SEC-090-310">
            <a:extLst xmlns:a="http://schemas.openxmlformats.org/drawingml/2006/main">
              <a:ext uri="{FF2B5EF4-FFF2-40B4-BE49-F238E27FC236}">
                <a16:creationId xmlns:a16="http://schemas.microsoft.com/office/drawing/2014/main" id="{548C0BE9-D857-4D3C-B0EF-5F32D5B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162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311" name="SEC-090-311">
            <a:extLst xmlns:a="http://schemas.openxmlformats.org/drawingml/2006/main">
              <a:ext uri="{FF2B5EF4-FFF2-40B4-BE49-F238E27FC236}">
                <a16:creationId xmlns:a16="http://schemas.microsoft.com/office/drawing/2014/main" id="{61939E2D-DBB9-49B6-BB1D-2F5DAF67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628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312" name="SEC-090-312">
            <a:extLst xmlns:a="http://schemas.openxmlformats.org/drawingml/2006/main">
              <a:ext uri="{FF2B5EF4-FFF2-40B4-BE49-F238E27FC236}">
                <a16:creationId xmlns:a16="http://schemas.microsoft.com/office/drawing/2014/main" id="{259B4E20-6477-482E-83A0-E5E63F17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313" name="SEC-090-313">
            <a:extLst xmlns:a="http://schemas.openxmlformats.org/drawingml/2006/main">
              <a:ext uri="{FF2B5EF4-FFF2-40B4-BE49-F238E27FC236}">
                <a16:creationId xmlns:a16="http://schemas.microsoft.com/office/drawing/2014/main" id="{7FA65151-E880-4106-8C6C-07D6159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314" name="SEC-090-314">
            <a:extLst xmlns:a="http://schemas.openxmlformats.org/drawingml/2006/main">
              <a:ext uri="{FF2B5EF4-FFF2-40B4-BE49-F238E27FC236}">
                <a16:creationId xmlns:a16="http://schemas.microsoft.com/office/drawing/2014/main" id="{9E6ECBFE-A416-4C3D-8DCE-9565363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315" name="SEC-090-315">
            <a:extLst xmlns:a="http://schemas.openxmlformats.org/drawingml/2006/main">
              <a:ext uri="{FF2B5EF4-FFF2-40B4-BE49-F238E27FC236}">
                <a16:creationId xmlns:a16="http://schemas.microsoft.com/office/drawing/2014/main" id="{5C38A108-1C9A-48AA-BC03-481AFE07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316" name="SEC-090-316">
            <a:extLst xmlns:a="http://schemas.openxmlformats.org/drawingml/2006/main">
              <a:ext uri="{FF2B5EF4-FFF2-40B4-BE49-F238E27FC236}">
                <a16:creationId xmlns:a16="http://schemas.microsoft.com/office/drawing/2014/main" id="{9D2AB284-4EF4-4D09-8B7A-563B49E1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12192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17" name="SEC-090-317">
            <a:extLst xmlns:a="http://schemas.openxmlformats.org/drawingml/2006/main">
              <a:ext uri="{FF2B5EF4-FFF2-40B4-BE49-F238E27FC236}">
                <a16:creationId xmlns:a16="http://schemas.microsoft.com/office/drawing/2014/main" id="{A290DA78-9BE3-4903-8B24-9419D422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1390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def</a:t>
            </a:r>
          </a:p>
        </p:txBody>
      </p:sp>
      <p:sp>
        <p:nvSpPr>
          <p:cNvPr id="318" name="SEC-090-318">
            <a:extLst xmlns:a="http://schemas.openxmlformats.org/drawingml/2006/main">
              <a:ext uri="{FF2B5EF4-FFF2-40B4-BE49-F238E27FC236}">
                <a16:creationId xmlns:a16="http://schemas.microsoft.com/office/drawing/2014/main" id="{AA87BA12-F46A-4AF3-94D9-7D4BBD64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1171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19" name="SEC-090-319">
            <a:extLst xmlns:a="http://schemas.openxmlformats.org/drawingml/2006/main">
              <a:ext uri="{FF2B5EF4-FFF2-40B4-BE49-F238E27FC236}">
                <a16:creationId xmlns:a16="http://schemas.microsoft.com/office/drawing/2014/main" id="{51232E83-1B17-4BCA-BC5F-32D948D8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31242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20" name="SEC-090-320">
            <a:extLst xmlns:a="http://schemas.openxmlformats.org/drawingml/2006/main">
              <a:ext uri="{FF2B5EF4-FFF2-40B4-BE49-F238E27FC236}">
                <a16:creationId xmlns:a16="http://schemas.microsoft.com/office/drawing/2014/main" id="{D40A29CD-2E46-4361-9CBE-246D6F3C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3295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cus</a:t>
            </a:r>
          </a:p>
        </p:txBody>
      </p:sp>
      <p:sp>
        <p:nvSpPr>
          <p:cNvPr id="321" name="SEC-090-321">
            <a:extLst xmlns:a="http://schemas.openxmlformats.org/drawingml/2006/main">
              <a:ext uri="{FF2B5EF4-FFF2-40B4-BE49-F238E27FC236}">
                <a16:creationId xmlns:a16="http://schemas.microsoft.com/office/drawing/2014/main" id="{B4E4C0AB-9EF5-4F6B-AD35-F2BDFE4A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3076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22" name="SEC-090-322">
            <a:extLst xmlns:a="http://schemas.openxmlformats.org/drawingml/2006/main">
              <a:ext uri="{FF2B5EF4-FFF2-40B4-BE49-F238E27FC236}">
                <a16:creationId xmlns:a16="http://schemas.microsoft.com/office/drawing/2014/main" id="{5B1DCACB-93BE-4CAA-967C-F7D058E8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1676400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</a:t>
            </a:r>
          </a:p>
        </p:txBody>
      </p:sp>
      <p:sp>
        <p:nvSpPr>
          <p:cNvPr id="323" name="path-323">
            <a:extLst xmlns:a="http://schemas.openxmlformats.org/drawingml/2006/main">
              <a:ext uri="{FF2B5EF4-FFF2-40B4-BE49-F238E27FC236}">
                <a16:creationId xmlns:a16="http://schemas.microsoft.com/office/drawing/2014/main" id="{C5938128-42FD-4896-BA01-285855C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90625"/>
            <a:ext cx="361950" cy="419100"/>
          </a:xfrm>
          <a:custGeom xmlns:a="http://schemas.openxmlformats.org/drawingml/2006/main">
            <a:pathLst>
              <a:path w="361950" h="419100">
                <a:moveTo>
                  <a:pt x="0" y="0"/>
                </a:moveTo>
                <a:lnTo>
                  <a:pt x="36195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  <a:prstDash val="dash"/>
          </a:ln>
        </p:spPr>
      </p:sp>
      <p:sp>
        <p:nvSpPr>
          <p:cNvPr id="324" name="path-324">
            <a:extLst xmlns:a="http://schemas.openxmlformats.org/drawingml/2006/main">
              <a:ext uri="{FF2B5EF4-FFF2-40B4-BE49-F238E27FC236}">
                <a16:creationId xmlns:a16="http://schemas.microsoft.com/office/drawing/2014/main" id="{DE4A1F87-D072-42A2-8677-C1AAD72F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514475"/>
            <a:ext cx="85725" cy="95250"/>
          </a:xfrm>
          <a:custGeom xmlns:a="http://schemas.openxmlformats.org/drawingml/2006/main">
            <a:pathLst>
              <a:path w="85725" h="95250">
                <a:moveTo>
                  <a:pt x="0" y="0"/>
                </a:moveTo>
                <a:lnTo>
                  <a:pt x="8572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</a:ln>
        </p:spPr>
      </p:sp>
      <p:sp>
        <p:nvSpPr>
          <p:cNvPr id="325" name="path-325">
            <a:extLst xmlns:a="http://schemas.openxmlformats.org/drawingml/2006/main">
              <a:ext uri="{FF2B5EF4-FFF2-40B4-BE49-F238E27FC236}">
                <a16:creationId xmlns:a16="http://schemas.microsoft.com/office/drawing/2014/main" id="{8E030369-4D3B-45C6-BD4F-BA6DEE9E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518" y="1518809"/>
            <a:ext cx="87432" cy="90916"/>
          </a:xfrm>
          <a:custGeom xmlns:a="http://schemas.openxmlformats.org/drawingml/2006/main">
            <a:pathLst>
              <a:path w="87432" h="90916">
                <a:moveTo>
                  <a:pt x="87432" y="90916"/>
                </a:moveTo>
                <a:lnTo>
                  <a:pt x="0" y="53125"/>
                </a:lnTo>
                <a:lnTo>
                  <a:pt x="59028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26" name="path-326">
            <a:extLst xmlns:a="http://schemas.openxmlformats.org/drawingml/2006/main">
              <a:ext uri="{FF2B5EF4-FFF2-40B4-BE49-F238E27FC236}">
                <a16:creationId xmlns:a16="http://schemas.microsoft.com/office/drawing/2014/main" id="{C04B1457-3630-4955-99C9-E0A88CBD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943100"/>
            <a:ext cx="390525" cy="400050"/>
          </a:xfrm>
          <a:custGeom xmlns:a="http://schemas.openxmlformats.org/drawingml/2006/main">
            <a:pathLst>
              <a:path w="390525" h="400050">
                <a:moveTo>
                  <a:pt x="0" y="40005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</a:ln>
        </p:spPr>
      </p:sp>
      <p:sp>
        <p:nvSpPr>
          <p:cNvPr id="327" name="path-327">
            <a:extLst xmlns:a="http://schemas.openxmlformats.org/drawingml/2006/main">
              <a:ext uri="{FF2B5EF4-FFF2-40B4-BE49-F238E27FC236}">
                <a16:creationId xmlns:a16="http://schemas.microsoft.com/office/drawing/2014/main" id="{E6922BF2-13A5-4CE3-9932-D4464240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280" y="1943100"/>
            <a:ext cx="106670" cy="107629"/>
          </a:xfrm>
          <a:custGeom xmlns:a="http://schemas.openxmlformats.org/drawingml/2006/main">
            <a:pathLst>
              <a:path w="106670" h="107629">
                <a:moveTo>
                  <a:pt x="106670" y="0"/>
                </a:moveTo>
                <a:lnTo>
                  <a:pt x="68192" y="107629"/>
                </a:lnTo>
                <a:lnTo>
                  <a:pt x="0" y="4106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28" name="SEC-090-328">
            <a:extLst xmlns:a="http://schemas.openxmlformats.org/drawingml/2006/main">
              <a:ext uri="{FF2B5EF4-FFF2-40B4-BE49-F238E27FC236}">
                <a16:creationId xmlns:a16="http://schemas.microsoft.com/office/drawing/2014/main" id="{DE34E5D0-2210-4F57-BF16-85ADD04A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155257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R(·)</a:t>
            </a:r>
          </a:p>
        </p:txBody>
      </p:sp>
      <p:sp>
        <p:nvSpPr>
          <p:cNvPr id="329" name="SEC-090-329">
            <a:extLst xmlns:a="http://schemas.openxmlformats.org/drawingml/2006/main">
              <a:ext uri="{FF2B5EF4-FFF2-40B4-BE49-F238E27FC236}">
                <a16:creationId xmlns:a16="http://schemas.microsoft.com/office/drawing/2014/main" id="{C8943749-B20A-4171-BABE-77D5344F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2138" y="2047875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30" name="path-330">
            <a:extLst xmlns:a="http://schemas.openxmlformats.org/drawingml/2006/main">
              <a:ext uri="{FF2B5EF4-FFF2-40B4-BE49-F238E27FC236}">
                <a16:creationId xmlns:a16="http://schemas.microsoft.com/office/drawing/2014/main" id="{B6D383DD-3048-4473-B9B1-580E8317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718" y="2047875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31" name="SEC-090-331">
            <a:extLst xmlns:a="http://schemas.openxmlformats.org/drawingml/2006/main">
              <a:ext uri="{FF2B5EF4-FFF2-40B4-BE49-F238E27FC236}">
                <a16:creationId xmlns:a16="http://schemas.microsoft.com/office/drawing/2014/main" id="{EF98671C-A8A6-4474-A261-2D70B054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4669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332" name="SEC-090-332">
            <a:extLst xmlns:a="http://schemas.openxmlformats.org/drawingml/2006/main">
              <a:ext uri="{FF2B5EF4-FFF2-40B4-BE49-F238E27FC236}">
                <a16:creationId xmlns:a16="http://schemas.microsoft.com/office/drawing/2014/main" id="{2DC6F4CD-ADF8-4844-8132-E1BBED8E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2419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33" name="path-333">
            <a:extLst xmlns:a="http://schemas.openxmlformats.org/drawingml/2006/main">
              <a:ext uri="{FF2B5EF4-FFF2-40B4-BE49-F238E27FC236}">
                <a16:creationId xmlns:a16="http://schemas.microsoft.com/office/drawing/2014/main" id="{E8DE2D26-5678-487B-8B9B-6B690A4F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190625"/>
            <a:ext cx="381000" cy="409575"/>
          </a:xfrm>
          <a:custGeom xmlns:a="http://schemas.openxmlformats.org/drawingml/2006/main">
            <a:pathLst>
              <a:path w="381000" h="409575">
                <a:moveTo>
                  <a:pt x="0" y="409575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</a:ln>
        </p:spPr>
      </p:sp>
      <p:sp>
        <p:nvSpPr>
          <p:cNvPr id="334" name="path-334">
            <a:extLst xmlns:a="http://schemas.openxmlformats.org/drawingml/2006/main">
              <a:ext uri="{FF2B5EF4-FFF2-40B4-BE49-F238E27FC236}">
                <a16:creationId xmlns:a16="http://schemas.microsoft.com/office/drawing/2014/main" id="{F133247E-238C-489A-898F-3CE22C7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524" y="1190625"/>
            <a:ext cx="105651" cy="108524"/>
          </a:xfrm>
          <a:custGeom xmlns:a="http://schemas.openxmlformats.org/drawingml/2006/main">
            <a:pathLst>
              <a:path w="105651" h="108524">
                <a:moveTo>
                  <a:pt x="105651" y="0"/>
                </a:moveTo>
                <a:lnTo>
                  <a:pt x="69775" y="108524"/>
                </a:lnTo>
                <a:lnTo>
                  <a:pt x="0" y="43617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35" name="path-335">
            <a:extLst xmlns:a="http://schemas.openxmlformats.org/drawingml/2006/main">
              <a:ext uri="{FF2B5EF4-FFF2-40B4-BE49-F238E27FC236}">
                <a16:creationId xmlns:a16="http://schemas.microsoft.com/office/drawing/2014/main" id="{B31E9FC0-D60B-488D-A536-EE58149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43100"/>
            <a:ext cx="381000" cy="400050"/>
          </a:xfrm>
          <a:custGeom xmlns:a="http://schemas.openxmlformats.org/drawingml/2006/main">
            <a:pathLst>
              <a:path w="381000" h="400050">
                <a:moveTo>
                  <a:pt x="0" y="0"/>
                </a:moveTo>
                <a:lnTo>
                  <a:pt x="38100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</a:ln>
        </p:spPr>
      </p:sp>
      <p:sp>
        <p:nvSpPr>
          <p:cNvPr id="336" name="path-336">
            <a:extLst xmlns:a="http://schemas.openxmlformats.org/drawingml/2006/main">
              <a:ext uri="{FF2B5EF4-FFF2-40B4-BE49-F238E27FC236}">
                <a16:creationId xmlns:a16="http://schemas.microsoft.com/office/drawing/2014/main" id="{670C93CF-50AB-4AE4-8141-D46C576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019" y="2235055"/>
            <a:ext cx="106156" cy="108095"/>
          </a:xfrm>
          <a:custGeom xmlns:a="http://schemas.openxmlformats.org/drawingml/2006/main">
            <a:pathLst>
              <a:path w="106156" h="108095">
                <a:moveTo>
                  <a:pt x="106156" y="108095"/>
                </a:moveTo>
                <a:lnTo>
                  <a:pt x="0" y="65722"/>
                </a:lnTo>
                <a:lnTo>
                  <a:pt x="69008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37" name="SEC-090-337">
            <a:extLst xmlns:a="http://schemas.openxmlformats.org/drawingml/2006/main">
              <a:ext uri="{FF2B5EF4-FFF2-40B4-BE49-F238E27FC236}">
                <a16:creationId xmlns:a16="http://schemas.microsoft.com/office/drawing/2014/main" id="{01069375-0773-489C-AADF-C3C5CA96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0475" y="49530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38" name="path-338">
            <a:extLst xmlns:a="http://schemas.openxmlformats.org/drawingml/2006/main">
              <a:ext uri="{FF2B5EF4-FFF2-40B4-BE49-F238E27FC236}">
                <a16:creationId xmlns:a16="http://schemas.microsoft.com/office/drawing/2014/main" id="{F4AABF66-21D3-40AC-9B15-AE7F84F3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13" y="461147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39" name="SEC-090-339">
            <a:extLst xmlns:a="http://schemas.openxmlformats.org/drawingml/2006/main">
              <a:ext uri="{FF2B5EF4-FFF2-40B4-BE49-F238E27FC236}">
                <a16:creationId xmlns:a16="http://schemas.microsoft.com/office/drawing/2014/main" id="{550D50BB-4189-4A94-89D7-D8D5DEE6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3048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40" name="SEC-090-340">
            <a:extLst xmlns:a="http://schemas.openxmlformats.org/drawingml/2006/main">
              <a:ext uri="{FF2B5EF4-FFF2-40B4-BE49-F238E27FC236}">
                <a16:creationId xmlns:a16="http://schemas.microsoft.com/office/drawing/2014/main" id="{BD9BF9C8-BDD9-476C-B695-C925B1FA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0475" y="327660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41" name="path-341">
            <a:extLst xmlns:a="http://schemas.openxmlformats.org/drawingml/2006/main">
              <a:ext uri="{FF2B5EF4-FFF2-40B4-BE49-F238E27FC236}">
                <a16:creationId xmlns:a16="http://schemas.microsoft.com/office/drawing/2014/main" id="{B236EB43-BB18-485E-AA5B-5016C896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13" y="3242447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42" name="SEC-090-342">
            <a:extLst xmlns:a="http://schemas.openxmlformats.org/drawingml/2006/main">
              <a:ext uri="{FF2B5EF4-FFF2-40B4-BE49-F238E27FC236}">
                <a16:creationId xmlns:a16="http://schemas.microsoft.com/office/drawing/2014/main" id="{A7EF03ED-BB58-49D5-BE00-01F984B7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3095625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43" name="SEC-090-343">
            <a:extLst xmlns:a="http://schemas.openxmlformats.org/drawingml/2006/main">
              <a:ext uri="{FF2B5EF4-FFF2-40B4-BE49-F238E27FC236}">
                <a16:creationId xmlns:a16="http://schemas.microsoft.com/office/drawing/2014/main" id="{EB120FE5-B2C5-4E19-A047-9E857415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0666" y="771525"/>
            <a:ext cx="2571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44" name="path-344">
            <a:extLst xmlns:a="http://schemas.openxmlformats.org/drawingml/2006/main">
              <a:ext uri="{FF2B5EF4-FFF2-40B4-BE49-F238E27FC236}">
                <a16:creationId xmlns:a16="http://schemas.microsoft.com/office/drawing/2014/main" id="{B179D2A1-5F4F-46FE-91C0-F9AA7708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9847" y="942988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95237"/>
                </a:moveTo>
                <a:lnTo>
                  <a:pt x="0" y="0"/>
                </a:lnTo>
                <a:lnTo>
                  <a:pt x="87355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45" name="SEC-090-345">
            <a:extLst xmlns:a="http://schemas.openxmlformats.org/drawingml/2006/main">
              <a:ext uri="{FF2B5EF4-FFF2-40B4-BE49-F238E27FC236}">
                <a16:creationId xmlns:a16="http://schemas.microsoft.com/office/drawing/2014/main" id="{4B99A38C-C9F6-4465-B8D7-32F28731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0666" y="2743200"/>
            <a:ext cx="2571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46" name="path-346">
            <a:extLst xmlns:a="http://schemas.openxmlformats.org/drawingml/2006/main">
              <a:ext uri="{FF2B5EF4-FFF2-40B4-BE49-F238E27FC236}">
                <a16:creationId xmlns:a16="http://schemas.microsoft.com/office/drawing/2014/main" id="{635ED33F-3FA9-4C7E-B6B3-DAA1A5E6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9847" y="2743200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0"/>
                </a:moveTo>
                <a:lnTo>
                  <a:pt x="87355" y="95237"/>
                </a:lnTo>
                <a:lnTo>
                  <a:pt x="0" y="95237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47" name="SEC-090-347">
            <a:extLst xmlns:a="http://schemas.openxmlformats.org/drawingml/2006/main">
              <a:ext uri="{FF2B5EF4-FFF2-40B4-BE49-F238E27FC236}">
                <a16:creationId xmlns:a16="http://schemas.microsoft.com/office/drawing/2014/main" id="{E585C21E-A065-40E3-8883-9676308B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1625" y="7620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Iₑ</a:t>
            </a:r>
          </a:p>
        </p:txBody>
      </p:sp>
      <p:sp>
        <p:nvSpPr>
          <p:cNvPr id="348" name="SEC-090-348">
            <a:extLst xmlns:a="http://schemas.openxmlformats.org/drawingml/2006/main">
              <a:ext uri="{FF2B5EF4-FFF2-40B4-BE49-F238E27FC236}">
                <a16:creationId xmlns:a16="http://schemas.microsoft.com/office/drawing/2014/main" id="{896BD82B-D996-4838-B835-9DCA80AC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1625" y="27336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Iₙ</a:t>
            </a:r>
          </a:p>
        </p:txBody>
      </p:sp>
      <p:sp>
        <p:nvSpPr>
          <p:cNvPr id="349" name="SEC-090-349">
            <a:extLst xmlns:a="http://schemas.openxmlformats.org/drawingml/2006/main">
              <a:ext uri="{FF2B5EF4-FFF2-40B4-BE49-F238E27FC236}">
                <a16:creationId xmlns:a16="http://schemas.microsoft.com/office/drawing/2014/main" id="{BC82DEEE-938C-45AD-A9E9-2E2876C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0175" y="1143000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50" name="SEC-090-350">
            <a:extLst xmlns:a="http://schemas.openxmlformats.org/drawingml/2006/main">
              <a:ext uri="{FF2B5EF4-FFF2-40B4-BE49-F238E27FC236}">
                <a16:creationId xmlns:a16="http://schemas.microsoft.com/office/drawing/2014/main" id="{723202A2-873E-4E9D-84D3-1E53984C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5425" y="123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51" name="SEC-090-351">
            <a:extLst xmlns:a="http://schemas.openxmlformats.org/drawingml/2006/main">
              <a:ext uri="{FF2B5EF4-FFF2-40B4-BE49-F238E27FC236}">
                <a16:creationId xmlns:a16="http://schemas.microsoft.com/office/drawing/2014/main" id="{76A13752-72F8-474D-B3A6-9188B051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0175" y="2419350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352" name="SEC-090-352">
            <a:extLst xmlns:a="http://schemas.openxmlformats.org/drawingml/2006/main">
              <a:ext uri="{FF2B5EF4-FFF2-40B4-BE49-F238E27FC236}">
                <a16:creationId xmlns:a16="http://schemas.microsoft.com/office/drawing/2014/main" id="{7E67F703-79E8-4376-8088-93A7FD9D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5425" y="2514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353" name="SEC-090-353">
            <a:extLst xmlns:a="http://schemas.openxmlformats.org/drawingml/2006/main">
              <a:ext uri="{FF2B5EF4-FFF2-40B4-BE49-F238E27FC236}">
                <a16:creationId xmlns:a16="http://schemas.microsoft.com/office/drawing/2014/main" id="{A69E701C-060D-41B2-AD6D-2737A331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3425" y="1245394"/>
            <a:ext cx="5143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54" name="path-354">
            <a:extLst xmlns:a="http://schemas.openxmlformats.org/drawingml/2006/main">
              <a:ext uri="{FF2B5EF4-FFF2-40B4-BE49-F238E27FC236}">
                <a16:creationId xmlns:a16="http://schemas.microsoft.com/office/drawing/2014/main" id="{CD96F148-8A20-403F-B424-52F088F7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38" y="1213622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55" name="SEC-090-355">
            <a:extLst xmlns:a="http://schemas.openxmlformats.org/drawingml/2006/main">
              <a:ext uri="{FF2B5EF4-FFF2-40B4-BE49-F238E27FC236}">
                <a16:creationId xmlns:a16="http://schemas.microsoft.com/office/drawing/2014/main" id="{49191EF2-F711-4037-A18D-8084C7E0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3425" y="2521744"/>
            <a:ext cx="5143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56" name="path-356">
            <a:extLst xmlns:a="http://schemas.openxmlformats.org/drawingml/2006/main">
              <a:ext uri="{FF2B5EF4-FFF2-40B4-BE49-F238E27FC236}">
                <a16:creationId xmlns:a16="http://schemas.microsoft.com/office/drawing/2014/main" id="{788CB6C1-003F-4A6A-9982-A37E73B4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38" y="2489972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57" name="SEC-090-357">
            <a:extLst xmlns:a="http://schemas.openxmlformats.org/drawingml/2006/main">
              <a:ext uri="{FF2B5EF4-FFF2-40B4-BE49-F238E27FC236}">
                <a16:creationId xmlns:a16="http://schemas.microsoft.com/office/drawing/2014/main" id="{05166A3D-C2D8-4C3F-913A-6E505696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9150" y="13239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358" name="SEC-090-358">
            <a:extLst xmlns:a="http://schemas.openxmlformats.org/drawingml/2006/main">
              <a:ext uri="{FF2B5EF4-FFF2-40B4-BE49-F238E27FC236}">
                <a16:creationId xmlns:a16="http://schemas.microsoft.com/office/drawing/2014/main" id="{2A0CED13-ED2C-44C1-B6D2-AE86DEEC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0600" y="1495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59" name="SEC-090-359">
            <a:extLst xmlns:a="http://schemas.openxmlformats.org/drawingml/2006/main">
              <a:ext uri="{FF2B5EF4-FFF2-40B4-BE49-F238E27FC236}">
                <a16:creationId xmlns:a16="http://schemas.microsoft.com/office/drawing/2014/main" id="{3DC00E9E-05DB-4FC8-A80B-1BE58D28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0600" y="1276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60" name="SEC-090-360">
            <a:extLst xmlns:a="http://schemas.openxmlformats.org/drawingml/2006/main">
              <a:ext uri="{FF2B5EF4-FFF2-40B4-BE49-F238E27FC236}">
                <a16:creationId xmlns:a16="http://schemas.microsoft.com/office/drawing/2014/main" id="{8BE8D73E-49F6-487B-8D02-3E0B4F55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9150" y="21526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361" name="SEC-090-361">
            <a:extLst xmlns:a="http://schemas.openxmlformats.org/drawingml/2006/main">
              <a:ext uri="{FF2B5EF4-FFF2-40B4-BE49-F238E27FC236}">
                <a16:creationId xmlns:a16="http://schemas.microsoft.com/office/drawing/2014/main" id="{DB8EC3B0-78AD-4013-922D-7322A614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0600" y="23241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62" name="SEC-090-362">
            <a:extLst xmlns:a="http://schemas.openxmlformats.org/drawingml/2006/main">
              <a:ext uri="{FF2B5EF4-FFF2-40B4-BE49-F238E27FC236}">
                <a16:creationId xmlns:a16="http://schemas.microsoft.com/office/drawing/2014/main" id="{3DC548BE-3AD8-4B74-9B5D-CF41CAC9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0600" y="21050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63" name="path-363">
            <a:extLst xmlns:a="http://schemas.openxmlformats.org/drawingml/2006/main">
              <a:ext uri="{FF2B5EF4-FFF2-40B4-BE49-F238E27FC236}">
                <a16:creationId xmlns:a16="http://schemas.microsoft.com/office/drawing/2014/main" id="{8B169799-DD9C-4762-BD2C-028BEF7A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295400"/>
            <a:ext cx="381000" cy="428625"/>
          </a:xfrm>
          <a:custGeom xmlns:a="http://schemas.openxmlformats.org/drawingml/2006/main">
            <a:pathLst>
              <a:path w="381000" h="428625">
                <a:moveTo>
                  <a:pt x="0" y="0"/>
                </a:moveTo>
                <a:lnTo>
                  <a:pt x="38100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</a:ln>
        </p:spPr>
      </p:sp>
      <p:sp>
        <p:nvSpPr>
          <p:cNvPr id="364" name="path-364">
            <a:extLst xmlns:a="http://schemas.openxmlformats.org/drawingml/2006/main">
              <a:ext uri="{FF2B5EF4-FFF2-40B4-BE49-F238E27FC236}">
                <a16:creationId xmlns:a16="http://schemas.microsoft.com/office/drawing/2014/main" id="{F773C388-CCD3-4E2C-B2FB-8FD3BCBD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6113" y="1614717"/>
            <a:ext cx="104637" cy="109308"/>
          </a:xfrm>
          <a:custGeom xmlns:a="http://schemas.openxmlformats.org/drawingml/2006/main">
            <a:pathLst>
              <a:path w="104637" h="109308">
                <a:moveTo>
                  <a:pt x="104637" y="109308"/>
                </a:moveTo>
                <a:lnTo>
                  <a:pt x="0" y="63312"/>
                </a:lnTo>
                <a:lnTo>
                  <a:pt x="71226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65" name="path-365">
            <a:extLst xmlns:a="http://schemas.openxmlformats.org/drawingml/2006/main">
              <a:ext uri="{FF2B5EF4-FFF2-40B4-BE49-F238E27FC236}">
                <a16:creationId xmlns:a16="http://schemas.microsoft.com/office/drawing/2014/main" id="{C8EABE26-5AC5-46CB-AD9E-04BB7B1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71675"/>
            <a:ext cx="381000" cy="400050"/>
          </a:xfrm>
          <a:custGeom xmlns:a="http://schemas.openxmlformats.org/drawingml/2006/main">
            <a:pathLst>
              <a:path w="381000" h="400050">
                <a:moveTo>
                  <a:pt x="0" y="40005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472C4"/>
            </a:solidFill>
          </a:ln>
        </p:spPr>
      </p:sp>
      <p:sp>
        <p:nvSpPr>
          <p:cNvPr id="366" name="path-366">
            <a:extLst xmlns:a="http://schemas.openxmlformats.org/drawingml/2006/main">
              <a:ext uri="{FF2B5EF4-FFF2-40B4-BE49-F238E27FC236}">
                <a16:creationId xmlns:a16="http://schemas.microsoft.com/office/drawing/2014/main" id="{CD25D504-3FB0-4530-9D3F-CAD28CFA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4594" y="1971675"/>
            <a:ext cx="106156" cy="108095"/>
          </a:xfrm>
          <a:custGeom xmlns:a="http://schemas.openxmlformats.org/drawingml/2006/main">
            <a:pathLst>
              <a:path w="106156" h="108095">
                <a:moveTo>
                  <a:pt x="106156" y="0"/>
                </a:moveTo>
                <a:lnTo>
                  <a:pt x="69008" y="108095"/>
                </a:lnTo>
                <a:lnTo>
                  <a:pt x="0" y="42373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67" name="SEC-090-367">
            <a:extLst xmlns:a="http://schemas.openxmlformats.org/drawingml/2006/main">
              <a:ext uri="{FF2B5EF4-FFF2-40B4-BE49-F238E27FC236}">
                <a16:creationId xmlns:a16="http://schemas.microsoft.com/office/drawing/2014/main" id="{1ED92CFE-F733-4B33-BB54-76A6E313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12192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368" name="SEC-090-368">
            <a:extLst xmlns:a="http://schemas.openxmlformats.org/drawingml/2006/main">
              <a:ext uri="{FF2B5EF4-FFF2-40B4-BE49-F238E27FC236}">
                <a16:creationId xmlns:a16="http://schemas.microsoft.com/office/drawing/2014/main" id="{CE1CEE67-7991-4B97-80A9-12D23539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0" y="13906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69" name="SEC-090-369">
            <a:extLst xmlns:a="http://schemas.openxmlformats.org/drawingml/2006/main">
              <a:ext uri="{FF2B5EF4-FFF2-40B4-BE49-F238E27FC236}">
                <a16:creationId xmlns:a16="http://schemas.microsoft.com/office/drawing/2014/main" id="{C2EECBB1-3ACD-4D2F-9212-4E4DCA09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0" y="1171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70" name="SEC-090-370">
            <a:extLst xmlns:a="http://schemas.openxmlformats.org/drawingml/2006/main">
              <a:ext uri="{FF2B5EF4-FFF2-40B4-BE49-F238E27FC236}">
                <a16:creationId xmlns:a16="http://schemas.microsoft.com/office/drawing/2014/main" id="{77692A84-ECBD-4774-9071-2C525435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0250" y="2143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371" name="SEC-090-371">
            <a:extLst xmlns:a="http://schemas.openxmlformats.org/drawingml/2006/main">
              <a:ext uri="{FF2B5EF4-FFF2-40B4-BE49-F238E27FC236}">
                <a16:creationId xmlns:a16="http://schemas.microsoft.com/office/drawing/2014/main" id="{9FD48EA0-3AD1-4772-AD29-3BC26A56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0" y="23145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72" name="SEC-090-372">
            <a:extLst xmlns:a="http://schemas.openxmlformats.org/drawingml/2006/main">
              <a:ext uri="{FF2B5EF4-FFF2-40B4-BE49-F238E27FC236}">
                <a16:creationId xmlns:a16="http://schemas.microsoft.com/office/drawing/2014/main" id="{881B06A2-DC47-45B0-BBCD-B660135E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1700" y="2095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373" name="SEC-090-373">
            <a:extLst xmlns:a="http://schemas.openxmlformats.org/drawingml/2006/main">
              <a:ext uri="{FF2B5EF4-FFF2-40B4-BE49-F238E27FC236}">
                <a16:creationId xmlns:a16="http://schemas.microsoft.com/office/drawing/2014/main" id="{26F7B692-C180-4458-B951-E0ACCB10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16225" y="1104900"/>
            <a:ext cx="504825" cy="704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B5"/>
          </a:solidFill>
          <a:ln xmlns:a="http://schemas.openxmlformats.org/drawingml/2006/main" w="0">
            <a:noFill/>
          </a:ln>
        </p:spPr>
      </p:sp>
      <p:sp>
        <p:nvSpPr>
          <p:cNvPr id="374" name="SEC-090-374">
            <a:extLst xmlns:a="http://schemas.openxmlformats.org/drawingml/2006/main">
              <a:ext uri="{FF2B5EF4-FFF2-40B4-BE49-F238E27FC236}">
                <a16:creationId xmlns:a16="http://schemas.microsoft.com/office/drawing/2014/main" id="{2F8E50F3-BBC4-44A5-86AE-89C51BD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30500" y="2143125"/>
            <a:ext cx="504825" cy="571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D76B5"/>
          </a:solidFill>
          <a:ln xmlns:a="http://schemas.openxmlformats.org/drawingml/2006/main" w="0">
            <a:noFill/>
          </a:ln>
        </p:spPr>
      </p:sp>
      <p:sp>
        <p:nvSpPr>
          <p:cNvPr id="375" name="SEC-090-375">
            <a:extLst xmlns:a="http://schemas.openxmlformats.org/drawingml/2006/main">
              <a:ext uri="{FF2B5EF4-FFF2-40B4-BE49-F238E27FC236}">
                <a16:creationId xmlns:a16="http://schemas.microsoft.com/office/drawing/2014/main" id="{F8B720AB-D76F-4C97-9657-7D9B204B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6775" y="1876425"/>
            <a:ext cx="26098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1CEE4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376" name="SEC-090-376">
            <a:extLst xmlns:a="http://schemas.openxmlformats.org/drawingml/2006/main">
              <a:ext uri="{FF2B5EF4-FFF2-40B4-BE49-F238E27FC236}">
                <a16:creationId xmlns:a16="http://schemas.microsoft.com/office/drawing/2014/main" id="{9122C279-1052-4D16-B57A-1FCBAD6B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6300" y="1885950"/>
            <a:ext cx="2590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Graph Classifier</a:t>
            </a:r>
          </a:p>
        </p:txBody>
      </p:sp>
      <p:sp>
        <p:nvSpPr>
          <p:cNvPr id="377" name="SEC-090-377">
            <a:extLst xmlns:a="http://schemas.openxmlformats.org/drawingml/2006/main">
              <a:ext uri="{FF2B5EF4-FFF2-40B4-BE49-F238E27FC236}">
                <a16:creationId xmlns:a16="http://schemas.microsoft.com/office/drawing/2014/main" id="{7C76744E-10B4-4399-9936-59770E79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47319" y="1476375"/>
            <a:ext cx="2381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78" name="path-378">
            <a:extLst xmlns:a="http://schemas.openxmlformats.org/drawingml/2006/main">
              <a:ext uri="{FF2B5EF4-FFF2-40B4-BE49-F238E27FC236}">
                <a16:creationId xmlns:a16="http://schemas.microsoft.com/office/drawing/2014/main" id="{471E612D-93E9-4CB8-B05B-F4A31A5C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9518" y="1685071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86579"/>
                </a:moveTo>
                <a:lnTo>
                  <a:pt x="0" y="0"/>
                </a:lnTo>
                <a:lnTo>
                  <a:pt x="79414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79" name="SEC-090-379">
            <a:extLst xmlns:a="http://schemas.openxmlformats.org/drawingml/2006/main">
              <a:ext uri="{FF2B5EF4-FFF2-40B4-BE49-F238E27FC236}">
                <a16:creationId xmlns:a16="http://schemas.microsoft.com/office/drawing/2014/main" id="{65FC7292-79F0-4914-9146-47C98861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85594" y="1476375"/>
            <a:ext cx="2381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80" name="path-380">
            <a:extLst xmlns:a="http://schemas.openxmlformats.org/drawingml/2006/main">
              <a:ext uri="{FF2B5EF4-FFF2-40B4-BE49-F238E27FC236}">
                <a16:creationId xmlns:a16="http://schemas.microsoft.com/office/drawing/2014/main" id="{3246C1E6-8CB8-4A58-A6DB-76D39862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7793" y="1685071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86579"/>
                </a:moveTo>
                <a:lnTo>
                  <a:pt x="0" y="0"/>
                </a:lnTo>
                <a:lnTo>
                  <a:pt x="79414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81" name="SEC-090-381">
            <a:extLst xmlns:a="http://schemas.openxmlformats.org/drawingml/2006/main">
              <a:ext uri="{FF2B5EF4-FFF2-40B4-BE49-F238E27FC236}">
                <a16:creationId xmlns:a16="http://schemas.microsoft.com/office/drawing/2014/main" id="{AB5AF1FD-1B4A-4BE5-BF07-AC01C651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90269" y="2590800"/>
            <a:ext cx="238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</a:ln>
        </p:spPr>
      </p:sp>
      <p:sp>
        <p:nvSpPr>
          <p:cNvPr id="382" name="path-382">
            <a:extLst xmlns:a="http://schemas.openxmlformats.org/drawingml/2006/main">
              <a:ext uri="{FF2B5EF4-FFF2-40B4-BE49-F238E27FC236}">
                <a16:creationId xmlns:a16="http://schemas.microsoft.com/office/drawing/2014/main" id="{EDCFE085-1A4E-4C2F-8ED7-A0275145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8497" y="2743213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95237"/>
                </a:moveTo>
                <a:lnTo>
                  <a:pt x="0" y="0"/>
                </a:lnTo>
                <a:lnTo>
                  <a:pt x="87355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</a:ln>
        </p:spPr>
      </p:sp>
      <p:sp>
        <p:nvSpPr>
          <p:cNvPr id="383" name="SEC-090-383">
            <a:extLst xmlns:a="http://schemas.openxmlformats.org/drawingml/2006/main">
              <a:ext uri="{FF2B5EF4-FFF2-40B4-BE49-F238E27FC236}">
                <a16:creationId xmlns:a16="http://schemas.microsoft.com/office/drawing/2014/main" id="{6A4DD945-D541-473F-B8F7-8D8AB298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87775" y="2886075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9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Logits</a:t>
            </a:r>
          </a:p>
        </p:txBody>
      </p:sp>
      <p:pic>
        <p:nvPicPr>
          <p:cNvPr id="7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82a8dbb29460e"/>
          <a:stretch xmlns:a="http://schemas.openxmlformats.org/drawingml/2006/main"/>
        </p:blipFill>
        <p:spPr>
          <a:xfrm xmlns:a="http://schemas.openxmlformats.org/drawingml/2006/main">
            <a:off x="18440400" y="1704975"/>
            <a:ext cx="44767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20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2026-09-08T03:26:56.9370000Z</dcterms:created>
  <dcterms:modified xsi:type="dcterms:W3CDTF">2026-09-08T03:26:56.9370000Z</dcterms:modified>
</coreProperties>
</file>